
<file path=[Content_Types].xml><?xml version="1.0" encoding="utf-8"?>
<Types xmlns="http://schemas.openxmlformats.org/package/2006/content-types">
  <Default Extension="bin" ContentType="application/vnd.openxmlformats-officedocument.oleObject"/>
  <Default Extension="fntdata" ContentType="application/x-fontdata"/>
  <Default Extension="gif" ContentType="image/gif"/>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bookmarkIdSeed="2">
  <p:sldMasterIdLst>
    <p:sldMasterId id="2147483648" r:id="rId1"/>
  </p:sldMasterIdLst>
  <p:notesMasterIdLst>
    <p:notesMasterId r:id="rId177"/>
  </p:notesMasterIdLst>
  <p:sldIdLst>
    <p:sldId id="257" r:id="rId2"/>
    <p:sldId id="593" r:id="rId3"/>
    <p:sldId id="258" r:id="rId4"/>
    <p:sldId id="259" r:id="rId5"/>
    <p:sldId id="550" r:id="rId6"/>
    <p:sldId id="551" r:id="rId7"/>
    <p:sldId id="260" r:id="rId8"/>
    <p:sldId id="459" r:id="rId9"/>
    <p:sldId id="602" r:id="rId10"/>
    <p:sldId id="603" r:id="rId11"/>
    <p:sldId id="613" r:id="rId12"/>
    <p:sldId id="604" r:id="rId13"/>
    <p:sldId id="605" r:id="rId14"/>
    <p:sldId id="606" r:id="rId15"/>
    <p:sldId id="607" r:id="rId16"/>
    <p:sldId id="608" r:id="rId17"/>
    <p:sldId id="611" r:id="rId18"/>
    <p:sldId id="469" r:id="rId19"/>
    <p:sldId id="614" r:id="rId20"/>
    <p:sldId id="616" r:id="rId21"/>
    <p:sldId id="530" r:id="rId22"/>
    <p:sldId id="466" r:id="rId23"/>
    <p:sldId id="531" r:id="rId24"/>
    <p:sldId id="479" r:id="rId25"/>
    <p:sldId id="728" r:id="rId26"/>
    <p:sldId id="478" r:id="rId27"/>
    <p:sldId id="483" r:id="rId28"/>
    <p:sldId id="482" r:id="rId29"/>
    <p:sldId id="481" r:id="rId30"/>
    <p:sldId id="486" r:id="rId31"/>
    <p:sldId id="484" r:id="rId32"/>
    <p:sldId id="617" r:id="rId33"/>
    <p:sldId id="490" r:id="rId34"/>
    <p:sldId id="729" r:id="rId35"/>
    <p:sldId id="488" r:id="rId36"/>
    <p:sldId id="618" r:id="rId37"/>
    <p:sldId id="487" r:id="rId38"/>
    <p:sldId id="619" r:id="rId39"/>
    <p:sldId id="620" r:id="rId40"/>
    <p:sldId id="491" r:id="rId41"/>
    <p:sldId id="622" r:id="rId42"/>
    <p:sldId id="740" r:id="rId43"/>
    <p:sldId id="741" r:id="rId44"/>
    <p:sldId id="742" r:id="rId45"/>
    <p:sldId id="743" r:id="rId46"/>
    <p:sldId id="732" r:id="rId47"/>
    <p:sldId id="625" r:id="rId48"/>
    <p:sldId id="505" r:id="rId49"/>
    <p:sldId id="630" r:id="rId50"/>
    <p:sldId id="633" r:id="rId51"/>
    <p:sldId id="632" r:id="rId52"/>
    <p:sldId id="733" r:id="rId53"/>
    <p:sldId id="504" r:id="rId54"/>
    <p:sldId id="631" r:id="rId55"/>
    <p:sldId id="509" r:id="rId56"/>
    <p:sldId id="635" r:id="rId57"/>
    <p:sldId id="734" r:id="rId58"/>
    <p:sldId id="735" r:id="rId59"/>
    <p:sldId id="736" r:id="rId60"/>
    <p:sldId id="639" r:id="rId61"/>
    <p:sldId id="636" r:id="rId62"/>
    <p:sldId id="641" r:id="rId63"/>
    <p:sldId id="511" r:id="rId64"/>
    <p:sldId id="642" r:id="rId65"/>
    <p:sldId id="516" r:id="rId66"/>
    <p:sldId id="657" r:id="rId67"/>
    <p:sldId id="658" r:id="rId68"/>
    <p:sldId id="643" r:id="rId69"/>
    <p:sldId id="644" r:id="rId70"/>
    <p:sldId id="659" r:id="rId71"/>
    <p:sldId id="737" r:id="rId72"/>
    <p:sldId id="502" r:id="rId73"/>
    <p:sldId id="738" r:id="rId74"/>
    <p:sldId id="739" r:id="rId75"/>
    <p:sldId id="557" r:id="rId76"/>
    <p:sldId id="560" r:id="rId77"/>
    <p:sldId id="645" r:id="rId78"/>
    <p:sldId id="562" r:id="rId79"/>
    <p:sldId id="563" r:id="rId80"/>
    <p:sldId id="564" r:id="rId81"/>
    <p:sldId id="566" r:id="rId82"/>
    <p:sldId id="567" r:id="rId83"/>
    <p:sldId id="568" r:id="rId84"/>
    <p:sldId id="570" r:id="rId85"/>
    <p:sldId id="571" r:id="rId86"/>
    <p:sldId id="747" r:id="rId87"/>
    <p:sldId id="575" r:id="rId88"/>
    <p:sldId id="576" r:id="rId89"/>
    <p:sldId id="646" r:id="rId90"/>
    <p:sldId id="649" r:id="rId91"/>
    <p:sldId id="749" r:id="rId92"/>
    <p:sldId id="748" r:id="rId93"/>
    <p:sldId id="750" r:id="rId94"/>
    <p:sldId id="653" r:id="rId95"/>
    <p:sldId id="654" r:id="rId96"/>
    <p:sldId id="656" r:id="rId97"/>
    <p:sldId id="751" r:id="rId98"/>
    <p:sldId id="655" r:id="rId99"/>
    <p:sldId id="665" r:id="rId100"/>
    <p:sldId id="752" r:id="rId101"/>
    <p:sldId id="753" r:id="rId102"/>
    <p:sldId id="669" r:id="rId103"/>
    <p:sldId id="754" r:id="rId104"/>
    <p:sldId id="672" r:id="rId105"/>
    <p:sldId id="673" r:id="rId106"/>
    <p:sldId id="674" r:id="rId107"/>
    <p:sldId id="755" r:id="rId108"/>
    <p:sldId id="756" r:id="rId109"/>
    <p:sldId id="678" r:id="rId110"/>
    <p:sldId id="679" r:id="rId111"/>
    <p:sldId id="680" r:id="rId112"/>
    <p:sldId id="681" r:id="rId113"/>
    <p:sldId id="682" r:id="rId114"/>
    <p:sldId id="683" r:id="rId115"/>
    <p:sldId id="675" r:id="rId116"/>
    <p:sldId id="684" r:id="rId117"/>
    <p:sldId id="685" r:id="rId118"/>
    <p:sldId id="686" r:id="rId119"/>
    <p:sldId id="687" r:id="rId120"/>
    <p:sldId id="688" r:id="rId121"/>
    <p:sldId id="690" r:id="rId122"/>
    <p:sldId id="689" r:id="rId123"/>
    <p:sldId id="647" r:id="rId124"/>
    <p:sldId id="691" r:id="rId125"/>
    <p:sldId id="692" r:id="rId126"/>
    <p:sldId id="693" r:id="rId127"/>
    <p:sldId id="694" r:id="rId128"/>
    <p:sldId id="695" r:id="rId129"/>
    <p:sldId id="696" r:id="rId130"/>
    <p:sldId id="697" r:id="rId131"/>
    <p:sldId id="698" r:id="rId132"/>
    <p:sldId id="699" r:id="rId133"/>
    <p:sldId id="700" r:id="rId134"/>
    <p:sldId id="701" r:id="rId135"/>
    <p:sldId id="702" r:id="rId136"/>
    <p:sldId id="709" r:id="rId137"/>
    <p:sldId id="757" r:id="rId138"/>
    <p:sldId id="759" r:id="rId139"/>
    <p:sldId id="758" r:id="rId140"/>
    <p:sldId id="760" r:id="rId141"/>
    <p:sldId id="764" r:id="rId142"/>
    <p:sldId id="763" r:id="rId143"/>
    <p:sldId id="765" r:id="rId144"/>
    <p:sldId id="766" r:id="rId145"/>
    <p:sldId id="767" r:id="rId146"/>
    <p:sldId id="768" r:id="rId147"/>
    <p:sldId id="769" r:id="rId148"/>
    <p:sldId id="770" r:id="rId149"/>
    <p:sldId id="771" r:id="rId150"/>
    <p:sldId id="772" r:id="rId151"/>
    <p:sldId id="773" r:id="rId152"/>
    <p:sldId id="704" r:id="rId153"/>
    <p:sldId id="761" r:id="rId154"/>
    <p:sldId id="706" r:id="rId155"/>
    <p:sldId id="744" r:id="rId156"/>
    <p:sldId id="708" r:id="rId157"/>
    <p:sldId id="745" r:id="rId158"/>
    <p:sldId id="710" r:id="rId159"/>
    <p:sldId id="746" r:id="rId160"/>
    <p:sldId id="716" r:id="rId161"/>
    <p:sldId id="713" r:id="rId162"/>
    <p:sldId id="714" r:id="rId163"/>
    <p:sldId id="715" r:id="rId164"/>
    <p:sldId id="583" r:id="rId165"/>
    <p:sldId id="584" r:id="rId166"/>
    <p:sldId id="585" r:id="rId167"/>
    <p:sldId id="717" r:id="rId168"/>
    <p:sldId id="721" r:id="rId169"/>
    <p:sldId id="719" r:id="rId170"/>
    <p:sldId id="720" r:id="rId171"/>
    <p:sldId id="722" r:id="rId172"/>
    <p:sldId id="723" r:id="rId173"/>
    <p:sldId id="724" r:id="rId174"/>
    <p:sldId id="725" r:id="rId175"/>
    <p:sldId id="726" r:id="rId176"/>
  </p:sldIdLst>
  <p:sldSz cx="9144000" cy="5143500" type="screen16x9"/>
  <p:notesSz cx="6858000" cy="9144000"/>
  <p:embeddedFontLst>
    <p:embeddedFont>
      <p:font typeface="微软雅黑" panose="020B0503020204020204" pitchFamily="34" charset="-122"/>
      <p:regular r:id="rId178"/>
      <p:bold r:id="rId179"/>
    </p:embeddedFont>
  </p:embeddedFont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C3E3F9"/>
    <a:srgbClr val="9900CC"/>
    <a:srgbClr val="0000CC"/>
    <a:srgbClr val="000099"/>
    <a:srgbClr val="000066"/>
    <a:srgbClr val="FFFF99"/>
    <a:srgbClr val="00CCFF"/>
    <a:srgbClr val="99FFCC"/>
    <a:srgbClr val="FFCC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93296810-A885-4BE3-A3E7-6D5BEEA58F35}" styleName="中度样式 2 - 强调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中度样式 2 - 强调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353" autoAdjust="0"/>
    <p:restoredTop sz="77389" autoAdjust="0"/>
  </p:normalViewPr>
  <p:slideViewPr>
    <p:cSldViewPr snapToGrid="0">
      <p:cViewPr varScale="1">
        <p:scale>
          <a:sx n="77" d="100"/>
          <a:sy n="77" d="100"/>
        </p:scale>
        <p:origin x="684" y="41"/>
      </p:cViewPr>
      <p:guideLst>
        <p:guide orient="horz" pos="1620"/>
        <p:guide pos="2880"/>
      </p:guideLst>
    </p:cSldViewPr>
  </p:slideViewPr>
  <p:notesTextViewPr>
    <p:cViewPr>
      <p:scale>
        <a:sx n="1" d="1"/>
        <a:sy n="1" d="1"/>
      </p:scale>
      <p:origin x="0" y="0"/>
    </p:cViewPr>
  </p:notesTextViewPr>
  <p:sorterViewPr>
    <p:cViewPr>
      <p:scale>
        <a:sx n="125" d="100"/>
        <a:sy n="125"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38" Type="http://schemas.openxmlformats.org/officeDocument/2006/relationships/slide" Target="slides/slide137.xml"/><Relationship Id="rId154" Type="http://schemas.openxmlformats.org/officeDocument/2006/relationships/slide" Target="slides/slide153.xml"/><Relationship Id="rId159" Type="http://schemas.openxmlformats.org/officeDocument/2006/relationships/slide" Target="slides/slide158.xml"/><Relationship Id="rId175" Type="http://schemas.openxmlformats.org/officeDocument/2006/relationships/slide" Target="slides/slide174.xml"/><Relationship Id="rId170" Type="http://schemas.openxmlformats.org/officeDocument/2006/relationships/slide" Target="slides/slide169.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slide" Target="slides/slide127.xml"/><Relationship Id="rId144" Type="http://schemas.openxmlformats.org/officeDocument/2006/relationships/slide" Target="slides/slide143.xml"/><Relationship Id="rId149" Type="http://schemas.openxmlformats.org/officeDocument/2006/relationships/slide" Target="slides/slide148.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160" Type="http://schemas.openxmlformats.org/officeDocument/2006/relationships/slide" Target="slides/slide159.xml"/><Relationship Id="rId165" Type="http://schemas.openxmlformats.org/officeDocument/2006/relationships/slide" Target="slides/slide164.xml"/><Relationship Id="rId181" Type="http://schemas.openxmlformats.org/officeDocument/2006/relationships/viewProps" Target="viewProps.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slide" Target="slides/slide154.xml"/><Relationship Id="rId171" Type="http://schemas.openxmlformats.org/officeDocument/2006/relationships/slide" Target="slides/slide170.xml"/><Relationship Id="rId176" Type="http://schemas.openxmlformats.org/officeDocument/2006/relationships/slide" Target="slides/slide175.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slide" Target="slides/slide160.xml"/><Relationship Id="rId166" Type="http://schemas.openxmlformats.org/officeDocument/2006/relationships/slide" Target="slides/slide165.xml"/><Relationship Id="rId182"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77"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72" Type="http://schemas.openxmlformats.org/officeDocument/2006/relationships/slide" Target="slides/slide171.xml"/><Relationship Id="rId180" Type="http://schemas.openxmlformats.org/officeDocument/2006/relationships/presProps" Target="presProps.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183" Type="http://schemas.openxmlformats.org/officeDocument/2006/relationships/tableStyles" Target="tableStyles.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font" Target="fonts/font1.fntdata"/><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font" Target="fonts/font2.fntdata"/><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s>
</file>

<file path=ppt/diagrams/colors1.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7AC13B5-C017-43A5-A3FC-9E24388100A6}" type="doc">
      <dgm:prSet loTypeId="urn:microsoft.com/office/officeart/2005/8/layout/hList1" loCatId="list" qsTypeId="urn:microsoft.com/office/officeart/2005/8/quickstyle/simple1" qsCatId="simple" csTypeId="urn:microsoft.com/office/officeart/2005/8/colors/colorful1#1" csCatId="colorful" phldr="1"/>
      <dgm:spPr/>
      <dgm:t>
        <a:bodyPr/>
        <a:lstStyle/>
        <a:p>
          <a:endParaRPr lang="zh-CN" altLang="en-US"/>
        </a:p>
      </dgm:t>
    </dgm:pt>
    <dgm:pt modelId="{CD89CDF2-D34B-4E0E-B217-8BF9E13E4DF1}">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移动 </a:t>
          </a:r>
          <a:r>
            <a:rPr lang="en-US" altLang="en-US" sz="1600" b="1" dirty="0">
              <a:latin typeface="微软雅黑" panose="020B0503020204020204" pitchFamily="34" charset="-122"/>
              <a:ea typeface="微软雅黑" panose="020B0503020204020204" pitchFamily="34" charset="-122"/>
            </a:rPr>
            <a:t>IP</a:t>
          </a:r>
          <a:endParaRPr lang="zh-CN" altLang="en-US" sz="1600" b="1" dirty="0">
            <a:latin typeface="微软雅黑" panose="020B0503020204020204" pitchFamily="34" charset="-122"/>
            <a:ea typeface="微软雅黑" panose="020B0503020204020204" pitchFamily="34" charset="-122"/>
          </a:endParaRPr>
        </a:p>
      </dgm:t>
    </dgm:pt>
    <dgm:pt modelId="{7779C20A-CF07-46B0-B936-A6C64196D555}" type="par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3ACE89B1-E38D-46A2-AB12-1C9FA7EF8D4F}" type="sib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A1A2DED1-7A96-449B-948C-9AFFC52870FB}">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漫游的主机可以用多种方式连接到互联网。</a:t>
          </a:r>
        </a:p>
      </dgm:t>
    </dgm:pt>
    <dgm:pt modelId="{42EDD29C-C998-46AA-9647-EA61F597E67E}" type="parTrans" cxnId="{AB306B81-FB8F-45EC-A77B-BC8ED986A75C}">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1B74F761-EE9E-4C6D-991D-7D504BE042BB}" type="sibTrans" cxnId="{AB306B81-FB8F-45EC-A77B-BC8ED986A75C}">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5F8EB3A2-7713-485D-B3D6-8372B817B21E}">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漫游的主机可以直接或通过无线链路连接到固定网络上的另一个子网。</a:t>
          </a:r>
        </a:p>
      </dgm:t>
    </dgm:pt>
    <dgm:pt modelId="{D26F16F3-24B6-4492-B0D5-019ED015B7F8}" type="par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0385B2A-5833-4B55-895D-33BC84F41DCE}" type="sib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4BFC9BD-47C9-429C-9319-1A95A4D648B4}">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移动自组网络</a:t>
          </a:r>
        </a:p>
      </dgm:t>
    </dgm:pt>
    <dgm:pt modelId="{F748ABAD-7E49-4D6C-885A-AC3BE05A1F2E}" type="par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4FC8A155-6519-49B2-AF6C-288ED56B19ED}" type="sib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10E6D86-9A0A-4BA3-A144-CE80F82EA404}">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把移动性扩展到无线领域中的自治系统。</a:t>
          </a:r>
        </a:p>
      </dgm:t>
    </dgm:pt>
    <dgm:pt modelId="{B4C83756-7CBE-49A4-83D9-98C9797F0F1F}" type="par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1415CCA-A283-4BCD-AE6A-894BBC950D7F}" type="sib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9C59DC06-678D-4673-A543-AFE2B46C2819}">
      <dgm:prSet phldrT="[文本]" custT="1"/>
      <dgm:spPr/>
      <dgm:t>
        <a:bodyPr/>
        <a:lstStyle/>
        <a:p>
          <a:pPr>
            <a:spcBef>
              <a:spcPts val="0"/>
            </a:spcBef>
            <a:spcAft>
              <a:spcPts val="0"/>
            </a:spcAft>
          </a:pPr>
          <a:r>
            <a:rPr lang="zh-CN" altLang="en-US" sz="1600" b="1" dirty="0">
              <a:solidFill>
                <a:srgbClr val="0000FF"/>
              </a:solidFill>
              <a:latin typeface="微软雅黑" panose="020B0503020204020204" pitchFamily="34" charset="-122"/>
              <a:ea typeface="微软雅黑" panose="020B0503020204020204" pitchFamily="34" charset="-122"/>
            </a:rPr>
            <a:t>末梢网络：</a:t>
          </a:r>
          <a:r>
            <a:rPr lang="zh-CN" altLang="en-US" sz="1600" b="1" dirty="0">
              <a:latin typeface="微软雅黑" panose="020B0503020204020204" pitchFamily="34" charset="-122"/>
              <a:ea typeface="微软雅黑" panose="020B0503020204020204" pitchFamily="34" charset="-122"/>
            </a:rPr>
            <a:t>不允许外部通信量穿越该网络。</a:t>
          </a:r>
        </a:p>
      </dgm:t>
    </dgm:pt>
    <dgm:pt modelId="{34454BE2-E2DB-4D77-A1CE-FA0835A86B80}" type="parTrans" cxnId="{1C4A554D-A23F-44C0-A015-4B6FD97EE942}">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9B84E97B-383D-4F59-A29F-DFA1D111AD75}" type="sibTrans" cxnId="{1C4A554D-A23F-44C0-A015-4B6FD97EE942}">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E6D6E1A-3588-42D1-9E3E-C780F05F295F}">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需要地址管理和增加协议的互操作性。</a:t>
          </a:r>
        </a:p>
      </dgm:t>
    </dgm:pt>
    <dgm:pt modelId="{3A2ED0FA-1EF3-45F6-865A-ABC242F67A38}" type="parTrans" cxnId="{C4614AB7-C9E1-4182-B65D-FC39AF3EE3CD}">
      <dgm:prSet/>
      <dgm:spPr/>
      <dgm:t>
        <a:bodyPr/>
        <a:lstStyle/>
        <a:p>
          <a:pPr>
            <a:spcBef>
              <a:spcPts val="0"/>
            </a:spcBef>
            <a:spcAft>
              <a:spcPts val="0"/>
            </a:spcAft>
          </a:pPr>
          <a:endParaRPr lang="zh-CN" altLang="en-US"/>
        </a:p>
      </dgm:t>
    </dgm:pt>
    <dgm:pt modelId="{DCA4CE6B-16AE-4B9E-8C62-30C60CAD6A5B}" type="sibTrans" cxnId="{C4614AB7-C9E1-4182-B65D-FC39AF3EE3CD}">
      <dgm:prSet/>
      <dgm:spPr/>
      <dgm:t>
        <a:bodyPr/>
        <a:lstStyle/>
        <a:p>
          <a:pPr>
            <a:spcBef>
              <a:spcPts val="0"/>
            </a:spcBef>
            <a:spcAft>
              <a:spcPts val="0"/>
            </a:spcAft>
          </a:pPr>
          <a:endParaRPr lang="zh-CN" altLang="en-US"/>
        </a:p>
      </dgm:t>
    </dgm:pt>
    <dgm:pt modelId="{36C43ABF-8093-4D8B-B4EE-7F9F1334402C}">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核心网络功能仍然是各种路由选择协议。</a:t>
          </a:r>
        </a:p>
      </dgm:t>
    </dgm:pt>
    <dgm:pt modelId="{25F6A130-6126-48BF-83F7-C930D16E1EAA}" type="parTrans" cxnId="{DC3BF987-96BA-4937-B38C-B8A73941A992}">
      <dgm:prSet/>
      <dgm:spPr/>
      <dgm:t>
        <a:bodyPr/>
        <a:lstStyle/>
        <a:p>
          <a:pPr>
            <a:spcBef>
              <a:spcPts val="0"/>
            </a:spcBef>
            <a:spcAft>
              <a:spcPts val="0"/>
            </a:spcAft>
          </a:pPr>
          <a:endParaRPr lang="zh-CN" altLang="en-US"/>
        </a:p>
      </dgm:t>
    </dgm:pt>
    <dgm:pt modelId="{ABE328B4-1E6E-4BBE-9548-C1FAD39E5704}" type="sibTrans" cxnId="{DC3BF987-96BA-4937-B38C-B8A73941A992}">
      <dgm:prSet/>
      <dgm:spPr/>
      <dgm:t>
        <a:bodyPr/>
        <a:lstStyle/>
        <a:p>
          <a:pPr>
            <a:spcBef>
              <a:spcPts val="0"/>
            </a:spcBef>
            <a:spcAft>
              <a:spcPts val="0"/>
            </a:spcAft>
          </a:pPr>
          <a:endParaRPr lang="zh-CN" altLang="en-US"/>
        </a:p>
      </dgm:t>
    </dgm:pt>
    <dgm:pt modelId="{5C0037CB-C0B2-4554-A41A-BD23162891A1}">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具有自己特定的路由选择协议，并且可以不和互联网相连。</a:t>
          </a:r>
        </a:p>
      </dgm:t>
    </dgm:pt>
    <dgm:pt modelId="{402A0B97-34F3-4C0F-BE44-3CB59751F557}" type="parTrans" cxnId="{29EEA948-629C-4CC0-8D66-7A44007F3F8F}">
      <dgm:prSet/>
      <dgm:spPr/>
      <dgm:t>
        <a:bodyPr/>
        <a:lstStyle/>
        <a:p>
          <a:pPr>
            <a:spcBef>
              <a:spcPts val="0"/>
            </a:spcBef>
            <a:spcAft>
              <a:spcPts val="0"/>
            </a:spcAft>
          </a:pPr>
          <a:endParaRPr lang="zh-CN" altLang="en-US"/>
        </a:p>
      </dgm:t>
    </dgm:pt>
    <dgm:pt modelId="{6D942553-FA44-47D8-8A80-9F52F147C982}" type="sibTrans" cxnId="{29EEA948-629C-4CC0-8D66-7A44007F3F8F}">
      <dgm:prSet/>
      <dgm:spPr/>
      <dgm:t>
        <a:bodyPr/>
        <a:lstStyle/>
        <a:p>
          <a:pPr>
            <a:spcBef>
              <a:spcPts val="0"/>
            </a:spcBef>
            <a:spcAft>
              <a:spcPts val="0"/>
            </a:spcAft>
          </a:pPr>
          <a:endParaRPr lang="zh-CN" altLang="en-US"/>
        </a:p>
      </dgm:t>
    </dgm:pt>
    <dgm:pt modelId="{7F4AB62F-E6E8-401C-A65C-9108D00A7921}">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即使和互联网相连时，移动自组网络也是以末梢网络 </a:t>
          </a:r>
          <a:r>
            <a:rPr lang="en-US" altLang="en-US" sz="1600" b="1" dirty="0">
              <a:latin typeface="微软雅黑" panose="020B0503020204020204" pitchFamily="34" charset="-122"/>
              <a:ea typeface="微软雅黑" panose="020B0503020204020204" pitchFamily="34" charset="-122"/>
            </a:rPr>
            <a:t>(stub network) </a:t>
          </a:r>
          <a:r>
            <a:rPr lang="zh-CN" altLang="en-US" sz="1600" b="1" dirty="0">
              <a:latin typeface="微软雅黑" panose="020B0503020204020204" pitchFamily="34" charset="-122"/>
              <a:ea typeface="微软雅黑" panose="020B0503020204020204" pitchFamily="34" charset="-122"/>
            </a:rPr>
            <a:t>方式工作。</a:t>
          </a:r>
        </a:p>
      </dgm:t>
    </dgm:pt>
    <dgm:pt modelId="{AB7C995F-FB13-4B1E-BAF4-677848CDB566}" type="parTrans" cxnId="{AEAEE0FD-72BE-4188-B948-15A16CEAF2D0}">
      <dgm:prSet/>
      <dgm:spPr/>
      <dgm:t>
        <a:bodyPr/>
        <a:lstStyle/>
        <a:p>
          <a:pPr>
            <a:spcBef>
              <a:spcPts val="0"/>
            </a:spcBef>
            <a:spcAft>
              <a:spcPts val="0"/>
            </a:spcAft>
          </a:pPr>
          <a:endParaRPr lang="zh-CN" altLang="en-US"/>
        </a:p>
      </dgm:t>
    </dgm:pt>
    <dgm:pt modelId="{1D9068A5-5133-40EC-9D89-5986C783D863}" type="sibTrans" cxnId="{AEAEE0FD-72BE-4188-B948-15A16CEAF2D0}">
      <dgm:prSet/>
      <dgm:spPr/>
      <dgm:t>
        <a:bodyPr/>
        <a:lstStyle/>
        <a:p>
          <a:pPr>
            <a:spcBef>
              <a:spcPts val="0"/>
            </a:spcBef>
            <a:spcAft>
              <a:spcPts val="0"/>
            </a:spcAft>
          </a:pPr>
          <a:endParaRPr lang="zh-CN" altLang="en-US"/>
        </a:p>
      </dgm:t>
    </dgm:pt>
    <dgm:pt modelId="{B5F25D68-A1B3-44EE-8DB4-D9520513E1D9}" type="pres">
      <dgm:prSet presAssocID="{87AC13B5-C017-43A5-A3FC-9E24388100A6}" presName="Name0" presStyleCnt="0">
        <dgm:presLayoutVars>
          <dgm:dir/>
          <dgm:animLvl val="lvl"/>
          <dgm:resizeHandles val="exact"/>
        </dgm:presLayoutVars>
      </dgm:prSet>
      <dgm:spPr/>
    </dgm:pt>
    <dgm:pt modelId="{1460D17C-146F-40C6-A4F6-F75C27BE0DB2}" type="pres">
      <dgm:prSet presAssocID="{CD89CDF2-D34B-4E0E-B217-8BF9E13E4DF1}" presName="composite" presStyleCnt="0"/>
      <dgm:spPr/>
    </dgm:pt>
    <dgm:pt modelId="{80F058AD-5D1D-4AA0-BE37-0F9A4669F34C}" type="pres">
      <dgm:prSet presAssocID="{CD89CDF2-D34B-4E0E-B217-8BF9E13E4DF1}" presName="parTx" presStyleLbl="alignNode1" presStyleIdx="0" presStyleCnt="2">
        <dgm:presLayoutVars>
          <dgm:chMax val="0"/>
          <dgm:chPref val="0"/>
          <dgm:bulletEnabled val="1"/>
        </dgm:presLayoutVars>
      </dgm:prSet>
      <dgm:spPr/>
    </dgm:pt>
    <dgm:pt modelId="{029A2D68-A105-4969-A5E9-8387CC29AA4B}" type="pres">
      <dgm:prSet presAssocID="{CD89CDF2-D34B-4E0E-B217-8BF9E13E4DF1}" presName="desTx" presStyleLbl="alignAccFollowNode1" presStyleIdx="0" presStyleCnt="2">
        <dgm:presLayoutVars>
          <dgm:bulletEnabled val="1"/>
        </dgm:presLayoutVars>
      </dgm:prSet>
      <dgm:spPr/>
    </dgm:pt>
    <dgm:pt modelId="{BACCD4EF-5638-4626-BFF9-FF0ED2EB9E13}" type="pres">
      <dgm:prSet presAssocID="{3ACE89B1-E38D-46A2-AB12-1C9FA7EF8D4F}" presName="space" presStyleCnt="0"/>
      <dgm:spPr/>
    </dgm:pt>
    <dgm:pt modelId="{896D952C-1BF5-4651-B5F3-FD4480277D78}" type="pres">
      <dgm:prSet presAssocID="{64BFC9BD-47C9-429C-9319-1A95A4D648B4}" presName="composite" presStyleCnt="0"/>
      <dgm:spPr/>
    </dgm:pt>
    <dgm:pt modelId="{8AD6637D-68E4-4546-B053-8729057570A5}" type="pres">
      <dgm:prSet presAssocID="{64BFC9BD-47C9-429C-9319-1A95A4D648B4}" presName="parTx" presStyleLbl="alignNode1" presStyleIdx="1" presStyleCnt="2">
        <dgm:presLayoutVars>
          <dgm:chMax val="0"/>
          <dgm:chPref val="0"/>
          <dgm:bulletEnabled val="1"/>
        </dgm:presLayoutVars>
      </dgm:prSet>
      <dgm:spPr/>
    </dgm:pt>
    <dgm:pt modelId="{43F97FFB-59E7-4DDE-8C5D-7BAF62EB5EA3}" type="pres">
      <dgm:prSet presAssocID="{64BFC9BD-47C9-429C-9319-1A95A4D648B4}" presName="desTx" presStyleLbl="alignAccFollowNode1" presStyleIdx="1" presStyleCnt="2">
        <dgm:presLayoutVars>
          <dgm:bulletEnabled val="1"/>
        </dgm:presLayoutVars>
      </dgm:prSet>
      <dgm:spPr/>
    </dgm:pt>
  </dgm:ptLst>
  <dgm:cxnLst>
    <dgm:cxn modelId="{F37E952F-FE17-4FD9-A441-46178DFE840B}" srcId="{64BFC9BD-47C9-429C-9319-1A95A4D648B4}" destId="{B10E6D86-9A0A-4BA3-A144-CE80F82EA404}" srcOrd="0" destOrd="0" parTransId="{B4C83756-7CBE-49A4-83D9-98C9797F0F1F}" sibTransId="{61415CCA-A283-4BCD-AE6A-894BBC950D7F}"/>
    <dgm:cxn modelId="{60B2A25F-BEE1-40B6-B74F-BC653E2FDC71}" type="presOf" srcId="{5F8EB3A2-7713-485D-B3D6-8372B817B21E}" destId="{029A2D68-A105-4969-A5E9-8387CC29AA4B}" srcOrd="0" destOrd="1" presId="urn:microsoft.com/office/officeart/2005/8/layout/hList1"/>
    <dgm:cxn modelId="{FC25E160-E350-4B33-A525-0E0C09C17A68}" type="presOf" srcId="{64BFC9BD-47C9-429C-9319-1A95A4D648B4}" destId="{8AD6637D-68E4-4546-B053-8729057570A5}" srcOrd="0" destOrd="0" presId="urn:microsoft.com/office/officeart/2005/8/layout/hList1"/>
    <dgm:cxn modelId="{65505C41-0AF7-4E19-B249-E866D22349A1}" type="presOf" srcId="{5C0037CB-C0B2-4554-A41A-BD23162891A1}" destId="{43F97FFB-59E7-4DDE-8C5D-7BAF62EB5EA3}" srcOrd="0" destOrd="1" presId="urn:microsoft.com/office/officeart/2005/8/layout/hList1"/>
    <dgm:cxn modelId="{26D58668-C2C4-4749-80B7-3587C55695F4}" type="presOf" srcId="{A1A2DED1-7A96-449B-948C-9AFFC52870FB}" destId="{029A2D68-A105-4969-A5E9-8387CC29AA4B}" srcOrd="0" destOrd="0" presId="urn:microsoft.com/office/officeart/2005/8/layout/hList1"/>
    <dgm:cxn modelId="{29EEA948-629C-4CC0-8D66-7A44007F3F8F}" srcId="{64BFC9BD-47C9-429C-9319-1A95A4D648B4}" destId="{5C0037CB-C0B2-4554-A41A-BD23162891A1}" srcOrd="1" destOrd="0" parTransId="{402A0B97-34F3-4C0F-BE44-3CB59751F557}" sibTransId="{6D942553-FA44-47D8-8A80-9F52F147C982}"/>
    <dgm:cxn modelId="{1C4A554D-A23F-44C0-A015-4B6FD97EE942}" srcId="{64BFC9BD-47C9-429C-9319-1A95A4D648B4}" destId="{9C59DC06-678D-4673-A543-AFE2B46C2819}" srcOrd="3" destOrd="0" parTransId="{34454BE2-E2DB-4D77-A1CE-FA0835A86B80}" sibTransId="{9B84E97B-383D-4F59-A29F-DFA1D111AD75}"/>
    <dgm:cxn modelId="{2C0A324F-DF5A-4A07-A60A-72C90FCEB4B8}" type="presOf" srcId="{9C59DC06-678D-4673-A543-AFE2B46C2819}" destId="{43F97FFB-59E7-4DDE-8C5D-7BAF62EB5EA3}" srcOrd="0" destOrd="3" presId="urn:microsoft.com/office/officeart/2005/8/layout/hList1"/>
    <dgm:cxn modelId="{CCC9EB6F-6FEC-4D99-86D4-E468A228D5D4}" type="presOf" srcId="{CD89CDF2-D34B-4E0E-B217-8BF9E13E4DF1}" destId="{80F058AD-5D1D-4AA0-BE37-0F9A4669F34C}" srcOrd="0" destOrd="0" presId="urn:microsoft.com/office/officeart/2005/8/layout/hList1"/>
    <dgm:cxn modelId="{87013B80-343F-44E9-A581-A6E0143C2796}" type="presOf" srcId="{87AC13B5-C017-43A5-A3FC-9E24388100A6}" destId="{B5F25D68-A1B3-44EE-8DB4-D9520513E1D9}" srcOrd="0" destOrd="0" presId="urn:microsoft.com/office/officeart/2005/8/layout/hList1"/>
    <dgm:cxn modelId="{AB306B81-FB8F-45EC-A77B-BC8ED986A75C}" srcId="{CD89CDF2-D34B-4E0E-B217-8BF9E13E4DF1}" destId="{A1A2DED1-7A96-449B-948C-9AFFC52870FB}" srcOrd="0" destOrd="0" parTransId="{42EDD29C-C998-46AA-9647-EA61F597E67E}" sibTransId="{1B74F761-EE9E-4C6D-991D-7D504BE042BB}"/>
    <dgm:cxn modelId="{DC3BF987-96BA-4937-B38C-B8A73941A992}" srcId="{CD89CDF2-D34B-4E0E-B217-8BF9E13E4DF1}" destId="{36C43ABF-8093-4D8B-B4EE-7F9F1334402C}" srcOrd="3" destOrd="0" parTransId="{25F6A130-6126-48BF-83F7-C930D16E1EAA}" sibTransId="{ABE328B4-1E6E-4BBE-9548-C1FAD39E5704}"/>
    <dgm:cxn modelId="{41259695-477E-43EC-9F8A-54E073AA91FB}" type="presOf" srcId="{6E6D6E1A-3588-42D1-9E3E-C780F05F295F}" destId="{029A2D68-A105-4969-A5E9-8387CC29AA4B}" srcOrd="0" destOrd="2" presId="urn:microsoft.com/office/officeart/2005/8/layout/hList1"/>
    <dgm:cxn modelId="{59B0CE95-C5CD-41C9-B333-41F1D0D3ED3B}" srcId="{87AC13B5-C017-43A5-A3FC-9E24388100A6}" destId="{64BFC9BD-47C9-429C-9319-1A95A4D648B4}" srcOrd="1" destOrd="0" parTransId="{F748ABAD-7E49-4D6C-885A-AC3BE05A1F2E}" sibTransId="{4FC8A155-6519-49B2-AF6C-288ED56B19ED}"/>
    <dgm:cxn modelId="{E94733B6-D6F7-4CB4-B5EB-CE726AC2E408}" srcId="{87AC13B5-C017-43A5-A3FC-9E24388100A6}" destId="{CD89CDF2-D34B-4E0E-B217-8BF9E13E4DF1}" srcOrd="0" destOrd="0" parTransId="{7779C20A-CF07-46B0-B936-A6C64196D555}" sibTransId="{3ACE89B1-E38D-46A2-AB12-1C9FA7EF8D4F}"/>
    <dgm:cxn modelId="{C4614AB7-C9E1-4182-B65D-FC39AF3EE3CD}" srcId="{CD89CDF2-D34B-4E0E-B217-8BF9E13E4DF1}" destId="{6E6D6E1A-3588-42D1-9E3E-C780F05F295F}" srcOrd="2" destOrd="0" parTransId="{3A2ED0FA-1EF3-45F6-865A-ABC242F67A38}" sibTransId="{DCA4CE6B-16AE-4B9E-8C62-30C60CAD6A5B}"/>
    <dgm:cxn modelId="{EA526FD2-5E73-4CF7-BC74-38162A9B4F85}" type="presOf" srcId="{B10E6D86-9A0A-4BA3-A144-CE80F82EA404}" destId="{43F97FFB-59E7-4DDE-8C5D-7BAF62EB5EA3}" srcOrd="0" destOrd="0" presId="urn:microsoft.com/office/officeart/2005/8/layout/hList1"/>
    <dgm:cxn modelId="{F36DECD8-0377-4F2F-A48A-C8BA8688B250}" srcId="{CD89CDF2-D34B-4E0E-B217-8BF9E13E4DF1}" destId="{5F8EB3A2-7713-485D-B3D6-8372B817B21E}" srcOrd="1" destOrd="0" parTransId="{D26F16F3-24B6-4492-B0D5-019ED015B7F8}" sibTransId="{B0385B2A-5833-4B55-895D-33BC84F41DCE}"/>
    <dgm:cxn modelId="{10D067D9-9067-4BA7-8465-53ECEED177FF}" type="presOf" srcId="{7F4AB62F-E6E8-401C-A65C-9108D00A7921}" destId="{43F97FFB-59E7-4DDE-8C5D-7BAF62EB5EA3}" srcOrd="0" destOrd="2" presId="urn:microsoft.com/office/officeart/2005/8/layout/hList1"/>
    <dgm:cxn modelId="{E4E847E9-3331-494E-BFF3-24CD4E42339A}" type="presOf" srcId="{36C43ABF-8093-4D8B-B4EE-7F9F1334402C}" destId="{029A2D68-A105-4969-A5E9-8387CC29AA4B}" srcOrd="0" destOrd="3" presId="urn:microsoft.com/office/officeart/2005/8/layout/hList1"/>
    <dgm:cxn modelId="{AEAEE0FD-72BE-4188-B948-15A16CEAF2D0}" srcId="{64BFC9BD-47C9-429C-9319-1A95A4D648B4}" destId="{7F4AB62F-E6E8-401C-A65C-9108D00A7921}" srcOrd="2" destOrd="0" parTransId="{AB7C995F-FB13-4B1E-BAF4-677848CDB566}" sibTransId="{1D9068A5-5133-40EC-9D89-5986C783D863}"/>
    <dgm:cxn modelId="{7A56DD5A-49C0-4EDA-A4D1-17C144CCF11A}" type="presParOf" srcId="{B5F25D68-A1B3-44EE-8DB4-D9520513E1D9}" destId="{1460D17C-146F-40C6-A4F6-F75C27BE0DB2}" srcOrd="0" destOrd="0" presId="urn:microsoft.com/office/officeart/2005/8/layout/hList1"/>
    <dgm:cxn modelId="{218B9426-F167-4560-BC1D-BB28A484AB30}" type="presParOf" srcId="{1460D17C-146F-40C6-A4F6-F75C27BE0DB2}" destId="{80F058AD-5D1D-4AA0-BE37-0F9A4669F34C}" srcOrd="0" destOrd="0" presId="urn:microsoft.com/office/officeart/2005/8/layout/hList1"/>
    <dgm:cxn modelId="{380BCE64-34F5-478E-BF85-7CD88F2409D2}" type="presParOf" srcId="{1460D17C-146F-40C6-A4F6-F75C27BE0DB2}" destId="{029A2D68-A105-4969-A5E9-8387CC29AA4B}" srcOrd="1" destOrd="0" presId="urn:microsoft.com/office/officeart/2005/8/layout/hList1"/>
    <dgm:cxn modelId="{92A99D1A-EE94-425D-B75C-C1F7F8A376C9}" type="presParOf" srcId="{B5F25D68-A1B3-44EE-8DB4-D9520513E1D9}" destId="{BACCD4EF-5638-4626-BFF9-FF0ED2EB9E13}" srcOrd="1" destOrd="0" presId="urn:microsoft.com/office/officeart/2005/8/layout/hList1"/>
    <dgm:cxn modelId="{A6778788-9808-4463-A295-F191298745BE}" type="presParOf" srcId="{B5F25D68-A1B3-44EE-8DB4-D9520513E1D9}" destId="{896D952C-1BF5-4651-B5F3-FD4480277D78}" srcOrd="2" destOrd="0" presId="urn:microsoft.com/office/officeart/2005/8/layout/hList1"/>
    <dgm:cxn modelId="{C089C366-D518-4FAC-A487-1A97ABC125C2}" type="presParOf" srcId="{896D952C-1BF5-4651-B5F3-FD4480277D78}" destId="{8AD6637D-68E4-4546-B053-8729057570A5}" srcOrd="0" destOrd="0" presId="urn:microsoft.com/office/officeart/2005/8/layout/hList1"/>
    <dgm:cxn modelId="{0CC0ACDA-68E8-4E2F-B9FC-9D6C5BDBD5B6}" type="presParOf" srcId="{896D952C-1BF5-4651-B5F3-FD4480277D78}" destId="{43F97FFB-59E7-4DDE-8C5D-7BAF62EB5EA3}"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F058AD-5D1D-4AA0-BE37-0F9A4669F34C}">
      <dsp:nvSpPr>
        <dsp:cNvPr id="0" name=""/>
        <dsp:cNvSpPr/>
      </dsp:nvSpPr>
      <dsp:spPr>
        <a:xfrm>
          <a:off x="34" y="4083"/>
          <a:ext cx="3304342" cy="518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ts val="0"/>
            </a:spcBef>
            <a:spcAft>
              <a:spcPts val="0"/>
            </a:spcAft>
            <a:buNone/>
          </a:pPr>
          <a:r>
            <a:rPr lang="zh-CN" altLang="en-US" sz="1600" b="1" kern="1200" dirty="0">
              <a:latin typeface="微软雅黑" panose="020B0503020204020204" pitchFamily="34" charset="-122"/>
              <a:ea typeface="微软雅黑" panose="020B0503020204020204" pitchFamily="34" charset="-122"/>
            </a:rPr>
            <a:t>移动 </a:t>
          </a:r>
          <a:r>
            <a:rPr lang="en-US" altLang="en-US" sz="1600" b="1" kern="1200" dirty="0">
              <a:latin typeface="微软雅黑" panose="020B0503020204020204" pitchFamily="34" charset="-122"/>
              <a:ea typeface="微软雅黑" panose="020B0503020204020204" pitchFamily="34" charset="-122"/>
            </a:rPr>
            <a:t>IP</a:t>
          </a:r>
          <a:endParaRPr lang="zh-CN" altLang="en-US" sz="1600" b="1" kern="1200" dirty="0">
            <a:latin typeface="微软雅黑" panose="020B0503020204020204" pitchFamily="34" charset="-122"/>
            <a:ea typeface="微软雅黑" panose="020B0503020204020204" pitchFamily="34" charset="-122"/>
          </a:endParaRPr>
        </a:p>
      </dsp:txBody>
      <dsp:txXfrm>
        <a:off x="34" y="4083"/>
        <a:ext cx="3304342" cy="518400"/>
      </dsp:txXfrm>
    </dsp:sp>
    <dsp:sp modelId="{029A2D68-A105-4969-A5E9-8387CC29AA4B}">
      <dsp:nvSpPr>
        <dsp:cNvPr id="0" name=""/>
        <dsp:cNvSpPr/>
      </dsp:nvSpPr>
      <dsp:spPr>
        <a:xfrm>
          <a:off x="34" y="522483"/>
          <a:ext cx="3304342" cy="3063420"/>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漫游的主机可以用多种方式连接到互联网。</a:t>
          </a:r>
        </a:p>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漫游的主机可以直接或通过无线链路连接到固定网络上的另一个子网。</a:t>
          </a:r>
        </a:p>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需要地址管理和增加协议的互操作性。</a:t>
          </a:r>
        </a:p>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核心网络功能仍然是各种路由选择协议。</a:t>
          </a:r>
        </a:p>
      </dsp:txBody>
      <dsp:txXfrm>
        <a:off x="34" y="522483"/>
        <a:ext cx="3304342" cy="3063420"/>
      </dsp:txXfrm>
    </dsp:sp>
    <dsp:sp modelId="{8AD6637D-68E4-4546-B053-8729057570A5}">
      <dsp:nvSpPr>
        <dsp:cNvPr id="0" name=""/>
        <dsp:cNvSpPr/>
      </dsp:nvSpPr>
      <dsp:spPr>
        <a:xfrm>
          <a:off x="3766985" y="4083"/>
          <a:ext cx="3304342" cy="518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ts val="0"/>
            </a:spcBef>
            <a:spcAft>
              <a:spcPts val="0"/>
            </a:spcAft>
            <a:buNone/>
          </a:pPr>
          <a:r>
            <a:rPr lang="zh-CN" altLang="en-US" sz="1600" b="1" kern="1200" dirty="0">
              <a:latin typeface="微软雅黑" panose="020B0503020204020204" pitchFamily="34" charset="-122"/>
              <a:ea typeface="微软雅黑" panose="020B0503020204020204" pitchFamily="34" charset="-122"/>
            </a:rPr>
            <a:t>移动自组网络</a:t>
          </a:r>
        </a:p>
      </dsp:txBody>
      <dsp:txXfrm>
        <a:off x="3766985" y="4083"/>
        <a:ext cx="3304342" cy="518400"/>
      </dsp:txXfrm>
    </dsp:sp>
    <dsp:sp modelId="{43F97FFB-59E7-4DDE-8C5D-7BAF62EB5EA3}">
      <dsp:nvSpPr>
        <dsp:cNvPr id="0" name=""/>
        <dsp:cNvSpPr/>
      </dsp:nvSpPr>
      <dsp:spPr>
        <a:xfrm>
          <a:off x="3766985" y="522483"/>
          <a:ext cx="3304342" cy="3063420"/>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把移动性扩展到无线领域中的自治系统。</a:t>
          </a:r>
        </a:p>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具有自己特定的路由选择协议，并且可以不和互联网相连。</a:t>
          </a:r>
        </a:p>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即使和互联网相连时，移动自组网络也是以末梢网络 </a:t>
          </a:r>
          <a:r>
            <a:rPr lang="en-US" altLang="en-US" sz="1600" b="1" kern="1200" dirty="0">
              <a:latin typeface="微软雅黑" panose="020B0503020204020204" pitchFamily="34" charset="-122"/>
              <a:ea typeface="微软雅黑" panose="020B0503020204020204" pitchFamily="34" charset="-122"/>
            </a:rPr>
            <a:t>(stub network) </a:t>
          </a:r>
          <a:r>
            <a:rPr lang="zh-CN" altLang="en-US" sz="1600" b="1" kern="1200" dirty="0">
              <a:latin typeface="微软雅黑" panose="020B0503020204020204" pitchFamily="34" charset="-122"/>
              <a:ea typeface="微软雅黑" panose="020B0503020204020204" pitchFamily="34" charset="-122"/>
            </a:rPr>
            <a:t>方式工作。</a:t>
          </a:r>
        </a:p>
        <a:p>
          <a:pPr marL="171450" lvl="1" indent="-171450" algn="l" defTabSz="711200">
            <a:lnSpc>
              <a:spcPct val="90000"/>
            </a:lnSpc>
            <a:spcBef>
              <a:spcPts val="0"/>
            </a:spcBef>
            <a:spcAft>
              <a:spcPts val="0"/>
            </a:spcAft>
            <a:buChar char="•"/>
          </a:pPr>
          <a:r>
            <a:rPr lang="zh-CN" altLang="en-US" sz="1600" b="1" kern="1200" dirty="0">
              <a:solidFill>
                <a:srgbClr val="0000FF"/>
              </a:solidFill>
              <a:latin typeface="微软雅黑" panose="020B0503020204020204" pitchFamily="34" charset="-122"/>
              <a:ea typeface="微软雅黑" panose="020B0503020204020204" pitchFamily="34" charset="-122"/>
            </a:rPr>
            <a:t>末梢网络：</a:t>
          </a:r>
          <a:r>
            <a:rPr lang="zh-CN" altLang="en-US" sz="1600" b="1" kern="1200" dirty="0">
              <a:latin typeface="微软雅黑" panose="020B0503020204020204" pitchFamily="34" charset="-122"/>
              <a:ea typeface="微软雅黑" panose="020B0503020204020204" pitchFamily="34" charset="-122"/>
            </a:rPr>
            <a:t>不允许外部通信量穿越该网络。</a:t>
          </a:r>
        </a:p>
      </dsp:txBody>
      <dsp:txXfrm>
        <a:off x="3766985" y="522483"/>
        <a:ext cx="3304342" cy="3063420"/>
      </dsp:txXfrm>
    </dsp:sp>
  </dsp:spTree>
</dsp:drawing>
</file>

<file path=ppt/diagrams/layout1.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3F7A0F7-AD19-4993-8574-730EC50C92A6}" type="datetimeFigureOut">
              <a:rPr lang="zh-CN" altLang="en-US" smtClean="0"/>
              <a:pPr/>
              <a:t>2026/5/22</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B14BD24-89E3-4C51-B736-BCCE6C13A884}" type="slidenum">
              <a:rPr lang="zh-CN" altLang="en-US" smtClean="0"/>
              <a:pPr/>
              <a:t>‹#›</a:t>
            </a:fld>
            <a:endParaRPr lang="zh-CN" altLang="en-US"/>
          </a:p>
        </p:txBody>
      </p:sp>
    </p:spTree>
    <p:extLst>
      <p:ext uri="{BB962C8B-B14F-4D97-AF65-F5344CB8AC3E}">
        <p14:creationId xmlns:p14="http://schemas.microsoft.com/office/powerpoint/2010/main" val="217337309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4</a:t>
            </a:fld>
            <a:endParaRPr lang="zh-CN" altLang="en-US"/>
          </a:p>
        </p:txBody>
      </p:sp>
    </p:spTree>
    <p:extLst>
      <p:ext uri="{BB962C8B-B14F-4D97-AF65-F5344CB8AC3E}">
        <p14:creationId xmlns:p14="http://schemas.microsoft.com/office/powerpoint/2010/main" val="155324766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5</a:t>
            </a:fld>
            <a:endParaRPr lang="zh-CN" altLang="en-US"/>
          </a:p>
        </p:txBody>
      </p:sp>
    </p:spTree>
    <p:extLst>
      <p:ext uri="{BB962C8B-B14F-4D97-AF65-F5344CB8AC3E}">
        <p14:creationId xmlns:p14="http://schemas.microsoft.com/office/powerpoint/2010/main" val="184554212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6</a:t>
            </a:fld>
            <a:endParaRPr lang="zh-CN" altLang="en-US"/>
          </a:p>
        </p:txBody>
      </p:sp>
    </p:spTree>
    <p:extLst>
      <p:ext uri="{BB962C8B-B14F-4D97-AF65-F5344CB8AC3E}">
        <p14:creationId xmlns:p14="http://schemas.microsoft.com/office/powerpoint/2010/main" val="181877523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7</a:t>
            </a:fld>
            <a:endParaRPr lang="zh-CN" altLang="en-US"/>
          </a:p>
        </p:txBody>
      </p:sp>
    </p:spTree>
    <p:extLst>
      <p:ext uri="{BB962C8B-B14F-4D97-AF65-F5344CB8AC3E}">
        <p14:creationId xmlns:p14="http://schemas.microsoft.com/office/powerpoint/2010/main" val="108737895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8</a:t>
            </a:fld>
            <a:endParaRPr lang="zh-CN" altLang="en-US"/>
          </a:p>
        </p:txBody>
      </p:sp>
    </p:spTree>
    <p:extLst>
      <p:ext uri="{BB962C8B-B14F-4D97-AF65-F5344CB8AC3E}">
        <p14:creationId xmlns:p14="http://schemas.microsoft.com/office/powerpoint/2010/main" val="76453860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9</a:t>
            </a:fld>
            <a:endParaRPr lang="zh-CN" altLang="en-US"/>
          </a:p>
        </p:txBody>
      </p:sp>
    </p:spTree>
    <p:extLst>
      <p:ext uri="{BB962C8B-B14F-4D97-AF65-F5344CB8AC3E}">
        <p14:creationId xmlns:p14="http://schemas.microsoft.com/office/powerpoint/2010/main" val="277924909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10</a:t>
            </a:fld>
            <a:endParaRPr lang="zh-CN" altLang="en-US"/>
          </a:p>
        </p:txBody>
      </p:sp>
    </p:spTree>
    <p:extLst>
      <p:ext uri="{BB962C8B-B14F-4D97-AF65-F5344CB8AC3E}">
        <p14:creationId xmlns:p14="http://schemas.microsoft.com/office/powerpoint/2010/main" val="35811018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a:t>
            </a:fld>
            <a:endParaRPr lang="zh-CN" altLang="en-US"/>
          </a:p>
        </p:txBody>
      </p:sp>
    </p:spTree>
    <p:extLst>
      <p:ext uri="{BB962C8B-B14F-4D97-AF65-F5344CB8AC3E}">
        <p14:creationId xmlns:p14="http://schemas.microsoft.com/office/powerpoint/2010/main" val="238033341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12</a:t>
            </a:fld>
            <a:endParaRPr lang="zh-CN" altLang="en-US"/>
          </a:p>
        </p:txBody>
      </p:sp>
    </p:spTree>
    <p:extLst>
      <p:ext uri="{BB962C8B-B14F-4D97-AF65-F5344CB8AC3E}">
        <p14:creationId xmlns:p14="http://schemas.microsoft.com/office/powerpoint/2010/main" val="355097002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13</a:t>
            </a:fld>
            <a:endParaRPr lang="zh-CN" altLang="en-US"/>
          </a:p>
        </p:txBody>
      </p:sp>
    </p:spTree>
    <p:extLst>
      <p:ext uri="{BB962C8B-B14F-4D97-AF65-F5344CB8AC3E}">
        <p14:creationId xmlns:p14="http://schemas.microsoft.com/office/powerpoint/2010/main" val="288698676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14</a:t>
            </a:fld>
            <a:endParaRPr lang="zh-CN" altLang="en-US"/>
          </a:p>
        </p:txBody>
      </p:sp>
    </p:spTree>
    <p:extLst>
      <p:ext uri="{BB962C8B-B14F-4D97-AF65-F5344CB8AC3E}">
        <p14:creationId xmlns:p14="http://schemas.microsoft.com/office/powerpoint/2010/main" val="184979040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15</a:t>
            </a:fld>
            <a:endParaRPr lang="zh-CN" altLang="en-US"/>
          </a:p>
        </p:txBody>
      </p:sp>
    </p:spTree>
    <p:extLst>
      <p:ext uri="{BB962C8B-B14F-4D97-AF65-F5344CB8AC3E}">
        <p14:creationId xmlns:p14="http://schemas.microsoft.com/office/powerpoint/2010/main" val="114780629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16</a:t>
            </a:fld>
            <a:endParaRPr lang="zh-CN" altLang="en-US"/>
          </a:p>
        </p:txBody>
      </p:sp>
    </p:spTree>
    <p:extLst>
      <p:ext uri="{BB962C8B-B14F-4D97-AF65-F5344CB8AC3E}">
        <p14:creationId xmlns:p14="http://schemas.microsoft.com/office/powerpoint/2010/main" val="409924811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17</a:t>
            </a:fld>
            <a:endParaRPr lang="zh-CN" altLang="en-US"/>
          </a:p>
        </p:txBody>
      </p:sp>
    </p:spTree>
    <p:extLst>
      <p:ext uri="{BB962C8B-B14F-4D97-AF65-F5344CB8AC3E}">
        <p14:creationId xmlns:p14="http://schemas.microsoft.com/office/powerpoint/2010/main" val="350201267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18</a:t>
            </a:fld>
            <a:endParaRPr lang="zh-CN" altLang="en-US"/>
          </a:p>
        </p:txBody>
      </p:sp>
    </p:spTree>
    <p:extLst>
      <p:ext uri="{BB962C8B-B14F-4D97-AF65-F5344CB8AC3E}">
        <p14:creationId xmlns:p14="http://schemas.microsoft.com/office/powerpoint/2010/main" val="302104246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a:t>
            </a:fld>
            <a:endParaRPr lang="zh-CN" altLang="en-US"/>
          </a:p>
        </p:txBody>
      </p:sp>
    </p:spTree>
    <p:extLst>
      <p:ext uri="{BB962C8B-B14F-4D97-AF65-F5344CB8AC3E}">
        <p14:creationId xmlns:p14="http://schemas.microsoft.com/office/powerpoint/2010/main" val="275674660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a:t>
            </a:fld>
            <a:endParaRPr lang="zh-CN" altLang="en-US"/>
          </a:p>
        </p:txBody>
      </p:sp>
    </p:spTree>
    <p:extLst>
      <p:ext uri="{BB962C8B-B14F-4D97-AF65-F5344CB8AC3E}">
        <p14:creationId xmlns:p14="http://schemas.microsoft.com/office/powerpoint/2010/main" val="311479543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21</a:t>
            </a:fld>
            <a:endParaRPr lang="zh-CN" altLang="en-US"/>
          </a:p>
        </p:txBody>
      </p:sp>
    </p:spTree>
    <p:extLst>
      <p:ext uri="{BB962C8B-B14F-4D97-AF65-F5344CB8AC3E}">
        <p14:creationId xmlns:p14="http://schemas.microsoft.com/office/powerpoint/2010/main" val="114389952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22</a:t>
            </a:fld>
            <a:endParaRPr lang="zh-CN" altLang="en-US"/>
          </a:p>
        </p:txBody>
      </p:sp>
    </p:spTree>
    <p:extLst>
      <p:ext uri="{BB962C8B-B14F-4D97-AF65-F5344CB8AC3E}">
        <p14:creationId xmlns:p14="http://schemas.microsoft.com/office/powerpoint/2010/main" val="267191798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23</a:t>
            </a:fld>
            <a:endParaRPr lang="zh-CN" altLang="en-US"/>
          </a:p>
        </p:txBody>
      </p:sp>
    </p:spTree>
    <p:extLst>
      <p:ext uri="{BB962C8B-B14F-4D97-AF65-F5344CB8AC3E}">
        <p14:creationId xmlns:p14="http://schemas.microsoft.com/office/powerpoint/2010/main" val="104250013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24</a:t>
            </a:fld>
            <a:endParaRPr lang="zh-CN" altLang="en-US"/>
          </a:p>
        </p:txBody>
      </p:sp>
    </p:spTree>
    <p:extLst>
      <p:ext uri="{BB962C8B-B14F-4D97-AF65-F5344CB8AC3E}">
        <p14:creationId xmlns:p14="http://schemas.microsoft.com/office/powerpoint/2010/main" val="426008633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329744-8AA2-F6A7-B307-0E59298A5AD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6DD512B-CB78-C0D1-BFE5-F70B4043804D}"/>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4115F99-9A49-750C-8D4F-4B3BC46CF5A8}"/>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F44C55FB-0FB6-1046-8DF9-47B586360BCC}"/>
              </a:ext>
            </a:extLst>
          </p:cNvPr>
          <p:cNvSpPr>
            <a:spLocks noGrp="1"/>
          </p:cNvSpPr>
          <p:nvPr>
            <p:ph type="sldNum" sz="quarter" idx="5"/>
          </p:nvPr>
        </p:nvSpPr>
        <p:spPr/>
        <p:txBody>
          <a:bodyPr/>
          <a:lstStyle/>
          <a:p>
            <a:pPr>
              <a:defRPr/>
            </a:pPr>
            <a:fld id="{CD1CD96A-A6EF-4B0B-9885-C22D65D2CD20}" type="slidenum">
              <a:rPr lang="zh-CN" altLang="en-US" smtClean="0"/>
              <a:pPr>
                <a:defRPr/>
              </a:pPr>
              <a:t>25</a:t>
            </a:fld>
            <a:endParaRPr lang="zh-CN" altLang="en-US"/>
          </a:p>
        </p:txBody>
      </p:sp>
    </p:spTree>
    <p:extLst>
      <p:ext uri="{BB962C8B-B14F-4D97-AF65-F5344CB8AC3E}">
        <p14:creationId xmlns:p14="http://schemas.microsoft.com/office/powerpoint/2010/main" val="45364188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a:t>
            </a:fld>
            <a:endParaRPr lang="zh-CN" altLang="en-US"/>
          </a:p>
        </p:txBody>
      </p:sp>
    </p:spTree>
    <p:extLst>
      <p:ext uri="{BB962C8B-B14F-4D97-AF65-F5344CB8AC3E}">
        <p14:creationId xmlns:p14="http://schemas.microsoft.com/office/powerpoint/2010/main" val="289681292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27</a:t>
            </a:fld>
            <a:endParaRPr lang="zh-CN" altLang="en-US"/>
          </a:p>
        </p:txBody>
      </p:sp>
    </p:spTree>
    <p:extLst>
      <p:ext uri="{BB962C8B-B14F-4D97-AF65-F5344CB8AC3E}">
        <p14:creationId xmlns:p14="http://schemas.microsoft.com/office/powerpoint/2010/main" val="44591447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29</a:t>
            </a:fld>
            <a:endParaRPr lang="zh-CN" altLang="en-US"/>
          </a:p>
        </p:txBody>
      </p:sp>
    </p:spTree>
    <p:extLst>
      <p:ext uri="{BB962C8B-B14F-4D97-AF65-F5344CB8AC3E}">
        <p14:creationId xmlns:p14="http://schemas.microsoft.com/office/powerpoint/2010/main" val="72104056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30</a:t>
            </a:fld>
            <a:endParaRPr lang="zh-CN" altLang="en-US"/>
          </a:p>
        </p:txBody>
      </p:sp>
    </p:spTree>
    <p:extLst>
      <p:ext uri="{BB962C8B-B14F-4D97-AF65-F5344CB8AC3E}">
        <p14:creationId xmlns:p14="http://schemas.microsoft.com/office/powerpoint/2010/main" val="22179314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31</a:t>
            </a:fld>
            <a:endParaRPr lang="zh-CN" altLang="en-US"/>
          </a:p>
        </p:txBody>
      </p:sp>
    </p:spTree>
    <p:extLst>
      <p:ext uri="{BB962C8B-B14F-4D97-AF65-F5344CB8AC3E}">
        <p14:creationId xmlns:p14="http://schemas.microsoft.com/office/powerpoint/2010/main" val="48254331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32</a:t>
            </a:fld>
            <a:endParaRPr lang="zh-CN" altLang="en-US"/>
          </a:p>
        </p:txBody>
      </p:sp>
    </p:spTree>
    <p:extLst>
      <p:ext uri="{BB962C8B-B14F-4D97-AF65-F5344CB8AC3E}">
        <p14:creationId xmlns:p14="http://schemas.microsoft.com/office/powerpoint/2010/main" val="260196567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33</a:t>
            </a:fld>
            <a:endParaRPr lang="zh-CN" altLang="en-US"/>
          </a:p>
        </p:txBody>
      </p:sp>
    </p:spTree>
    <p:extLst>
      <p:ext uri="{BB962C8B-B14F-4D97-AF65-F5344CB8AC3E}">
        <p14:creationId xmlns:p14="http://schemas.microsoft.com/office/powerpoint/2010/main" val="191714767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A00074-527B-C11E-1253-3D67FBBC669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F51145F7-6E1A-B4EA-24D5-56BA35FFA45C}"/>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BED56AD4-45EF-DFF4-D039-8CDF5D310685}"/>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4DB59F93-1005-398A-C1E4-7602765B1B47}"/>
              </a:ext>
            </a:extLst>
          </p:cNvPr>
          <p:cNvSpPr>
            <a:spLocks noGrp="1"/>
          </p:cNvSpPr>
          <p:nvPr>
            <p:ph type="sldNum" sz="quarter" idx="5"/>
          </p:nvPr>
        </p:nvSpPr>
        <p:spPr/>
        <p:txBody>
          <a:bodyPr/>
          <a:lstStyle/>
          <a:p>
            <a:pPr>
              <a:defRPr/>
            </a:pPr>
            <a:fld id="{CD1CD96A-A6EF-4B0B-9885-C22D65D2CD20}" type="slidenum">
              <a:rPr lang="zh-CN" altLang="en-US" smtClean="0"/>
              <a:pPr>
                <a:defRPr/>
              </a:pPr>
              <a:t>34</a:t>
            </a:fld>
            <a:endParaRPr lang="zh-CN" altLang="en-US"/>
          </a:p>
        </p:txBody>
      </p:sp>
    </p:spTree>
    <p:extLst>
      <p:ext uri="{BB962C8B-B14F-4D97-AF65-F5344CB8AC3E}">
        <p14:creationId xmlns:p14="http://schemas.microsoft.com/office/powerpoint/2010/main" val="192802236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35</a:t>
            </a:fld>
            <a:endParaRPr lang="zh-CN" altLang="en-US"/>
          </a:p>
        </p:txBody>
      </p:sp>
    </p:spTree>
    <p:extLst>
      <p:ext uri="{BB962C8B-B14F-4D97-AF65-F5344CB8AC3E}">
        <p14:creationId xmlns:p14="http://schemas.microsoft.com/office/powerpoint/2010/main" val="194774822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36</a:t>
            </a:fld>
            <a:endParaRPr lang="zh-CN" altLang="en-US"/>
          </a:p>
        </p:txBody>
      </p:sp>
    </p:spTree>
    <p:extLst>
      <p:ext uri="{BB962C8B-B14F-4D97-AF65-F5344CB8AC3E}">
        <p14:creationId xmlns:p14="http://schemas.microsoft.com/office/powerpoint/2010/main" val="42896523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37</a:t>
            </a:fld>
            <a:endParaRPr lang="zh-CN" altLang="en-US"/>
          </a:p>
        </p:txBody>
      </p:sp>
    </p:spTree>
    <p:extLst>
      <p:ext uri="{BB962C8B-B14F-4D97-AF65-F5344CB8AC3E}">
        <p14:creationId xmlns:p14="http://schemas.microsoft.com/office/powerpoint/2010/main" val="320200272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38</a:t>
            </a:fld>
            <a:endParaRPr lang="zh-CN" altLang="en-US"/>
          </a:p>
        </p:txBody>
      </p:sp>
    </p:spTree>
    <p:extLst>
      <p:ext uri="{BB962C8B-B14F-4D97-AF65-F5344CB8AC3E}">
        <p14:creationId xmlns:p14="http://schemas.microsoft.com/office/powerpoint/2010/main" val="81095808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39</a:t>
            </a:fld>
            <a:endParaRPr lang="zh-CN" altLang="en-US"/>
          </a:p>
        </p:txBody>
      </p:sp>
    </p:spTree>
    <p:extLst>
      <p:ext uri="{BB962C8B-B14F-4D97-AF65-F5344CB8AC3E}">
        <p14:creationId xmlns:p14="http://schemas.microsoft.com/office/powerpoint/2010/main" val="21972931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40</a:t>
            </a:fld>
            <a:endParaRPr lang="zh-CN" altLang="en-US"/>
          </a:p>
        </p:txBody>
      </p:sp>
    </p:spTree>
    <p:extLst>
      <p:ext uri="{BB962C8B-B14F-4D97-AF65-F5344CB8AC3E}">
        <p14:creationId xmlns:p14="http://schemas.microsoft.com/office/powerpoint/2010/main" val="232156669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41</a:t>
            </a:fld>
            <a:endParaRPr lang="zh-CN" altLang="en-US"/>
          </a:p>
        </p:txBody>
      </p:sp>
    </p:spTree>
    <p:extLst>
      <p:ext uri="{BB962C8B-B14F-4D97-AF65-F5344CB8AC3E}">
        <p14:creationId xmlns:p14="http://schemas.microsoft.com/office/powerpoint/2010/main" val="197472747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42</a:t>
            </a:fld>
            <a:endParaRPr lang="zh-CN" altLang="en-US"/>
          </a:p>
        </p:txBody>
      </p:sp>
    </p:spTree>
    <p:extLst>
      <p:ext uri="{BB962C8B-B14F-4D97-AF65-F5344CB8AC3E}">
        <p14:creationId xmlns:p14="http://schemas.microsoft.com/office/powerpoint/2010/main" val="426772796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7BFA99-477E-9B1F-FCE9-E1916B1F45B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193E7F7-9AED-926A-DEC5-F8C24EDBBC1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4873619-BF56-CE2D-673B-474F4E4E07AE}"/>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0E6F39FC-BF4D-AB63-B9FE-587577569683}"/>
              </a:ext>
            </a:extLst>
          </p:cNvPr>
          <p:cNvSpPr>
            <a:spLocks noGrp="1"/>
          </p:cNvSpPr>
          <p:nvPr>
            <p:ph type="sldNum" sz="quarter" idx="5"/>
          </p:nvPr>
        </p:nvSpPr>
        <p:spPr/>
        <p:txBody>
          <a:bodyPr/>
          <a:lstStyle/>
          <a:p>
            <a:pPr>
              <a:defRPr/>
            </a:pPr>
            <a:fld id="{CD1CD96A-A6EF-4B0B-9885-C22D65D2CD20}" type="slidenum">
              <a:rPr lang="zh-CN" altLang="en-US" smtClean="0"/>
              <a:pPr>
                <a:defRPr/>
              </a:pPr>
              <a:t>43</a:t>
            </a:fld>
            <a:endParaRPr lang="zh-CN" altLang="en-US"/>
          </a:p>
        </p:txBody>
      </p:sp>
    </p:spTree>
    <p:extLst>
      <p:ext uri="{BB962C8B-B14F-4D97-AF65-F5344CB8AC3E}">
        <p14:creationId xmlns:p14="http://schemas.microsoft.com/office/powerpoint/2010/main" val="180005923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A56442-A7D3-14F4-5889-1CCDB5B3B8E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559F19C-F75F-4108-9F16-F71A5CA8753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953E945-E96E-2B5A-800B-0FE6D72272CC}"/>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7AF1F159-4557-9B7B-24F9-602EE80C886F}"/>
              </a:ext>
            </a:extLst>
          </p:cNvPr>
          <p:cNvSpPr>
            <a:spLocks noGrp="1"/>
          </p:cNvSpPr>
          <p:nvPr>
            <p:ph type="sldNum" sz="quarter" idx="5"/>
          </p:nvPr>
        </p:nvSpPr>
        <p:spPr/>
        <p:txBody>
          <a:bodyPr/>
          <a:lstStyle/>
          <a:p>
            <a:pPr>
              <a:defRPr/>
            </a:pPr>
            <a:fld id="{CD1CD96A-A6EF-4B0B-9885-C22D65D2CD20}" type="slidenum">
              <a:rPr lang="zh-CN" altLang="en-US" smtClean="0"/>
              <a:pPr>
                <a:defRPr/>
              </a:pPr>
              <a:t>44</a:t>
            </a:fld>
            <a:endParaRPr lang="zh-CN" altLang="en-US"/>
          </a:p>
        </p:txBody>
      </p:sp>
    </p:spTree>
    <p:extLst>
      <p:ext uri="{BB962C8B-B14F-4D97-AF65-F5344CB8AC3E}">
        <p14:creationId xmlns:p14="http://schemas.microsoft.com/office/powerpoint/2010/main" val="232607044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0A38E4-188F-1FBE-C010-76478A96804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85B3FDE-8CEA-3547-6682-AA34259D7F3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76064FC8-012F-6649-7EB1-AF234F742380}"/>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BAF4DDF3-08AD-6A25-6BD9-F4DFD5D5FB2D}"/>
              </a:ext>
            </a:extLst>
          </p:cNvPr>
          <p:cNvSpPr>
            <a:spLocks noGrp="1"/>
          </p:cNvSpPr>
          <p:nvPr>
            <p:ph type="sldNum" sz="quarter" idx="5"/>
          </p:nvPr>
        </p:nvSpPr>
        <p:spPr/>
        <p:txBody>
          <a:bodyPr/>
          <a:lstStyle/>
          <a:p>
            <a:pPr>
              <a:defRPr/>
            </a:pPr>
            <a:fld id="{CD1CD96A-A6EF-4B0B-9885-C22D65D2CD20}" type="slidenum">
              <a:rPr lang="zh-CN" altLang="en-US" smtClean="0"/>
              <a:pPr>
                <a:defRPr/>
              </a:pPr>
              <a:t>45</a:t>
            </a:fld>
            <a:endParaRPr lang="zh-CN" altLang="en-US"/>
          </a:p>
        </p:txBody>
      </p:sp>
    </p:spTree>
    <p:extLst>
      <p:ext uri="{BB962C8B-B14F-4D97-AF65-F5344CB8AC3E}">
        <p14:creationId xmlns:p14="http://schemas.microsoft.com/office/powerpoint/2010/main" val="292063421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B37EB2-A544-0558-3AAB-D9542CCC06D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63D5FA7-6DDF-847C-936B-9D12B3770AE0}"/>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8C1288A-0A44-0141-538E-47E08413719A}"/>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4ADD2CDB-BE77-2C41-7157-BBCC39FC371D}"/>
              </a:ext>
            </a:extLst>
          </p:cNvPr>
          <p:cNvSpPr>
            <a:spLocks noGrp="1"/>
          </p:cNvSpPr>
          <p:nvPr>
            <p:ph type="sldNum" sz="quarter" idx="5"/>
          </p:nvPr>
        </p:nvSpPr>
        <p:spPr/>
        <p:txBody>
          <a:bodyPr/>
          <a:lstStyle/>
          <a:p>
            <a:pPr>
              <a:defRPr/>
            </a:pPr>
            <a:fld id="{CD1CD96A-A6EF-4B0B-9885-C22D65D2CD20}" type="slidenum">
              <a:rPr lang="zh-CN" altLang="en-US" smtClean="0"/>
              <a:pPr>
                <a:defRPr/>
              </a:pPr>
              <a:t>46</a:t>
            </a:fld>
            <a:endParaRPr lang="zh-CN" altLang="en-US"/>
          </a:p>
        </p:txBody>
      </p:sp>
    </p:spTree>
    <p:extLst>
      <p:ext uri="{BB962C8B-B14F-4D97-AF65-F5344CB8AC3E}">
        <p14:creationId xmlns:p14="http://schemas.microsoft.com/office/powerpoint/2010/main" val="222227075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47</a:t>
            </a:fld>
            <a:endParaRPr lang="zh-CN" altLang="en-US"/>
          </a:p>
        </p:txBody>
      </p:sp>
    </p:spTree>
    <p:extLst>
      <p:ext uri="{BB962C8B-B14F-4D97-AF65-F5344CB8AC3E}">
        <p14:creationId xmlns:p14="http://schemas.microsoft.com/office/powerpoint/2010/main" val="358619420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48</a:t>
            </a:fld>
            <a:endParaRPr lang="zh-CN" altLang="en-US"/>
          </a:p>
        </p:txBody>
      </p:sp>
    </p:spTree>
    <p:extLst>
      <p:ext uri="{BB962C8B-B14F-4D97-AF65-F5344CB8AC3E}">
        <p14:creationId xmlns:p14="http://schemas.microsoft.com/office/powerpoint/2010/main" val="1624587708"/>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49</a:t>
            </a:fld>
            <a:endParaRPr lang="zh-CN" altLang="en-US"/>
          </a:p>
        </p:txBody>
      </p:sp>
    </p:spTree>
    <p:extLst>
      <p:ext uri="{BB962C8B-B14F-4D97-AF65-F5344CB8AC3E}">
        <p14:creationId xmlns:p14="http://schemas.microsoft.com/office/powerpoint/2010/main" val="153218612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50</a:t>
            </a:fld>
            <a:endParaRPr lang="zh-CN" altLang="en-US"/>
          </a:p>
        </p:txBody>
      </p:sp>
    </p:spTree>
    <p:extLst>
      <p:ext uri="{BB962C8B-B14F-4D97-AF65-F5344CB8AC3E}">
        <p14:creationId xmlns:p14="http://schemas.microsoft.com/office/powerpoint/2010/main" val="169381555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51</a:t>
            </a:fld>
            <a:endParaRPr lang="zh-CN" altLang="en-US"/>
          </a:p>
        </p:txBody>
      </p:sp>
    </p:spTree>
    <p:extLst>
      <p:ext uri="{BB962C8B-B14F-4D97-AF65-F5344CB8AC3E}">
        <p14:creationId xmlns:p14="http://schemas.microsoft.com/office/powerpoint/2010/main" val="175980814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AD3224-BC0D-3747-4F66-860A80E3A74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4B7529F-BCEC-C5ED-08DD-67FD6E9C0DEC}"/>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1AED514-125D-DC31-EA0F-B2C637F470DA}"/>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85E1DE15-B73C-E8A0-BD91-13C242422FC3}"/>
              </a:ext>
            </a:extLst>
          </p:cNvPr>
          <p:cNvSpPr>
            <a:spLocks noGrp="1"/>
          </p:cNvSpPr>
          <p:nvPr>
            <p:ph type="sldNum" sz="quarter" idx="10"/>
          </p:nvPr>
        </p:nvSpPr>
        <p:spPr/>
        <p:txBody>
          <a:bodyPr/>
          <a:lstStyle/>
          <a:p>
            <a:fld id="{0B14BD24-89E3-4C51-B736-BCCE6C13A884}" type="slidenum">
              <a:rPr lang="zh-CN" altLang="en-US" smtClean="0"/>
              <a:pPr/>
              <a:t>52</a:t>
            </a:fld>
            <a:endParaRPr lang="zh-CN" altLang="en-US"/>
          </a:p>
        </p:txBody>
      </p:sp>
    </p:spTree>
    <p:extLst>
      <p:ext uri="{BB962C8B-B14F-4D97-AF65-F5344CB8AC3E}">
        <p14:creationId xmlns:p14="http://schemas.microsoft.com/office/powerpoint/2010/main" val="343491280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53</a:t>
            </a:fld>
            <a:endParaRPr lang="zh-CN" altLang="en-US"/>
          </a:p>
        </p:txBody>
      </p:sp>
    </p:spTree>
    <p:extLst>
      <p:ext uri="{BB962C8B-B14F-4D97-AF65-F5344CB8AC3E}">
        <p14:creationId xmlns:p14="http://schemas.microsoft.com/office/powerpoint/2010/main" val="11581387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54</a:t>
            </a:fld>
            <a:endParaRPr lang="zh-CN" altLang="en-US"/>
          </a:p>
        </p:txBody>
      </p:sp>
    </p:spTree>
    <p:extLst>
      <p:ext uri="{BB962C8B-B14F-4D97-AF65-F5344CB8AC3E}">
        <p14:creationId xmlns:p14="http://schemas.microsoft.com/office/powerpoint/2010/main" val="296397363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55</a:t>
            </a:fld>
            <a:endParaRPr lang="zh-CN" altLang="en-US"/>
          </a:p>
        </p:txBody>
      </p:sp>
    </p:spTree>
    <p:extLst>
      <p:ext uri="{BB962C8B-B14F-4D97-AF65-F5344CB8AC3E}">
        <p14:creationId xmlns:p14="http://schemas.microsoft.com/office/powerpoint/2010/main" val="2511178042"/>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56</a:t>
            </a:fld>
            <a:endParaRPr lang="zh-CN" altLang="en-US"/>
          </a:p>
        </p:txBody>
      </p:sp>
    </p:spTree>
    <p:extLst>
      <p:ext uri="{BB962C8B-B14F-4D97-AF65-F5344CB8AC3E}">
        <p14:creationId xmlns:p14="http://schemas.microsoft.com/office/powerpoint/2010/main" val="230319323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861C93-1E85-C765-DCCF-A0420492DF3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E4E7CDA-FD81-D876-FD63-8266927BF2B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277E502-E996-5EE1-D6D9-AA656CEEEFA1}"/>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16B3F608-FD42-0892-1E31-B7CBCBED438C}"/>
              </a:ext>
            </a:extLst>
          </p:cNvPr>
          <p:cNvSpPr>
            <a:spLocks noGrp="1"/>
          </p:cNvSpPr>
          <p:nvPr>
            <p:ph type="sldNum" sz="quarter" idx="10"/>
          </p:nvPr>
        </p:nvSpPr>
        <p:spPr/>
        <p:txBody>
          <a:bodyPr/>
          <a:lstStyle/>
          <a:p>
            <a:fld id="{0B14BD24-89E3-4C51-B736-BCCE6C13A884}" type="slidenum">
              <a:rPr lang="zh-CN" altLang="en-US" smtClean="0"/>
              <a:pPr/>
              <a:t>57</a:t>
            </a:fld>
            <a:endParaRPr lang="zh-CN" altLang="en-US"/>
          </a:p>
        </p:txBody>
      </p:sp>
    </p:spTree>
    <p:extLst>
      <p:ext uri="{BB962C8B-B14F-4D97-AF65-F5344CB8AC3E}">
        <p14:creationId xmlns:p14="http://schemas.microsoft.com/office/powerpoint/2010/main" val="386428598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30E150-4CB3-79AD-6134-853DB12D3BC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1C5A8D0-FADA-E2C8-532F-D13A343CF89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A17A1DD-8C5D-3558-6EB0-555F3A94F2A1}"/>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A2449E78-8B02-D7E8-E426-223D941A19AE}"/>
              </a:ext>
            </a:extLst>
          </p:cNvPr>
          <p:cNvSpPr>
            <a:spLocks noGrp="1"/>
          </p:cNvSpPr>
          <p:nvPr>
            <p:ph type="sldNum" sz="quarter" idx="10"/>
          </p:nvPr>
        </p:nvSpPr>
        <p:spPr/>
        <p:txBody>
          <a:bodyPr/>
          <a:lstStyle/>
          <a:p>
            <a:fld id="{0B14BD24-89E3-4C51-B736-BCCE6C13A884}" type="slidenum">
              <a:rPr lang="zh-CN" altLang="en-US" smtClean="0"/>
              <a:pPr/>
              <a:t>58</a:t>
            </a:fld>
            <a:endParaRPr lang="zh-CN" altLang="en-US"/>
          </a:p>
        </p:txBody>
      </p:sp>
    </p:spTree>
    <p:extLst>
      <p:ext uri="{BB962C8B-B14F-4D97-AF65-F5344CB8AC3E}">
        <p14:creationId xmlns:p14="http://schemas.microsoft.com/office/powerpoint/2010/main" val="254358331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817F4B-5674-9B32-7057-723BCB399F0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16D28B6-01E2-A896-FA23-D8A4F425F63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3000A3D-ED8F-6982-9198-1CA82BBB540E}"/>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05DF2F14-3B71-0827-78D0-C6BDE0C7C788}"/>
              </a:ext>
            </a:extLst>
          </p:cNvPr>
          <p:cNvSpPr>
            <a:spLocks noGrp="1"/>
          </p:cNvSpPr>
          <p:nvPr>
            <p:ph type="sldNum" sz="quarter" idx="10"/>
          </p:nvPr>
        </p:nvSpPr>
        <p:spPr/>
        <p:txBody>
          <a:bodyPr/>
          <a:lstStyle/>
          <a:p>
            <a:fld id="{0B14BD24-89E3-4C51-B736-BCCE6C13A884}" type="slidenum">
              <a:rPr lang="zh-CN" altLang="en-US" smtClean="0"/>
              <a:pPr/>
              <a:t>59</a:t>
            </a:fld>
            <a:endParaRPr lang="zh-CN" altLang="en-US"/>
          </a:p>
        </p:txBody>
      </p:sp>
    </p:spTree>
    <p:extLst>
      <p:ext uri="{BB962C8B-B14F-4D97-AF65-F5344CB8AC3E}">
        <p14:creationId xmlns:p14="http://schemas.microsoft.com/office/powerpoint/2010/main" val="143696245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60</a:t>
            </a:fld>
            <a:endParaRPr lang="zh-CN" altLang="en-US"/>
          </a:p>
        </p:txBody>
      </p:sp>
    </p:spTree>
    <p:extLst>
      <p:ext uri="{BB962C8B-B14F-4D97-AF65-F5344CB8AC3E}">
        <p14:creationId xmlns:p14="http://schemas.microsoft.com/office/powerpoint/2010/main" val="298961299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61</a:t>
            </a:fld>
            <a:endParaRPr lang="zh-CN" altLang="en-US"/>
          </a:p>
        </p:txBody>
      </p:sp>
    </p:spTree>
    <p:extLst>
      <p:ext uri="{BB962C8B-B14F-4D97-AF65-F5344CB8AC3E}">
        <p14:creationId xmlns:p14="http://schemas.microsoft.com/office/powerpoint/2010/main" val="398214242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62</a:t>
            </a:fld>
            <a:endParaRPr lang="zh-CN" altLang="en-US"/>
          </a:p>
        </p:txBody>
      </p:sp>
    </p:spTree>
    <p:extLst>
      <p:ext uri="{BB962C8B-B14F-4D97-AF65-F5344CB8AC3E}">
        <p14:creationId xmlns:p14="http://schemas.microsoft.com/office/powerpoint/2010/main" val="370222475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63</a:t>
            </a:fld>
            <a:endParaRPr lang="zh-CN" altLang="en-US"/>
          </a:p>
        </p:txBody>
      </p:sp>
    </p:spTree>
    <p:extLst>
      <p:ext uri="{BB962C8B-B14F-4D97-AF65-F5344CB8AC3E}">
        <p14:creationId xmlns:p14="http://schemas.microsoft.com/office/powerpoint/2010/main" val="176241739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64</a:t>
            </a:fld>
            <a:endParaRPr lang="zh-CN" altLang="en-US"/>
          </a:p>
        </p:txBody>
      </p:sp>
    </p:spTree>
    <p:extLst>
      <p:ext uri="{BB962C8B-B14F-4D97-AF65-F5344CB8AC3E}">
        <p14:creationId xmlns:p14="http://schemas.microsoft.com/office/powerpoint/2010/main" val="127181256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65</a:t>
            </a:fld>
            <a:endParaRPr lang="zh-CN" altLang="en-US"/>
          </a:p>
        </p:txBody>
      </p:sp>
    </p:spTree>
    <p:extLst>
      <p:ext uri="{BB962C8B-B14F-4D97-AF65-F5344CB8AC3E}">
        <p14:creationId xmlns:p14="http://schemas.microsoft.com/office/powerpoint/2010/main" val="271378827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A84A26-34D3-7C76-B2A4-7E048DD1769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5D3D54C-2C3D-18FB-2230-CEC94286702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FCEFC2A-353C-AD44-E0BA-F8CBF9DCD1FA}"/>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75CCC738-7CF6-B849-9B41-2966864399A2}"/>
              </a:ext>
            </a:extLst>
          </p:cNvPr>
          <p:cNvSpPr>
            <a:spLocks noGrp="1"/>
          </p:cNvSpPr>
          <p:nvPr>
            <p:ph type="sldNum" sz="quarter" idx="5"/>
          </p:nvPr>
        </p:nvSpPr>
        <p:spPr/>
        <p:txBody>
          <a:bodyPr/>
          <a:lstStyle/>
          <a:p>
            <a:pPr>
              <a:defRPr/>
            </a:pPr>
            <a:fld id="{CD1CD96A-A6EF-4B0B-9885-C22D65D2CD20}" type="slidenum">
              <a:rPr lang="zh-CN" altLang="en-US" smtClean="0"/>
              <a:pPr>
                <a:defRPr/>
              </a:pPr>
              <a:t>66</a:t>
            </a:fld>
            <a:endParaRPr lang="zh-CN" altLang="en-US"/>
          </a:p>
        </p:txBody>
      </p:sp>
    </p:spTree>
    <p:extLst>
      <p:ext uri="{BB962C8B-B14F-4D97-AF65-F5344CB8AC3E}">
        <p14:creationId xmlns:p14="http://schemas.microsoft.com/office/powerpoint/2010/main" val="115731484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3A0AEC-DF43-696C-2BCA-2BBD2C5AF63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45EF3AF-31BF-A984-A846-70607C82E11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C00EC85-C1C3-9B7B-01BE-74133479E7C2}"/>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08D6F766-1D8D-C02E-4672-8580F74F59A7}"/>
              </a:ext>
            </a:extLst>
          </p:cNvPr>
          <p:cNvSpPr>
            <a:spLocks noGrp="1"/>
          </p:cNvSpPr>
          <p:nvPr>
            <p:ph type="sldNum" sz="quarter" idx="5"/>
          </p:nvPr>
        </p:nvSpPr>
        <p:spPr/>
        <p:txBody>
          <a:bodyPr/>
          <a:lstStyle/>
          <a:p>
            <a:pPr>
              <a:defRPr/>
            </a:pPr>
            <a:fld id="{CD1CD96A-A6EF-4B0B-9885-C22D65D2CD20}" type="slidenum">
              <a:rPr lang="zh-CN" altLang="en-US" smtClean="0"/>
              <a:pPr>
                <a:defRPr/>
              </a:pPr>
              <a:t>67</a:t>
            </a:fld>
            <a:endParaRPr lang="zh-CN" altLang="en-US"/>
          </a:p>
        </p:txBody>
      </p:sp>
    </p:spTree>
    <p:extLst>
      <p:ext uri="{BB962C8B-B14F-4D97-AF65-F5344CB8AC3E}">
        <p14:creationId xmlns:p14="http://schemas.microsoft.com/office/powerpoint/2010/main" val="69658989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68</a:t>
            </a:fld>
            <a:endParaRPr lang="zh-CN" altLang="en-US"/>
          </a:p>
        </p:txBody>
      </p:sp>
    </p:spTree>
    <p:extLst>
      <p:ext uri="{BB962C8B-B14F-4D97-AF65-F5344CB8AC3E}">
        <p14:creationId xmlns:p14="http://schemas.microsoft.com/office/powerpoint/2010/main" val="363291001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69</a:t>
            </a:fld>
            <a:endParaRPr lang="zh-CN" altLang="en-US"/>
          </a:p>
        </p:txBody>
      </p:sp>
    </p:spTree>
    <p:extLst>
      <p:ext uri="{BB962C8B-B14F-4D97-AF65-F5344CB8AC3E}">
        <p14:creationId xmlns:p14="http://schemas.microsoft.com/office/powerpoint/2010/main" val="275014279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3C5105-F441-D1A0-C0D0-72E05F53635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9CC64A22-6E81-6F91-5B65-87D24700323F}"/>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26817EE-8F54-F77C-8AB3-00726AF46900}"/>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5102DFD8-1AB4-6521-0C52-8F2F3AA2D6A0}"/>
              </a:ext>
            </a:extLst>
          </p:cNvPr>
          <p:cNvSpPr>
            <a:spLocks noGrp="1"/>
          </p:cNvSpPr>
          <p:nvPr>
            <p:ph type="sldNum" sz="quarter" idx="5"/>
          </p:nvPr>
        </p:nvSpPr>
        <p:spPr/>
        <p:txBody>
          <a:bodyPr/>
          <a:lstStyle/>
          <a:p>
            <a:pPr>
              <a:defRPr/>
            </a:pPr>
            <a:fld id="{CD1CD96A-A6EF-4B0B-9885-C22D65D2CD20}" type="slidenum">
              <a:rPr lang="zh-CN" altLang="en-US" smtClean="0"/>
              <a:pPr>
                <a:defRPr/>
              </a:pPr>
              <a:t>70</a:t>
            </a:fld>
            <a:endParaRPr lang="zh-CN" altLang="en-US"/>
          </a:p>
        </p:txBody>
      </p:sp>
    </p:spTree>
    <p:extLst>
      <p:ext uri="{BB962C8B-B14F-4D97-AF65-F5344CB8AC3E}">
        <p14:creationId xmlns:p14="http://schemas.microsoft.com/office/powerpoint/2010/main" val="62347904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25C48C-96D8-11F9-2E6C-60C364DF883B}"/>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75D4834-2362-CEB2-4B4A-888167106B0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5D10B2FD-EF73-6BD2-3A70-B59859FC5061}"/>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DA67DE68-0090-B2E5-C655-1ABA8FFD19F6}"/>
              </a:ext>
            </a:extLst>
          </p:cNvPr>
          <p:cNvSpPr>
            <a:spLocks noGrp="1"/>
          </p:cNvSpPr>
          <p:nvPr>
            <p:ph type="sldNum" sz="quarter" idx="5"/>
          </p:nvPr>
        </p:nvSpPr>
        <p:spPr/>
        <p:txBody>
          <a:bodyPr/>
          <a:lstStyle/>
          <a:p>
            <a:pPr>
              <a:defRPr/>
            </a:pPr>
            <a:fld id="{CD1CD96A-A6EF-4B0B-9885-C22D65D2CD20}" type="slidenum">
              <a:rPr lang="zh-CN" altLang="en-US" smtClean="0"/>
              <a:pPr>
                <a:defRPr/>
              </a:pPr>
              <a:t>71</a:t>
            </a:fld>
            <a:endParaRPr lang="zh-CN" altLang="en-US"/>
          </a:p>
        </p:txBody>
      </p:sp>
    </p:spTree>
    <p:extLst>
      <p:ext uri="{BB962C8B-B14F-4D97-AF65-F5344CB8AC3E}">
        <p14:creationId xmlns:p14="http://schemas.microsoft.com/office/powerpoint/2010/main" val="393452430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72</a:t>
            </a:fld>
            <a:endParaRPr lang="zh-CN" altLang="en-US"/>
          </a:p>
        </p:txBody>
      </p:sp>
    </p:spTree>
    <p:extLst>
      <p:ext uri="{BB962C8B-B14F-4D97-AF65-F5344CB8AC3E}">
        <p14:creationId xmlns:p14="http://schemas.microsoft.com/office/powerpoint/2010/main" val="3120807904"/>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73</a:t>
            </a:fld>
            <a:endParaRPr lang="zh-CN" altLang="en-US"/>
          </a:p>
        </p:txBody>
      </p:sp>
    </p:spTree>
    <p:extLst>
      <p:ext uri="{BB962C8B-B14F-4D97-AF65-F5344CB8AC3E}">
        <p14:creationId xmlns:p14="http://schemas.microsoft.com/office/powerpoint/2010/main" val="312102088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960E8C-8808-D81B-F56B-99FCC1D7A3A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F7081D43-090D-4DAA-AD98-9076E1D5780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558CAF5-9135-C527-E986-95C50F9C0FAE}"/>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76664519-AA26-3575-03D6-06BCE1199DD1}"/>
              </a:ext>
            </a:extLst>
          </p:cNvPr>
          <p:cNvSpPr>
            <a:spLocks noGrp="1"/>
          </p:cNvSpPr>
          <p:nvPr>
            <p:ph type="sldNum" sz="quarter" idx="5"/>
          </p:nvPr>
        </p:nvSpPr>
        <p:spPr/>
        <p:txBody>
          <a:bodyPr/>
          <a:lstStyle/>
          <a:p>
            <a:pPr>
              <a:defRPr/>
            </a:pPr>
            <a:fld id="{CD1CD96A-A6EF-4B0B-9885-C22D65D2CD20}" type="slidenum">
              <a:rPr lang="zh-CN" altLang="en-US" smtClean="0"/>
              <a:pPr>
                <a:defRPr/>
              </a:pPr>
              <a:t>74</a:t>
            </a:fld>
            <a:endParaRPr lang="zh-CN" altLang="en-US"/>
          </a:p>
        </p:txBody>
      </p:sp>
    </p:spTree>
    <p:extLst>
      <p:ext uri="{BB962C8B-B14F-4D97-AF65-F5344CB8AC3E}">
        <p14:creationId xmlns:p14="http://schemas.microsoft.com/office/powerpoint/2010/main" val="3770065253"/>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12050D-50C8-954C-CFAC-7996B2706E2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FE453F0-0A9B-49AE-A067-24DE1BC569C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56B8F68-F00B-0885-5AF8-04C672849E5A}"/>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05E94B16-D66E-44AA-4561-403A4CB31EE6}"/>
              </a:ext>
            </a:extLst>
          </p:cNvPr>
          <p:cNvSpPr>
            <a:spLocks noGrp="1"/>
          </p:cNvSpPr>
          <p:nvPr>
            <p:ph type="sldNum" sz="quarter" idx="10"/>
          </p:nvPr>
        </p:nvSpPr>
        <p:spPr/>
        <p:txBody>
          <a:bodyPr/>
          <a:lstStyle/>
          <a:p>
            <a:fld id="{0B14BD24-89E3-4C51-B736-BCCE6C13A884}" type="slidenum">
              <a:rPr lang="zh-CN" altLang="en-US" smtClean="0"/>
              <a:pPr/>
              <a:t>91</a:t>
            </a:fld>
            <a:endParaRPr lang="zh-CN" altLang="en-US"/>
          </a:p>
        </p:txBody>
      </p:sp>
    </p:spTree>
    <p:extLst>
      <p:ext uri="{BB962C8B-B14F-4D97-AF65-F5344CB8AC3E}">
        <p14:creationId xmlns:p14="http://schemas.microsoft.com/office/powerpoint/2010/main" val="381672963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A4120F-1227-7CBE-EAC1-F49CDD481DD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630DEB9-3666-1CEF-80AF-8688BC6C424B}"/>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17F2F3B-AD94-7D70-C95F-0B046800163E}"/>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AAE20C3C-7D7A-95AB-5B48-20F52BEA2663}"/>
              </a:ext>
            </a:extLst>
          </p:cNvPr>
          <p:cNvSpPr>
            <a:spLocks noGrp="1"/>
          </p:cNvSpPr>
          <p:nvPr>
            <p:ph type="sldNum" sz="quarter" idx="10"/>
          </p:nvPr>
        </p:nvSpPr>
        <p:spPr/>
        <p:txBody>
          <a:bodyPr/>
          <a:lstStyle/>
          <a:p>
            <a:fld id="{0B14BD24-89E3-4C51-B736-BCCE6C13A884}" type="slidenum">
              <a:rPr lang="zh-CN" altLang="en-US" smtClean="0"/>
              <a:pPr/>
              <a:t>92</a:t>
            </a:fld>
            <a:endParaRPr lang="zh-CN" altLang="en-US"/>
          </a:p>
        </p:txBody>
      </p:sp>
    </p:spTree>
    <p:extLst>
      <p:ext uri="{BB962C8B-B14F-4D97-AF65-F5344CB8AC3E}">
        <p14:creationId xmlns:p14="http://schemas.microsoft.com/office/powerpoint/2010/main" val="874202978"/>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65CCF9-FEFE-3813-8571-3AA0DF56340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0720246-76B2-CD42-FF2C-89BF869A30E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C3FBF45-7C42-1C04-17AF-F1DEF0500579}"/>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C9D8B1B4-4881-5A27-F80C-88E2787AE48B}"/>
              </a:ext>
            </a:extLst>
          </p:cNvPr>
          <p:cNvSpPr>
            <a:spLocks noGrp="1"/>
          </p:cNvSpPr>
          <p:nvPr>
            <p:ph type="sldNum" sz="quarter" idx="10"/>
          </p:nvPr>
        </p:nvSpPr>
        <p:spPr/>
        <p:txBody>
          <a:bodyPr/>
          <a:lstStyle/>
          <a:p>
            <a:fld id="{0B14BD24-89E3-4C51-B736-BCCE6C13A884}" type="slidenum">
              <a:rPr lang="zh-CN" altLang="en-US" smtClean="0"/>
              <a:pPr/>
              <a:t>93</a:t>
            </a:fld>
            <a:endParaRPr lang="zh-CN" altLang="en-US"/>
          </a:p>
        </p:txBody>
      </p:sp>
    </p:spTree>
    <p:extLst>
      <p:ext uri="{BB962C8B-B14F-4D97-AF65-F5344CB8AC3E}">
        <p14:creationId xmlns:p14="http://schemas.microsoft.com/office/powerpoint/2010/main" val="218511162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94</a:t>
            </a:fld>
            <a:endParaRPr lang="zh-CN" altLang="en-US"/>
          </a:p>
        </p:txBody>
      </p:sp>
    </p:spTree>
    <p:extLst>
      <p:ext uri="{BB962C8B-B14F-4D97-AF65-F5344CB8AC3E}">
        <p14:creationId xmlns:p14="http://schemas.microsoft.com/office/powerpoint/2010/main" val="58606636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95</a:t>
            </a:fld>
            <a:endParaRPr lang="zh-CN" altLang="en-US"/>
          </a:p>
        </p:txBody>
      </p:sp>
    </p:spTree>
    <p:extLst>
      <p:ext uri="{BB962C8B-B14F-4D97-AF65-F5344CB8AC3E}">
        <p14:creationId xmlns:p14="http://schemas.microsoft.com/office/powerpoint/2010/main" val="1270900725"/>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96</a:t>
            </a:fld>
            <a:endParaRPr lang="zh-CN" altLang="en-US"/>
          </a:p>
        </p:txBody>
      </p:sp>
    </p:spTree>
    <p:extLst>
      <p:ext uri="{BB962C8B-B14F-4D97-AF65-F5344CB8AC3E}">
        <p14:creationId xmlns:p14="http://schemas.microsoft.com/office/powerpoint/2010/main" val="370420113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3B5FAE-5D03-4292-3469-9ED648FB9FE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BA09D64-30BA-36DA-2023-B2E19E339B6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4221D2B-B680-8C01-941E-C6FB53C2BAFA}"/>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1FA3A948-DFFB-2F66-4E2C-F0B419E46FD9}"/>
              </a:ext>
            </a:extLst>
          </p:cNvPr>
          <p:cNvSpPr>
            <a:spLocks noGrp="1"/>
          </p:cNvSpPr>
          <p:nvPr>
            <p:ph type="sldNum" sz="quarter" idx="10"/>
          </p:nvPr>
        </p:nvSpPr>
        <p:spPr/>
        <p:txBody>
          <a:bodyPr/>
          <a:lstStyle/>
          <a:p>
            <a:fld id="{0B14BD24-89E3-4C51-B736-BCCE6C13A884}" type="slidenum">
              <a:rPr lang="zh-CN" altLang="en-US" smtClean="0"/>
              <a:pPr/>
              <a:t>97</a:t>
            </a:fld>
            <a:endParaRPr lang="zh-CN" altLang="en-US"/>
          </a:p>
        </p:txBody>
      </p:sp>
    </p:spTree>
    <p:extLst>
      <p:ext uri="{BB962C8B-B14F-4D97-AF65-F5344CB8AC3E}">
        <p14:creationId xmlns:p14="http://schemas.microsoft.com/office/powerpoint/2010/main" val="1180182807"/>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99</a:t>
            </a:fld>
            <a:endParaRPr lang="zh-CN" altLang="en-US"/>
          </a:p>
        </p:txBody>
      </p:sp>
    </p:spTree>
    <p:extLst>
      <p:ext uri="{BB962C8B-B14F-4D97-AF65-F5344CB8AC3E}">
        <p14:creationId xmlns:p14="http://schemas.microsoft.com/office/powerpoint/2010/main" val="2751304518"/>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2FE5B3-5D79-6BFD-504A-47CE966BCB8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7C1B294-0769-3405-AB52-B13BE268EF2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47DD550-8956-8C8F-B376-39CA3AE1D669}"/>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6467A3B5-0805-9ACD-CEF9-3814BDEA8C5F}"/>
              </a:ext>
            </a:extLst>
          </p:cNvPr>
          <p:cNvSpPr>
            <a:spLocks noGrp="1"/>
          </p:cNvSpPr>
          <p:nvPr>
            <p:ph type="sldNum" sz="quarter" idx="10"/>
          </p:nvPr>
        </p:nvSpPr>
        <p:spPr/>
        <p:txBody>
          <a:bodyPr/>
          <a:lstStyle/>
          <a:p>
            <a:fld id="{0B14BD24-89E3-4C51-B736-BCCE6C13A884}" type="slidenum">
              <a:rPr lang="zh-CN" altLang="en-US" smtClean="0"/>
              <a:pPr/>
              <a:t>100</a:t>
            </a:fld>
            <a:endParaRPr lang="zh-CN" altLang="en-US"/>
          </a:p>
        </p:txBody>
      </p:sp>
    </p:spTree>
    <p:extLst>
      <p:ext uri="{BB962C8B-B14F-4D97-AF65-F5344CB8AC3E}">
        <p14:creationId xmlns:p14="http://schemas.microsoft.com/office/powerpoint/2010/main" val="120863366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F0E55B-1963-DBC0-4276-597FBD969C8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CE0B400-21FD-3D44-4DA8-538E76B0840F}"/>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7C7D1146-00C5-6672-6120-775EBD3C5DC6}"/>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2335124D-6733-77C9-4624-AB9C42ADA8C0}"/>
              </a:ext>
            </a:extLst>
          </p:cNvPr>
          <p:cNvSpPr>
            <a:spLocks noGrp="1"/>
          </p:cNvSpPr>
          <p:nvPr>
            <p:ph type="sldNum" sz="quarter" idx="10"/>
          </p:nvPr>
        </p:nvSpPr>
        <p:spPr/>
        <p:txBody>
          <a:bodyPr/>
          <a:lstStyle/>
          <a:p>
            <a:fld id="{0B14BD24-89E3-4C51-B736-BCCE6C13A884}" type="slidenum">
              <a:rPr lang="zh-CN" altLang="en-US" smtClean="0"/>
              <a:pPr/>
              <a:t>101</a:t>
            </a:fld>
            <a:endParaRPr lang="zh-CN" altLang="en-US"/>
          </a:p>
        </p:txBody>
      </p:sp>
    </p:spTree>
    <p:extLst>
      <p:ext uri="{BB962C8B-B14F-4D97-AF65-F5344CB8AC3E}">
        <p14:creationId xmlns:p14="http://schemas.microsoft.com/office/powerpoint/2010/main" val="413436828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102</a:t>
            </a:fld>
            <a:endParaRPr lang="zh-CN" altLang="en-US"/>
          </a:p>
        </p:txBody>
      </p:sp>
    </p:spTree>
    <p:extLst>
      <p:ext uri="{BB962C8B-B14F-4D97-AF65-F5344CB8AC3E}">
        <p14:creationId xmlns:p14="http://schemas.microsoft.com/office/powerpoint/2010/main" val="208299780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104</a:t>
            </a:fld>
            <a:endParaRPr lang="zh-CN" altLang="en-US"/>
          </a:p>
        </p:txBody>
      </p:sp>
    </p:spTree>
    <p:extLst>
      <p:ext uri="{BB962C8B-B14F-4D97-AF65-F5344CB8AC3E}">
        <p14:creationId xmlns:p14="http://schemas.microsoft.com/office/powerpoint/2010/main" val="1181589636"/>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105</a:t>
            </a:fld>
            <a:endParaRPr lang="zh-CN" altLang="en-US"/>
          </a:p>
        </p:txBody>
      </p:sp>
    </p:spTree>
    <p:extLst>
      <p:ext uri="{BB962C8B-B14F-4D97-AF65-F5344CB8AC3E}">
        <p14:creationId xmlns:p14="http://schemas.microsoft.com/office/powerpoint/2010/main" val="4178471664"/>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106</a:t>
            </a:fld>
            <a:endParaRPr lang="zh-CN" altLang="en-US"/>
          </a:p>
        </p:txBody>
      </p:sp>
    </p:spTree>
    <p:extLst>
      <p:ext uri="{BB962C8B-B14F-4D97-AF65-F5344CB8AC3E}">
        <p14:creationId xmlns:p14="http://schemas.microsoft.com/office/powerpoint/2010/main" val="2149820466"/>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A68855-B48B-87A9-DB89-F0876B44981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87E345F-46B4-46F2-DE75-3E13120D97B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F7D104A1-AE9A-03C9-B20E-B8E526C15FDC}"/>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A0408E33-72F8-BDBB-7F8A-E2A6CF5BDEF8}"/>
              </a:ext>
            </a:extLst>
          </p:cNvPr>
          <p:cNvSpPr>
            <a:spLocks noGrp="1"/>
          </p:cNvSpPr>
          <p:nvPr>
            <p:ph type="sldNum" sz="quarter" idx="10"/>
          </p:nvPr>
        </p:nvSpPr>
        <p:spPr/>
        <p:txBody>
          <a:bodyPr/>
          <a:lstStyle/>
          <a:p>
            <a:fld id="{0B14BD24-89E3-4C51-B736-BCCE6C13A884}" type="slidenum">
              <a:rPr lang="zh-CN" altLang="en-US" smtClean="0"/>
              <a:pPr/>
              <a:t>107</a:t>
            </a:fld>
            <a:endParaRPr lang="zh-CN" altLang="en-US"/>
          </a:p>
        </p:txBody>
      </p:sp>
    </p:spTree>
    <p:extLst>
      <p:ext uri="{BB962C8B-B14F-4D97-AF65-F5344CB8AC3E}">
        <p14:creationId xmlns:p14="http://schemas.microsoft.com/office/powerpoint/2010/main" val="1617066848"/>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D7E9CF-5096-047E-89A9-7C742B10AE0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3C8F23A0-AFDC-7F43-1E13-E6E034A4AD6D}"/>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2E4DCC2-857B-054B-A5B9-6EC04B768E9F}"/>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A6196949-1407-EE6D-6F4F-D7BBAC10DBB7}"/>
              </a:ext>
            </a:extLst>
          </p:cNvPr>
          <p:cNvSpPr>
            <a:spLocks noGrp="1"/>
          </p:cNvSpPr>
          <p:nvPr>
            <p:ph type="sldNum" sz="quarter" idx="10"/>
          </p:nvPr>
        </p:nvSpPr>
        <p:spPr/>
        <p:txBody>
          <a:bodyPr/>
          <a:lstStyle/>
          <a:p>
            <a:fld id="{0B14BD24-89E3-4C51-B736-BCCE6C13A884}" type="slidenum">
              <a:rPr lang="zh-CN" altLang="en-US" smtClean="0"/>
              <a:pPr/>
              <a:t>108</a:t>
            </a:fld>
            <a:endParaRPr lang="zh-CN" altLang="en-US"/>
          </a:p>
        </p:txBody>
      </p:sp>
    </p:spTree>
    <p:extLst>
      <p:ext uri="{BB962C8B-B14F-4D97-AF65-F5344CB8AC3E}">
        <p14:creationId xmlns:p14="http://schemas.microsoft.com/office/powerpoint/2010/main" val="1368856906"/>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109</a:t>
            </a:fld>
            <a:endParaRPr lang="zh-CN" altLang="en-US"/>
          </a:p>
        </p:txBody>
      </p:sp>
    </p:spTree>
    <p:extLst>
      <p:ext uri="{BB962C8B-B14F-4D97-AF65-F5344CB8AC3E}">
        <p14:creationId xmlns:p14="http://schemas.microsoft.com/office/powerpoint/2010/main" val="143757248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110</a:t>
            </a:fld>
            <a:endParaRPr lang="zh-CN" altLang="en-US"/>
          </a:p>
        </p:txBody>
      </p:sp>
    </p:spTree>
    <p:extLst>
      <p:ext uri="{BB962C8B-B14F-4D97-AF65-F5344CB8AC3E}">
        <p14:creationId xmlns:p14="http://schemas.microsoft.com/office/powerpoint/2010/main" val="3401400682"/>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111</a:t>
            </a:fld>
            <a:endParaRPr lang="zh-CN" altLang="en-US"/>
          </a:p>
        </p:txBody>
      </p:sp>
    </p:spTree>
    <p:extLst>
      <p:ext uri="{BB962C8B-B14F-4D97-AF65-F5344CB8AC3E}">
        <p14:creationId xmlns:p14="http://schemas.microsoft.com/office/powerpoint/2010/main" val="381502842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112</a:t>
            </a:fld>
            <a:endParaRPr lang="zh-CN" altLang="en-US"/>
          </a:p>
        </p:txBody>
      </p:sp>
    </p:spTree>
    <p:extLst>
      <p:ext uri="{BB962C8B-B14F-4D97-AF65-F5344CB8AC3E}">
        <p14:creationId xmlns:p14="http://schemas.microsoft.com/office/powerpoint/2010/main" val="188866790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113</a:t>
            </a:fld>
            <a:endParaRPr lang="zh-CN" altLang="en-US"/>
          </a:p>
        </p:txBody>
      </p:sp>
    </p:spTree>
    <p:extLst>
      <p:ext uri="{BB962C8B-B14F-4D97-AF65-F5344CB8AC3E}">
        <p14:creationId xmlns:p14="http://schemas.microsoft.com/office/powerpoint/2010/main" val="130355747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114</a:t>
            </a:fld>
            <a:endParaRPr lang="zh-CN" altLang="en-US"/>
          </a:p>
        </p:txBody>
      </p:sp>
    </p:spTree>
    <p:extLst>
      <p:ext uri="{BB962C8B-B14F-4D97-AF65-F5344CB8AC3E}">
        <p14:creationId xmlns:p14="http://schemas.microsoft.com/office/powerpoint/2010/main" val="109042498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115</a:t>
            </a:fld>
            <a:endParaRPr lang="zh-CN" altLang="en-US"/>
          </a:p>
        </p:txBody>
      </p:sp>
    </p:spTree>
    <p:extLst>
      <p:ext uri="{BB962C8B-B14F-4D97-AF65-F5344CB8AC3E}">
        <p14:creationId xmlns:p14="http://schemas.microsoft.com/office/powerpoint/2010/main" val="2587283782"/>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120</a:t>
            </a:fld>
            <a:endParaRPr lang="zh-CN" altLang="en-US"/>
          </a:p>
        </p:txBody>
      </p:sp>
    </p:spTree>
    <p:extLst>
      <p:ext uri="{BB962C8B-B14F-4D97-AF65-F5344CB8AC3E}">
        <p14:creationId xmlns:p14="http://schemas.microsoft.com/office/powerpoint/2010/main" val="4030379739"/>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121</a:t>
            </a:fld>
            <a:endParaRPr lang="zh-CN" altLang="en-US"/>
          </a:p>
        </p:txBody>
      </p:sp>
    </p:spTree>
    <p:extLst>
      <p:ext uri="{BB962C8B-B14F-4D97-AF65-F5344CB8AC3E}">
        <p14:creationId xmlns:p14="http://schemas.microsoft.com/office/powerpoint/2010/main" val="2744230165"/>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126</a:t>
            </a:fld>
            <a:endParaRPr lang="zh-CN" altLang="en-US"/>
          </a:p>
        </p:txBody>
      </p:sp>
    </p:spTree>
    <p:extLst>
      <p:ext uri="{BB962C8B-B14F-4D97-AF65-F5344CB8AC3E}">
        <p14:creationId xmlns:p14="http://schemas.microsoft.com/office/powerpoint/2010/main" val="2426851098"/>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131</a:t>
            </a:fld>
            <a:endParaRPr lang="zh-CN" altLang="en-US"/>
          </a:p>
        </p:txBody>
      </p:sp>
    </p:spTree>
    <p:extLst>
      <p:ext uri="{BB962C8B-B14F-4D97-AF65-F5344CB8AC3E}">
        <p14:creationId xmlns:p14="http://schemas.microsoft.com/office/powerpoint/2010/main" val="1461737813"/>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132</a:t>
            </a:fld>
            <a:endParaRPr lang="zh-CN" altLang="en-US"/>
          </a:p>
        </p:txBody>
      </p:sp>
    </p:spTree>
    <p:extLst>
      <p:ext uri="{BB962C8B-B14F-4D97-AF65-F5344CB8AC3E}">
        <p14:creationId xmlns:p14="http://schemas.microsoft.com/office/powerpoint/2010/main" val="75781630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133</a:t>
            </a:fld>
            <a:endParaRPr lang="zh-CN" altLang="en-US"/>
          </a:p>
        </p:txBody>
      </p:sp>
    </p:spTree>
    <p:extLst>
      <p:ext uri="{BB962C8B-B14F-4D97-AF65-F5344CB8AC3E}">
        <p14:creationId xmlns:p14="http://schemas.microsoft.com/office/powerpoint/2010/main" val="2438925105"/>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45F7C3-9028-F7AD-B972-E3E75A4826C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61E3850-1BE4-FDE1-F225-0BF95B2BCEF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F6A0CA96-B835-F782-2CB3-F10E81DD1CFE}"/>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43D88A48-37D0-EF68-E3BE-920287087FA9}"/>
              </a:ext>
            </a:extLst>
          </p:cNvPr>
          <p:cNvSpPr>
            <a:spLocks noGrp="1"/>
          </p:cNvSpPr>
          <p:nvPr>
            <p:ph type="sldNum" sz="quarter" idx="5"/>
          </p:nvPr>
        </p:nvSpPr>
        <p:spPr/>
        <p:txBody>
          <a:bodyPr/>
          <a:lstStyle/>
          <a:p>
            <a:fld id="{0B14BD24-89E3-4C51-B736-BCCE6C13A884}" type="slidenum">
              <a:rPr lang="zh-CN" altLang="en-US" smtClean="0"/>
              <a:pPr/>
              <a:t>137</a:t>
            </a:fld>
            <a:endParaRPr lang="zh-CN" altLang="en-US"/>
          </a:p>
        </p:txBody>
      </p:sp>
    </p:spTree>
    <p:extLst>
      <p:ext uri="{BB962C8B-B14F-4D97-AF65-F5344CB8AC3E}">
        <p14:creationId xmlns:p14="http://schemas.microsoft.com/office/powerpoint/2010/main" val="4176868748"/>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7EA7BE-7BB7-4AD9-D753-BDC684A3100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F332E77-BEA3-96D8-E17E-791F73C5F6B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822D04B-16FA-C304-5C72-C02FCE37CB5E}"/>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FAC0B5A7-C854-6362-C690-76DFC8A9C1BC}"/>
              </a:ext>
            </a:extLst>
          </p:cNvPr>
          <p:cNvSpPr>
            <a:spLocks noGrp="1"/>
          </p:cNvSpPr>
          <p:nvPr>
            <p:ph type="sldNum" sz="quarter" idx="5"/>
          </p:nvPr>
        </p:nvSpPr>
        <p:spPr/>
        <p:txBody>
          <a:bodyPr/>
          <a:lstStyle/>
          <a:p>
            <a:fld id="{0B14BD24-89E3-4C51-B736-BCCE6C13A884}" type="slidenum">
              <a:rPr lang="zh-CN" altLang="en-US" smtClean="0"/>
              <a:pPr/>
              <a:t>153</a:t>
            </a:fld>
            <a:endParaRPr lang="zh-CN" altLang="en-US"/>
          </a:p>
        </p:txBody>
      </p:sp>
    </p:spTree>
    <p:extLst>
      <p:ext uri="{BB962C8B-B14F-4D97-AF65-F5344CB8AC3E}">
        <p14:creationId xmlns:p14="http://schemas.microsoft.com/office/powerpoint/2010/main" val="2975645626"/>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154</a:t>
            </a:fld>
            <a:endParaRPr lang="zh-CN" altLang="en-US"/>
          </a:p>
        </p:txBody>
      </p:sp>
    </p:spTree>
    <p:extLst>
      <p:ext uri="{BB962C8B-B14F-4D97-AF65-F5344CB8AC3E}">
        <p14:creationId xmlns:p14="http://schemas.microsoft.com/office/powerpoint/2010/main" val="1611024810"/>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4B299A-9DB8-D998-E58D-7053D342A09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3864BA46-43A1-8754-BBA8-0DC1E5ADF5C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79018D93-A9B0-FC58-B412-F27F1BDF1B51}"/>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D3B23C39-14B5-F2DE-80D7-BCEFB06E21E4}"/>
              </a:ext>
            </a:extLst>
          </p:cNvPr>
          <p:cNvSpPr>
            <a:spLocks noGrp="1"/>
          </p:cNvSpPr>
          <p:nvPr>
            <p:ph type="sldNum" sz="quarter" idx="5"/>
          </p:nvPr>
        </p:nvSpPr>
        <p:spPr/>
        <p:txBody>
          <a:bodyPr/>
          <a:lstStyle/>
          <a:p>
            <a:fld id="{0B14BD24-89E3-4C51-B736-BCCE6C13A884}" type="slidenum">
              <a:rPr lang="zh-CN" altLang="en-US" smtClean="0"/>
              <a:pPr/>
              <a:t>155</a:t>
            </a:fld>
            <a:endParaRPr lang="zh-CN" altLang="en-US"/>
          </a:p>
        </p:txBody>
      </p:sp>
    </p:spTree>
    <p:extLst>
      <p:ext uri="{BB962C8B-B14F-4D97-AF65-F5344CB8AC3E}">
        <p14:creationId xmlns:p14="http://schemas.microsoft.com/office/powerpoint/2010/main" val="775514289"/>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156</a:t>
            </a:fld>
            <a:endParaRPr lang="zh-CN" altLang="en-US"/>
          </a:p>
        </p:txBody>
      </p:sp>
    </p:spTree>
    <p:extLst>
      <p:ext uri="{BB962C8B-B14F-4D97-AF65-F5344CB8AC3E}">
        <p14:creationId xmlns:p14="http://schemas.microsoft.com/office/powerpoint/2010/main" val="1989728545"/>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BEEE7C-5794-E137-6F96-20B110BA8925}"/>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08CED64-69DE-F07C-8446-55011B119F5F}"/>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C3CD8B3-1888-1C47-3027-ADDBDB0D3F30}"/>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6A9AE565-0E23-A350-0B59-AA8E79656484}"/>
              </a:ext>
            </a:extLst>
          </p:cNvPr>
          <p:cNvSpPr>
            <a:spLocks noGrp="1"/>
          </p:cNvSpPr>
          <p:nvPr>
            <p:ph type="sldNum" sz="quarter" idx="5"/>
          </p:nvPr>
        </p:nvSpPr>
        <p:spPr/>
        <p:txBody>
          <a:bodyPr/>
          <a:lstStyle/>
          <a:p>
            <a:fld id="{0B14BD24-89E3-4C51-B736-BCCE6C13A884}" type="slidenum">
              <a:rPr lang="zh-CN" altLang="en-US" smtClean="0"/>
              <a:pPr/>
              <a:t>157</a:t>
            </a:fld>
            <a:endParaRPr lang="zh-CN" altLang="en-US"/>
          </a:p>
        </p:txBody>
      </p:sp>
    </p:spTree>
    <p:extLst>
      <p:ext uri="{BB962C8B-B14F-4D97-AF65-F5344CB8AC3E}">
        <p14:creationId xmlns:p14="http://schemas.microsoft.com/office/powerpoint/2010/main" val="872203548"/>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158</a:t>
            </a:fld>
            <a:endParaRPr lang="zh-CN" altLang="en-US"/>
          </a:p>
        </p:txBody>
      </p:sp>
    </p:spTree>
    <p:extLst>
      <p:ext uri="{BB962C8B-B14F-4D97-AF65-F5344CB8AC3E}">
        <p14:creationId xmlns:p14="http://schemas.microsoft.com/office/powerpoint/2010/main" val="966646177"/>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85A7F9-1049-CAD3-49CE-AB32C2DD495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A283C5E-7776-144B-24A4-A909FEFF4570}"/>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79C0227-8506-29BB-1DB6-11A1F51C250B}"/>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5B809078-C21C-7D9F-6902-4E2C2F65AF7E}"/>
              </a:ext>
            </a:extLst>
          </p:cNvPr>
          <p:cNvSpPr>
            <a:spLocks noGrp="1"/>
          </p:cNvSpPr>
          <p:nvPr>
            <p:ph type="sldNum" sz="quarter" idx="5"/>
          </p:nvPr>
        </p:nvSpPr>
        <p:spPr/>
        <p:txBody>
          <a:bodyPr/>
          <a:lstStyle/>
          <a:p>
            <a:fld id="{0B14BD24-89E3-4C51-B736-BCCE6C13A884}" type="slidenum">
              <a:rPr lang="zh-CN" altLang="en-US" smtClean="0"/>
              <a:pPr/>
              <a:t>159</a:t>
            </a:fld>
            <a:endParaRPr lang="zh-CN" altLang="en-US"/>
          </a:p>
        </p:txBody>
      </p:sp>
    </p:spTree>
    <p:extLst>
      <p:ext uri="{BB962C8B-B14F-4D97-AF65-F5344CB8AC3E}">
        <p14:creationId xmlns:p14="http://schemas.microsoft.com/office/powerpoint/2010/main" val="63827591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160</a:t>
            </a:fld>
            <a:endParaRPr lang="zh-CN" altLang="en-US"/>
          </a:p>
        </p:txBody>
      </p:sp>
    </p:spTree>
    <p:extLst>
      <p:ext uri="{BB962C8B-B14F-4D97-AF65-F5344CB8AC3E}">
        <p14:creationId xmlns:p14="http://schemas.microsoft.com/office/powerpoint/2010/main" val="161344964"/>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161</a:t>
            </a:fld>
            <a:endParaRPr lang="zh-CN" altLang="en-US"/>
          </a:p>
        </p:txBody>
      </p:sp>
    </p:spTree>
    <p:extLst>
      <p:ext uri="{BB962C8B-B14F-4D97-AF65-F5344CB8AC3E}">
        <p14:creationId xmlns:p14="http://schemas.microsoft.com/office/powerpoint/2010/main" val="1237252049"/>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162</a:t>
            </a:fld>
            <a:endParaRPr lang="zh-CN" altLang="en-US"/>
          </a:p>
        </p:txBody>
      </p:sp>
    </p:spTree>
    <p:extLst>
      <p:ext uri="{BB962C8B-B14F-4D97-AF65-F5344CB8AC3E}">
        <p14:creationId xmlns:p14="http://schemas.microsoft.com/office/powerpoint/2010/main" val="1597330220"/>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163</a:t>
            </a:fld>
            <a:endParaRPr lang="zh-CN" altLang="en-US"/>
          </a:p>
        </p:txBody>
      </p:sp>
    </p:spTree>
    <p:extLst>
      <p:ext uri="{BB962C8B-B14F-4D97-AF65-F5344CB8AC3E}">
        <p14:creationId xmlns:p14="http://schemas.microsoft.com/office/powerpoint/2010/main" val="1334504919"/>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164</a:t>
            </a:fld>
            <a:endParaRPr lang="zh-CN" altLang="en-US"/>
          </a:p>
        </p:txBody>
      </p:sp>
    </p:spTree>
    <p:extLst>
      <p:ext uri="{BB962C8B-B14F-4D97-AF65-F5344CB8AC3E}">
        <p14:creationId xmlns:p14="http://schemas.microsoft.com/office/powerpoint/2010/main" val="3705872100"/>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165</a:t>
            </a:fld>
            <a:endParaRPr lang="zh-CN" altLang="en-US"/>
          </a:p>
        </p:txBody>
      </p:sp>
    </p:spTree>
    <p:extLst>
      <p:ext uri="{BB962C8B-B14F-4D97-AF65-F5344CB8AC3E}">
        <p14:creationId xmlns:p14="http://schemas.microsoft.com/office/powerpoint/2010/main" val="3462399884"/>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166</a:t>
            </a:fld>
            <a:endParaRPr lang="zh-CN" altLang="en-US"/>
          </a:p>
        </p:txBody>
      </p:sp>
    </p:spTree>
    <p:extLst>
      <p:ext uri="{BB962C8B-B14F-4D97-AF65-F5344CB8AC3E}">
        <p14:creationId xmlns:p14="http://schemas.microsoft.com/office/powerpoint/2010/main" val="1611023760"/>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167</a:t>
            </a:fld>
            <a:endParaRPr lang="zh-CN" altLang="en-US"/>
          </a:p>
        </p:txBody>
      </p:sp>
    </p:spTree>
    <p:extLst>
      <p:ext uri="{BB962C8B-B14F-4D97-AF65-F5344CB8AC3E}">
        <p14:creationId xmlns:p14="http://schemas.microsoft.com/office/powerpoint/2010/main" val="215190490"/>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168</a:t>
            </a:fld>
            <a:endParaRPr lang="zh-CN" altLang="en-US"/>
          </a:p>
        </p:txBody>
      </p:sp>
    </p:spTree>
    <p:extLst>
      <p:ext uri="{BB962C8B-B14F-4D97-AF65-F5344CB8AC3E}">
        <p14:creationId xmlns:p14="http://schemas.microsoft.com/office/powerpoint/2010/main" val="863888765"/>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169</a:t>
            </a:fld>
            <a:endParaRPr lang="zh-CN" altLang="en-US"/>
          </a:p>
        </p:txBody>
      </p:sp>
    </p:spTree>
    <p:extLst>
      <p:ext uri="{BB962C8B-B14F-4D97-AF65-F5344CB8AC3E}">
        <p14:creationId xmlns:p14="http://schemas.microsoft.com/office/powerpoint/2010/main" val="1264967216"/>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170</a:t>
            </a:fld>
            <a:endParaRPr lang="zh-CN" altLang="en-US"/>
          </a:p>
        </p:txBody>
      </p:sp>
    </p:spTree>
    <p:extLst>
      <p:ext uri="{BB962C8B-B14F-4D97-AF65-F5344CB8AC3E}">
        <p14:creationId xmlns:p14="http://schemas.microsoft.com/office/powerpoint/2010/main" val="76663993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171</a:t>
            </a:fld>
            <a:endParaRPr lang="zh-CN" altLang="en-US"/>
          </a:p>
        </p:txBody>
      </p:sp>
    </p:spTree>
    <p:extLst>
      <p:ext uri="{BB962C8B-B14F-4D97-AF65-F5344CB8AC3E}">
        <p14:creationId xmlns:p14="http://schemas.microsoft.com/office/powerpoint/2010/main" val="1723917359"/>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172</a:t>
            </a:fld>
            <a:endParaRPr lang="zh-CN" altLang="en-US"/>
          </a:p>
        </p:txBody>
      </p:sp>
    </p:spTree>
    <p:extLst>
      <p:ext uri="{BB962C8B-B14F-4D97-AF65-F5344CB8AC3E}">
        <p14:creationId xmlns:p14="http://schemas.microsoft.com/office/powerpoint/2010/main" val="3591681504"/>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173</a:t>
            </a:fld>
            <a:endParaRPr lang="zh-CN" altLang="en-US"/>
          </a:p>
        </p:txBody>
      </p:sp>
    </p:spTree>
    <p:extLst>
      <p:ext uri="{BB962C8B-B14F-4D97-AF65-F5344CB8AC3E}">
        <p14:creationId xmlns:p14="http://schemas.microsoft.com/office/powerpoint/2010/main" val="3981091564"/>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174</a:t>
            </a:fld>
            <a:endParaRPr lang="zh-CN" altLang="en-US"/>
          </a:p>
        </p:txBody>
      </p:sp>
    </p:spTree>
    <p:extLst>
      <p:ext uri="{BB962C8B-B14F-4D97-AF65-F5344CB8AC3E}">
        <p14:creationId xmlns:p14="http://schemas.microsoft.com/office/powerpoint/2010/main" val="2607932974"/>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175</a:t>
            </a:fld>
            <a:endParaRPr lang="zh-CN" altLang="en-US"/>
          </a:p>
        </p:txBody>
      </p:sp>
    </p:spTree>
    <p:extLst>
      <p:ext uri="{BB962C8B-B14F-4D97-AF65-F5344CB8AC3E}">
        <p14:creationId xmlns:p14="http://schemas.microsoft.com/office/powerpoint/2010/main" val="292903519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94605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extLst>
      <p:ext uri="{BB962C8B-B14F-4D97-AF65-F5344CB8AC3E}">
        <p14:creationId xmlns:p14="http://schemas.microsoft.com/office/powerpoint/2010/main" val="7642588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3305176"/>
            <a:ext cx="7772400" cy="1021556"/>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180035"/>
            <a:ext cx="7772400" cy="1125140"/>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24996674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0064001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151336"/>
            <a:ext cx="4040188"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1631156"/>
            <a:ext cx="4040188"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8" y="1151336"/>
            <a:ext cx="4041775"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8" y="1631156"/>
            <a:ext cx="4041775"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8" name="页脚占位符 7"/>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9" name="灯片编号占位符 8"/>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9922684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日期占位符 2"/>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4" name="页脚占位符 3"/>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5" name="灯片编号占位符 4"/>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26171865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3" name="页脚占位符 2"/>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4" name="灯片编号占位符 3"/>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5913024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3" y="204787"/>
            <a:ext cx="3008313" cy="871538"/>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04789"/>
            <a:ext cx="5111750" cy="438983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3" y="1076327"/>
            <a:ext cx="3008313" cy="351829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92285257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3600450"/>
            <a:ext cx="5486400" cy="425054"/>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459581"/>
            <a:ext cx="5486400" cy="30861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4025504"/>
            <a:ext cx="5486400" cy="60364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7156747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200152"/>
            <a:ext cx="8229600" cy="3394472"/>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9169469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154781"/>
            <a:ext cx="2057400" cy="3290888"/>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154781"/>
            <a:ext cx="6019800" cy="3290888"/>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3153080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image" Target="../media/image4.gif"/><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3.gif"/><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jpe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1" name="图片 10"/>
          <p:cNvPicPr>
            <a:picLocks noChangeAspect="1"/>
          </p:cNvPicPr>
          <p:nvPr userDrawn="1"/>
        </p:nvPicPr>
        <p:blipFill>
          <a:blip r:embed="rId13" cstate="print">
            <a:extLst>
              <a:ext uri="{28A0092B-C50C-407E-A947-70E740481C1C}">
                <a14:useLocalDpi xmlns:a14="http://schemas.microsoft.com/office/drawing/2010/main" val="0"/>
              </a:ext>
            </a:extLst>
          </a:blip>
          <a:stretch>
            <a:fillRect/>
          </a:stretch>
        </p:blipFill>
        <p:spPr>
          <a:xfrm>
            <a:off x="141223" y="4662544"/>
            <a:ext cx="1125345" cy="267703"/>
          </a:xfrm>
          <a:prstGeom prst="rect">
            <a:avLst/>
          </a:prstGeom>
        </p:spPr>
      </p:pic>
      <p:sp>
        <p:nvSpPr>
          <p:cNvPr id="12" name="Line 3"/>
          <p:cNvSpPr>
            <a:spLocks noChangeShapeType="1"/>
          </p:cNvSpPr>
          <p:nvPr userDrawn="1"/>
        </p:nvSpPr>
        <p:spPr bwMode="auto">
          <a:xfrm>
            <a:off x="1266568" y="4803998"/>
            <a:ext cx="6942395" cy="0"/>
          </a:xfrm>
          <a:prstGeom prst="line">
            <a:avLst/>
          </a:prstGeom>
          <a:noFill/>
          <a:ln w="19050" algn="ctr">
            <a:solidFill>
              <a:srgbClr val="85D1F7"/>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 name="Rectangle 9"/>
          <p:cNvSpPr>
            <a:spLocks noChangeArrowheads="1"/>
          </p:cNvSpPr>
          <p:nvPr userDrawn="1"/>
        </p:nvSpPr>
        <p:spPr bwMode="auto">
          <a:xfrm>
            <a:off x="8208962" y="4394656"/>
            <a:ext cx="609917" cy="609917"/>
          </a:xfrm>
          <a:prstGeom prst="rect">
            <a:avLst/>
          </a:prstGeom>
          <a:solidFill>
            <a:schemeClr val="bg1"/>
          </a:solidFill>
          <a:ln w="25400" algn="ctr">
            <a:solidFill>
              <a:srgbClr val="85D1F7"/>
            </a:solidFill>
            <a:miter lim="800000"/>
            <a:headEnd/>
            <a:tailEnd/>
          </a:ln>
        </p:spPr>
        <p:txBody>
          <a:bodyPr wrap="none" anchor="ctr"/>
          <a:lstStyle/>
          <a:p>
            <a:pPr algn="ctr" eaLnBrk="0" hangingPunct="0"/>
            <a:endParaRPr lang="fr-FR">
              <a:cs typeface="Arial" charset="0"/>
            </a:endParaRPr>
          </a:p>
        </p:txBody>
      </p:sp>
      <p:pic>
        <p:nvPicPr>
          <p:cNvPr id="16" name="图片 15"/>
          <p:cNvPicPr>
            <a:picLocks noChangeAspect="1"/>
          </p:cNvPicPr>
          <p:nvPr userDrawn="1"/>
        </p:nvPicPr>
        <p:blipFill>
          <a:blip r:embed="rId14" cstate="print">
            <a:extLst>
              <a:ext uri="{28A0092B-C50C-407E-A947-70E740481C1C}">
                <a14:useLocalDpi xmlns:a14="http://schemas.microsoft.com/office/drawing/2010/main" val="0"/>
              </a:ext>
            </a:extLst>
          </a:blip>
          <a:stretch>
            <a:fillRect/>
          </a:stretch>
        </p:blipFill>
        <p:spPr>
          <a:xfrm>
            <a:off x="8262049" y="4419021"/>
            <a:ext cx="503429" cy="559959"/>
          </a:xfrm>
          <a:prstGeom prst="rect">
            <a:avLst/>
          </a:prstGeom>
        </p:spPr>
      </p:pic>
      <p:pic>
        <p:nvPicPr>
          <p:cNvPr id="20" name="图片 19"/>
          <p:cNvPicPr>
            <a:picLocks noChangeAspect="1"/>
          </p:cNvPicPr>
          <p:nvPr userDrawn="1"/>
        </p:nvPicPr>
        <p:blipFill>
          <a:blip r:embed="rId15" cstate="print">
            <a:extLst>
              <a:ext uri="{28A0092B-C50C-407E-A947-70E740481C1C}">
                <a14:useLocalDpi xmlns:a14="http://schemas.microsoft.com/office/drawing/2010/main" val="0"/>
              </a:ext>
            </a:extLst>
          </a:blip>
          <a:stretch>
            <a:fillRect/>
          </a:stretch>
        </p:blipFill>
        <p:spPr>
          <a:xfrm>
            <a:off x="4392827" y="149234"/>
            <a:ext cx="358346" cy="458684"/>
          </a:xfrm>
          <a:prstGeom prst="rect">
            <a:avLst/>
          </a:prstGeom>
        </p:spPr>
      </p:pic>
      <p:sp>
        <p:nvSpPr>
          <p:cNvPr id="21" name="Line 3"/>
          <p:cNvSpPr>
            <a:spLocks noChangeShapeType="1"/>
          </p:cNvSpPr>
          <p:nvPr userDrawn="1"/>
        </p:nvSpPr>
        <p:spPr bwMode="auto">
          <a:xfrm>
            <a:off x="0" y="428092"/>
            <a:ext cx="9144000" cy="0"/>
          </a:xfrm>
          <a:prstGeom prst="line">
            <a:avLst/>
          </a:prstGeom>
          <a:noFill/>
          <a:ln w="25400" algn="ctr">
            <a:solidFill>
              <a:srgbClr val="85D1F7"/>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 name="矩形 21"/>
          <p:cNvSpPr/>
          <p:nvPr userDrawn="1"/>
        </p:nvSpPr>
        <p:spPr>
          <a:xfrm>
            <a:off x="4262908" y="123478"/>
            <a:ext cx="598868" cy="4655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Line 3"/>
          <p:cNvSpPr>
            <a:spLocks noChangeShapeType="1"/>
          </p:cNvSpPr>
          <p:nvPr userDrawn="1"/>
        </p:nvSpPr>
        <p:spPr bwMode="auto">
          <a:xfrm>
            <a:off x="0" y="301530"/>
            <a:ext cx="2835464" cy="0"/>
          </a:xfrm>
          <a:prstGeom prst="line">
            <a:avLst/>
          </a:prstGeom>
          <a:noFill/>
          <a:ln w="12700" algn="ctr">
            <a:solidFill>
              <a:srgbClr val="00CC00"/>
            </a:solidFill>
            <a:round/>
            <a:headEnd/>
            <a:tailEnd/>
          </a:ln>
          <a:extLst>
            <a:ext uri="{909E8E84-426E-40DD-AFC4-6F175D3DCCD1}">
              <a14:hiddenFill xmlns:a14="http://schemas.microsoft.com/office/drawing/2010/main">
                <a:noFill/>
              </a14:hiddenFill>
            </a:ext>
          </a:extLst>
        </p:spPr>
        <p:txBody>
          <a:bodyPr/>
          <a:lstStyle/>
          <a:p>
            <a:pPr lvl="0"/>
            <a:endParaRPr lang="zh-CN" altLang="en-US"/>
          </a:p>
        </p:txBody>
      </p:sp>
      <p:sp>
        <p:nvSpPr>
          <p:cNvPr id="24" name="Rectangle 4"/>
          <p:cNvSpPr>
            <a:spLocks noChangeArrowheads="1"/>
          </p:cNvSpPr>
          <p:nvPr userDrawn="1"/>
        </p:nvSpPr>
        <p:spPr bwMode="auto">
          <a:xfrm>
            <a:off x="4810741" y="164227"/>
            <a:ext cx="1840843"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eaLnBrk="0" hangingPunct="0"/>
            <a:r>
              <a:rPr lang="fr-FR" sz="1100" b="1" dirty="0">
                <a:solidFill>
                  <a:srgbClr val="0070C0"/>
                </a:solidFill>
                <a:latin typeface="微软雅黑" pitchFamily="34" charset="-122"/>
                <a:ea typeface="微软雅黑" pitchFamily="34" charset="-122"/>
              </a:rPr>
              <a:t>谢希仁 </a:t>
            </a:r>
            <a:r>
              <a:rPr lang="zh-CN" altLang="en-US" sz="1100" b="1" dirty="0">
                <a:solidFill>
                  <a:srgbClr val="0070C0"/>
                </a:solidFill>
                <a:latin typeface="微软雅黑" pitchFamily="34" charset="-122"/>
                <a:ea typeface="微软雅黑" pitchFamily="34" charset="-122"/>
              </a:rPr>
              <a:t>谢钧 邢长友 </a:t>
            </a:r>
            <a:r>
              <a:rPr lang="fr-FR" sz="1100" b="1" dirty="0">
                <a:solidFill>
                  <a:srgbClr val="0070C0"/>
                </a:solidFill>
                <a:latin typeface="微软雅黑" pitchFamily="34" charset="-122"/>
                <a:ea typeface="微软雅黑" pitchFamily="34" charset="-122"/>
              </a:rPr>
              <a:t>编著</a:t>
            </a:r>
          </a:p>
        </p:txBody>
      </p:sp>
      <p:sp>
        <p:nvSpPr>
          <p:cNvPr id="25" name="Rectangle 5"/>
          <p:cNvSpPr>
            <a:spLocks noChangeArrowheads="1"/>
          </p:cNvSpPr>
          <p:nvPr userDrawn="1"/>
        </p:nvSpPr>
        <p:spPr bwMode="auto">
          <a:xfrm>
            <a:off x="2835464" y="164857"/>
            <a:ext cx="1492716"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eaLnBrk="0" hangingPunct="0"/>
            <a:r>
              <a:rPr lang="fr-FR" sz="1100" b="1" dirty="0">
                <a:solidFill>
                  <a:srgbClr val="0070C0"/>
                </a:solidFill>
                <a:latin typeface="微软雅黑" pitchFamily="34" charset="-122"/>
                <a:ea typeface="微软雅黑" pitchFamily="34" charset="-122"/>
              </a:rPr>
              <a:t>计算机网络 </a:t>
            </a:r>
            <a:r>
              <a:rPr lang="en-US" altLang="zh-CN" sz="1100" b="1" dirty="0">
                <a:solidFill>
                  <a:srgbClr val="0070C0"/>
                </a:solidFill>
                <a:latin typeface="微软雅黑" pitchFamily="34" charset="-122"/>
                <a:ea typeface="微软雅黑" pitchFamily="34" charset="-122"/>
              </a:rPr>
              <a:t>(</a:t>
            </a:r>
            <a:r>
              <a:rPr lang="zh-CN" altLang="en-US" sz="1100" b="1" dirty="0">
                <a:solidFill>
                  <a:srgbClr val="0070C0"/>
                </a:solidFill>
                <a:latin typeface="微软雅黑" pitchFamily="34" charset="-122"/>
                <a:ea typeface="微软雅黑" pitchFamily="34" charset="-122"/>
              </a:rPr>
              <a:t>第 </a:t>
            </a:r>
            <a:r>
              <a:rPr lang="en-US" altLang="zh-CN" sz="1100" b="1" dirty="0">
                <a:solidFill>
                  <a:srgbClr val="0070C0"/>
                </a:solidFill>
                <a:latin typeface="微软雅黑" pitchFamily="34" charset="-122"/>
                <a:ea typeface="微软雅黑" pitchFamily="34" charset="-122"/>
              </a:rPr>
              <a:t>9 </a:t>
            </a:r>
            <a:r>
              <a:rPr lang="zh-CN" altLang="en-US" sz="1100" b="1" dirty="0">
                <a:solidFill>
                  <a:srgbClr val="0070C0"/>
                </a:solidFill>
                <a:latin typeface="微软雅黑" pitchFamily="34" charset="-122"/>
                <a:ea typeface="微软雅黑" pitchFamily="34" charset="-122"/>
              </a:rPr>
              <a:t>版</a:t>
            </a:r>
            <a:r>
              <a:rPr lang="en-US" altLang="zh-CN" sz="1100" b="1" dirty="0">
                <a:solidFill>
                  <a:srgbClr val="0070C0"/>
                </a:solidFill>
                <a:latin typeface="微软雅黑" pitchFamily="34" charset="-122"/>
                <a:ea typeface="微软雅黑" pitchFamily="34" charset="-122"/>
              </a:rPr>
              <a:t>)</a:t>
            </a:r>
            <a:endParaRPr lang="fr-FR" sz="1100" b="1" dirty="0">
              <a:solidFill>
                <a:srgbClr val="0070C0"/>
              </a:solidFill>
              <a:latin typeface="微软雅黑" pitchFamily="34" charset="-122"/>
              <a:ea typeface="微软雅黑" pitchFamily="34" charset="-122"/>
            </a:endParaRPr>
          </a:p>
        </p:txBody>
      </p:sp>
      <p:sp>
        <p:nvSpPr>
          <p:cNvPr id="26" name="椭圆 25"/>
          <p:cNvSpPr/>
          <p:nvPr userDrawn="1"/>
        </p:nvSpPr>
        <p:spPr>
          <a:xfrm>
            <a:off x="2793115" y="259181"/>
            <a:ext cx="84698" cy="84698"/>
          </a:xfrm>
          <a:prstGeom prst="ellipse">
            <a:avLst/>
          </a:prstGeom>
          <a:solidFill>
            <a:schemeClr val="bg1"/>
          </a:solidFill>
          <a:ln w="12700" algn="ctr">
            <a:solidFill>
              <a:srgbClr val="00B050"/>
            </a:solidFill>
            <a:round/>
            <a:headEnd/>
            <a:tailEnd/>
          </a:ln>
        </p:spPr>
        <p:txBody>
          <a:bodyPr/>
          <a:lstStyle/>
          <a:p>
            <a:pPr lvl="0"/>
            <a:endParaRPr lang="zh-CN" altLang="en-US">
              <a:solidFill>
                <a:schemeClr val="tx1"/>
              </a:solidFill>
              <a:latin typeface="Arial" charset="0"/>
              <a:ea typeface="宋体" charset="-122"/>
            </a:endParaRPr>
          </a:p>
        </p:txBody>
      </p:sp>
      <p:sp>
        <p:nvSpPr>
          <p:cNvPr id="31" name="Line 3"/>
          <p:cNvSpPr>
            <a:spLocks noChangeShapeType="1"/>
          </p:cNvSpPr>
          <p:nvPr userDrawn="1"/>
        </p:nvSpPr>
        <p:spPr bwMode="auto">
          <a:xfrm>
            <a:off x="6489538" y="301530"/>
            <a:ext cx="2654461" cy="0"/>
          </a:xfrm>
          <a:prstGeom prst="line">
            <a:avLst/>
          </a:prstGeom>
          <a:noFill/>
          <a:ln w="12700" algn="ctr">
            <a:solidFill>
              <a:srgbClr val="00CC00"/>
            </a:solidFill>
            <a:round/>
            <a:headEnd/>
            <a:tailEnd/>
          </a:ln>
          <a:extLst>
            <a:ext uri="{909E8E84-426E-40DD-AFC4-6F175D3DCCD1}">
              <a14:hiddenFill xmlns:a14="http://schemas.microsoft.com/office/drawing/2010/main">
                <a:noFill/>
              </a14:hiddenFill>
            </a:ext>
          </a:extLst>
        </p:spPr>
        <p:txBody>
          <a:bodyPr/>
          <a:lstStyle/>
          <a:p>
            <a:pPr lvl="0"/>
            <a:endParaRPr lang="zh-CN" altLang="en-US"/>
          </a:p>
        </p:txBody>
      </p:sp>
      <p:sp>
        <p:nvSpPr>
          <p:cNvPr id="32" name="椭圆 31"/>
          <p:cNvSpPr/>
          <p:nvPr userDrawn="1"/>
        </p:nvSpPr>
        <p:spPr>
          <a:xfrm>
            <a:off x="6451323" y="259181"/>
            <a:ext cx="84698" cy="84698"/>
          </a:xfrm>
          <a:prstGeom prst="ellipse">
            <a:avLst/>
          </a:prstGeom>
          <a:solidFill>
            <a:schemeClr val="bg1"/>
          </a:solidFill>
          <a:ln w="12700" algn="ctr">
            <a:solidFill>
              <a:srgbClr val="00B050"/>
            </a:solidFill>
            <a:round/>
            <a:headEnd/>
            <a:tailEnd/>
          </a:ln>
        </p:spPr>
        <p:txBody>
          <a:bodyPr/>
          <a:lstStyle/>
          <a:p>
            <a:pPr lvl="0"/>
            <a:endParaRPr lang="zh-CN" altLang="en-US">
              <a:solidFill>
                <a:schemeClr val="tx1"/>
              </a:solidFill>
              <a:latin typeface="Arial" charset="0"/>
              <a:ea typeface="宋体" charset="-122"/>
            </a:endParaRPr>
          </a:p>
        </p:txBody>
      </p:sp>
      <p:pic>
        <p:nvPicPr>
          <p:cNvPr id="33" name="图片 32"/>
          <p:cNvPicPr>
            <a:picLocks noChangeAspect="1"/>
          </p:cNvPicPr>
          <p:nvPr userDrawn="1"/>
        </p:nvPicPr>
        <p:blipFill>
          <a:blip r:embed="rId16" cstate="print">
            <a:extLst>
              <a:ext uri="{28A0092B-C50C-407E-A947-70E740481C1C}">
                <a14:useLocalDpi xmlns:a14="http://schemas.microsoft.com/office/drawing/2010/main" val="0"/>
              </a:ext>
            </a:extLst>
          </a:blip>
          <a:stretch>
            <a:fillRect/>
          </a:stretch>
        </p:blipFill>
        <p:spPr>
          <a:xfrm>
            <a:off x="4388612" y="149234"/>
            <a:ext cx="358346" cy="458684"/>
          </a:xfrm>
          <a:prstGeom prst="rect">
            <a:avLst/>
          </a:prstGeom>
        </p:spPr>
      </p:pic>
    </p:spTree>
    <p:extLst>
      <p:ext uri="{BB962C8B-B14F-4D97-AF65-F5344CB8AC3E}">
        <p14:creationId xmlns:p14="http://schemas.microsoft.com/office/powerpoint/2010/main" val="69160236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7.jpeg"/><Relationship Id="rId7" Type="http://schemas.openxmlformats.org/officeDocument/2006/relationships/image" Target="../media/image10.png"/><Relationship Id="rId2" Type="http://schemas.openxmlformats.org/officeDocument/2006/relationships/notesSlide" Target="../notesSlides/notesSlide5.xml"/><Relationship Id="rId1" Type="http://schemas.openxmlformats.org/officeDocument/2006/relationships/slideLayout" Target="../slideLayouts/slideLayout2.xml"/><Relationship Id="rId6" Type="http://schemas.openxmlformats.org/officeDocument/2006/relationships/image" Target="../media/image9.wmf"/><Relationship Id="rId5" Type="http://schemas.openxmlformats.org/officeDocument/2006/relationships/image" Target="../media/image8.wmf"/><Relationship Id="rId4" Type="http://schemas.openxmlformats.org/officeDocument/2006/relationships/oleObject" Target="../embeddings/oleObject1.bin"/></Relationships>
</file>

<file path=ppt/slides/_rels/slide9.xml.rels><?xml version="1.0" encoding="UTF-8" standalone="yes"?>
<Relationships xmlns="http://schemas.openxmlformats.org/package/2006/relationships"><Relationship Id="rId3" Type="http://schemas.openxmlformats.org/officeDocument/2006/relationships/image" Target="../media/image7.jpeg"/><Relationship Id="rId7" Type="http://schemas.openxmlformats.org/officeDocument/2006/relationships/image" Target="../media/image10.png"/><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image" Target="../media/image9.wmf"/><Relationship Id="rId5" Type="http://schemas.openxmlformats.org/officeDocument/2006/relationships/image" Target="../media/image8.wmf"/><Relationship Id="rId4" Type="http://schemas.openxmlformats.org/officeDocument/2006/relationships/oleObject" Target="../embeddings/oleObject2.bin"/></Relationships>
</file>

<file path=ppt/slides/_rels/slide10.xml.rels><?xml version="1.0" encoding="UTF-8" standalone="yes"?>
<Relationships xmlns="http://schemas.openxmlformats.org/package/2006/relationships"><Relationship Id="rId3" Type="http://schemas.openxmlformats.org/officeDocument/2006/relationships/image" Target="../media/image7.jpeg"/><Relationship Id="rId7" Type="http://schemas.openxmlformats.org/officeDocument/2006/relationships/image" Target="../media/image10.png"/><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image" Target="../media/image9.wmf"/><Relationship Id="rId5" Type="http://schemas.openxmlformats.org/officeDocument/2006/relationships/image" Target="../media/image11.wmf"/><Relationship Id="rId4" Type="http://schemas.openxmlformats.org/officeDocument/2006/relationships/oleObject" Target="../embeddings/oleObject3.bin"/></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7.jpeg"/><Relationship Id="rId7" Type="http://schemas.openxmlformats.org/officeDocument/2006/relationships/image" Target="../media/image10.png"/><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image" Target="../media/image9.wmf"/><Relationship Id="rId5" Type="http://schemas.openxmlformats.org/officeDocument/2006/relationships/image" Target="../media/image11.wmf"/><Relationship Id="rId4" Type="http://schemas.openxmlformats.org/officeDocument/2006/relationships/oleObject" Target="../embeddings/oleObject4.bin"/></Relationships>
</file>

<file path=ppt/slides/_rels/slide13.xml.rels><?xml version="1.0" encoding="UTF-8" standalone="yes"?>
<Relationships xmlns="http://schemas.openxmlformats.org/package/2006/relationships"><Relationship Id="rId3" Type="http://schemas.openxmlformats.org/officeDocument/2006/relationships/image" Target="../media/image7.jpeg"/><Relationship Id="rId7" Type="http://schemas.openxmlformats.org/officeDocument/2006/relationships/image" Target="../media/image10.png"/><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image" Target="../media/image9.wmf"/><Relationship Id="rId5" Type="http://schemas.openxmlformats.org/officeDocument/2006/relationships/image" Target="../media/image11.wmf"/><Relationship Id="rId4" Type="http://schemas.openxmlformats.org/officeDocument/2006/relationships/oleObject" Target="../embeddings/oleObject5.bin"/></Relationships>
</file>

<file path=ppt/slides/_rels/slide14.xml.rels><?xml version="1.0" encoding="UTF-8" standalone="yes"?>
<Relationships xmlns="http://schemas.openxmlformats.org/package/2006/relationships"><Relationship Id="rId3" Type="http://schemas.openxmlformats.org/officeDocument/2006/relationships/image" Target="../media/image7.jpeg"/><Relationship Id="rId7" Type="http://schemas.openxmlformats.org/officeDocument/2006/relationships/image" Target="../media/image10.png"/><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image" Target="../media/image9.wmf"/><Relationship Id="rId5" Type="http://schemas.openxmlformats.org/officeDocument/2006/relationships/image" Target="../media/image11.wmf"/><Relationship Id="rId4" Type="http://schemas.openxmlformats.org/officeDocument/2006/relationships/oleObject" Target="../embeddings/oleObject6.bin"/></Relationships>
</file>

<file path=ppt/slides/_rels/slide15.xml.rels><?xml version="1.0" encoding="UTF-8" standalone="yes"?>
<Relationships xmlns="http://schemas.openxmlformats.org/package/2006/relationships"><Relationship Id="rId3" Type="http://schemas.openxmlformats.org/officeDocument/2006/relationships/image" Target="../media/image7.jpeg"/><Relationship Id="rId7" Type="http://schemas.openxmlformats.org/officeDocument/2006/relationships/image" Target="../media/image10.png"/><Relationship Id="rId2" Type="http://schemas.openxmlformats.org/officeDocument/2006/relationships/notesSlide" Target="../notesSlides/notesSlide12.xml"/><Relationship Id="rId1" Type="http://schemas.openxmlformats.org/officeDocument/2006/relationships/slideLayout" Target="../slideLayouts/slideLayout2.xml"/><Relationship Id="rId6" Type="http://schemas.openxmlformats.org/officeDocument/2006/relationships/image" Target="../media/image9.wmf"/><Relationship Id="rId5" Type="http://schemas.openxmlformats.org/officeDocument/2006/relationships/image" Target="../media/image11.wmf"/><Relationship Id="rId4" Type="http://schemas.openxmlformats.org/officeDocument/2006/relationships/oleObject" Target="../embeddings/oleObject7.bin"/></Relationships>
</file>

<file path=ppt/slides/_rels/slide16.xml.rels><?xml version="1.0" encoding="UTF-8" standalone="yes"?>
<Relationships xmlns="http://schemas.openxmlformats.org/package/2006/relationships"><Relationship Id="rId3" Type="http://schemas.openxmlformats.org/officeDocument/2006/relationships/image" Target="../media/image7.jpeg"/><Relationship Id="rId7" Type="http://schemas.openxmlformats.org/officeDocument/2006/relationships/image" Target="../media/image10.png"/><Relationship Id="rId2" Type="http://schemas.openxmlformats.org/officeDocument/2006/relationships/notesSlide" Target="../notesSlides/notesSlide13.xml"/><Relationship Id="rId1" Type="http://schemas.openxmlformats.org/officeDocument/2006/relationships/slideLayout" Target="../slideLayouts/slideLayout2.xml"/><Relationship Id="rId6" Type="http://schemas.openxmlformats.org/officeDocument/2006/relationships/image" Target="../media/image9.wmf"/><Relationship Id="rId5" Type="http://schemas.openxmlformats.org/officeDocument/2006/relationships/image" Target="../media/image8.wmf"/><Relationship Id="rId4" Type="http://schemas.openxmlformats.org/officeDocument/2006/relationships/oleObject" Target="../embeddings/oleObject8.bin"/></Relationships>
</file>

<file path=ppt/slides/_rels/slide17.xml.rels><?xml version="1.0" encoding="UTF-8" standalone="yes"?>
<Relationships xmlns="http://schemas.openxmlformats.org/package/2006/relationships"><Relationship Id="rId3" Type="http://schemas.openxmlformats.org/officeDocument/2006/relationships/image" Target="../media/image7.jpeg"/><Relationship Id="rId7" Type="http://schemas.openxmlformats.org/officeDocument/2006/relationships/image" Target="../media/image10.png"/><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image" Target="../media/image9.wmf"/><Relationship Id="rId5" Type="http://schemas.openxmlformats.org/officeDocument/2006/relationships/image" Target="../media/image11.wmf"/><Relationship Id="rId4" Type="http://schemas.openxmlformats.org/officeDocument/2006/relationships/oleObject" Target="../embeddings/oleObject9.bin"/></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16.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2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7.xml"/><Relationship Id="rId1" Type="http://schemas.openxmlformats.org/officeDocument/2006/relationships/slideLayout" Target="../slideLayouts/slideLayout2.xml"/><Relationship Id="rId4" Type="http://schemas.openxmlformats.org/officeDocument/2006/relationships/image" Target="../media/image7.jpe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7.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9.xml"/><Relationship Id="rId1" Type="http://schemas.openxmlformats.org/officeDocument/2006/relationships/slideLayout" Target="../slideLayouts/slideLayout2.xml"/><Relationship Id="rId4" Type="http://schemas.openxmlformats.org/officeDocument/2006/relationships/image" Target="../media/image15.wmf"/></Relationships>
</file>

<file path=ppt/slides/_rels/slide3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30.xml"/><Relationship Id="rId1" Type="http://schemas.openxmlformats.org/officeDocument/2006/relationships/slideLayout" Target="../slideLayouts/slideLayout2.xml"/><Relationship Id="rId4" Type="http://schemas.openxmlformats.org/officeDocument/2006/relationships/image" Target="../media/image15.wmf"/></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52.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57.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53.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58.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59.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55.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60.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64.xml"/><Relationship Id="rId1" Type="http://schemas.openxmlformats.org/officeDocument/2006/relationships/slideLayout" Target="../slideLayouts/slideLayout2.xml"/><Relationship Id="rId5" Type="http://schemas.openxmlformats.org/officeDocument/2006/relationships/image" Target="../media/image10.png"/><Relationship Id="rId4" Type="http://schemas.openxmlformats.org/officeDocument/2006/relationships/image" Target="../media/image16.wmf"/></Relationships>
</file>

<file path=ppt/slides/_rels/slide69.xml.rels><?xml version="1.0" encoding="UTF-8" standalone="yes"?>
<Relationships xmlns="http://schemas.openxmlformats.org/package/2006/relationships"><Relationship Id="rId3" Type="http://schemas.openxmlformats.org/officeDocument/2006/relationships/oleObject" Target="../embeddings/oleObject10.bin"/><Relationship Id="rId7" Type="http://schemas.openxmlformats.org/officeDocument/2006/relationships/image" Target="../media/image10.png"/><Relationship Id="rId2" Type="http://schemas.openxmlformats.org/officeDocument/2006/relationships/notesSlide" Target="../notesSlides/notesSlide65.xml"/><Relationship Id="rId1" Type="http://schemas.openxmlformats.org/officeDocument/2006/relationships/slideLayout" Target="../slideLayouts/slideLayout2.xml"/><Relationship Id="rId6" Type="http://schemas.openxmlformats.org/officeDocument/2006/relationships/image" Target="../media/image9.wmf"/><Relationship Id="rId5" Type="http://schemas.openxmlformats.org/officeDocument/2006/relationships/image" Target="../media/image7.jpeg"/><Relationship Id="rId4" Type="http://schemas.openxmlformats.org/officeDocument/2006/relationships/image" Target="../media/image8.wmf"/></Relationships>
</file>

<file path=ppt/slides/_rels/slide7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3" Type="http://schemas.openxmlformats.org/officeDocument/2006/relationships/image" Target="../media/image18.jpeg"/><Relationship Id="rId7" Type="http://schemas.openxmlformats.org/officeDocument/2006/relationships/oleObject" Target="../embeddings/oleObject12.bin"/><Relationship Id="rId2" Type="http://schemas.openxmlformats.org/officeDocument/2006/relationships/notesSlide" Target="../notesSlides/notesSlide71.xml"/><Relationship Id="rId1" Type="http://schemas.openxmlformats.org/officeDocument/2006/relationships/slideLayout" Target="../slideLayouts/slideLayout2.xml"/><Relationship Id="rId6" Type="http://schemas.openxmlformats.org/officeDocument/2006/relationships/image" Target="../media/image20.jpeg"/><Relationship Id="rId5" Type="http://schemas.openxmlformats.org/officeDocument/2006/relationships/image" Target="../media/image19.wmf"/><Relationship Id="rId4" Type="http://schemas.openxmlformats.org/officeDocument/2006/relationships/oleObject" Target="../embeddings/oleObject11.bin"/></Relationships>
</file>

<file path=ppt/slides/_rels/slide92.xml.rels><?xml version="1.0" encoding="UTF-8" standalone="yes"?>
<Relationships xmlns="http://schemas.openxmlformats.org/package/2006/relationships"><Relationship Id="rId3" Type="http://schemas.openxmlformats.org/officeDocument/2006/relationships/image" Target="../media/image18.jpeg"/><Relationship Id="rId7" Type="http://schemas.openxmlformats.org/officeDocument/2006/relationships/oleObject" Target="../embeddings/oleObject12.bin"/><Relationship Id="rId2" Type="http://schemas.openxmlformats.org/officeDocument/2006/relationships/notesSlide" Target="../notesSlides/notesSlide72.xml"/><Relationship Id="rId1" Type="http://schemas.openxmlformats.org/officeDocument/2006/relationships/slideLayout" Target="../slideLayouts/slideLayout2.xml"/><Relationship Id="rId6" Type="http://schemas.openxmlformats.org/officeDocument/2006/relationships/image" Target="../media/image20.jpeg"/><Relationship Id="rId5" Type="http://schemas.openxmlformats.org/officeDocument/2006/relationships/image" Target="../media/image19.wmf"/><Relationship Id="rId4" Type="http://schemas.openxmlformats.org/officeDocument/2006/relationships/oleObject" Target="../embeddings/oleObject11.bin"/></Relationships>
</file>

<file path=ppt/slides/_rels/slide93.xml.rels><?xml version="1.0" encoding="UTF-8" standalone="yes"?>
<Relationships xmlns="http://schemas.openxmlformats.org/package/2006/relationships"><Relationship Id="rId3" Type="http://schemas.openxmlformats.org/officeDocument/2006/relationships/image" Target="../media/image18.jpeg"/><Relationship Id="rId7" Type="http://schemas.openxmlformats.org/officeDocument/2006/relationships/oleObject" Target="../embeddings/oleObject12.bin"/><Relationship Id="rId2" Type="http://schemas.openxmlformats.org/officeDocument/2006/relationships/notesSlide" Target="../notesSlides/notesSlide73.xml"/><Relationship Id="rId1" Type="http://schemas.openxmlformats.org/officeDocument/2006/relationships/slideLayout" Target="../slideLayouts/slideLayout2.xml"/><Relationship Id="rId6" Type="http://schemas.openxmlformats.org/officeDocument/2006/relationships/image" Target="../media/image20.jpeg"/><Relationship Id="rId5" Type="http://schemas.openxmlformats.org/officeDocument/2006/relationships/image" Target="../media/image19.wmf"/><Relationship Id="rId4" Type="http://schemas.openxmlformats.org/officeDocument/2006/relationships/oleObject" Target="../embeddings/oleObject11.bin"/></Relationships>
</file>

<file path=ppt/slides/_rels/slide94.xml.rels><?xml version="1.0" encoding="UTF-8" standalone="yes"?>
<Relationships xmlns="http://schemas.openxmlformats.org/package/2006/relationships"><Relationship Id="rId3" Type="http://schemas.openxmlformats.org/officeDocument/2006/relationships/image" Target="../media/image18.jpeg"/><Relationship Id="rId7" Type="http://schemas.openxmlformats.org/officeDocument/2006/relationships/oleObject" Target="../embeddings/oleObject12.bin"/><Relationship Id="rId2" Type="http://schemas.openxmlformats.org/officeDocument/2006/relationships/notesSlide" Target="../notesSlides/notesSlide74.xml"/><Relationship Id="rId1" Type="http://schemas.openxmlformats.org/officeDocument/2006/relationships/slideLayout" Target="../slideLayouts/slideLayout2.xml"/><Relationship Id="rId6" Type="http://schemas.openxmlformats.org/officeDocument/2006/relationships/image" Target="../media/image20.jpeg"/><Relationship Id="rId5" Type="http://schemas.openxmlformats.org/officeDocument/2006/relationships/image" Target="../media/image19.wmf"/><Relationship Id="rId4" Type="http://schemas.openxmlformats.org/officeDocument/2006/relationships/oleObject" Target="../embeddings/oleObject11.bin"/></Relationships>
</file>

<file path=ppt/slides/_rels/slide95.xml.rels><?xml version="1.0" encoding="UTF-8" standalone="yes"?>
<Relationships xmlns="http://schemas.openxmlformats.org/package/2006/relationships"><Relationship Id="rId3" Type="http://schemas.openxmlformats.org/officeDocument/2006/relationships/image" Target="../media/image18.jpeg"/><Relationship Id="rId7" Type="http://schemas.openxmlformats.org/officeDocument/2006/relationships/oleObject" Target="../embeddings/oleObject12.bin"/><Relationship Id="rId2" Type="http://schemas.openxmlformats.org/officeDocument/2006/relationships/notesSlide" Target="../notesSlides/notesSlide75.xml"/><Relationship Id="rId1" Type="http://schemas.openxmlformats.org/officeDocument/2006/relationships/slideLayout" Target="../slideLayouts/slideLayout2.xml"/><Relationship Id="rId6" Type="http://schemas.openxmlformats.org/officeDocument/2006/relationships/image" Target="../media/image20.jpeg"/><Relationship Id="rId5" Type="http://schemas.openxmlformats.org/officeDocument/2006/relationships/image" Target="../media/image19.wmf"/><Relationship Id="rId4" Type="http://schemas.openxmlformats.org/officeDocument/2006/relationships/oleObject" Target="../embeddings/oleObject11.bin"/></Relationships>
</file>

<file path=ppt/slides/_rels/slide96.xml.rels><?xml version="1.0" encoding="UTF-8" standalone="yes"?>
<Relationships xmlns="http://schemas.openxmlformats.org/package/2006/relationships"><Relationship Id="rId8" Type="http://schemas.openxmlformats.org/officeDocument/2006/relationships/image" Target="../media/image19.wmf"/><Relationship Id="rId3" Type="http://schemas.openxmlformats.org/officeDocument/2006/relationships/image" Target="../media/image18.jpeg"/><Relationship Id="rId7" Type="http://schemas.openxmlformats.org/officeDocument/2006/relationships/oleObject" Target="../embeddings/oleObject14.bin"/><Relationship Id="rId2" Type="http://schemas.openxmlformats.org/officeDocument/2006/relationships/notesSlide" Target="../notesSlides/notesSlide76.xml"/><Relationship Id="rId1" Type="http://schemas.openxmlformats.org/officeDocument/2006/relationships/slideLayout" Target="../slideLayouts/slideLayout2.xml"/><Relationship Id="rId6" Type="http://schemas.openxmlformats.org/officeDocument/2006/relationships/image" Target="../media/image20.jpeg"/><Relationship Id="rId11" Type="http://schemas.openxmlformats.org/officeDocument/2006/relationships/image" Target="../media/image8.wmf"/><Relationship Id="rId5" Type="http://schemas.openxmlformats.org/officeDocument/2006/relationships/image" Target="../media/image21.wmf"/><Relationship Id="rId10" Type="http://schemas.openxmlformats.org/officeDocument/2006/relationships/oleObject" Target="../embeddings/oleObject15.bin"/><Relationship Id="rId4" Type="http://schemas.openxmlformats.org/officeDocument/2006/relationships/oleObject" Target="../embeddings/oleObject13.bin"/><Relationship Id="rId9" Type="http://schemas.openxmlformats.org/officeDocument/2006/relationships/image" Target="../media/image9.wmf"/></Relationships>
</file>

<file path=ppt/slides/_rels/slide97.xml.rels><?xml version="1.0" encoding="UTF-8" standalone="yes"?>
<Relationships xmlns="http://schemas.openxmlformats.org/package/2006/relationships"><Relationship Id="rId8" Type="http://schemas.openxmlformats.org/officeDocument/2006/relationships/image" Target="../media/image19.wmf"/><Relationship Id="rId3" Type="http://schemas.openxmlformats.org/officeDocument/2006/relationships/image" Target="../media/image18.jpeg"/><Relationship Id="rId7" Type="http://schemas.openxmlformats.org/officeDocument/2006/relationships/oleObject" Target="../embeddings/oleObject14.bin"/><Relationship Id="rId2" Type="http://schemas.openxmlformats.org/officeDocument/2006/relationships/notesSlide" Target="../notesSlides/notesSlide77.xml"/><Relationship Id="rId1" Type="http://schemas.openxmlformats.org/officeDocument/2006/relationships/slideLayout" Target="../slideLayouts/slideLayout2.xml"/><Relationship Id="rId6" Type="http://schemas.openxmlformats.org/officeDocument/2006/relationships/image" Target="../media/image20.jpeg"/><Relationship Id="rId11" Type="http://schemas.openxmlformats.org/officeDocument/2006/relationships/image" Target="../media/image8.wmf"/><Relationship Id="rId5" Type="http://schemas.openxmlformats.org/officeDocument/2006/relationships/image" Target="../media/image21.wmf"/><Relationship Id="rId10" Type="http://schemas.openxmlformats.org/officeDocument/2006/relationships/oleObject" Target="../embeddings/oleObject15.bin"/><Relationship Id="rId4" Type="http://schemas.openxmlformats.org/officeDocument/2006/relationships/oleObject" Target="../embeddings/oleObject13.bin"/><Relationship Id="rId9" Type="http://schemas.openxmlformats.org/officeDocument/2006/relationships/image" Target="../media/image9.wmf"/></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8" Type="http://schemas.openxmlformats.org/officeDocument/2006/relationships/image" Target="../media/image9.wmf"/><Relationship Id="rId3" Type="http://schemas.openxmlformats.org/officeDocument/2006/relationships/image" Target="../media/image20.jpeg"/><Relationship Id="rId7" Type="http://schemas.openxmlformats.org/officeDocument/2006/relationships/oleObject" Target="../embeddings/oleObject17.bin"/><Relationship Id="rId2" Type="http://schemas.openxmlformats.org/officeDocument/2006/relationships/notesSlide" Target="../notesSlides/notesSlide78.xml"/><Relationship Id="rId1" Type="http://schemas.openxmlformats.org/officeDocument/2006/relationships/slideLayout" Target="../slideLayouts/slideLayout2.xml"/><Relationship Id="rId6" Type="http://schemas.openxmlformats.org/officeDocument/2006/relationships/image" Target="../media/image19.wmf"/><Relationship Id="rId5" Type="http://schemas.openxmlformats.org/officeDocument/2006/relationships/oleObject" Target="../embeddings/oleObject16.bin"/><Relationship Id="rId10" Type="http://schemas.openxmlformats.org/officeDocument/2006/relationships/image" Target="../media/image11.wmf"/><Relationship Id="rId4" Type="http://schemas.openxmlformats.org/officeDocument/2006/relationships/image" Target="../media/image18.jpeg"/><Relationship Id="rId9" Type="http://schemas.openxmlformats.org/officeDocument/2006/relationships/oleObject" Target="../embeddings/oleObject18.bin"/></Relationships>
</file>

<file path=ppt/slides/_rels/slide100.xml.rels><?xml version="1.0" encoding="UTF-8" standalone="yes"?>
<Relationships xmlns="http://schemas.openxmlformats.org/package/2006/relationships"><Relationship Id="rId8" Type="http://schemas.openxmlformats.org/officeDocument/2006/relationships/image" Target="../media/image9.wmf"/><Relationship Id="rId3" Type="http://schemas.openxmlformats.org/officeDocument/2006/relationships/image" Target="../media/image20.jpeg"/><Relationship Id="rId7" Type="http://schemas.openxmlformats.org/officeDocument/2006/relationships/oleObject" Target="../embeddings/oleObject17.bin"/><Relationship Id="rId2" Type="http://schemas.openxmlformats.org/officeDocument/2006/relationships/notesSlide" Target="../notesSlides/notesSlide79.xml"/><Relationship Id="rId1" Type="http://schemas.openxmlformats.org/officeDocument/2006/relationships/slideLayout" Target="../slideLayouts/slideLayout2.xml"/><Relationship Id="rId6" Type="http://schemas.openxmlformats.org/officeDocument/2006/relationships/image" Target="../media/image19.wmf"/><Relationship Id="rId5" Type="http://schemas.openxmlformats.org/officeDocument/2006/relationships/oleObject" Target="../embeddings/oleObject16.bin"/><Relationship Id="rId10" Type="http://schemas.openxmlformats.org/officeDocument/2006/relationships/image" Target="../media/image11.wmf"/><Relationship Id="rId4" Type="http://schemas.openxmlformats.org/officeDocument/2006/relationships/image" Target="../media/image18.jpeg"/><Relationship Id="rId9" Type="http://schemas.openxmlformats.org/officeDocument/2006/relationships/oleObject" Target="../embeddings/oleObject18.bin"/></Relationships>
</file>

<file path=ppt/slides/_rels/slide101.xml.rels><?xml version="1.0" encoding="UTF-8" standalone="yes"?>
<Relationships xmlns="http://schemas.openxmlformats.org/package/2006/relationships"><Relationship Id="rId8" Type="http://schemas.openxmlformats.org/officeDocument/2006/relationships/image" Target="../media/image9.wmf"/><Relationship Id="rId3" Type="http://schemas.openxmlformats.org/officeDocument/2006/relationships/image" Target="../media/image20.jpeg"/><Relationship Id="rId7" Type="http://schemas.openxmlformats.org/officeDocument/2006/relationships/oleObject" Target="../embeddings/oleObject17.bin"/><Relationship Id="rId2" Type="http://schemas.openxmlformats.org/officeDocument/2006/relationships/notesSlide" Target="../notesSlides/notesSlide80.xml"/><Relationship Id="rId1" Type="http://schemas.openxmlformats.org/officeDocument/2006/relationships/slideLayout" Target="../slideLayouts/slideLayout2.xml"/><Relationship Id="rId6" Type="http://schemas.openxmlformats.org/officeDocument/2006/relationships/image" Target="../media/image19.wmf"/><Relationship Id="rId5" Type="http://schemas.openxmlformats.org/officeDocument/2006/relationships/oleObject" Target="../embeddings/oleObject16.bin"/><Relationship Id="rId10" Type="http://schemas.openxmlformats.org/officeDocument/2006/relationships/image" Target="../media/image11.wmf"/><Relationship Id="rId4" Type="http://schemas.openxmlformats.org/officeDocument/2006/relationships/image" Target="../media/image18.jpeg"/><Relationship Id="rId9" Type="http://schemas.openxmlformats.org/officeDocument/2006/relationships/oleObject" Target="../embeddings/oleObject18.bin"/></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3" Type="http://schemas.openxmlformats.org/officeDocument/2006/relationships/image" Target="../media/image22.jpeg"/><Relationship Id="rId7" Type="http://schemas.openxmlformats.org/officeDocument/2006/relationships/image" Target="../media/image11.wmf"/><Relationship Id="rId2" Type="http://schemas.openxmlformats.org/officeDocument/2006/relationships/notesSlide" Target="../notesSlides/notesSlide83.xml"/><Relationship Id="rId1" Type="http://schemas.openxmlformats.org/officeDocument/2006/relationships/slideLayout" Target="../slideLayouts/slideLayout2.xml"/><Relationship Id="rId6" Type="http://schemas.openxmlformats.org/officeDocument/2006/relationships/oleObject" Target="../embeddings/oleObject20.bin"/><Relationship Id="rId5" Type="http://schemas.openxmlformats.org/officeDocument/2006/relationships/image" Target="../media/image19.wmf"/><Relationship Id="rId4" Type="http://schemas.openxmlformats.org/officeDocument/2006/relationships/oleObject" Target="../embeddings/oleObject19.bin"/></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3" Type="http://schemas.openxmlformats.org/officeDocument/2006/relationships/image" Target="../media/image22.jpeg"/><Relationship Id="rId7" Type="http://schemas.openxmlformats.org/officeDocument/2006/relationships/image" Target="../media/image11.wmf"/><Relationship Id="rId2" Type="http://schemas.openxmlformats.org/officeDocument/2006/relationships/notesSlide" Target="../notesSlides/notesSlide86.xml"/><Relationship Id="rId1" Type="http://schemas.openxmlformats.org/officeDocument/2006/relationships/slideLayout" Target="../slideLayouts/slideLayout2.xml"/><Relationship Id="rId6" Type="http://schemas.openxmlformats.org/officeDocument/2006/relationships/oleObject" Target="../embeddings/oleObject20.bin"/><Relationship Id="rId5" Type="http://schemas.openxmlformats.org/officeDocument/2006/relationships/image" Target="../media/image19.wmf"/><Relationship Id="rId4" Type="http://schemas.openxmlformats.org/officeDocument/2006/relationships/oleObject" Target="../embeddings/oleObject19.bin"/></Relationships>
</file>

<file path=ppt/slides/_rels/slide109.xml.rels><?xml version="1.0" encoding="UTF-8" standalone="yes"?>
<Relationships xmlns="http://schemas.openxmlformats.org/package/2006/relationships"><Relationship Id="rId3" Type="http://schemas.openxmlformats.org/officeDocument/2006/relationships/image" Target="../media/image22.jpeg"/><Relationship Id="rId7" Type="http://schemas.openxmlformats.org/officeDocument/2006/relationships/image" Target="../media/image11.wmf"/><Relationship Id="rId2" Type="http://schemas.openxmlformats.org/officeDocument/2006/relationships/notesSlide" Target="../notesSlides/notesSlide87.xml"/><Relationship Id="rId1" Type="http://schemas.openxmlformats.org/officeDocument/2006/relationships/slideLayout" Target="../slideLayouts/slideLayout2.xml"/><Relationship Id="rId6" Type="http://schemas.openxmlformats.org/officeDocument/2006/relationships/oleObject" Target="../embeddings/oleObject20.bin"/><Relationship Id="rId5" Type="http://schemas.openxmlformats.org/officeDocument/2006/relationships/image" Target="../media/image19.wmf"/><Relationship Id="rId4" Type="http://schemas.openxmlformats.org/officeDocument/2006/relationships/oleObject" Target="../embeddings/oleObject19.bin"/></Relationships>
</file>

<file path=ppt/slides/_rels/slide110.xml.rels><?xml version="1.0" encoding="UTF-8" standalone="yes"?>
<Relationships xmlns="http://schemas.openxmlformats.org/package/2006/relationships"><Relationship Id="rId3" Type="http://schemas.openxmlformats.org/officeDocument/2006/relationships/image" Target="../media/image22.jpeg"/><Relationship Id="rId7" Type="http://schemas.openxmlformats.org/officeDocument/2006/relationships/image" Target="../media/image11.wmf"/><Relationship Id="rId2" Type="http://schemas.openxmlformats.org/officeDocument/2006/relationships/notesSlide" Target="../notesSlides/notesSlide88.xml"/><Relationship Id="rId1" Type="http://schemas.openxmlformats.org/officeDocument/2006/relationships/slideLayout" Target="../slideLayouts/slideLayout2.xml"/><Relationship Id="rId6" Type="http://schemas.openxmlformats.org/officeDocument/2006/relationships/oleObject" Target="../embeddings/oleObject20.bin"/><Relationship Id="rId5" Type="http://schemas.openxmlformats.org/officeDocument/2006/relationships/image" Target="../media/image19.wmf"/><Relationship Id="rId4" Type="http://schemas.openxmlformats.org/officeDocument/2006/relationships/oleObject" Target="../embeddings/oleObject19.bin"/></Relationships>
</file>

<file path=ppt/slides/_rels/slide111.xml.rels><?xml version="1.0" encoding="UTF-8" standalone="yes"?>
<Relationships xmlns="http://schemas.openxmlformats.org/package/2006/relationships"><Relationship Id="rId3" Type="http://schemas.openxmlformats.org/officeDocument/2006/relationships/image" Target="../media/image22.jpeg"/><Relationship Id="rId7" Type="http://schemas.openxmlformats.org/officeDocument/2006/relationships/image" Target="../media/image11.wmf"/><Relationship Id="rId2" Type="http://schemas.openxmlformats.org/officeDocument/2006/relationships/notesSlide" Target="../notesSlides/notesSlide89.xml"/><Relationship Id="rId1" Type="http://schemas.openxmlformats.org/officeDocument/2006/relationships/slideLayout" Target="../slideLayouts/slideLayout2.xml"/><Relationship Id="rId6" Type="http://schemas.openxmlformats.org/officeDocument/2006/relationships/oleObject" Target="../embeddings/oleObject20.bin"/><Relationship Id="rId5" Type="http://schemas.openxmlformats.org/officeDocument/2006/relationships/image" Target="../media/image19.wmf"/><Relationship Id="rId4" Type="http://schemas.openxmlformats.org/officeDocument/2006/relationships/oleObject" Target="../embeddings/oleObject19.bin"/></Relationships>
</file>

<file path=ppt/slides/_rels/slide112.xml.rels><?xml version="1.0" encoding="UTF-8" standalone="yes"?>
<Relationships xmlns="http://schemas.openxmlformats.org/package/2006/relationships"><Relationship Id="rId3" Type="http://schemas.openxmlformats.org/officeDocument/2006/relationships/image" Target="../media/image22.jpeg"/><Relationship Id="rId7" Type="http://schemas.openxmlformats.org/officeDocument/2006/relationships/image" Target="../media/image11.wmf"/><Relationship Id="rId2" Type="http://schemas.openxmlformats.org/officeDocument/2006/relationships/notesSlide" Target="../notesSlides/notesSlide90.xml"/><Relationship Id="rId1" Type="http://schemas.openxmlformats.org/officeDocument/2006/relationships/slideLayout" Target="../slideLayouts/slideLayout2.xml"/><Relationship Id="rId6" Type="http://schemas.openxmlformats.org/officeDocument/2006/relationships/oleObject" Target="../embeddings/oleObject20.bin"/><Relationship Id="rId5" Type="http://schemas.openxmlformats.org/officeDocument/2006/relationships/image" Target="../media/image19.wmf"/><Relationship Id="rId4" Type="http://schemas.openxmlformats.org/officeDocument/2006/relationships/oleObject" Target="../embeddings/oleObject19.bin"/></Relationships>
</file>

<file path=ppt/slides/_rels/slide113.xml.rels><?xml version="1.0" encoding="UTF-8" standalone="yes"?>
<Relationships xmlns="http://schemas.openxmlformats.org/package/2006/relationships"><Relationship Id="rId3" Type="http://schemas.openxmlformats.org/officeDocument/2006/relationships/image" Target="../media/image22.jpeg"/><Relationship Id="rId7" Type="http://schemas.openxmlformats.org/officeDocument/2006/relationships/image" Target="../media/image11.wmf"/><Relationship Id="rId2" Type="http://schemas.openxmlformats.org/officeDocument/2006/relationships/notesSlide" Target="../notesSlides/notesSlide91.xml"/><Relationship Id="rId1" Type="http://schemas.openxmlformats.org/officeDocument/2006/relationships/slideLayout" Target="../slideLayouts/slideLayout2.xml"/><Relationship Id="rId6" Type="http://schemas.openxmlformats.org/officeDocument/2006/relationships/oleObject" Target="../embeddings/oleObject20.bin"/><Relationship Id="rId5" Type="http://schemas.openxmlformats.org/officeDocument/2006/relationships/image" Target="../media/image19.wmf"/><Relationship Id="rId4" Type="http://schemas.openxmlformats.org/officeDocument/2006/relationships/oleObject" Target="../embeddings/oleObject19.bin"/></Relationships>
</file>

<file path=ppt/slides/_rels/slide114.xml.rels><?xml version="1.0" encoding="UTF-8" standalone="yes"?>
<Relationships xmlns="http://schemas.openxmlformats.org/package/2006/relationships"><Relationship Id="rId3" Type="http://schemas.openxmlformats.org/officeDocument/2006/relationships/image" Target="../media/image22.jpeg"/><Relationship Id="rId7" Type="http://schemas.openxmlformats.org/officeDocument/2006/relationships/image" Target="../media/image11.wmf"/><Relationship Id="rId2" Type="http://schemas.openxmlformats.org/officeDocument/2006/relationships/notesSlide" Target="../notesSlides/notesSlide92.xml"/><Relationship Id="rId1" Type="http://schemas.openxmlformats.org/officeDocument/2006/relationships/slideLayout" Target="../slideLayouts/slideLayout2.xml"/><Relationship Id="rId6" Type="http://schemas.openxmlformats.org/officeDocument/2006/relationships/oleObject" Target="../embeddings/oleObject20.bin"/><Relationship Id="rId5" Type="http://schemas.openxmlformats.org/officeDocument/2006/relationships/image" Target="../media/image19.wmf"/><Relationship Id="rId4" Type="http://schemas.openxmlformats.org/officeDocument/2006/relationships/oleObject" Target="../embeddings/oleObject19.bin"/></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02.xml"/><Relationship Id="rId1" Type="http://schemas.openxmlformats.org/officeDocument/2006/relationships/slideLayout" Target="../slideLayouts/slideLayout2.xml"/><Relationship Id="rId5" Type="http://schemas.openxmlformats.org/officeDocument/2006/relationships/image" Target="../media/image25.png"/><Relationship Id="rId4" Type="http://schemas.openxmlformats.org/officeDocument/2006/relationships/image" Target="../media/image24.png"/></Relationships>
</file>

<file path=ppt/slides/_rels/slide155.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03.xml"/><Relationship Id="rId1" Type="http://schemas.openxmlformats.org/officeDocument/2006/relationships/slideLayout" Target="../slideLayouts/slideLayout2.xml"/><Relationship Id="rId5" Type="http://schemas.openxmlformats.org/officeDocument/2006/relationships/image" Target="../media/image25.png"/><Relationship Id="rId4" Type="http://schemas.openxmlformats.org/officeDocument/2006/relationships/image" Target="../media/image24.png"/></Relationships>
</file>

<file path=ppt/slides/_rels/slide156.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04.xml"/><Relationship Id="rId1" Type="http://schemas.openxmlformats.org/officeDocument/2006/relationships/slideLayout" Target="../slideLayouts/slideLayout2.xml"/><Relationship Id="rId5" Type="http://schemas.openxmlformats.org/officeDocument/2006/relationships/image" Target="../media/image25.png"/><Relationship Id="rId4" Type="http://schemas.openxmlformats.org/officeDocument/2006/relationships/image" Target="../media/image24.png"/></Relationships>
</file>

<file path=ppt/slides/_rels/slide157.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05.xml"/><Relationship Id="rId1" Type="http://schemas.openxmlformats.org/officeDocument/2006/relationships/slideLayout" Target="../slideLayouts/slideLayout2.xml"/><Relationship Id="rId5" Type="http://schemas.openxmlformats.org/officeDocument/2006/relationships/image" Target="../media/image25.png"/><Relationship Id="rId4" Type="http://schemas.openxmlformats.org/officeDocument/2006/relationships/image" Target="../media/image24.png"/></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08.xml"/><Relationship Id="rId1" Type="http://schemas.openxmlformats.org/officeDocument/2006/relationships/slideLayout" Target="../slideLayouts/slideLayout2.xml"/><Relationship Id="rId5" Type="http://schemas.openxmlformats.org/officeDocument/2006/relationships/image" Target="../media/image25.png"/><Relationship Id="rId4" Type="http://schemas.openxmlformats.org/officeDocument/2006/relationships/image" Target="../media/image24.png"/></Relationships>
</file>

<file path=ppt/slides/_rels/slide161.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09.xml"/><Relationship Id="rId1" Type="http://schemas.openxmlformats.org/officeDocument/2006/relationships/slideLayout" Target="../slideLayouts/slideLayout2.xml"/><Relationship Id="rId5" Type="http://schemas.openxmlformats.org/officeDocument/2006/relationships/image" Target="../media/image25.png"/><Relationship Id="rId4" Type="http://schemas.openxmlformats.org/officeDocument/2006/relationships/image" Target="../media/image24.png"/></Relationships>
</file>

<file path=ppt/slides/_rels/slide162.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10.xml"/><Relationship Id="rId1" Type="http://schemas.openxmlformats.org/officeDocument/2006/relationships/slideLayout" Target="../slideLayouts/slideLayout2.xml"/><Relationship Id="rId5" Type="http://schemas.openxmlformats.org/officeDocument/2006/relationships/image" Target="../media/image25.png"/><Relationship Id="rId4" Type="http://schemas.openxmlformats.org/officeDocument/2006/relationships/image" Target="../media/image24.png"/></Relationships>
</file>

<file path=ppt/slides/_rels/slide163.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11.xml"/><Relationship Id="rId1" Type="http://schemas.openxmlformats.org/officeDocument/2006/relationships/slideLayout" Target="../slideLayouts/slideLayout2.xml"/><Relationship Id="rId5" Type="http://schemas.openxmlformats.org/officeDocument/2006/relationships/image" Target="../media/image25.png"/><Relationship Id="rId4" Type="http://schemas.openxmlformats.org/officeDocument/2006/relationships/image" Target="../media/image24.png"/></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14.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16.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69.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17.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70.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18.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71.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19.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72.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20.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73.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21.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74.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22.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7" name="矩形 6"/>
          <p:cNvSpPr/>
          <p:nvPr/>
        </p:nvSpPr>
        <p:spPr>
          <a:xfrm>
            <a:off x="4240934" y="1943628"/>
            <a:ext cx="3986989" cy="1785104"/>
          </a:xfrm>
          <a:prstGeom prst="rect">
            <a:avLst/>
          </a:prstGeom>
        </p:spPr>
        <p:txBody>
          <a:bodyPr wrap="none">
            <a:spAutoFit/>
          </a:bodyPr>
          <a:lstStyle/>
          <a:p>
            <a:pPr algn="ctr" eaLnBrk="0" hangingPunct="0"/>
            <a:r>
              <a:rPr lang="zh-CN" altLang="en-US" sz="5500" b="1" dirty="0">
                <a:solidFill>
                  <a:schemeClr val="bg1"/>
                </a:solidFill>
                <a:latin typeface="微软雅黑" pitchFamily="34" charset="-122"/>
                <a:ea typeface="微软雅黑" pitchFamily="34" charset="-122"/>
              </a:rPr>
              <a:t>无</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线</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网</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络</a:t>
            </a:r>
            <a:endParaRPr lang="en-US" altLang="zh-CN" sz="5500" b="1" dirty="0">
              <a:solidFill>
                <a:schemeClr val="bg1"/>
              </a:solidFill>
              <a:latin typeface="微软雅黑" pitchFamily="34" charset="-122"/>
              <a:ea typeface="微软雅黑" pitchFamily="34" charset="-122"/>
            </a:endParaRPr>
          </a:p>
          <a:p>
            <a:pPr algn="ctr" eaLnBrk="0" hangingPunct="0"/>
            <a:r>
              <a:rPr lang="zh-CN" altLang="en-US" sz="5500" b="1" dirty="0">
                <a:solidFill>
                  <a:schemeClr val="bg1"/>
                </a:solidFill>
                <a:latin typeface="微软雅黑" pitchFamily="34" charset="-122"/>
                <a:ea typeface="微软雅黑" pitchFamily="34" charset="-122"/>
              </a:rPr>
              <a:t>和</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移</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动</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网</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络</a:t>
            </a:r>
            <a:endParaRPr lang="fr-FR" altLang="zh-CN" sz="5500" b="1" dirty="0">
              <a:solidFill>
                <a:schemeClr val="bg1"/>
              </a:solidFill>
              <a:latin typeface="微软雅黑" pitchFamily="34" charset="-122"/>
              <a:ea typeface="微软雅黑" pitchFamily="34" charset="-122"/>
            </a:endParaRPr>
          </a:p>
        </p:txBody>
      </p:sp>
      <p:sp>
        <p:nvSpPr>
          <p:cNvPr id="8" name="矩形 7"/>
          <p:cNvSpPr/>
          <p:nvPr/>
        </p:nvSpPr>
        <p:spPr>
          <a:xfrm>
            <a:off x="5565012" y="1461010"/>
            <a:ext cx="1338828" cy="523220"/>
          </a:xfrm>
          <a:prstGeom prst="rect">
            <a:avLst/>
          </a:prstGeom>
        </p:spPr>
        <p:txBody>
          <a:bodyPr wrap="none">
            <a:spAutoFit/>
          </a:bodyPr>
          <a:lstStyle/>
          <a:p>
            <a:pPr algn="ctr" eaLnBrk="0" hangingPunct="0"/>
            <a:r>
              <a:rPr lang="fr-FR" altLang="zh-CN" sz="2800" b="1" dirty="0">
                <a:solidFill>
                  <a:schemeClr val="bg1"/>
                </a:solidFill>
                <a:latin typeface="微软雅黑" pitchFamily="34" charset="-122"/>
                <a:ea typeface="微软雅黑" pitchFamily="34" charset="-122"/>
              </a:rPr>
              <a:t>第 </a:t>
            </a:r>
            <a:r>
              <a:rPr lang="en-US" altLang="zh-CN" sz="2800" b="1" dirty="0">
                <a:solidFill>
                  <a:schemeClr val="bg1"/>
                </a:solidFill>
                <a:latin typeface="微软雅黑" pitchFamily="34" charset="-122"/>
                <a:ea typeface="微软雅黑" pitchFamily="34" charset="-122"/>
              </a:rPr>
              <a:t>8</a:t>
            </a:r>
            <a:r>
              <a:rPr lang="fr-FR" altLang="zh-CN" sz="2800" b="1" dirty="0">
                <a:solidFill>
                  <a:schemeClr val="bg1"/>
                </a:solidFill>
                <a:latin typeface="微软雅黑" pitchFamily="34" charset="-122"/>
                <a:ea typeface="微软雅黑" pitchFamily="34" charset="-122"/>
              </a:rPr>
              <a:t> 章</a:t>
            </a:r>
          </a:p>
        </p:txBody>
      </p:sp>
      <p:sp>
        <p:nvSpPr>
          <p:cNvPr id="11" name="Rectangle 4"/>
          <p:cNvSpPr>
            <a:spLocks noChangeArrowheads="1"/>
          </p:cNvSpPr>
          <p:nvPr/>
        </p:nvSpPr>
        <p:spPr bwMode="auto">
          <a:xfrm>
            <a:off x="399865" y="2583673"/>
            <a:ext cx="1859452"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sz="1200" b="1" dirty="0">
                <a:solidFill>
                  <a:srgbClr val="00B0F0"/>
                </a:solidFill>
                <a:latin typeface="微软雅黑" pitchFamily="34" charset="-122"/>
                <a:ea typeface="微软雅黑" pitchFamily="34" charset="-122"/>
              </a:rPr>
              <a:t>谢希仁 </a:t>
            </a:r>
            <a:r>
              <a:rPr lang="zh-CN" altLang="en-US" sz="1200" b="1" dirty="0">
                <a:solidFill>
                  <a:srgbClr val="00B0F0"/>
                </a:solidFill>
                <a:latin typeface="微软雅黑" pitchFamily="34" charset="-122"/>
                <a:ea typeface="微软雅黑" pitchFamily="34" charset="-122"/>
              </a:rPr>
              <a:t>谢钧 邢长友 </a:t>
            </a:r>
            <a:r>
              <a:rPr lang="fr-FR" sz="1200" b="1" dirty="0">
                <a:solidFill>
                  <a:srgbClr val="00B0F0"/>
                </a:solidFill>
                <a:latin typeface="微软雅黑" pitchFamily="34" charset="-122"/>
                <a:ea typeface="微软雅黑" pitchFamily="34" charset="-122"/>
              </a:rPr>
              <a:t>编著</a:t>
            </a:r>
          </a:p>
        </p:txBody>
      </p:sp>
      <p:sp>
        <p:nvSpPr>
          <p:cNvPr id="12" name="Rectangle 6"/>
          <p:cNvSpPr>
            <a:spLocks noChangeArrowheads="1"/>
          </p:cNvSpPr>
          <p:nvPr/>
        </p:nvSpPr>
        <p:spPr bwMode="auto">
          <a:xfrm>
            <a:off x="10302" y="2239963"/>
            <a:ext cx="2512403" cy="3381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eaLnBrk="0" hangingPunct="0">
              <a:spcBef>
                <a:spcPts val="1000"/>
              </a:spcBef>
            </a:pPr>
            <a:r>
              <a:rPr lang="fr-FR" sz="1600" b="1" dirty="0">
                <a:solidFill>
                  <a:srgbClr val="00B0F0"/>
                </a:solidFill>
                <a:latin typeface="微软雅黑" pitchFamily="34" charset="-122"/>
                <a:ea typeface="微软雅黑" pitchFamily="34" charset="-122"/>
              </a:rPr>
              <a:t>计算机网络（第 9 版）</a:t>
            </a:r>
          </a:p>
        </p:txBody>
      </p:sp>
      <p:cxnSp>
        <p:nvCxnSpPr>
          <p:cNvPr id="13" name="直接连接符 12"/>
          <p:cNvCxnSpPr/>
          <p:nvPr/>
        </p:nvCxnSpPr>
        <p:spPr>
          <a:xfrm>
            <a:off x="0" y="2236788"/>
            <a:ext cx="2749685" cy="3175"/>
          </a:xfrm>
          <a:prstGeom prst="line">
            <a:avLst/>
          </a:prstGeom>
          <a:ln w="19050">
            <a:solidFill>
              <a:srgbClr val="6DAAE1"/>
            </a:solidFill>
          </a:ln>
        </p:spPr>
        <p:style>
          <a:lnRef idx="1">
            <a:schemeClr val="accent1"/>
          </a:lnRef>
          <a:fillRef idx="0">
            <a:schemeClr val="accent1"/>
          </a:fillRef>
          <a:effectRef idx="0">
            <a:schemeClr val="accent1"/>
          </a:effectRef>
          <a:fontRef idx="minor">
            <a:schemeClr val="tx1"/>
          </a:fontRef>
        </p:style>
      </p:cxnSp>
      <p:pic>
        <p:nvPicPr>
          <p:cNvPr id="14" name="图片 9"/>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7222" y="2955148"/>
            <a:ext cx="11985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2056010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9"/>
          <p:cNvSpPr>
            <a:spLocks noChangeArrowheads="1"/>
          </p:cNvSpPr>
          <p:nvPr/>
        </p:nvSpPr>
        <p:spPr bwMode="auto">
          <a:xfrm>
            <a:off x="1736635" y="1233436"/>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endParaRPr lang="fr-FR">
              <a:solidFill>
                <a:srgbClr val="FFFFFF"/>
              </a:solidFill>
              <a:latin typeface="宋体" charset="-122"/>
            </a:endParaRPr>
          </a:p>
        </p:txBody>
      </p:sp>
      <p:sp>
        <p:nvSpPr>
          <p:cNvPr id="4" name="Rectangle 10"/>
          <p:cNvSpPr>
            <a:spLocks noChangeArrowheads="1"/>
          </p:cNvSpPr>
          <p:nvPr/>
        </p:nvSpPr>
        <p:spPr bwMode="auto">
          <a:xfrm>
            <a:off x="1736635" y="1713557"/>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endParaRPr lang="fr-FR">
              <a:solidFill>
                <a:srgbClr val="FFFFFF"/>
              </a:solidFill>
              <a:latin typeface="宋体" charset="-122"/>
            </a:endParaRPr>
          </a:p>
        </p:txBody>
      </p:sp>
      <p:sp>
        <p:nvSpPr>
          <p:cNvPr id="5" name="Rectangle 11"/>
          <p:cNvSpPr>
            <a:spLocks noChangeArrowheads="1"/>
          </p:cNvSpPr>
          <p:nvPr/>
        </p:nvSpPr>
        <p:spPr bwMode="auto">
          <a:xfrm>
            <a:off x="1736635" y="2203551"/>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endParaRPr lang="fr-FR">
              <a:solidFill>
                <a:srgbClr val="FFFFFF"/>
              </a:solidFill>
              <a:latin typeface="宋体" charset="-122"/>
            </a:endParaRPr>
          </a:p>
        </p:txBody>
      </p:sp>
      <p:sp>
        <p:nvSpPr>
          <p:cNvPr id="6" name="Rectangle 12"/>
          <p:cNvSpPr>
            <a:spLocks noChangeArrowheads="1"/>
          </p:cNvSpPr>
          <p:nvPr/>
        </p:nvSpPr>
        <p:spPr bwMode="auto">
          <a:xfrm>
            <a:off x="1736635" y="2687075"/>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endParaRPr lang="fr-FR">
              <a:solidFill>
                <a:srgbClr val="FFFFFF"/>
              </a:solidFill>
              <a:latin typeface="宋体" charset="-122"/>
            </a:endParaRPr>
          </a:p>
        </p:txBody>
      </p:sp>
      <p:sp>
        <p:nvSpPr>
          <p:cNvPr id="7" name="Line 16"/>
          <p:cNvSpPr>
            <a:spLocks noChangeShapeType="1"/>
          </p:cNvSpPr>
          <p:nvPr/>
        </p:nvSpPr>
        <p:spPr bwMode="auto">
          <a:xfrm>
            <a:off x="2484345" y="1052264"/>
            <a:ext cx="0" cy="2872035"/>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 name="Rectangle 17"/>
          <p:cNvSpPr>
            <a:spLocks noChangeArrowheads="1"/>
          </p:cNvSpPr>
          <p:nvPr/>
        </p:nvSpPr>
        <p:spPr bwMode="auto">
          <a:xfrm>
            <a:off x="1768382" y="1075295"/>
            <a:ext cx="5661539" cy="19807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800"/>
              </a:lnSpc>
            </a:pPr>
            <a:r>
              <a:rPr lang="en-US" altLang="zh-CN" sz="2000" b="1" dirty="0">
                <a:solidFill>
                  <a:schemeClr val="bg1"/>
                </a:solidFill>
                <a:latin typeface="微软雅黑" pitchFamily="34" charset="-122"/>
                <a:ea typeface="微软雅黑" pitchFamily="34" charset="-122"/>
              </a:rPr>
              <a:t>8.1 			       </a:t>
            </a:r>
            <a:r>
              <a:rPr lang="zh-CN" altLang="en-US" sz="2000" b="1" dirty="0">
                <a:solidFill>
                  <a:schemeClr val="bg1"/>
                </a:solidFill>
                <a:latin typeface="微软雅黑" pitchFamily="34" charset="-122"/>
                <a:ea typeface="微软雅黑" pitchFamily="34" charset="-122"/>
              </a:rPr>
              <a:t>无线局域网 </a:t>
            </a:r>
            <a:r>
              <a:rPr lang="en-US" altLang="zh-CN" sz="2000" b="1" dirty="0">
                <a:solidFill>
                  <a:schemeClr val="bg1"/>
                </a:solidFill>
                <a:latin typeface="微软雅黑" pitchFamily="34" charset="-122"/>
                <a:ea typeface="微软雅黑" pitchFamily="34" charset="-122"/>
              </a:rPr>
              <a:t>WLAN</a:t>
            </a:r>
          </a:p>
          <a:p>
            <a:pPr>
              <a:lnSpc>
                <a:spcPts val="3800"/>
              </a:lnSpc>
            </a:pPr>
            <a:r>
              <a:rPr lang="en-US" altLang="zh-CN" sz="2000" b="1" dirty="0">
                <a:solidFill>
                  <a:schemeClr val="bg1"/>
                </a:solidFill>
                <a:latin typeface="微软雅黑" pitchFamily="34" charset="-122"/>
                <a:ea typeface="微软雅黑" pitchFamily="34" charset="-122"/>
              </a:rPr>
              <a:t>8.2  		   	         </a:t>
            </a:r>
            <a:r>
              <a:rPr lang="zh-CN" altLang="en-US" sz="2000" b="1" dirty="0">
                <a:solidFill>
                  <a:schemeClr val="bg1"/>
                </a:solidFill>
                <a:latin typeface="微软雅黑" pitchFamily="34" charset="-122"/>
                <a:ea typeface="微软雅黑" pitchFamily="34" charset="-122"/>
              </a:rPr>
              <a:t>无线特种网 </a:t>
            </a:r>
            <a:r>
              <a:rPr lang="en-US" altLang="zh-CN" sz="2000" b="1" dirty="0">
                <a:solidFill>
                  <a:schemeClr val="bg1"/>
                </a:solidFill>
                <a:latin typeface="微软雅黑" pitchFamily="34" charset="-122"/>
                <a:ea typeface="微软雅黑" pitchFamily="34" charset="-122"/>
              </a:rPr>
              <a:t>WSN</a:t>
            </a:r>
          </a:p>
          <a:p>
            <a:pPr>
              <a:lnSpc>
                <a:spcPts val="3800"/>
              </a:lnSpc>
            </a:pPr>
            <a:r>
              <a:rPr lang="en-US" altLang="zh-CN" sz="2000" b="1" dirty="0">
                <a:solidFill>
                  <a:schemeClr val="bg1"/>
                </a:solidFill>
                <a:latin typeface="微软雅黑" pitchFamily="34" charset="-122"/>
                <a:ea typeface="微软雅黑" pitchFamily="34" charset="-122"/>
              </a:rPr>
              <a:t>8.3  			            </a:t>
            </a:r>
            <a:r>
              <a:rPr lang="zh-CN" altLang="en-US" sz="2000" b="1" dirty="0">
                <a:solidFill>
                  <a:schemeClr val="bg1"/>
                </a:solidFill>
                <a:latin typeface="微软雅黑" pitchFamily="34" charset="-122"/>
                <a:ea typeface="微软雅黑" pitchFamily="34" charset="-122"/>
              </a:rPr>
              <a:t>蜂窝移动通信网</a:t>
            </a:r>
            <a:endParaRPr lang="en-US" altLang="zh-CN" sz="2000" b="1" dirty="0">
              <a:solidFill>
                <a:schemeClr val="bg1"/>
              </a:solidFill>
              <a:latin typeface="微软雅黑" pitchFamily="34" charset="-122"/>
              <a:ea typeface="微软雅黑" pitchFamily="34" charset="-122"/>
            </a:endParaRPr>
          </a:p>
          <a:p>
            <a:pPr>
              <a:lnSpc>
                <a:spcPts val="3800"/>
              </a:lnSpc>
            </a:pPr>
            <a:r>
              <a:rPr lang="en-US" altLang="zh-CN" sz="2000" b="1" dirty="0">
                <a:solidFill>
                  <a:schemeClr val="bg1"/>
                </a:solidFill>
                <a:latin typeface="微软雅黑" pitchFamily="34" charset="-122"/>
                <a:ea typeface="微软雅黑" pitchFamily="34" charset="-122"/>
              </a:rPr>
              <a:t>8.4 			                        </a:t>
            </a:r>
            <a:r>
              <a:rPr lang="zh-CN" altLang="en-US" sz="2000" b="1" dirty="0">
                <a:solidFill>
                  <a:schemeClr val="bg1"/>
                </a:solidFill>
                <a:latin typeface="微软雅黑" pitchFamily="34" charset="-122"/>
                <a:ea typeface="微软雅黑" pitchFamily="34" charset="-122"/>
              </a:rPr>
              <a:t>移动 </a:t>
            </a:r>
            <a:r>
              <a:rPr lang="en-US" altLang="zh-CN" sz="2000" b="1" dirty="0">
                <a:solidFill>
                  <a:schemeClr val="bg1"/>
                </a:solidFill>
                <a:latin typeface="微软雅黑" pitchFamily="34" charset="-122"/>
                <a:ea typeface="微软雅黑" pitchFamily="34" charset="-122"/>
              </a:rPr>
              <a:t>IP</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65216996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7"/>
          <p:cNvSpPr>
            <a:spLocks noChangeArrowheads="1"/>
          </p:cNvSpPr>
          <p:nvPr/>
        </p:nvSpPr>
        <p:spPr bwMode="auto">
          <a:xfrm>
            <a:off x="639730" y="1198670"/>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6" name="Rectangle 29"/>
          <p:cNvSpPr>
            <a:spLocks noChangeArrowheads="1"/>
          </p:cNvSpPr>
          <p:nvPr/>
        </p:nvSpPr>
        <p:spPr bwMode="auto">
          <a:xfrm>
            <a:off x="648619" y="1293602"/>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8.1</a:t>
            </a:r>
          </a:p>
          <a:p>
            <a:pPr eaLnBrk="0" hangingPunct="0"/>
            <a:r>
              <a:rPr lang="zh-CN" altLang="en-US" sz="2000" b="1" dirty="0">
                <a:solidFill>
                  <a:schemeClr val="bg1"/>
                </a:solidFill>
                <a:latin typeface="微软雅黑" pitchFamily="34" charset="-122"/>
                <a:ea typeface="微软雅黑" pitchFamily="34" charset="-122"/>
              </a:rPr>
              <a:t>无线局域网 </a:t>
            </a:r>
            <a:r>
              <a:rPr lang="en-US" altLang="zh-CN" sz="2000" b="1" dirty="0">
                <a:solidFill>
                  <a:schemeClr val="bg1"/>
                </a:solidFill>
                <a:latin typeface="微软雅黑" pitchFamily="34" charset="-122"/>
                <a:ea typeface="微软雅黑" pitchFamily="34" charset="-122"/>
              </a:rPr>
              <a:t>WLAN</a:t>
            </a:r>
            <a:endParaRPr lang="zh-CN" altLang="fr-FR" sz="2000" b="1" dirty="0">
              <a:solidFill>
                <a:schemeClr val="bg1"/>
              </a:solidFill>
              <a:latin typeface="微软雅黑" pitchFamily="34" charset="-122"/>
              <a:ea typeface="微软雅黑" pitchFamily="34" charset="-122"/>
            </a:endParaRPr>
          </a:p>
        </p:txBody>
      </p:sp>
      <p:sp>
        <p:nvSpPr>
          <p:cNvPr id="12" name="Rectangle 10"/>
          <p:cNvSpPr>
            <a:spLocks noChangeArrowheads="1"/>
          </p:cNvSpPr>
          <p:nvPr/>
        </p:nvSpPr>
        <p:spPr bwMode="auto">
          <a:xfrm>
            <a:off x="2629135" y="3033807"/>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3" name="Rectangle 9"/>
          <p:cNvSpPr>
            <a:spLocks noChangeArrowheads="1"/>
          </p:cNvSpPr>
          <p:nvPr/>
        </p:nvSpPr>
        <p:spPr bwMode="auto">
          <a:xfrm>
            <a:off x="2629135" y="2408974"/>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4" name="Rectangle 9"/>
          <p:cNvSpPr>
            <a:spLocks noChangeArrowheads="1"/>
          </p:cNvSpPr>
          <p:nvPr/>
        </p:nvSpPr>
        <p:spPr bwMode="auto">
          <a:xfrm>
            <a:off x="2629135" y="119867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5" name="Rectangle 10"/>
          <p:cNvSpPr>
            <a:spLocks noChangeArrowheads="1"/>
          </p:cNvSpPr>
          <p:nvPr/>
        </p:nvSpPr>
        <p:spPr bwMode="auto">
          <a:xfrm>
            <a:off x="2629135" y="1805095"/>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6" name="Line 16"/>
          <p:cNvSpPr>
            <a:spLocks noChangeShapeType="1"/>
          </p:cNvSpPr>
          <p:nvPr/>
        </p:nvSpPr>
        <p:spPr bwMode="auto">
          <a:xfrm>
            <a:off x="3637198" y="1127232"/>
            <a:ext cx="0" cy="2371983"/>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7" name="Rectangle 8"/>
          <p:cNvSpPr>
            <a:spLocks noChangeArrowheads="1"/>
          </p:cNvSpPr>
          <p:nvPr/>
        </p:nvSpPr>
        <p:spPr bwMode="auto">
          <a:xfrm>
            <a:off x="2700573" y="944670"/>
            <a:ext cx="5611577"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8.1.1  			        </a:t>
            </a:r>
            <a:r>
              <a:rPr lang="zh-CN" altLang="en-US" sz="2000" b="1" dirty="0">
                <a:solidFill>
                  <a:schemeClr val="bg1"/>
                </a:solidFill>
                <a:latin typeface="微软雅黑" pitchFamily="34" charset="-122"/>
                <a:ea typeface="微软雅黑" pitchFamily="34" charset="-122"/>
              </a:rPr>
              <a:t>无线局域网的组成</a:t>
            </a:r>
          </a:p>
          <a:p>
            <a:pPr eaLnBrk="0" hangingPunct="0">
              <a:lnSpc>
                <a:spcPct val="200000"/>
              </a:lnSpc>
            </a:pPr>
            <a:r>
              <a:rPr lang="en-US" altLang="zh-CN" sz="2000" b="1" dirty="0">
                <a:solidFill>
                  <a:schemeClr val="bg1"/>
                </a:solidFill>
                <a:latin typeface="微软雅黑" pitchFamily="34" charset="-122"/>
                <a:ea typeface="微软雅黑" pitchFamily="34" charset="-122"/>
              </a:rPr>
              <a:t>8.1.2  		           802.11 </a:t>
            </a:r>
            <a:r>
              <a:rPr lang="zh-CN" altLang="en-US" sz="2000" b="1" dirty="0">
                <a:solidFill>
                  <a:schemeClr val="bg1"/>
                </a:solidFill>
                <a:latin typeface="微软雅黑" pitchFamily="34" charset="-122"/>
                <a:ea typeface="微软雅黑" pitchFamily="34" charset="-122"/>
              </a:rPr>
              <a:t>局域网的物理层</a:t>
            </a:r>
          </a:p>
          <a:p>
            <a:pPr eaLnBrk="0" hangingPunct="0">
              <a:lnSpc>
                <a:spcPct val="200000"/>
              </a:lnSpc>
            </a:pPr>
            <a:r>
              <a:rPr lang="en-US" altLang="zh-CN" sz="2000" b="1" dirty="0">
                <a:solidFill>
                  <a:schemeClr val="bg1"/>
                </a:solidFill>
                <a:latin typeface="微软雅黑" pitchFamily="34" charset="-122"/>
                <a:ea typeface="微软雅黑" pitchFamily="34" charset="-122"/>
              </a:rPr>
              <a:t>8.1.3 		 802.11 </a:t>
            </a:r>
            <a:r>
              <a:rPr lang="zh-CN" altLang="en-US" sz="2000" b="1" dirty="0">
                <a:solidFill>
                  <a:schemeClr val="bg1"/>
                </a:solidFill>
                <a:latin typeface="微软雅黑" pitchFamily="34" charset="-122"/>
                <a:ea typeface="微软雅黑" pitchFamily="34" charset="-122"/>
              </a:rPr>
              <a:t>局域网的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层协议</a:t>
            </a:r>
          </a:p>
          <a:p>
            <a:pPr eaLnBrk="0" hangingPunct="0">
              <a:lnSpc>
                <a:spcPct val="200000"/>
              </a:lnSpc>
            </a:pPr>
            <a:r>
              <a:rPr lang="en-US" altLang="zh-CN" sz="2000" b="1" dirty="0">
                <a:solidFill>
                  <a:schemeClr val="bg1"/>
                </a:solidFill>
                <a:latin typeface="微软雅黑" pitchFamily="34" charset="-122"/>
                <a:ea typeface="微软雅黑" pitchFamily="34" charset="-122"/>
              </a:rPr>
              <a:t>8.1.4 		        802.11 </a:t>
            </a:r>
            <a:r>
              <a:rPr lang="zh-CN" altLang="en-US" sz="2000" b="1" dirty="0">
                <a:solidFill>
                  <a:schemeClr val="bg1"/>
                </a:solidFill>
                <a:latin typeface="微软雅黑" pitchFamily="34" charset="-122"/>
                <a:ea typeface="微软雅黑" pitchFamily="34" charset="-122"/>
              </a:rPr>
              <a:t>局域网的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帧</a:t>
            </a:r>
          </a:p>
        </p:txBody>
      </p:sp>
    </p:spTree>
    <p:extLst>
      <p:ext uri="{BB962C8B-B14F-4D97-AF65-F5344CB8AC3E}">
        <p14:creationId xmlns:p14="http://schemas.microsoft.com/office/powerpoint/2010/main" val="140070012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12"/>
          <p:cNvSpPr>
            <a:spLocks noChangeArrowheads="1"/>
          </p:cNvSpPr>
          <p:nvPr/>
        </p:nvSpPr>
        <p:spPr bwMode="auto">
          <a:xfrm>
            <a:off x="511896" y="616021"/>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6" name="Rectangle 13"/>
          <p:cNvSpPr>
            <a:spLocks noChangeArrowheads="1"/>
          </p:cNvSpPr>
          <p:nvPr/>
        </p:nvSpPr>
        <p:spPr bwMode="auto">
          <a:xfrm>
            <a:off x="2789697" y="590557"/>
            <a:ext cx="357341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8.1.1  </a:t>
            </a:r>
            <a:r>
              <a:rPr lang="zh-CN" altLang="en-US" sz="2400" b="1" dirty="0">
                <a:solidFill>
                  <a:schemeClr val="bg1"/>
                </a:solidFill>
                <a:latin typeface="微软雅黑" pitchFamily="34" charset="-122"/>
                <a:ea typeface="微软雅黑" pitchFamily="34" charset="-122"/>
              </a:rPr>
              <a:t>无线局域网的组成</a:t>
            </a:r>
          </a:p>
        </p:txBody>
      </p:sp>
      <p:sp>
        <p:nvSpPr>
          <p:cNvPr id="10" name="Rectangle 46"/>
          <p:cNvSpPr>
            <a:spLocks noChangeArrowheads="1"/>
          </p:cNvSpPr>
          <p:nvPr/>
        </p:nvSpPr>
        <p:spPr bwMode="auto">
          <a:xfrm>
            <a:off x="511896" y="1034104"/>
            <a:ext cx="8129016" cy="34331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无线局域网 </a:t>
            </a:r>
            <a:r>
              <a:rPr lang="en-US" altLang="zh-CN" sz="2000" b="1" dirty="0">
                <a:solidFill>
                  <a:srgbClr val="C00000"/>
                </a:solidFill>
                <a:latin typeface="微软雅黑" pitchFamily="34" charset="-122"/>
                <a:ea typeface="微软雅黑" pitchFamily="34" charset="-122"/>
              </a:rPr>
              <a:t>WLAN </a:t>
            </a:r>
            <a:r>
              <a:rPr lang="en-US" altLang="zh-CN" sz="2000" b="1" dirty="0">
                <a:latin typeface="微软雅黑" pitchFamily="34" charset="-122"/>
                <a:ea typeface="微软雅黑" pitchFamily="34" charset="-122"/>
              </a:rPr>
              <a:t>(Wireless Local Area Network) </a:t>
            </a:r>
            <a:r>
              <a:rPr lang="zh-CN" altLang="en-US" sz="2000" b="1" dirty="0">
                <a:latin typeface="微软雅黑" pitchFamily="34" charset="-122"/>
                <a:ea typeface="微软雅黑" pitchFamily="34" charset="-122"/>
              </a:rPr>
              <a:t>：采用无线通信技术的局域网。</a:t>
            </a: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特点：</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提供了移动接入的功能</a:t>
            </a:r>
            <a:endParaRPr lang="en-US" altLang="zh-CN" sz="2000" b="1" dirty="0">
              <a:latin typeface="微软雅黑" pitchFamily="34" charset="-122"/>
              <a:ea typeface="微软雅黑" pitchFamily="34" charset="-122"/>
            </a:endParaRP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节省投资，建网速度较快</a:t>
            </a:r>
            <a:endParaRPr lang="en-US" altLang="zh-CN" sz="2000" b="1" dirty="0">
              <a:latin typeface="微软雅黑" pitchFamily="34" charset="-122"/>
              <a:ea typeface="微软雅黑" pitchFamily="34" charset="-122"/>
            </a:endParaRP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支持便携设备联网</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由于手机普及率日益增高，通过无线局域网接入到互联网已成为当今上网的最常用的方式。</a:t>
            </a:r>
          </a:p>
        </p:txBody>
      </p:sp>
    </p:spTree>
    <p:extLst>
      <p:ext uri="{BB962C8B-B14F-4D97-AF65-F5344CB8AC3E}">
        <p14:creationId xmlns:p14="http://schemas.microsoft.com/office/powerpoint/2010/main" val="2616902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1000"/>
                                        <p:tgtEl>
                                          <p:spTgt spid="10">
                                            <p:txEl>
                                              <p:pRg st="0" end="0"/>
                                            </p:txEl>
                                          </p:spTgt>
                                        </p:tgtEl>
                                      </p:cBhvr>
                                    </p:animEffect>
                                    <p:anim calcmode="lin" valueType="num">
                                      <p:cBhvr>
                                        <p:cTn id="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0">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0">
                                            <p:txEl>
                                              <p:pRg st="1" end="1"/>
                                            </p:txEl>
                                          </p:spTgt>
                                        </p:tgtEl>
                                        <p:attrNameLst>
                                          <p:attrName>style.visibility</p:attrName>
                                        </p:attrNameLst>
                                      </p:cBhvr>
                                      <p:to>
                                        <p:strVal val="visible"/>
                                      </p:to>
                                    </p:set>
                                    <p:animEffect transition="in" filter="fade">
                                      <p:cBhvr>
                                        <p:cTn id="14" dur="1000"/>
                                        <p:tgtEl>
                                          <p:spTgt spid="10">
                                            <p:txEl>
                                              <p:pRg st="1" end="1"/>
                                            </p:txEl>
                                          </p:spTgt>
                                        </p:tgtEl>
                                      </p:cBhvr>
                                    </p:animEffect>
                                    <p:anim calcmode="lin" valueType="num">
                                      <p:cBhvr>
                                        <p:cTn id="15" dur="1000" fill="hold"/>
                                        <p:tgtEl>
                                          <p:spTgt spid="10">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10">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0">
                                            <p:txEl>
                                              <p:pRg st="2" end="2"/>
                                            </p:txEl>
                                          </p:spTgt>
                                        </p:tgtEl>
                                        <p:attrNameLst>
                                          <p:attrName>style.visibility</p:attrName>
                                        </p:attrNameLst>
                                      </p:cBhvr>
                                      <p:to>
                                        <p:strVal val="visible"/>
                                      </p:to>
                                    </p:set>
                                    <p:animEffect transition="in" filter="fade">
                                      <p:cBhvr>
                                        <p:cTn id="21" dur="1000"/>
                                        <p:tgtEl>
                                          <p:spTgt spid="10">
                                            <p:txEl>
                                              <p:pRg st="2" end="2"/>
                                            </p:txEl>
                                          </p:spTgt>
                                        </p:tgtEl>
                                      </p:cBhvr>
                                    </p:animEffect>
                                    <p:anim calcmode="lin" valueType="num">
                                      <p:cBhvr>
                                        <p:cTn id="22" dur="1000" fill="hold"/>
                                        <p:tgtEl>
                                          <p:spTgt spid="10">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10">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0">
                                            <p:txEl>
                                              <p:pRg st="3" end="3"/>
                                            </p:txEl>
                                          </p:spTgt>
                                        </p:tgtEl>
                                        <p:attrNameLst>
                                          <p:attrName>style.visibility</p:attrName>
                                        </p:attrNameLst>
                                      </p:cBhvr>
                                      <p:to>
                                        <p:strVal val="visible"/>
                                      </p:to>
                                    </p:set>
                                    <p:animEffect transition="in" filter="fade">
                                      <p:cBhvr>
                                        <p:cTn id="28" dur="1000"/>
                                        <p:tgtEl>
                                          <p:spTgt spid="10">
                                            <p:txEl>
                                              <p:pRg st="3" end="3"/>
                                            </p:txEl>
                                          </p:spTgt>
                                        </p:tgtEl>
                                      </p:cBhvr>
                                    </p:animEffect>
                                    <p:anim calcmode="lin" valueType="num">
                                      <p:cBhvr>
                                        <p:cTn id="29" dur="1000" fill="hold"/>
                                        <p:tgtEl>
                                          <p:spTgt spid="10">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10">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10">
                                            <p:txEl>
                                              <p:pRg st="4" end="4"/>
                                            </p:txEl>
                                          </p:spTgt>
                                        </p:tgtEl>
                                        <p:attrNameLst>
                                          <p:attrName>style.visibility</p:attrName>
                                        </p:attrNameLst>
                                      </p:cBhvr>
                                      <p:to>
                                        <p:strVal val="visible"/>
                                      </p:to>
                                    </p:set>
                                    <p:animEffect transition="in" filter="fade">
                                      <p:cBhvr>
                                        <p:cTn id="35" dur="1000"/>
                                        <p:tgtEl>
                                          <p:spTgt spid="10">
                                            <p:txEl>
                                              <p:pRg st="4" end="4"/>
                                            </p:txEl>
                                          </p:spTgt>
                                        </p:tgtEl>
                                      </p:cBhvr>
                                    </p:animEffect>
                                    <p:anim calcmode="lin" valueType="num">
                                      <p:cBhvr>
                                        <p:cTn id="36" dur="1000" fill="hold"/>
                                        <p:tgtEl>
                                          <p:spTgt spid="10">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10">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10">
                                            <p:txEl>
                                              <p:pRg st="5" end="5"/>
                                            </p:txEl>
                                          </p:spTgt>
                                        </p:tgtEl>
                                        <p:attrNameLst>
                                          <p:attrName>style.visibility</p:attrName>
                                        </p:attrNameLst>
                                      </p:cBhvr>
                                      <p:to>
                                        <p:strVal val="visible"/>
                                      </p:to>
                                    </p:set>
                                    <p:animEffect transition="in" filter="fade">
                                      <p:cBhvr>
                                        <p:cTn id="42" dur="1000"/>
                                        <p:tgtEl>
                                          <p:spTgt spid="10">
                                            <p:txEl>
                                              <p:pRg st="5" end="5"/>
                                            </p:txEl>
                                          </p:spTgt>
                                        </p:tgtEl>
                                      </p:cBhvr>
                                    </p:animEffect>
                                    <p:anim calcmode="lin" valueType="num">
                                      <p:cBhvr>
                                        <p:cTn id="43" dur="1000" fill="hold"/>
                                        <p:tgtEl>
                                          <p:spTgt spid="10">
                                            <p:txEl>
                                              <p:pRg st="5" end="5"/>
                                            </p:txEl>
                                          </p:spTgt>
                                        </p:tgtEl>
                                        <p:attrNameLst>
                                          <p:attrName>ppt_x</p:attrName>
                                        </p:attrNameLst>
                                      </p:cBhvr>
                                      <p:tavLst>
                                        <p:tav tm="0">
                                          <p:val>
                                            <p:strVal val="#ppt_x"/>
                                          </p:val>
                                        </p:tav>
                                        <p:tav tm="100000">
                                          <p:val>
                                            <p:strVal val="#ppt_x"/>
                                          </p:val>
                                        </p:tav>
                                      </p:tavLst>
                                    </p:anim>
                                    <p:anim calcmode="lin" valueType="num">
                                      <p:cBhvr>
                                        <p:cTn id="44" dur="1000" fill="hold"/>
                                        <p:tgtEl>
                                          <p:spTgt spid="10">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46"/>
          <p:cNvSpPr>
            <a:spLocks noChangeArrowheads="1"/>
          </p:cNvSpPr>
          <p:nvPr/>
        </p:nvSpPr>
        <p:spPr bwMode="auto">
          <a:xfrm>
            <a:off x="511896" y="1046069"/>
            <a:ext cx="8129016" cy="128188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便携站和移动站表示的意思并不一样。</a:t>
            </a:r>
          </a:p>
          <a:p>
            <a:pPr marL="342900" indent="-342900" eaLnBrk="0" hangingPunct="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便携站</a:t>
            </a:r>
            <a:r>
              <a:rPr lang="zh-CN" altLang="en-US" sz="2000" b="1" dirty="0">
                <a:latin typeface="微软雅黑" pitchFamily="34" charset="-122"/>
                <a:ea typeface="微软雅黑" pitchFamily="34" charset="-122"/>
              </a:rPr>
              <a:t>：便于移动，但在工作时，其位置是固定不变的。</a:t>
            </a:r>
          </a:p>
          <a:p>
            <a:pPr marL="342900" indent="-342900" eaLnBrk="0" hangingPunct="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移动站</a:t>
            </a:r>
            <a:r>
              <a:rPr lang="zh-CN" altLang="en-US" sz="2000" b="1" dirty="0">
                <a:latin typeface="微软雅黑" pitchFamily="34" charset="-122"/>
                <a:ea typeface="微软雅黑" pitchFamily="34" charset="-122"/>
              </a:rPr>
              <a:t>：不仅能够移动，还可以在移动的过程中进行通信。</a:t>
            </a:r>
          </a:p>
        </p:txBody>
      </p:sp>
      <p:sp>
        <p:nvSpPr>
          <p:cNvPr id="7" name="AutoShape 12"/>
          <p:cNvSpPr>
            <a:spLocks noChangeArrowheads="1"/>
          </p:cNvSpPr>
          <p:nvPr/>
        </p:nvSpPr>
        <p:spPr bwMode="auto">
          <a:xfrm>
            <a:off x="511896" y="616021"/>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8" name="Rectangle 13"/>
          <p:cNvSpPr>
            <a:spLocks noChangeArrowheads="1"/>
          </p:cNvSpPr>
          <p:nvPr/>
        </p:nvSpPr>
        <p:spPr bwMode="auto">
          <a:xfrm>
            <a:off x="2789697" y="590557"/>
            <a:ext cx="357341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8.1.1  </a:t>
            </a:r>
            <a:r>
              <a:rPr lang="zh-CN" altLang="en-US" sz="2400" b="1" dirty="0">
                <a:solidFill>
                  <a:schemeClr val="bg1"/>
                </a:solidFill>
                <a:latin typeface="微软雅黑" pitchFamily="34" charset="-122"/>
                <a:ea typeface="微软雅黑" pitchFamily="34" charset="-122"/>
              </a:rPr>
              <a:t>无线局域网的组成</a:t>
            </a:r>
          </a:p>
        </p:txBody>
      </p:sp>
    </p:spTree>
    <p:extLst>
      <p:ext uri="{BB962C8B-B14F-4D97-AF65-F5344CB8AC3E}">
        <p14:creationId xmlns:p14="http://schemas.microsoft.com/office/powerpoint/2010/main" val="3629160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1000"/>
                                        <p:tgtEl>
                                          <p:spTgt spid="10">
                                            <p:txEl>
                                              <p:pRg st="0" end="0"/>
                                            </p:txEl>
                                          </p:spTgt>
                                        </p:tgtEl>
                                      </p:cBhvr>
                                    </p:animEffect>
                                    <p:anim calcmode="lin" valueType="num">
                                      <p:cBhvr>
                                        <p:cTn id="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0">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0">
                                            <p:txEl>
                                              <p:pRg st="1" end="1"/>
                                            </p:txEl>
                                          </p:spTgt>
                                        </p:tgtEl>
                                        <p:attrNameLst>
                                          <p:attrName>style.visibility</p:attrName>
                                        </p:attrNameLst>
                                      </p:cBhvr>
                                      <p:to>
                                        <p:strVal val="visible"/>
                                      </p:to>
                                    </p:set>
                                    <p:animEffect transition="in" filter="fade">
                                      <p:cBhvr>
                                        <p:cTn id="14" dur="1000"/>
                                        <p:tgtEl>
                                          <p:spTgt spid="10">
                                            <p:txEl>
                                              <p:pRg st="1" end="1"/>
                                            </p:txEl>
                                          </p:spTgt>
                                        </p:tgtEl>
                                      </p:cBhvr>
                                    </p:animEffect>
                                    <p:anim calcmode="lin" valueType="num">
                                      <p:cBhvr>
                                        <p:cTn id="15" dur="1000" fill="hold"/>
                                        <p:tgtEl>
                                          <p:spTgt spid="10">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10">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0">
                                            <p:txEl>
                                              <p:pRg st="2" end="2"/>
                                            </p:txEl>
                                          </p:spTgt>
                                        </p:tgtEl>
                                        <p:attrNameLst>
                                          <p:attrName>style.visibility</p:attrName>
                                        </p:attrNameLst>
                                      </p:cBhvr>
                                      <p:to>
                                        <p:strVal val="visible"/>
                                      </p:to>
                                    </p:set>
                                    <p:animEffect transition="in" filter="fade">
                                      <p:cBhvr>
                                        <p:cTn id="21" dur="1000"/>
                                        <p:tgtEl>
                                          <p:spTgt spid="10">
                                            <p:txEl>
                                              <p:pRg st="2" end="2"/>
                                            </p:txEl>
                                          </p:spTgt>
                                        </p:tgtEl>
                                      </p:cBhvr>
                                    </p:animEffect>
                                    <p:anim calcmode="lin" valueType="num">
                                      <p:cBhvr>
                                        <p:cTn id="22" dur="1000" fill="hold"/>
                                        <p:tgtEl>
                                          <p:spTgt spid="10">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10">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46"/>
          <p:cNvSpPr>
            <a:spLocks noChangeArrowheads="1"/>
          </p:cNvSpPr>
          <p:nvPr/>
        </p:nvSpPr>
        <p:spPr bwMode="auto">
          <a:xfrm>
            <a:off x="511896" y="1034658"/>
            <a:ext cx="8420564" cy="21441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可分为</a:t>
            </a:r>
            <a:r>
              <a:rPr lang="zh-CN" altLang="en-US" sz="2000" b="1" dirty="0">
                <a:solidFill>
                  <a:srgbClr val="0000FF"/>
                </a:solidFill>
                <a:latin typeface="微软雅黑" pitchFamily="34" charset="-122"/>
                <a:ea typeface="微软雅黑" pitchFamily="34" charset="-122"/>
              </a:rPr>
              <a:t>两大类：</a:t>
            </a:r>
          </a:p>
          <a:p>
            <a:pPr marL="684000"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有固定基础设施的 </a:t>
            </a:r>
            <a:r>
              <a:rPr lang="en-US" altLang="zh-CN" sz="2000" b="1" dirty="0">
                <a:latin typeface="微软雅黑" pitchFamily="34" charset="-122"/>
                <a:ea typeface="微软雅黑" pitchFamily="34" charset="-122"/>
              </a:rPr>
              <a:t>WLAN</a:t>
            </a:r>
          </a:p>
          <a:p>
            <a:pPr marL="684000"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无固定基础设施的 </a:t>
            </a:r>
            <a:r>
              <a:rPr lang="en-US" altLang="zh-CN" sz="2000" b="1" dirty="0">
                <a:latin typeface="微软雅黑" pitchFamily="34" charset="-122"/>
                <a:ea typeface="微软雅黑" pitchFamily="34" charset="-122"/>
              </a:rPr>
              <a:t>WLAN</a:t>
            </a: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所谓“</a:t>
            </a:r>
            <a:r>
              <a:rPr lang="zh-CN" altLang="en-US" sz="2000" b="1" dirty="0">
                <a:solidFill>
                  <a:srgbClr val="C00000"/>
                </a:solidFill>
                <a:latin typeface="微软雅黑" pitchFamily="34" charset="-122"/>
                <a:ea typeface="微软雅黑" pitchFamily="34" charset="-122"/>
              </a:rPr>
              <a:t>固定基础设施</a:t>
            </a:r>
            <a:r>
              <a:rPr lang="zh-CN" altLang="en-US" sz="2000" b="1" dirty="0">
                <a:latin typeface="微软雅黑" pitchFamily="34" charset="-122"/>
                <a:ea typeface="微软雅黑" pitchFamily="34" charset="-122"/>
              </a:rPr>
              <a:t>”是指预先建立起来的、能够覆盖一定地理范围 的一批</a:t>
            </a:r>
            <a:r>
              <a:rPr lang="zh-CN" altLang="en-US" sz="2000" b="1" dirty="0">
                <a:solidFill>
                  <a:srgbClr val="C00000"/>
                </a:solidFill>
                <a:latin typeface="微软雅黑" pitchFamily="34" charset="-122"/>
                <a:ea typeface="微软雅黑" pitchFamily="34" charset="-122"/>
              </a:rPr>
              <a:t>固定基站。</a:t>
            </a:r>
          </a:p>
        </p:txBody>
      </p:sp>
      <p:sp>
        <p:nvSpPr>
          <p:cNvPr id="7" name="AutoShape 12"/>
          <p:cNvSpPr>
            <a:spLocks noChangeArrowheads="1"/>
          </p:cNvSpPr>
          <p:nvPr/>
        </p:nvSpPr>
        <p:spPr bwMode="auto">
          <a:xfrm>
            <a:off x="511896" y="616021"/>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8" name="Rectangle 13"/>
          <p:cNvSpPr>
            <a:spLocks noChangeArrowheads="1"/>
          </p:cNvSpPr>
          <p:nvPr/>
        </p:nvSpPr>
        <p:spPr bwMode="auto">
          <a:xfrm>
            <a:off x="2789697" y="590557"/>
            <a:ext cx="357341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8.1.1  </a:t>
            </a:r>
            <a:r>
              <a:rPr lang="zh-CN" altLang="en-US" sz="2400" b="1" dirty="0">
                <a:solidFill>
                  <a:schemeClr val="bg1"/>
                </a:solidFill>
                <a:latin typeface="微软雅黑" pitchFamily="34" charset="-122"/>
                <a:ea typeface="微软雅黑" pitchFamily="34" charset="-122"/>
              </a:rPr>
              <a:t>无线局域网的组成</a:t>
            </a:r>
          </a:p>
        </p:txBody>
      </p:sp>
    </p:spTree>
    <p:extLst>
      <p:ext uri="{BB962C8B-B14F-4D97-AF65-F5344CB8AC3E}">
        <p14:creationId xmlns:p14="http://schemas.microsoft.com/office/powerpoint/2010/main" val="224986684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509475" y="962940"/>
            <a:ext cx="8129015" cy="333373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IEEE 802.11 </a:t>
            </a:r>
            <a:r>
              <a:rPr lang="zh-CN" altLang="en-US" sz="2000" b="1" dirty="0">
                <a:latin typeface="微软雅黑" pitchFamily="34" charset="-122"/>
                <a:ea typeface="微软雅黑" pitchFamily="34" charset="-122"/>
              </a:rPr>
              <a:t>是无线局域网的国际标准。</a:t>
            </a:r>
          </a:p>
          <a:p>
            <a:pPr marL="684000"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当采用有固定基础设施工作方式时，使用星形拓扑，中心叫做</a:t>
            </a:r>
            <a:r>
              <a:rPr lang="zh-CN" altLang="en-US" sz="2000" b="1" dirty="0">
                <a:solidFill>
                  <a:srgbClr val="0000FF"/>
                </a:solidFill>
                <a:latin typeface="微软雅黑" pitchFamily="34" charset="-122"/>
                <a:ea typeface="微软雅黑" pitchFamily="34" charset="-122"/>
              </a:rPr>
              <a:t>接入点 </a:t>
            </a:r>
            <a:r>
              <a:rPr lang="en-US" altLang="zh-CN" sz="2000" b="1" dirty="0">
                <a:solidFill>
                  <a:srgbClr val="0000FF"/>
                </a:solidFill>
                <a:latin typeface="微软雅黑" pitchFamily="34" charset="-122"/>
                <a:ea typeface="微软雅黑" pitchFamily="34" charset="-122"/>
              </a:rPr>
              <a:t>AP </a:t>
            </a:r>
            <a:r>
              <a:rPr lang="en-US" altLang="zh-CN" sz="2000" b="1" dirty="0">
                <a:latin typeface="微软雅黑" pitchFamily="34" charset="-122"/>
                <a:ea typeface="微软雅黑" pitchFamily="34" charset="-122"/>
              </a:rPr>
              <a:t>(Access Point)</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1076325" lvl="1" indent="-279400" eaLnBrk="0" hangingPunct="0">
              <a:lnSpc>
                <a:spcPts val="3200"/>
              </a:lnSpc>
              <a:buClr>
                <a:srgbClr val="000099"/>
              </a:buClr>
              <a:buSzPct val="85000"/>
              <a:buFont typeface="Wingdings" panose="05000000000000000000" pitchFamily="2" charset="2"/>
              <a:buChar char="u"/>
            </a:pPr>
            <a:r>
              <a:rPr lang="en-US" altLang="zh-CN" b="1" dirty="0">
                <a:latin typeface="微软雅黑" pitchFamily="34" charset="-122"/>
                <a:ea typeface="微软雅黑" pitchFamily="34" charset="-122"/>
              </a:rPr>
              <a:t>AP </a:t>
            </a:r>
            <a:r>
              <a:rPr lang="zh-CN" altLang="en-US" b="1" dirty="0">
                <a:latin typeface="微软雅黑" pitchFamily="34" charset="-122"/>
                <a:ea typeface="微软雅黑" pitchFamily="34" charset="-122"/>
              </a:rPr>
              <a:t>是无线局域网的</a:t>
            </a:r>
            <a:r>
              <a:rPr lang="zh-CN" altLang="en-US" b="1" dirty="0">
                <a:solidFill>
                  <a:srgbClr val="C00000"/>
                </a:solidFill>
                <a:latin typeface="微软雅黑" pitchFamily="34" charset="-122"/>
                <a:ea typeface="微软雅黑" pitchFamily="34" charset="-122"/>
              </a:rPr>
              <a:t>基础设施，</a:t>
            </a:r>
            <a:r>
              <a:rPr lang="zh-CN" altLang="en-US" b="1" dirty="0">
                <a:latin typeface="微软雅黑" pitchFamily="34" charset="-122"/>
                <a:ea typeface="微软雅黑" pitchFamily="34" charset="-122"/>
              </a:rPr>
              <a:t>也是一个</a:t>
            </a:r>
            <a:r>
              <a:rPr lang="zh-CN" altLang="en-US" b="1" dirty="0">
                <a:solidFill>
                  <a:srgbClr val="C00000"/>
                </a:solidFill>
                <a:latin typeface="微软雅黑" pitchFamily="34" charset="-122"/>
                <a:ea typeface="微软雅黑" pitchFamily="34" charset="-122"/>
              </a:rPr>
              <a:t>链路层</a:t>
            </a:r>
            <a:r>
              <a:rPr lang="zh-CN" altLang="en-US" b="1" dirty="0">
                <a:latin typeface="微软雅黑" pitchFamily="34" charset="-122"/>
                <a:ea typeface="微软雅黑" pitchFamily="34" charset="-122"/>
              </a:rPr>
              <a:t>的设备。</a:t>
            </a:r>
            <a:endParaRPr lang="en-US" altLang="zh-CN" b="1" dirty="0">
              <a:latin typeface="微软雅黑" pitchFamily="34" charset="-122"/>
              <a:ea typeface="微软雅黑" pitchFamily="34" charset="-122"/>
            </a:endParaRPr>
          </a:p>
          <a:p>
            <a:pPr marL="1076325" lvl="1" indent="-279400" eaLnBrk="0" hangingPunct="0">
              <a:lnSpc>
                <a:spcPts val="3200"/>
              </a:lnSpc>
              <a:buClr>
                <a:srgbClr val="000099"/>
              </a:buClr>
              <a:buSzPct val="85000"/>
              <a:buFont typeface="Wingdings" panose="05000000000000000000" pitchFamily="2" charset="2"/>
              <a:buChar char="u"/>
            </a:pPr>
            <a:r>
              <a:rPr lang="en-US" altLang="zh-CN" b="1" dirty="0">
                <a:latin typeface="微软雅黑" pitchFamily="34" charset="-122"/>
                <a:ea typeface="微软雅黑" pitchFamily="34" charset="-122"/>
              </a:rPr>
              <a:t>AP </a:t>
            </a:r>
            <a:r>
              <a:rPr lang="zh-CN" altLang="en-US" b="1" dirty="0">
                <a:latin typeface="微软雅黑" pitchFamily="34" charset="-122"/>
                <a:ea typeface="微软雅黑" pitchFamily="34" charset="-122"/>
              </a:rPr>
              <a:t>也叫做</a:t>
            </a:r>
            <a:r>
              <a:rPr lang="zh-CN" altLang="en-US" b="1" dirty="0">
                <a:solidFill>
                  <a:srgbClr val="C00000"/>
                </a:solidFill>
                <a:latin typeface="微软雅黑" pitchFamily="34" charset="-122"/>
                <a:ea typeface="微软雅黑" pitchFamily="34" charset="-122"/>
              </a:rPr>
              <a:t>无线接入点 </a:t>
            </a:r>
            <a:r>
              <a:rPr lang="en-US" altLang="zh-CN" b="1" dirty="0">
                <a:solidFill>
                  <a:srgbClr val="C00000"/>
                </a:solidFill>
                <a:latin typeface="微软雅黑" pitchFamily="34" charset="-122"/>
                <a:ea typeface="微软雅黑" pitchFamily="34" charset="-122"/>
              </a:rPr>
              <a:t>WAP </a:t>
            </a:r>
            <a:r>
              <a:rPr lang="en-US" altLang="zh-CN" b="1" dirty="0">
                <a:latin typeface="微软雅黑" pitchFamily="34" charset="-122"/>
                <a:ea typeface="微软雅黑" pitchFamily="34" charset="-122"/>
              </a:rPr>
              <a:t>(Wireless Access Point)</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076325" lvl="1" indent="-279400" eaLnBrk="0" hangingPunct="0">
              <a:lnSpc>
                <a:spcPts val="3200"/>
              </a:lnSpc>
              <a:buClr>
                <a:srgbClr val="000099"/>
              </a:buClr>
              <a:buSzPct val="85000"/>
              <a:buFont typeface="Wingdings" panose="05000000000000000000" pitchFamily="2" charset="2"/>
              <a:buChar char="u"/>
            </a:pPr>
            <a:r>
              <a:rPr lang="zh-CN" altLang="en-US" b="1" dirty="0">
                <a:latin typeface="微软雅黑" pitchFamily="34" charset="-122"/>
                <a:ea typeface="微软雅黑" pitchFamily="34" charset="-122"/>
              </a:rPr>
              <a:t>无线局域网中的站点对网内或网外的通信</a:t>
            </a:r>
            <a:r>
              <a:rPr lang="zh-CN" altLang="en-US" b="1" dirty="0">
                <a:solidFill>
                  <a:srgbClr val="C00000"/>
                </a:solidFill>
                <a:latin typeface="微软雅黑" pitchFamily="34" charset="-122"/>
                <a:ea typeface="微软雅黑" pitchFamily="34" charset="-122"/>
              </a:rPr>
              <a:t>都必须通过 </a:t>
            </a:r>
            <a:r>
              <a:rPr lang="en-US" altLang="zh-CN" b="1" dirty="0">
                <a:solidFill>
                  <a:srgbClr val="C00000"/>
                </a:solidFill>
                <a:latin typeface="微软雅黑" pitchFamily="34" charset="-122"/>
                <a:ea typeface="微软雅黑" pitchFamily="34" charset="-122"/>
              </a:rPr>
              <a:t>AP</a:t>
            </a:r>
            <a:r>
              <a:rPr lang="zh-CN" altLang="en-US" b="1" dirty="0">
                <a:solidFill>
                  <a:srgbClr val="C00000"/>
                </a:solidFill>
                <a:latin typeface="微软雅黑" pitchFamily="34" charset="-122"/>
                <a:ea typeface="微软雅黑" pitchFamily="34" charset="-122"/>
              </a:rPr>
              <a:t>。</a:t>
            </a:r>
            <a:endParaRPr lang="en-US" altLang="zh-CN" b="1" dirty="0">
              <a:solidFill>
                <a:srgbClr val="C00000"/>
              </a:solidFill>
              <a:latin typeface="微软雅黑" pitchFamily="34" charset="-122"/>
              <a:ea typeface="微软雅黑" pitchFamily="34" charset="-122"/>
            </a:endParaRPr>
          </a:p>
          <a:p>
            <a:pPr marL="684000"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层使用 </a:t>
            </a:r>
            <a:r>
              <a:rPr lang="en-US" altLang="zh-CN" sz="2000" b="1" dirty="0">
                <a:solidFill>
                  <a:srgbClr val="0000FF"/>
                </a:solidFill>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协议</a:t>
            </a: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凡使用 </a:t>
            </a:r>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系列协议的局域网又称为 </a:t>
            </a:r>
            <a:r>
              <a:rPr lang="en-US" altLang="zh-CN" sz="2000" b="1" dirty="0">
                <a:solidFill>
                  <a:srgbClr val="0000FF"/>
                </a:solidFill>
                <a:latin typeface="微软雅黑" pitchFamily="34" charset="-122"/>
                <a:ea typeface="微软雅黑" pitchFamily="34" charset="-122"/>
              </a:rPr>
              <a:t>Wi-Fi </a:t>
            </a:r>
            <a:r>
              <a:rPr lang="zh-CN" altLang="en-US" sz="2000" b="1" dirty="0">
                <a:latin typeface="微软雅黑" pitchFamily="34" charset="-122"/>
                <a:ea typeface="微软雅黑" pitchFamily="34" charset="-122"/>
              </a:rPr>
              <a:t>。</a:t>
            </a:r>
          </a:p>
        </p:txBody>
      </p:sp>
      <p:sp>
        <p:nvSpPr>
          <p:cNvPr id="7"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668946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fade">
                                      <p:cBhvr>
                                        <p:cTn id="7" dur="1000"/>
                                        <p:tgtEl>
                                          <p:spTgt spid="6">
                                            <p:txEl>
                                              <p:pRg st="0" end="0"/>
                                            </p:txEl>
                                          </p:spTgt>
                                        </p:tgtEl>
                                      </p:cBhvr>
                                    </p:animEffect>
                                    <p:anim calcmode="lin" valueType="num">
                                      <p:cBhvr>
                                        <p:cTn id="8" dur="10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6">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6">
                                            <p:txEl>
                                              <p:pRg st="1" end="1"/>
                                            </p:txEl>
                                          </p:spTgt>
                                        </p:tgtEl>
                                        <p:attrNameLst>
                                          <p:attrName>style.visibility</p:attrName>
                                        </p:attrNameLst>
                                      </p:cBhvr>
                                      <p:to>
                                        <p:strVal val="visible"/>
                                      </p:to>
                                    </p:set>
                                    <p:animEffect transition="in" filter="fade">
                                      <p:cBhvr>
                                        <p:cTn id="14" dur="1000"/>
                                        <p:tgtEl>
                                          <p:spTgt spid="6">
                                            <p:txEl>
                                              <p:pRg st="1" end="1"/>
                                            </p:txEl>
                                          </p:spTgt>
                                        </p:tgtEl>
                                      </p:cBhvr>
                                    </p:animEffect>
                                    <p:anim calcmode="lin" valueType="num">
                                      <p:cBhvr>
                                        <p:cTn id="15" dur="1000" fill="hold"/>
                                        <p:tgtEl>
                                          <p:spTgt spid="6">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6">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
                                            <p:txEl>
                                              <p:pRg st="2" end="2"/>
                                            </p:txEl>
                                          </p:spTgt>
                                        </p:tgtEl>
                                        <p:attrNameLst>
                                          <p:attrName>style.visibility</p:attrName>
                                        </p:attrNameLst>
                                      </p:cBhvr>
                                      <p:to>
                                        <p:strVal val="visible"/>
                                      </p:to>
                                    </p:set>
                                    <p:animEffect transition="in" filter="fade">
                                      <p:cBhvr>
                                        <p:cTn id="21" dur="1000"/>
                                        <p:tgtEl>
                                          <p:spTgt spid="6">
                                            <p:txEl>
                                              <p:pRg st="2" end="2"/>
                                            </p:txEl>
                                          </p:spTgt>
                                        </p:tgtEl>
                                      </p:cBhvr>
                                    </p:animEffect>
                                    <p:anim calcmode="lin" valueType="num">
                                      <p:cBhvr>
                                        <p:cTn id="22" dur="1000" fill="hold"/>
                                        <p:tgtEl>
                                          <p:spTgt spid="6">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6">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xEl>
                                              <p:pRg st="3" end="3"/>
                                            </p:txEl>
                                          </p:spTgt>
                                        </p:tgtEl>
                                        <p:attrNameLst>
                                          <p:attrName>style.visibility</p:attrName>
                                        </p:attrNameLst>
                                      </p:cBhvr>
                                      <p:to>
                                        <p:strVal val="visible"/>
                                      </p:to>
                                    </p:set>
                                    <p:animEffect transition="in" filter="fade">
                                      <p:cBhvr>
                                        <p:cTn id="28" dur="1000"/>
                                        <p:tgtEl>
                                          <p:spTgt spid="6">
                                            <p:txEl>
                                              <p:pRg st="3" end="3"/>
                                            </p:txEl>
                                          </p:spTgt>
                                        </p:tgtEl>
                                      </p:cBhvr>
                                    </p:animEffect>
                                    <p:anim calcmode="lin" valueType="num">
                                      <p:cBhvr>
                                        <p:cTn id="29" dur="1000" fill="hold"/>
                                        <p:tgtEl>
                                          <p:spTgt spid="6">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6">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6">
                                            <p:txEl>
                                              <p:pRg st="4" end="4"/>
                                            </p:txEl>
                                          </p:spTgt>
                                        </p:tgtEl>
                                        <p:attrNameLst>
                                          <p:attrName>style.visibility</p:attrName>
                                        </p:attrNameLst>
                                      </p:cBhvr>
                                      <p:to>
                                        <p:strVal val="visible"/>
                                      </p:to>
                                    </p:set>
                                    <p:animEffect transition="in" filter="fade">
                                      <p:cBhvr>
                                        <p:cTn id="35" dur="1000"/>
                                        <p:tgtEl>
                                          <p:spTgt spid="6">
                                            <p:txEl>
                                              <p:pRg st="4" end="4"/>
                                            </p:txEl>
                                          </p:spTgt>
                                        </p:tgtEl>
                                      </p:cBhvr>
                                    </p:animEffect>
                                    <p:anim calcmode="lin" valueType="num">
                                      <p:cBhvr>
                                        <p:cTn id="36" dur="1000" fill="hold"/>
                                        <p:tgtEl>
                                          <p:spTgt spid="6">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6">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6">
                                            <p:txEl>
                                              <p:pRg st="5" end="5"/>
                                            </p:txEl>
                                          </p:spTgt>
                                        </p:tgtEl>
                                        <p:attrNameLst>
                                          <p:attrName>style.visibility</p:attrName>
                                        </p:attrNameLst>
                                      </p:cBhvr>
                                      <p:to>
                                        <p:strVal val="visible"/>
                                      </p:to>
                                    </p:set>
                                    <p:animEffect transition="in" filter="fade">
                                      <p:cBhvr>
                                        <p:cTn id="42" dur="1000"/>
                                        <p:tgtEl>
                                          <p:spTgt spid="6">
                                            <p:txEl>
                                              <p:pRg st="5" end="5"/>
                                            </p:txEl>
                                          </p:spTgt>
                                        </p:tgtEl>
                                      </p:cBhvr>
                                    </p:animEffect>
                                    <p:anim calcmode="lin" valueType="num">
                                      <p:cBhvr>
                                        <p:cTn id="43" dur="1000" fill="hold"/>
                                        <p:tgtEl>
                                          <p:spTgt spid="6">
                                            <p:txEl>
                                              <p:pRg st="5" end="5"/>
                                            </p:txEl>
                                          </p:spTgt>
                                        </p:tgtEl>
                                        <p:attrNameLst>
                                          <p:attrName>ppt_x</p:attrName>
                                        </p:attrNameLst>
                                      </p:cBhvr>
                                      <p:tavLst>
                                        <p:tav tm="0">
                                          <p:val>
                                            <p:strVal val="#ppt_x"/>
                                          </p:val>
                                        </p:tav>
                                        <p:tav tm="100000">
                                          <p:val>
                                            <p:strVal val="#ppt_x"/>
                                          </p:val>
                                        </p:tav>
                                      </p:tavLst>
                                    </p:anim>
                                    <p:anim calcmode="lin" valueType="num">
                                      <p:cBhvr>
                                        <p:cTn id="44" dur="1000" fill="hold"/>
                                        <p:tgtEl>
                                          <p:spTgt spid="6">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nodeType="click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fade">
                                      <p:cBhvr>
                                        <p:cTn id="49" dur="1000"/>
                                        <p:tgtEl>
                                          <p:spTgt spid="6">
                                            <p:txEl>
                                              <p:pRg st="6" end="6"/>
                                            </p:txEl>
                                          </p:spTgt>
                                        </p:tgtEl>
                                      </p:cBhvr>
                                    </p:animEffect>
                                    <p:anim calcmode="lin" valueType="num">
                                      <p:cBhvr>
                                        <p:cTn id="50" dur="1000" fill="hold"/>
                                        <p:tgtEl>
                                          <p:spTgt spid="6">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6">
                                            <p:txEl>
                                              <p:pRg st="6" end="6"/>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954860" y="1086004"/>
            <a:ext cx="5231253" cy="338554"/>
          </a:xfrm>
          <a:prstGeom prst="rect">
            <a:avLst/>
          </a:prstGeom>
          <a:noFill/>
          <a:ln>
            <a:noFill/>
          </a:ln>
        </p:spPr>
        <p:txBody>
          <a:bodyPr wrap="square">
            <a:spAutoFit/>
          </a:bodyPr>
          <a:lstStyle/>
          <a:p>
            <a:pPr algn="ctr"/>
            <a:r>
              <a:rPr lang="en-US" altLang="zh-CN" sz="1600" b="1" dirty="0">
                <a:solidFill>
                  <a:srgbClr val="0000FF"/>
                </a:solidFill>
                <a:latin typeface="微软雅黑" pitchFamily="34" charset="-122"/>
                <a:ea typeface="微软雅黑" pitchFamily="34" charset="-122"/>
              </a:rPr>
              <a:t>IEEE 802.11 </a:t>
            </a:r>
            <a:r>
              <a:rPr lang="zh-CN" altLang="en-US" sz="1600" b="1" dirty="0">
                <a:solidFill>
                  <a:srgbClr val="0000FF"/>
                </a:solidFill>
                <a:latin typeface="微软雅黑" pitchFamily="34" charset="-122"/>
                <a:ea typeface="微软雅黑" pitchFamily="34" charset="-122"/>
              </a:rPr>
              <a:t>的</a:t>
            </a:r>
            <a:r>
              <a:rPr lang="zh-CN" altLang="en-US" sz="1600" b="1" dirty="0">
                <a:solidFill>
                  <a:srgbClr val="C00000"/>
                </a:solidFill>
                <a:latin typeface="微软雅黑" pitchFamily="34" charset="-122"/>
                <a:ea typeface="微软雅黑" pitchFamily="34" charset="-122"/>
              </a:rPr>
              <a:t>基本服务集 </a:t>
            </a:r>
            <a:r>
              <a:rPr lang="en-US" altLang="zh-CN" sz="1600" b="1" dirty="0">
                <a:solidFill>
                  <a:srgbClr val="C00000"/>
                </a:solidFill>
                <a:latin typeface="微软雅黑" pitchFamily="34" charset="-122"/>
                <a:ea typeface="微软雅黑" pitchFamily="34" charset="-122"/>
              </a:rPr>
              <a:t>BSS </a:t>
            </a:r>
            <a:r>
              <a:rPr lang="zh-CN" altLang="en-US" sz="1600" b="1" dirty="0">
                <a:solidFill>
                  <a:srgbClr val="0000FF"/>
                </a:solidFill>
                <a:latin typeface="微软雅黑" pitchFamily="34" charset="-122"/>
                <a:ea typeface="微软雅黑" pitchFamily="34" charset="-122"/>
              </a:rPr>
              <a:t>和</a:t>
            </a:r>
            <a:r>
              <a:rPr lang="zh-CN" altLang="en-US" sz="1600" b="1" dirty="0">
                <a:solidFill>
                  <a:srgbClr val="C00000"/>
                </a:solidFill>
                <a:latin typeface="微软雅黑" pitchFamily="34" charset="-122"/>
                <a:ea typeface="微软雅黑" pitchFamily="34" charset="-122"/>
              </a:rPr>
              <a:t>扩展服务集 </a:t>
            </a:r>
            <a:r>
              <a:rPr lang="en-US" altLang="zh-CN" sz="1600" b="1" dirty="0">
                <a:solidFill>
                  <a:srgbClr val="C00000"/>
                </a:solidFill>
                <a:latin typeface="微软雅黑" pitchFamily="34" charset="-122"/>
                <a:ea typeface="微软雅黑" pitchFamily="34" charset="-122"/>
              </a:rPr>
              <a:t>ESS</a:t>
            </a: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9525">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316" name="Object 29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417321413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899102" y="1086004"/>
            <a:ext cx="5677947"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基本服务集 </a:t>
            </a:r>
            <a:r>
              <a:rPr lang="en-US" altLang="zh-CN" sz="1400" b="1" dirty="0">
                <a:solidFill>
                  <a:srgbClr val="0000CC"/>
                </a:solidFill>
                <a:latin typeface="微软雅黑" pitchFamily="34" charset="-122"/>
                <a:ea typeface="微软雅黑" pitchFamily="34" charset="-122"/>
              </a:rPr>
              <a:t>BSS (Basic Service Set )</a:t>
            </a:r>
            <a:r>
              <a:rPr lang="zh-CN" altLang="en-US" sz="1400" b="1" dirty="0">
                <a:solidFill>
                  <a:srgbClr val="0000CC"/>
                </a:solidFill>
                <a:latin typeface="微软雅黑" pitchFamily="34" charset="-122"/>
                <a:ea typeface="微软雅黑" pitchFamily="34" charset="-122"/>
              </a:rPr>
              <a:t>是无线局域网的</a:t>
            </a:r>
            <a:r>
              <a:rPr lang="zh-CN" altLang="en-US" sz="1400" b="1" dirty="0">
                <a:solidFill>
                  <a:srgbClr val="C00000"/>
                </a:solidFill>
                <a:latin typeface="微软雅黑" pitchFamily="34" charset="-122"/>
                <a:ea typeface="微软雅黑" pitchFamily="34" charset="-122"/>
              </a:rPr>
              <a:t>最小构件。</a:t>
            </a:r>
            <a:endParaRPr lang="en-US" altLang="zh-CN" sz="1400" b="1" dirty="0">
              <a:solidFill>
                <a:srgbClr val="C00000"/>
              </a:solidFill>
              <a:latin typeface="微软雅黑" pitchFamily="34" charset="-122"/>
              <a:ea typeface="微软雅黑" pitchFamily="34" charset="-122"/>
            </a:endParaRPr>
          </a:p>
          <a:p>
            <a:pPr algn="ctr"/>
            <a:r>
              <a:rPr lang="zh-CN" altLang="en-US" sz="1400" b="1" dirty="0">
                <a:solidFill>
                  <a:srgbClr val="0000CC"/>
                </a:solidFill>
                <a:latin typeface="微软雅黑" pitchFamily="34" charset="-122"/>
                <a:ea typeface="微软雅黑" pitchFamily="34" charset="-122"/>
              </a:rPr>
              <a:t>一个 </a:t>
            </a:r>
            <a:r>
              <a:rPr lang="en-US" altLang="zh-CN" sz="1400" b="1" dirty="0">
                <a:solidFill>
                  <a:srgbClr val="0000CC"/>
                </a:solidFill>
                <a:latin typeface="微软雅黑" pitchFamily="34" charset="-122"/>
                <a:ea typeface="微软雅黑" pitchFamily="34" charset="-122"/>
              </a:rPr>
              <a:t>BSS </a:t>
            </a:r>
            <a:r>
              <a:rPr lang="zh-CN" altLang="en-US" sz="1400" b="1" dirty="0">
                <a:solidFill>
                  <a:srgbClr val="0000CC"/>
                </a:solidFill>
                <a:latin typeface="微软雅黑" pitchFamily="34" charset="-122"/>
                <a:ea typeface="微软雅黑" pitchFamily="34" charset="-122"/>
              </a:rPr>
              <a:t>包括一个接入点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和若干个移动站。</a:t>
            </a:r>
            <a:endParaRPr lang="en-US" altLang="zh-CN" sz="1400" b="1" dirty="0">
              <a:solidFill>
                <a:srgbClr val="0000CC"/>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316" name="Object 29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nvGrpSpPr>
          <p:cNvPr id="3" name="组合 2">
            <a:extLst>
              <a:ext uri="{FF2B5EF4-FFF2-40B4-BE49-F238E27FC236}">
                <a16:creationId xmlns:a16="http://schemas.microsoft.com/office/drawing/2014/main" id="{C15039DE-8BF9-AD01-8ED0-9995A9A03010}"/>
              </a:ext>
            </a:extLst>
          </p:cNvPr>
          <p:cNvGrpSpPr/>
          <p:nvPr/>
        </p:nvGrpSpPr>
        <p:grpSpPr>
          <a:xfrm>
            <a:off x="1839539" y="2799606"/>
            <a:ext cx="2696177" cy="961864"/>
            <a:chOff x="1839539" y="2799606"/>
            <a:chExt cx="2696177" cy="961864"/>
          </a:xfrm>
        </p:grpSpPr>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45932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96"/>
                                        </p:tgtEl>
                                        <p:attrNameLst>
                                          <p:attrName>style.visibility</p:attrName>
                                        </p:attrNameLst>
                                      </p:cBhvr>
                                      <p:to>
                                        <p:strVal val="visible"/>
                                      </p:to>
                                    </p:set>
                                    <p:animEffect transition="in" filter="fade">
                                      <p:cBhvr>
                                        <p:cTn id="7" dur="1000"/>
                                        <p:tgtEl>
                                          <p:spTgt spid="296"/>
                                        </p:tgtEl>
                                      </p:cBhvr>
                                    </p:animEffect>
                                    <p:anim calcmode="lin" valueType="num">
                                      <p:cBhvr>
                                        <p:cTn id="8" dur="1000" fill="hold"/>
                                        <p:tgtEl>
                                          <p:spTgt spid="296"/>
                                        </p:tgtEl>
                                        <p:attrNameLst>
                                          <p:attrName>ppt_x</p:attrName>
                                        </p:attrNameLst>
                                      </p:cBhvr>
                                      <p:tavLst>
                                        <p:tav tm="0">
                                          <p:val>
                                            <p:strVal val="#ppt_x"/>
                                          </p:val>
                                        </p:tav>
                                        <p:tav tm="100000">
                                          <p:val>
                                            <p:strVal val="#ppt_x"/>
                                          </p:val>
                                        </p:tav>
                                      </p:tavLst>
                                    </p:anim>
                                    <p:anim calcmode="lin" valueType="num">
                                      <p:cBhvr>
                                        <p:cTn id="9" dur="1000" fill="hold"/>
                                        <p:tgtEl>
                                          <p:spTgt spid="296"/>
                                        </p:tgtEl>
                                        <p:attrNameLst>
                                          <p:attrName>ppt_y</p:attrName>
                                        </p:attrNameLst>
                                      </p:cBhvr>
                                      <p:tavLst>
                                        <p:tav tm="0">
                                          <p:val>
                                            <p:strVal val="#ppt_y+.1"/>
                                          </p:val>
                                        </p:tav>
                                        <p:tav tm="100000">
                                          <p:val>
                                            <p:strVal val="#ppt_y"/>
                                          </p:val>
                                        </p:tav>
                                      </p:tavLst>
                                    </p:anim>
                                  </p:childTnLst>
                                </p:cTn>
                              </p:par>
                              <p:par>
                                <p:cTn id="10" presetID="35" presetClass="emph" presetSubtype="0" repeatCount="3000" fill="hold" grpId="0" nodeType="withEffect">
                                  <p:stCondLst>
                                    <p:cond delay="0"/>
                                  </p:stCondLst>
                                  <p:childTnLst>
                                    <p:anim calcmode="discrete" valueType="str">
                                      <p:cBhvr>
                                        <p:cTn id="11" dur="1000" fill="hold"/>
                                        <p:tgtEl>
                                          <p:spTgt spid="407"/>
                                        </p:tgtEl>
                                        <p:attrNameLst>
                                          <p:attrName>style.visibility</p:attrName>
                                        </p:attrNameLst>
                                      </p:cBhvr>
                                      <p:tavLst>
                                        <p:tav tm="0">
                                          <p:val>
                                            <p:strVal val="hidden"/>
                                          </p:val>
                                        </p:tav>
                                        <p:tav tm="50000">
                                          <p:val>
                                            <p:strVal val="visible"/>
                                          </p:val>
                                        </p:tav>
                                      </p:tavLst>
                                    </p:anim>
                                  </p:childTnLst>
                                </p:cTn>
                              </p:par>
                              <p:par>
                                <p:cTn id="12" presetID="35" presetClass="emph" presetSubtype="0" repeatCount="3000" fill="hold" grpId="0" nodeType="withEffect">
                                  <p:stCondLst>
                                    <p:cond delay="0"/>
                                  </p:stCondLst>
                                  <p:childTnLst>
                                    <p:anim calcmode="discrete" valueType="str">
                                      <p:cBhvr>
                                        <p:cTn id="13" dur="1000" fill="hold"/>
                                        <p:tgtEl>
                                          <p:spTgt spid="406"/>
                                        </p:tgtEl>
                                        <p:attrNameLst>
                                          <p:attrName>style.visibility</p:attrName>
                                        </p:attrNameLst>
                                      </p:cBhvr>
                                      <p:tavLst>
                                        <p:tav tm="0">
                                          <p:val>
                                            <p:strVal val="hidden"/>
                                          </p:val>
                                        </p:tav>
                                        <p:tav tm="50000">
                                          <p:val>
                                            <p:strVal val="visible"/>
                                          </p:val>
                                        </p:tav>
                                      </p:tavLst>
                                    </p:anim>
                                  </p:childTnLst>
                                </p:cTn>
                              </p:par>
                              <p:par>
                                <p:cTn id="14" presetID="35" presetClass="emph" presetSubtype="0" repeatCount="3000" fill="hold" grpId="0" nodeType="withEffect">
                                  <p:stCondLst>
                                    <p:cond delay="0"/>
                                  </p:stCondLst>
                                  <p:childTnLst>
                                    <p:anim calcmode="discrete" valueType="str">
                                      <p:cBhvr>
                                        <p:cTn id="15" dur="1000" fill="hold"/>
                                        <p:tgtEl>
                                          <p:spTgt spid="392"/>
                                        </p:tgtEl>
                                        <p:attrNameLst>
                                          <p:attrName>style.visibility</p:attrName>
                                        </p:attrNameLst>
                                      </p:cBhvr>
                                      <p:tavLst>
                                        <p:tav tm="0">
                                          <p:val>
                                            <p:strVal val="hidden"/>
                                          </p:val>
                                        </p:tav>
                                        <p:tav tm="50000">
                                          <p:val>
                                            <p:strVal val="visible"/>
                                          </p:val>
                                        </p:tav>
                                      </p:tavLst>
                                    </p:anim>
                                  </p:childTnLst>
                                </p:cTn>
                              </p:par>
                              <p:par>
                                <p:cTn id="16" presetID="35" presetClass="emph" presetSubtype="0" repeatCount="3000" fill="hold" grpId="0" nodeType="withEffect">
                                  <p:stCondLst>
                                    <p:cond delay="0"/>
                                  </p:stCondLst>
                                  <p:childTnLst>
                                    <p:anim calcmode="discrete" valueType="str">
                                      <p:cBhvr>
                                        <p:cTn id="17" dur="1000" fill="hold"/>
                                        <p:tgtEl>
                                          <p:spTgt spid="405"/>
                                        </p:tgtEl>
                                        <p:attrNameLst>
                                          <p:attrName>style.visibility</p:attrName>
                                        </p:attrNameLst>
                                      </p:cBhvr>
                                      <p:tavLst>
                                        <p:tav tm="0">
                                          <p:val>
                                            <p:strVal val="hidden"/>
                                          </p:val>
                                        </p:tav>
                                        <p:tav tm="50000">
                                          <p:val>
                                            <p:strVal val="visible"/>
                                          </p:val>
                                        </p:tav>
                                      </p:tavLst>
                                    </p:anim>
                                  </p:childTnLst>
                                </p:cTn>
                              </p:par>
                            </p:childTnLst>
                          </p:cTn>
                        </p:par>
                      </p:childTnLst>
                    </p:cTn>
                  </p:par>
                  <p:par>
                    <p:cTn id="18" fill="hold">
                      <p:stCondLst>
                        <p:cond delay="indefinite"/>
                      </p:stCondLst>
                      <p:childTnLst>
                        <p:par>
                          <p:cTn id="19" fill="hold">
                            <p:stCondLst>
                              <p:cond delay="0"/>
                            </p:stCondLst>
                            <p:childTnLst>
                              <p:par>
                                <p:cTn id="20" presetID="35" presetClass="emph" presetSubtype="0" repeatCount="3000" fill="hold" grpId="0" nodeType="clickEffect">
                                  <p:stCondLst>
                                    <p:cond delay="0"/>
                                  </p:stCondLst>
                                  <p:childTnLst>
                                    <p:anim calcmode="discrete" valueType="str">
                                      <p:cBhvr>
                                        <p:cTn id="21" dur="1000" fill="hold"/>
                                        <p:tgtEl>
                                          <p:spTgt spid="312"/>
                                        </p:tgtEl>
                                        <p:attrNameLst>
                                          <p:attrName>style.visibility</p:attrName>
                                        </p:attrNameLst>
                                      </p:cBhvr>
                                      <p:tavLst>
                                        <p:tav tm="0">
                                          <p:val>
                                            <p:strVal val="hidden"/>
                                          </p:val>
                                        </p:tav>
                                        <p:tav tm="50000">
                                          <p:val>
                                            <p:strVal val="visible"/>
                                          </p:val>
                                        </p:tav>
                                      </p:tavLst>
                                    </p:anim>
                                  </p:childTnLst>
                                </p:cTn>
                              </p:par>
                              <p:par>
                                <p:cTn id="22" presetID="35" presetClass="emph" presetSubtype="0" repeatCount="3000" fill="hold" grpId="0" nodeType="withEffect">
                                  <p:stCondLst>
                                    <p:cond delay="0"/>
                                  </p:stCondLst>
                                  <p:childTnLst>
                                    <p:anim calcmode="discrete" valueType="str">
                                      <p:cBhvr>
                                        <p:cTn id="23" dur="1000" fill="hold"/>
                                        <p:tgtEl>
                                          <p:spTgt spid="318"/>
                                        </p:tgtEl>
                                        <p:attrNameLst>
                                          <p:attrName>style.visibility</p:attrName>
                                        </p:attrNameLst>
                                      </p:cBhvr>
                                      <p:tavLst>
                                        <p:tav tm="0">
                                          <p:val>
                                            <p:strVal val="hidden"/>
                                          </p:val>
                                        </p:tav>
                                        <p:tav tm="50000">
                                          <p:val>
                                            <p:strVal val="visible"/>
                                          </p:val>
                                        </p:tav>
                                      </p:tavLst>
                                    </p:anim>
                                  </p:childTnLst>
                                </p:cTn>
                              </p:par>
                            </p:childTnLst>
                          </p:cTn>
                        </p:par>
                      </p:childTnLst>
                    </p:cTn>
                  </p:par>
                  <p:par>
                    <p:cTn id="24" fill="hold">
                      <p:stCondLst>
                        <p:cond delay="indefinite"/>
                      </p:stCondLst>
                      <p:childTnLst>
                        <p:par>
                          <p:cTn id="25" fill="hold">
                            <p:stCondLst>
                              <p:cond delay="0"/>
                            </p:stCondLst>
                            <p:childTnLst>
                              <p:par>
                                <p:cTn id="26" presetID="35" presetClass="emph" presetSubtype="0" repeatCount="3000" fill="hold" nodeType="clickEffect">
                                  <p:stCondLst>
                                    <p:cond delay="0"/>
                                  </p:stCondLst>
                                  <p:childTnLst>
                                    <p:anim calcmode="discrete" valueType="str">
                                      <p:cBhvr>
                                        <p:cTn id="27"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 grpId="0"/>
      <p:bldP spid="312" grpId="0"/>
      <p:bldP spid="318" grpId="0"/>
      <p:bldP spid="392" grpId="0" animBg="1"/>
      <p:bldP spid="405" grpId="0"/>
      <p:bldP spid="406" grpId="0" animBg="1"/>
      <p:bldP spid="407"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119501" y="1086004"/>
            <a:ext cx="7060160"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必须为该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分配一个不超过 </a:t>
            </a:r>
            <a:r>
              <a:rPr lang="en-US" altLang="zh-CN" sz="1400" b="1" dirty="0">
                <a:solidFill>
                  <a:srgbClr val="0000CC"/>
                </a:solidFill>
                <a:latin typeface="微软雅黑" pitchFamily="34" charset="-122"/>
                <a:ea typeface="微软雅黑" pitchFamily="34" charset="-122"/>
              </a:rPr>
              <a:t>32 </a:t>
            </a:r>
            <a:r>
              <a:rPr lang="zh-CN" altLang="en-US" sz="1400" b="1" dirty="0">
                <a:solidFill>
                  <a:srgbClr val="0000CC"/>
                </a:solidFill>
                <a:latin typeface="微软雅黑" pitchFamily="34" charset="-122"/>
                <a:ea typeface="微软雅黑" pitchFamily="34" charset="-122"/>
              </a:rPr>
              <a:t>字节的</a:t>
            </a:r>
            <a:r>
              <a:rPr lang="zh-CN" altLang="en-US" sz="1400" b="1" dirty="0">
                <a:solidFill>
                  <a:srgbClr val="C00000"/>
                </a:solidFill>
                <a:latin typeface="微软雅黑" pitchFamily="34" charset="-122"/>
                <a:ea typeface="微软雅黑" pitchFamily="34" charset="-122"/>
              </a:rPr>
              <a:t>服务集标识符 </a:t>
            </a:r>
            <a:r>
              <a:rPr lang="en-US" altLang="zh-CN" sz="1400" b="1" dirty="0">
                <a:solidFill>
                  <a:srgbClr val="C00000"/>
                </a:solidFill>
                <a:latin typeface="微软雅黑" pitchFamily="34" charset="-122"/>
                <a:ea typeface="微软雅黑" pitchFamily="34" charset="-122"/>
              </a:rPr>
              <a:t>SSID </a:t>
            </a:r>
            <a:r>
              <a:rPr lang="en-US" altLang="zh-CN" sz="1400" b="1" dirty="0">
                <a:solidFill>
                  <a:srgbClr val="0000CC"/>
                </a:solidFill>
                <a:latin typeface="微软雅黑" pitchFamily="34" charset="-122"/>
                <a:ea typeface="微软雅黑" pitchFamily="34" charset="-122"/>
              </a:rPr>
              <a:t>(Service Set </a:t>
            </a:r>
            <a:r>
              <a:rPr lang="en-US" altLang="zh-CN" sz="1400" b="1" dirty="0" err="1">
                <a:solidFill>
                  <a:srgbClr val="0000CC"/>
                </a:solidFill>
                <a:latin typeface="微软雅黑" pitchFamily="34" charset="-122"/>
                <a:ea typeface="微软雅黑" pitchFamily="34" charset="-122"/>
              </a:rPr>
              <a:t>IDentifier</a:t>
            </a:r>
            <a:r>
              <a:rPr lang="en-US" altLang="zh-CN" sz="1400" b="1" dirty="0">
                <a:solidFill>
                  <a:srgbClr val="0000CC"/>
                </a:solidFill>
                <a:latin typeface="微软雅黑" pitchFamily="34" charset="-122"/>
                <a:ea typeface="微软雅黑" pitchFamily="34" charset="-122"/>
              </a:rPr>
              <a:t>) </a:t>
            </a:r>
            <a:r>
              <a:rPr lang="zh-CN" altLang="en-US" sz="1400" b="1" dirty="0">
                <a:solidFill>
                  <a:srgbClr val="0000CC"/>
                </a:solidFill>
                <a:latin typeface="微软雅黑" pitchFamily="34" charset="-122"/>
                <a:ea typeface="微软雅黑" pitchFamily="34" charset="-122"/>
              </a:rPr>
              <a:t>（即该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的无线局域网的</a:t>
            </a:r>
            <a:r>
              <a:rPr lang="zh-CN" altLang="en-US" sz="1400" b="1" dirty="0">
                <a:solidFill>
                  <a:srgbClr val="C00000"/>
                </a:solidFill>
                <a:latin typeface="微软雅黑" pitchFamily="34" charset="-122"/>
                <a:ea typeface="微软雅黑" pitchFamily="34" charset="-122"/>
              </a:rPr>
              <a:t>名字</a:t>
            </a:r>
            <a:r>
              <a:rPr lang="zh-CN" altLang="en-US" sz="1400" b="1" dirty="0">
                <a:solidFill>
                  <a:srgbClr val="0000CC"/>
                </a:solidFill>
                <a:latin typeface="微软雅黑" pitchFamily="34" charset="-122"/>
                <a:ea typeface="微软雅黑" pitchFamily="34" charset="-122"/>
              </a:rPr>
              <a:t>）和一个通信信道。</a:t>
            </a:r>
            <a:endParaRPr lang="en-US" altLang="zh-CN" sz="1400" b="1" dirty="0">
              <a:solidFill>
                <a:srgbClr val="0000CC"/>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316" name="Object 29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36047" y="4402952"/>
            <a:ext cx="7275870"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一个 </a:t>
            </a:r>
            <a:r>
              <a:rPr lang="en-US" altLang="zh-CN" sz="1600" b="1" dirty="0">
                <a:latin typeface="微软雅黑" panose="020B0503020204020204" pitchFamily="34" charset="-122"/>
                <a:ea typeface="微软雅黑" panose="020B0503020204020204" pitchFamily="34" charset="-122"/>
              </a:rPr>
              <a:t>BSS </a:t>
            </a:r>
            <a:r>
              <a:rPr lang="zh-CN" altLang="en-US" sz="1600" b="1" dirty="0">
                <a:latin typeface="微软雅黑" panose="020B0503020204020204" pitchFamily="34" charset="-122"/>
                <a:ea typeface="微软雅黑" panose="020B0503020204020204" pitchFamily="34" charset="-122"/>
              </a:rPr>
              <a:t>所覆盖的地理范围叫做一个</a:t>
            </a:r>
            <a:r>
              <a:rPr lang="zh-CN" altLang="en-US" sz="1600" b="1" dirty="0">
                <a:solidFill>
                  <a:srgbClr val="0000FF"/>
                </a:solidFill>
                <a:latin typeface="微软雅黑" panose="020B0503020204020204" pitchFamily="34" charset="-122"/>
                <a:ea typeface="微软雅黑" panose="020B0503020204020204" pitchFamily="34" charset="-122"/>
              </a:rPr>
              <a:t>基本服务区 </a:t>
            </a:r>
            <a:r>
              <a:rPr lang="en-US" altLang="zh-CN" sz="1600" b="1" dirty="0">
                <a:solidFill>
                  <a:srgbClr val="0000FF"/>
                </a:solidFill>
                <a:latin typeface="微软雅黑" panose="020B0503020204020204" pitchFamily="34" charset="-122"/>
                <a:ea typeface="微软雅黑" panose="020B0503020204020204" pitchFamily="34" charset="-122"/>
              </a:rPr>
              <a:t>BSA</a:t>
            </a:r>
            <a:r>
              <a:rPr lang="en-US" altLang="zh-CN" sz="1600" b="1" dirty="0">
                <a:latin typeface="微软雅黑" panose="020B0503020204020204" pitchFamily="34" charset="-122"/>
                <a:ea typeface="微软雅黑" panose="020B0503020204020204" pitchFamily="34" charset="-122"/>
              </a:rPr>
              <a:t> (Basic Service Area)</a:t>
            </a:r>
            <a:r>
              <a:rPr lang="zh-CN" altLang="en-US" sz="1600"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32055507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96"/>
                                        </p:tgtEl>
                                        <p:attrNameLst>
                                          <p:attrName>style.visibility</p:attrName>
                                        </p:attrNameLst>
                                      </p:cBhvr>
                                      <p:to>
                                        <p:strVal val="visible"/>
                                      </p:to>
                                    </p:set>
                                    <p:animEffect transition="in" filter="fade">
                                      <p:cBhvr>
                                        <p:cTn id="7" dur="1000"/>
                                        <p:tgtEl>
                                          <p:spTgt spid="296"/>
                                        </p:tgtEl>
                                      </p:cBhvr>
                                    </p:animEffect>
                                    <p:anim calcmode="lin" valueType="num">
                                      <p:cBhvr>
                                        <p:cTn id="8" dur="1000" fill="hold"/>
                                        <p:tgtEl>
                                          <p:spTgt spid="296"/>
                                        </p:tgtEl>
                                        <p:attrNameLst>
                                          <p:attrName>ppt_x</p:attrName>
                                        </p:attrNameLst>
                                      </p:cBhvr>
                                      <p:tavLst>
                                        <p:tav tm="0">
                                          <p:val>
                                            <p:strVal val="#ppt_x"/>
                                          </p:val>
                                        </p:tav>
                                        <p:tav tm="100000">
                                          <p:val>
                                            <p:strVal val="#ppt_x"/>
                                          </p:val>
                                        </p:tav>
                                      </p:tavLst>
                                    </p:anim>
                                    <p:anim calcmode="lin" valueType="num">
                                      <p:cBhvr>
                                        <p:cTn id="9" dur="1000" fill="hold"/>
                                        <p:tgtEl>
                                          <p:spTgt spid="296"/>
                                        </p:tgtEl>
                                        <p:attrNameLst>
                                          <p:attrName>ppt_y</p:attrName>
                                        </p:attrNameLst>
                                      </p:cBhvr>
                                      <p:tavLst>
                                        <p:tav tm="0">
                                          <p:val>
                                            <p:strVal val="#ppt_y+.1"/>
                                          </p:val>
                                        </p:tav>
                                        <p:tav tm="100000">
                                          <p:val>
                                            <p:strVal val="#ppt_y"/>
                                          </p:val>
                                        </p:tav>
                                      </p:tavLst>
                                    </p:anim>
                                  </p:childTnLst>
                                </p:cTn>
                              </p:par>
                              <p:par>
                                <p:cTn id="10" presetID="35" presetClass="emph" presetSubtype="0" repeatCount="3000" fill="hold" grpId="0" nodeType="withEffect">
                                  <p:stCondLst>
                                    <p:cond delay="0"/>
                                  </p:stCondLst>
                                  <p:childTnLst>
                                    <p:anim calcmode="discrete" valueType="str">
                                      <p:cBhvr>
                                        <p:cTn id="11" dur="1000" fill="hold"/>
                                        <p:tgtEl>
                                          <p:spTgt spid="401"/>
                                        </p:tgtEl>
                                        <p:attrNameLst>
                                          <p:attrName>style.visibility</p:attrName>
                                        </p:attrNameLst>
                                      </p:cBhvr>
                                      <p:tavLst>
                                        <p:tav tm="0">
                                          <p:val>
                                            <p:strVal val="hidden"/>
                                          </p:val>
                                        </p:tav>
                                        <p:tav tm="50000">
                                          <p:val>
                                            <p:strVal val="visible"/>
                                          </p:val>
                                        </p:tav>
                                      </p:tavLst>
                                    </p:anim>
                                  </p:childTnLst>
                                </p:cTn>
                              </p:par>
                              <p:par>
                                <p:cTn id="12" presetID="35" presetClass="emph" presetSubtype="0" repeatCount="3000" fill="hold" grpId="0" nodeType="withEffect">
                                  <p:stCondLst>
                                    <p:cond delay="0"/>
                                  </p:stCondLst>
                                  <p:childTnLst>
                                    <p:anim calcmode="discrete" valueType="str">
                                      <p:cBhvr>
                                        <p:cTn id="13" dur="1000" fill="hold"/>
                                        <p:tgtEl>
                                          <p:spTgt spid="402"/>
                                        </p:tgtEl>
                                        <p:attrNameLst>
                                          <p:attrName>style.visibility</p:attrName>
                                        </p:attrNameLst>
                                      </p:cBhvr>
                                      <p:tavLst>
                                        <p:tav tm="0">
                                          <p:val>
                                            <p:strVal val="hidden"/>
                                          </p:val>
                                        </p:tav>
                                        <p:tav tm="50000">
                                          <p:val>
                                            <p:strVal val="visible"/>
                                          </p:val>
                                        </p:tav>
                                      </p:tavLst>
                                    </p:anim>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1000"/>
                                        <p:tgtEl>
                                          <p:spTgt spid="3"/>
                                        </p:tgtEl>
                                      </p:cBhvr>
                                    </p:animEffect>
                                    <p:anim calcmode="lin" valueType="num">
                                      <p:cBhvr>
                                        <p:cTn id="19" dur="1000" fill="hold"/>
                                        <p:tgtEl>
                                          <p:spTgt spid="3"/>
                                        </p:tgtEl>
                                        <p:attrNameLst>
                                          <p:attrName>ppt_x</p:attrName>
                                        </p:attrNameLst>
                                      </p:cBhvr>
                                      <p:tavLst>
                                        <p:tav tm="0">
                                          <p:val>
                                            <p:strVal val="#ppt_x"/>
                                          </p:val>
                                        </p:tav>
                                        <p:tav tm="100000">
                                          <p:val>
                                            <p:strVal val="#ppt_x"/>
                                          </p:val>
                                        </p:tav>
                                      </p:tavLst>
                                    </p:anim>
                                    <p:anim calcmode="lin" valueType="num">
                                      <p:cBhvr>
                                        <p:cTn id="20"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 grpId="0"/>
      <p:bldP spid="401" grpId="0" animBg="1"/>
      <p:bldP spid="402" grpId="0" animBg="1"/>
      <p:bldP spid="3"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 name="圆角矩形 217"/>
          <p:cNvSpPr/>
          <p:nvPr/>
        </p:nvSpPr>
        <p:spPr>
          <a:xfrm>
            <a:off x="1052051" y="2772699"/>
            <a:ext cx="6990735" cy="178947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Rectangle 46"/>
          <p:cNvSpPr>
            <a:spLocks noChangeArrowheads="1"/>
          </p:cNvSpPr>
          <p:nvPr/>
        </p:nvSpPr>
        <p:spPr bwMode="auto">
          <a:xfrm>
            <a:off x="509475" y="933444"/>
            <a:ext cx="8129015" cy="188769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无线局域网通常使用 </a:t>
            </a:r>
            <a:r>
              <a:rPr lang="en-US" altLang="zh-CN" sz="2000" b="1" dirty="0">
                <a:latin typeface="微软雅黑" pitchFamily="34" charset="-122"/>
                <a:ea typeface="微软雅黑" pitchFamily="34" charset="-122"/>
              </a:rPr>
              <a:t>2.4 GHz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5 GHz </a:t>
            </a:r>
            <a:r>
              <a:rPr lang="zh-CN" altLang="en-US" sz="2000" b="1" dirty="0">
                <a:latin typeface="微软雅黑" pitchFamily="34" charset="-122"/>
                <a:ea typeface="微软雅黑" pitchFamily="34" charset="-122"/>
              </a:rPr>
              <a:t>频段。每一个频段划分为若干个信道，供各无线局域网使用。</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802.11b </a:t>
            </a: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2.4 GHz </a:t>
            </a:r>
            <a:r>
              <a:rPr lang="zh-CN" altLang="en-US" sz="2000" b="1" dirty="0">
                <a:latin typeface="微软雅黑" pitchFamily="34" charset="-122"/>
                <a:ea typeface="微软雅黑" pitchFamily="34" charset="-122"/>
              </a:rPr>
              <a:t>频段，带宽约 </a:t>
            </a:r>
            <a:r>
              <a:rPr lang="en-US" altLang="zh-CN" sz="2000" b="1" dirty="0">
                <a:latin typeface="微软雅黑" pitchFamily="34" charset="-122"/>
                <a:ea typeface="微软雅黑" pitchFamily="34" charset="-122"/>
              </a:rPr>
              <a:t>85 MHz</a:t>
            </a:r>
            <a:r>
              <a:rPr lang="zh-CN" altLang="en-US" sz="2000" b="1" dirty="0">
                <a:latin typeface="微软雅黑" pitchFamily="34" charset="-122"/>
                <a:ea typeface="微软雅黑" pitchFamily="34" charset="-122"/>
              </a:rPr>
              <a:t>。定义了 </a:t>
            </a:r>
            <a:r>
              <a:rPr lang="en-US" altLang="zh-CN" sz="2000" b="1" dirty="0">
                <a:latin typeface="微软雅黑" pitchFamily="34" charset="-122"/>
                <a:ea typeface="微软雅黑" pitchFamily="34" charset="-122"/>
              </a:rPr>
              <a:t>11 </a:t>
            </a:r>
            <a:r>
              <a:rPr lang="zh-CN" altLang="en-US" sz="2000" b="1" dirty="0">
                <a:latin typeface="微软雅黑" pitchFamily="34" charset="-122"/>
                <a:ea typeface="微软雅黑" pitchFamily="34" charset="-122"/>
              </a:rPr>
              <a:t>个部分重叠的信道集。相邻信道的中心频率相差 </a:t>
            </a:r>
            <a:r>
              <a:rPr lang="en-US" altLang="zh-CN" sz="2000" b="1" dirty="0">
                <a:latin typeface="微软雅黑" pitchFamily="34" charset="-122"/>
                <a:ea typeface="微软雅黑" pitchFamily="34" charset="-122"/>
              </a:rPr>
              <a:t>5 MHz</a:t>
            </a:r>
            <a:r>
              <a:rPr lang="zh-CN" altLang="en-US" sz="2000" b="1" dirty="0">
                <a:latin typeface="微软雅黑" pitchFamily="34" charset="-122"/>
                <a:ea typeface="微软雅黑" pitchFamily="34" charset="-122"/>
              </a:rPr>
              <a:t>，每个信道的带宽约为 </a:t>
            </a:r>
            <a:r>
              <a:rPr lang="en-US" altLang="zh-CN" sz="2000" b="1" dirty="0">
                <a:latin typeface="微软雅黑" pitchFamily="34" charset="-122"/>
                <a:ea typeface="微软雅黑" pitchFamily="34" charset="-122"/>
              </a:rPr>
              <a:t>22 MHz</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
        <p:nvSpPr>
          <p:cNvPr id="130" name="AutoShape 5"/>
          <p:cNvSpPr>
            <a:spLocks noChangeArrowheads="1"/>
          </p:cNvSpPr>
          <p:nvPr/>
        </p:nvSpPr>
        <p:spPr bwMode="auto">
          <a:xfrm>
            <a:off x="517853" y="622490"/>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1" name="矩形 4"/>
          <p:cNvSpPr>
            <a:spLocks noChangeArrowheads="1"/>
          </p:cNvSpPr>
          <p:nvPr/>
        </p:nvSpPr>
        <p:spPr bwMode="auto">
          <a:xfrm>
            <a:off x="635844" y="572662"/>
            <a:ext cx="19768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信道 </a:t>
            </a:r>
            <a:r>
              <a:rPr lang="en-US" altLang="zh-CN" sz="2000" b="1" dirty="0">
                <a:latin typeface="微软雅黑" pitchFamily="34" charset="-122"/>
                <a:ea typeface="微软雅黑" pitchFamily="34" charset="-122"/>
              </a:rPr>
              <a:t>(channel)</a:t>
            </a:r>
          </a:p>
        </p:txBody>
      </p:sp>
      <p:grpSp>
        <p:nvGrpSpPr>
          <p:cNvPr id="22" name="组合 21"/>
          <p:cNvGrpSpPr/>
          <p:nvPr/>
        </p:nvGrpSpPr>
        <p:grpSpPr>
          <a:xfrm>
            <a:off x="1258768" y="2909432"/>
            <a:ext cx="6459555" cy="1573230"/>
            <a:chOff x="1210829" y="2062669"/>
            <a:chExt cx="6991296" cy="1983225"/>
          </a:xfrm>
        </p:grpSpPr>
        <p:cxnSp>
          <p:nvCxnSpPr>
            <p:cNvPr id="5" name="直接连接符 4"/>
            <p:cNvCxnSpPr/>
            <p:nvPr/>
          </p:nvCxnSpPr>
          <p:spPr>
            <a:xfrm>
              <a:off x="1252682" y="3313463"/>
              <a:ext cx="694944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弧形 6"/>
            <p:cNvSpPr/>
            <p:nvPr/>
          </p:nvSpPr>
          <p:spPr>
            <a:xfrm>
              <a:off x="1606642"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39" name="弧形 138"/>
            <p:cNvSpPr/>
            <p:nvPr/>
          </p:nvSpPr>
          <p:spPr>
            <a:xfrm>
              <a:off x="1996685"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0" name="弧形 139"/>
            <p:cNvSpPr/>
            <p:nvPr/>
          </p:nvSpPr>
          <p:spPr>
            <a:xfrm>
              <a:off x="2407820"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1" name="弧形 140"/>
            <p:cNvSpPr/>
            <p:nvPr/>
          </p:nvSpPr>
          <p:spPr>
            <a:xfrm>
              <a:off x="2796827"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2" name="弧形 141"/>
            <p:cNvSpPr/>
            <p:nvPr/>
          </p:nvSpPr>
          <p:spPr>
            <a:xfrm>
              <a:off x="3194716"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3" name="弧形 142"/>
            <p:cNvSpPr/>
            <p:nvPr/>
          </p:nvSpPr>
          <p:spPr>
            <a:xfrm>
              <a:off x="3616525"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4" name="弧形 143"/>
            <p:cNvSpPr/>
            <p:nvPr/>
          </p:nvSpPr>
          <p:spPr>
            <a:xfrm>
              <a:off x="4016400"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5" name="弧形 144"/>
            <p:cNvSpPr/>
            <p:nvPr/>
          </p:nvSpPr>
          <p:spPr>
            <a:xfrm>
              <a:off x="4407871"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6" name="弧形 145"/>
            <p:cNvSpPr/>
            <p:nvPr/>
          </p:nvSpPr>
          <p:spPr>
            <a:xfrm>
              <a:off x="4806711"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7" name="弧形 146"/>
            <p:cNvSpPr/>
            <p:nvPr/>
          </p:nvSpPr>
          <p:spPr>
            <a:xfrm>
              <a:off x="5204599"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8" name="弧形 147"/>
            <p:cNvSpPr/>
            <p:nvPr/>
          </p:nvSpPr>
          <p:spPr>
            <a:xfrm>
              <a:off x="5620368"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9" name="文本框 8"/>
            <p:cNvSpPr txBox="1"/>
            <p:nvPr/>
          </p:nvSpPr>
          <p:spPr>
            <a:xfrm>
              <a:off x="1210829" y="3331408"/>
              <a:ext cx="734235" cy="659575"/>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2.401</a:t>
              </a:r>
            </a:p>
            <a:p>
              <a:pPr algn="ctr"/>
              <a:r>
                <a:rPr lang="en-US" altLang="zh-CN" sz="1400" b="1" dirty="0">
                  <a:latin typeface="微软雅黑" panose="020B0503020204020204" pitchFamily="34" charset="-122"/>
                  <a:ea typeface="微软雅黑" panose="020B0503020204020204" pitchFamily="34" charset="-122"/>
                </a:rPr>
                <a:t>GHz</a:t>
              </a:r>
              <a:endParaRPr lang="zh-CN" altLang="en-US" sz="1400" b="1" dirty="0">
                <a:latin typeface="微软雅黑" panose="020B0503020204020204" pitchFamily="34" charset="-122"/>
                <a:ea typeface="微软雅黑" panose="020B0503020204020204" pitchFamily="34" charset="-122"/>
              </a:endParaRPr>
            </a:p>
          </p:txBody>
        </p:sp>
        <p:sp>
          <p:nvSpPr>
            <p:cNvPr id="156" name="文本框 155"/>
            <p:cNvSpPr txBox="1"/>
            <p:nvPr/>
          </p:nvSpPr>
          <p:spPr>
            <a:xfrm>
              <a:off x="7203763" y="3331408"/>
              <a:ext cx="734235" cy="659575"/>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2.473</a:t>
              </a:r>
            </a:p>
            <a:p>
              <a:pPr algn="ctr"/>
              <a:r>
                <a:rPr lang="en-US" altLang="zh-CN" sz="1400" b="1" dirty="0">
                  <a:latin typeface="微软雅黑" panose="020B0503020204020204" pitchFamily="34" charset="-122"/>
                  <a:ea typeface="微软雅黑" panose="020B0503020204020204" pitchFamily="34" charset="-122"/>
                </a:rPr>
                <a:t>GHz</a:t>
              </a:r>
              <a:endParaRPr lang="zh-CN" altLang="en-US" sz="1400" b="1" dirty="0">
                <a:latin typeface="微软雅黑" panose="020B0503020204020204" pitchFamily="34" charset="-122"/>
                <a:ea typeface="微软雅黑" panose="020B0503020204020204" pitchFamily="34" charset="-122"/>
              </a:endParaRPr>
            </a:p>
          </p:txBody>
        </p:sp>
        <p:grpSp>
          <p:nvGrpSpPr>
            <p:cNvPr id="12" name="组合 11"/>
            <p:cNvGrpSpPr/>
            <p:nvPr/>
          </p:nvGrpSpPr>
          <p:grpSpPr>
            <a:xfrm>
              <a:off x="2403681" y="2062669"/>
              <a:ext cx="319581" cy="1249075"/>
              <a:chOff x="1733067" y="1669387"/>
              <a:chExt cx="319581" cy="1249075"/>
            </a:xfrm>
          </p:grpSpPr>
          <p:cxnSp>
            <p:nvCxnSpPr>
              <p:cNvPr id="11" name="直接连接符 10"/>
              <p:cNvCxnSpPr/>
              <p:nvPr/>
            </p:nvCxnSpPr>
            <p:spPr>
              <a:xfrm>
                <a:off x="1904668"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1" name="文本框 160"/>
              <p:cNvSpPr txBox="1"/>
              <p:nvPr/>
            </p:nvSpPr>
            <p:spPr>
              <a:xfrm>
                <a:off x="1733067" y="1669387"/>
                <a:ext cx="319581"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1</a:t>
                </a:r>
                <a:endParaRPr lang="zh-CN" altLang="en-US" sz="1400" b="1" dirty="0">
                  <a:latin typeface="微软雅黑" panose="020B0503020204020204" pitchFamily="34" charset="-122"/>
                  <a:ea typeface="微软雅黑" panose="020B0503020204020204" pitchFamily="34" charset="-122"/>
                </a:endParaRPr>
              </a:p>
            </p:txBody>
          </p:sp>
        </p:grpSp>
        <p:grpSp>
          <p:nvGrpSpPr>
            <p:cNvPr id="13" name="组合 12"/>
            <p:cNvGrpSpPr/>
            <p:nvPr/>
          </p:nvGrpSpPr>
          <p:grpSpPr>
            <a:xfrm>
              <a:off x="4422588" y="2062669"/>
              <a:ext cx="319580" cy="1249075"/>
              <a:chOff x="3751974" y="1669387"/>
              <a:chExt cx="319580" cy="1249075"/>
            </a:xfrm>
          </p:grpSpPr>
          <p:cxnSp>
            <p:nvCxnSpPr>
              <p:cNvPr id="159" name="直接连接符 158"/>
              <p:cNvCxnSpPr/>
              <p:nvPr/>
            </p:nvCxnSpPr>
            <p:spPr>
              <a:xfrm>
                <a:off x="3924282"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2" name="文本框 161"/>
              <p:cNvSpPr txBox="1"/>
              <p:nvPr/>
            </p:nvSpPr>
            <p:spPr>
              <a:xfrm>
                <a:off x="3751974"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6</a:t>
                </a:r>
                <a:endParaRPr lang="zh-CN" altLang="en-US" sz="1400" b="1" dirty="0">
                  <a:latin typeface="微软雅黑" panose="020B0503020204020204" pitchFamily="34" charset="-122"/>
                  <a:ea typeface="微软雅黑" panose="020B0503020204020204" pitchFamily="34" charset="-122"/>
                </a:endParaRPr>
              </a:p>
            </p:txBody>
          </p:sp>
        </p:grpSp>
        <p:grpSp>
          <p:nvGrpSpPr>
            <p:cNvPr id="14" name="组合 13"/>
            <p:cNvGrpSpPr/>
            <p:nvPr/>
          </p:nvGrpSpPr>
          <p:grpSpPr>
            <a:xfrm>
              <a:off x="6370507" y="2062669"/>
              <a:ext cx="439292" cy="1249075"/>
              <a:chOff x="5709725" y="1669387"/>
              <a:chExt cx="439292" cy="1249075"/>
            </a:xfrm>
          </p:grpSpPr>
          <p:cxnSp>
            <p:nvCxnSpPr>
              <p:cNvPr id="160" name="直接连接符 159"/>
              <p:cNvCxnSpPr/>
              <p:nvPr/>
            </p:nvCxnSpPr>
            <p:spPr>
              <a:xfrm>
                <a:off x="5951791"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3" name="文本框 162"/>
              <p:cNvSpPr txBox="1"/>
              <p:nvPr/>
            </p:nvSpPr>
            <p:spPr>
              <a:xfrm>
                <a:off x="5709725" y="1669387"/>
                <a:ext cx="439292"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11</a:t>
                </a:r>
                <a:endParaRPr lang="zh-CN" altLang="en-US" sz="1400" b="1" dirty="0">
                  <a:latin typeface="微软雅黑" panose="020B0503020204020204" pitchFamily="34" charset="-122"/>
                  <a:ea typeface="微软雅黑" panose="020B0503020204020204" pitchFamily="34" charset="-122"/>
                </a:endParaRPr>
              </a:p>
            </p:txBody>
          </p:sp>
        </p:grpSp>
        <p:grpSp>
          <p:nvGrpSpPr>
            <p:cNvPr id="167" name="组合 166"/>
            <p:cNvGrpSpPr/>
            <p:nvPr/>
          </p:nvGrpSpPr>
          <p:grpSpPr>
            <a:xfrm>
              <a:off x="2808838" y="2062669"/>
              <a:ext cx="319580" cy="1249075"/>
              <a:chOff x="1733068" y="1669387"/>
              <a:chExt cx="319580" cy="1249075"/>
            </a:xfrm>
          </p:grpSpPr>
          <p:cxnSp>
            <p:nvCxnSpPr>
              <p:cNvPr id="168" name="直接连接符 167"/>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9" name="文本框 168"/>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2</a:t>
                </a:r>
                <a:endParaRPr lang="zh-CN" altLang="en-US" sz="1400" b="1" dirty="0">
                  <a:latin typeface="微软雅黑" panose="020B0503020204020204" pitchFamily="34" charset="-122"/>
                  <a:ea typeface="微软雅黑" panose="020B0503020204020204" pitchFamily="34" charset="-122"/>
                </a:endParaRPr>
              </a:p>
            </p:txBody>
          </p:sp>
        </p:grpSp>
        <p:grpSp>
          <p:nvGrpSpPr>
            <p:cNvPr id="170" name="组合 169"/>
            <p:cNvGrpSpPr/>
            <p:nvPr/>
          </p:nvGrpSpPr>
          <p:grpSpPr>
            <a:xfrm>
              <a:off x="3210385" y="2062669"/>
              <a:ext cx="319580" cy="1249075"/>
              <a:chOff x="1733068" y="1669387"/>
              <a:chExt cx="319580" cy="1249075"/>
            </a:xfrm>
          </p:grpSpPr>
          <p:cxnSp>
            <p:nvCxnSpPr>
              <p:cNvPr id="171" name="直接连接符 170"/>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2" name="文本框 171"/>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3</a:t>
                </a:r>
                <a:endParaRPr lang="zh-CN" altLang="en-US" sz="1400" b="1" dirty="0">
                  <a:latin typeface="微软雅黑" panose="020B0503020204020204" pitchFamily="34" charset="-122"/>
                  <a:ea typeface="微软雅黑" panose="020B0503020204020204" pitchFamily="34" charset="-122"/>
                </a:endParaRPr>
              </a:p>
            </p:txBody>
          </p:sp>
        </p:grpSp>
        <p:grpSp>
          <p:nvGrpSpPr>
            <p:cNvPr id="173" name="组合 172"/>
            <p:cNvGrpSpPr/>
            <p:nvPr/>
          </p:nvGrpSpPr>
          <p:grpSpPr>
            <a:xfrm>
              <a:off x="3615541" y="2062669"/>
              <a:ext cx="319580" cy="1249075"/>
              <a:chOff x="1733068" y="1669387"/>
              <a:chExt cx="319580" cy="1249075"/>
            </a:xfrm>
          </p:grpSpPr>
          <p:cxnSp>
            <p:nvCxnSpPr>
              <p:cNvPr id="174" name="直接连接符 173"/>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5" name="文本框 174"/>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4</a:t>
                </a:r>
                <a:endParaRPr lang="zh-CN" altLang="en-US" sz="1400" b="1" dirty="0">
                  <a:latin typeface="微软雅黑" panose="020B0503020204020204" pitchFamily="34" charset="-122"/>
                  <a:ea typeface="微软雅黑" panose="020B0503020204020204" pitchFamily="34" charset="-122"/>
                </a:endParaRPr>
              </a:p>
            </p:txBody>
          </p:sp>
        </p:grpSp>
        <p:grpSp>
          <p:nvGrpSpPr>
            <p:cNvPr id="176" name="组合 175"/>
            <p:cNvGrpSpPr/>
            <p:nvPr/>
          </p:nvGrpSpPr>
          <p:grpSpPr>
            <a:xfrm>
              <a:off x="4018326" y="2062669"/>
              <a:ext cx="319580" cy="1249075"/>
              <a:chOff x="1733068" y="1669387"/>
              <a:chExt cx="319580" cy="1249075"/>
            </a:xfrm>
          </p:grpSpPr>
          <p:cxnSp>
            <p:nvCxnSpPr>
              <p:cNvPr id="177" name="直接连接符 176"/>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8" name="文本框 177"/>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5</a:t>
                </a:r>
                <a:endParaRPr lang="zh-CN" altLang="en-US" sz="1400" b="1" dirty="0">
                  <a:latin typeface="微软雅黑" panose="020B0503020204020204" pitchFamily="34" charset="-122"/>
                  <a:ea typeface="微软雅黑" panose="020B0503020204020204" pitchFamily="34" charset="-122"/>
                </a:endParaRPr>
              </a:p>
            </p:txBody>
          </p:sp>
        </p:grpSp>
        <p:grpSp>
          <p:nvGrpSpPr>
            <p:cNvPr id="194" name="组合 193"/>
            <p:cNvGrpSpPr/>
            <p:nvPr/>
          </p:nvGrpSpPr>
          <p:grpSpPr>
            <a:xfrm>
              <a:off x="4815187" y="2062669"/>
              <a:ext cx="319580" cy="1249075"/>
              <a:chOff x="1733068" y="1669387"/>
              <a:chExt cx="319580" cy="1249075"/>
            </a:xfrm>
          </p:grpSpPr>
          <p:cxnSp>
            <p:nvCxnSpPr>
              <p:cNvPr id="195" name="直接连接符 194"/>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96" name="文本框 195"/>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7</a:t>
                </a:r>
                <a:endParaRPr lang="zh-CN" altLang="en-US" sz="1400" b="1" dirty="0">
                  <a:latin typeface="微软雅黑" panose="020B0503020204020204" pitchFamily="34" charset="-122"/>
                  <a:ea typeface="微软雅黑" panose="020B0503020204020204" pitchFamily="34" charset="-122"/>
                </a:endParaRPr>
              </a:p>
            </p:txBody>
          </p:sp>
        </p:grpSp>
        <p:grpSp>
          <p:nvGrpSpPr>
            <p:cNvPr id="197" name="组合 196"/>
            <p:cNvGrpSpPr/>
            <p:nvPr/>
          </p:nvGrpSpPr>
          <p:grpSpPr>
            <a:xfrm>
              <a:off x="5216734" y="2062669"/>
              <a:ext cx="319580" cy="1249075"/>
              <a:chOff x="1733068" y="1669387"/>
              <a:chExt cx="319580" cy="1249075"/>
            </a:xfrm>
          </p:grpSpPr>
          <p:cxnSp>
            <p:nvCxnSpPr>
              <p:cNvPr id="198" name="直接连接符 197"/>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99" name="文本框 198"/>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8</a:t>
                </a:r>
                <a:endParaRPr lang="zh-CN" altLang="en-US" sz="1400" b="1" dirty="0">
                  <a:latin typeface="微软雅黑" panose="020B0503020204020204" pitchFamily="34" charset="-122"/>
                  <a:ea typeface="微软雅黑" panose="020B0503020204020204" pitchFamily="34" charset="-122"/>
                </a:endParaRPr>
              </a:p>
            </p:txBody>
          </p:sp>
        </p:grpSp>
        <p:grpSp>
          <p:nvGrpSpPr>
            <p:cNvPr id="200" name="组合 199"/>
            <p:cNvGrpSpPr/>
            <p:nvPr/>
          </p:nvGrpSpPr>
          <p:grpSpPr>
            <a:xfrm>
              <a:off x="5621890" y="2062669"/>
              <a:ext cx="319580" cy="1249075"/>
              <a:chOff x="1733068" y="1669387"/>
              <a:chExt cx="319580" cy="1249075"/>
            </a:xfrm>
          </p:grpSpPr>
          <p:cxnSp>
            <p:nvCxnSpPr>
              <p:cNvPr id="201" name="直接连接符 200"/>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202" name="文本框 201"/>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9</a:t>
                </a:r>
                <a:endParaRPr lang="zh-CN" altLang="en-US" sz="1400" b="1" dirty="0">
                  <a:latin typeface="微软雅黑" panose="020B0503020204020204" pitchFamily="34" charset="-122"/>
                  <a:ea typeface="微软雅黑" panose="020B0503020204020204" pitchFamily="34" charset="-122"/>
                </a:endParaRPr>
              </a:p>
            </p:txBody>
          </p:sp>
        </p:grpSp>
        <p:grpSp>
          <p:nvGrpSpPr>
            <p:cNvPr id="203" name="组合 202"/>
            <p:cNvGrpSpPr/>
            <p:nvPr/>
          </p:nvGrpSpPr>
          <p:grpSpPr>
            <a:xfrm>
              <a:off x="5964819" y="2062669"/>
              <a:ext cx="439292" cy="1249075"/>
              <a:chOff x="1673212" y="1669387"/>
              <a:chExt cx="439292" cy="1249075"/>
            </a:xfrm>
          </p:grpSpPr>
          <p:cxnSp>
            <p:nvCxnSpPr>
              <p:cNvPr id="204" name="直接连接符 203"/>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205" name="文本框 204"/>
              <p:cNvSpPr txBox="1"/>
              <p:nvPr/>
            </p:nvSpPr>
            <p:spPr>
              <a:xfrm>
                <a:off x="1673212" y="1669387"/>
                <a:ext cx="439292"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10</a:t>
                </a:r>
                <a:endParaRPr lang="zh-CN" altLang="en-US" sz="1400" b="1" dirty="0">
                  <a:latin typeface="微软雅黑" panose="020B0503020204020204" pitchFamily="34" charset="-122"/>
                  <a:ea typeface="微软雅黑" panose="020B0503020204020204" pitchFamily="34" charset="-122"/>
                </a:endParaRPr>
              </a:p>
            </p:txBody>
          </p:sp>
        </p:grpSp>
        <p:sp>
          <p:nvSpPr>
            <p:cNvPr id="207" name="文本框 206"/>
            <p:cNvSpPr txBox="1"/>
            <p:nvPr/>
          </p:nvSpPr>
          <p:spPr>
            <a:xfrm>
              <a:off x="4100757" y="3399930"/>
              <a:ext cx="95631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22 MHz</a:t>
              </a:r>
              <a:endParaRPr lang="zh-CN" altLang="en-US" sz="1400" b="1" dirty="0">
                <a:latin typeface="微软雅黑" panose="020B0503020204020204" pitchFamily="34" charset="-122"/>
                <a:ea typeface="微软雅黑" panose="020B0503020204020204" pitchFamily="34" charset="-122"/>
              </a:endParaRPr>
            </a:p>
          </p:txBody>
        </p:sp>
        <p:cxnSp>
          <p:nvCxnSpPr>
            <p:cNvPr id="16" name="直接连接符 15"/>
            <p:cNvCxnSpPr/>
            <p:nvPr/>
          </p:nvCxnSpPr>
          <p:spPr>
            <a:xfrm>
              <a:off x="3616525" y="3311744"/>
              <a:ext cx="0" cy="584775"/>
            </a:xfrm>
            <a:prstGeom prst="line">
              <a:avLst/>
            </a:prstGeom>
            <a:ln w="12700"/>
          </p:spPr>
          <p:style>
            <a:lnRef idx="1">
              <a:schemeClr val="dk1"/>
            </a:lnRef>
            <a:fillRef idx="0">
              <a:schemeClr val="dk1"/>
            </a:fillRef>
            <a:effectRef idx="0">
              <a:schemeClr val="dk1"/>
            </a:effectRef>
            <a:fontRef idx="minor">
              <a:schemeClr val="tx1"/>
            </a:fontRef>
          </p:style>
        </p:cxnSp>
        <p:cxnSp>
          <p:nvCxnSpPr>
            <p:cNvPr id="210" name="直接连接符 209"/>
            <p:cNvCxnSpPr/>
            <p:nvPr/>
          </p:nvCxnSpPr>
          <p:spPr>
            <a:xfrm>
              <a:off x="5578848" y="3311744"/>
              <a:ext cx="0" cy="584775"/>
            </a:xfrm>
            <a:prstGeom prst="line">
              <a:avLst/>
            </a:prstGeom>
            <a:ln w="12700"/>
          </p:spPr>
          <p:style>
            <a:lnRef idx="1">
              <a:schemeClr val="dk1"/>
            </a:lnRef>
            <a:fillRef idx="0">
              <a:schemeClr val="dk1"/>
            </a:fillRef>
            <a:effectRef idx="0">
              <a:schemeClr val="dk1"/>
            </a:effectRef>
            <a:fontRef idx="minor">
              <a:schemeClr val="tx1"/>
            </a:fontRef>
          </p:style>
        </p:cxnSp>
        <p:cxnSp>
          <p:nvCxnSpPr>
            <p:cNvPr id="212" name="直接连接符 211"/>
            <p:cNvCxnSpPr/>
            <p:nvPr/>
          </p:nvCxnSpPr>
          <p:spPr>
            <a:xfrm>
              <a:off x="3618213" y="3681139"/>
              <a:ext cx="1960635" cy="0"/>
            </a:xfrm>
            <a:prstGeom prst="line">
              <a:avLst/>
            </a:prstGeom>
            <a:ln w="12700">
              <a:headEnd type="triangle" w="med" len="med"/>
              <a:tailEnd type="triangle" w="med" len="med"/>
            </a:ln>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17965422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29">
                                            <p:txEl>
                                              <p:pRg st="0" end="0"/>
                                            </p:txEl>
                                          </p:spTgt>
                                        </p:tgtEl>
                                        <p:attrNameLst>
                                          <p:attrName>style.visibility</p:attrName>
                                        </p:attrNameLst>
                                      </p:cBhvr>
                                      <p:to>
                                        <p:strVal val="visible"/>
                                      </p:to>
                                    </p:set>
                                    <p:animEffect transition="in" filter="fade">
                                      <p:cBhvr>
                                        <p:cTn id="7" dur="1000"/>
                                        <p:tgtEl>
                                          <p:spTgt spid="129">
                                            <p:txEl>
                                              <p:pRg st="0" end="0"/>
                                            </p:txEl>
                                          </p:spTgt>
                                        </p:tgtEl>
                                      </p:cBhvr>
                                    </p:animEffect>
                                    <p:anim calcmode="lin" valueType="num">
                                      <p:cBhvr>
                                        <p:cTn id="8" dur="1000" fill="hold"/>
                                        <p:tgtEl>
                                          <p:spTgt spid="12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2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29">
                                            <p:txEl>
                                              <p:pRg st="1" end="1"/>
                                            </p:txEl>
                                          </p:spTgt>
                                        </p:tgtEl>
                                        <p:attrNameLst>
                                          <p:attrName>style.visibility</p:attrName>
                                        </p:attrNameLst>
                                      </p:cBhvr>
                                      <p:to>
                                        <p:strVal val="visible"/>
                                      </p:to>
                                    </p:set>
                                    <p:animEffect transition="in" filter="fade">
                                      <p:cBhvr>
                                        <p:cTn id="14" dur="1000"/>
                                        <p:tgtEl>
                                          <p:spTgt spid="129">
                                            <p:txEl>
                                              <p:pRg st="1" end="1"/>
                                            </p:txEl>
                                          </p:spTgt>
                                        </p:tgtEl>
                                      </p:cBhvr>
                                    </p:animEffect>
                                    <p:anim calcmode="lin" valueType="num">
                                      <p:cBhvr>
                                        <p:cTn id="15" dur="1000" fill="hold"/>
                                        <p:tgtEl>
                                          <p:spTgt spid="129">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129">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936047" y="1086004"/>
            <a:ext cx="7275870"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每个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有一个唯一的 </a:t>
            </a:r>
            <a:r>
              <a:rPr lang="en-US" altLang="zh-CN" sz="1400" b="1" dirty="0">
                <a:solidFill>
                  <a:srgbClr val="0000CC"/>
                </a:solidFill>
                <a:latin typeface="微软雅黑" pitchFamily="34" charset="-122"/>
                <a:ea typeface="微软雅黑" pitchFamily="34" charset="-122"/>
              </a:rPr>
              <a:t>48 </a:t>
            </a:r>
            <a:r>
              <a:rPr lang="zh-CN" altLang="en-US" sz="1400" b="1" dirty="0">
                <a:solidFill>
                  <a:srgbClr val="0000CC"/>
                </a:solidFill>
                <a:latin typeface="微软雅黑" pitchFamily="34" charset="-122"/>
                <a:ea typeface="微软雅黑" pitchFamily="34" charset="-122"/>
              </a:rPr>
              <a:t>位 </a:t>
            </a:r>
            <a:r>
              <a:rPr lang="en-US" altLang="zh-CN" sz="1400" b="1" dirty="0">
                <a:solidFill>
                  <a:srgbClr val="0000CC"/>
                </a:solidFill>
                <a:latin typeface="微软雅黑" pitchFamily="34" charset="-122"/>
                <a:ea typeface="微软雅黑" pitchFamily="34" charset="-122"/>
              </a:rPr>
              <a:t>MAC </a:t>
            </a:r>
            <a:r>
              <a:rPr lang="zh-CN" altLang="en-US" sz="1400" b="1" dirty="0">
                <a:solidFill>
                  <a:srgbClr val="0000CC"/>
                </a:solidFill>
                <a:latin typeface="微软雅黑" pitchFamily="34" charset="-122"/>
                <a:ea typeface="微软雅黑" pitchFamily="34" charset="-122"/>
              </a:rPr>
              <a:t>地址，名称是</a:t>
            </a:r>
            <a:r>
              <a:rPr lang="zh-CN" altLang="en-US" sz="1400" b="1" dirty="0">
                <a:solidFill>
                  <a:srgbClr val="C00000"/>
                </a:solidFill>
                <a:latin typeface="微软雅黑" pitchFamily="34" charset="-122"/>
                <a:ea typeface="微软雅黑" pitchFamily="34" charset="-122"/>
              </a:rPr>
              <a:t>基本服务集标识符 </a:t>
            </a:r>
            <a:r>
              <a:rPr lang="en-US" altLang="zh-CN" sz="1400" b="1" dirty="0">
                <a:solidFill>
                  <a:srgbClr val="C00000"/>
                </a:solidFill>
                <a:latin typeface="微软雅黑" pitchFamily="34" charset="-122"/>
                <a:ea typeface="微软雅黑" pitchFamily="34" charset="-122"/>
              </a:rPr>
              <a:t>BSSID</a:t>
            </a:r>
            <a:r>
              <a:rPr lang="zh-CN" altLang="en-US" sz="1400" b="1" dirty="0">
                <a:solidFill>
                  <a:srgbClr val="0000CC"/>
                </a:solidFill>
                <a:latin typeface="微软雅黑" pitchFamily="34" charset="-122"/>
                <a:ea typeface="微软雅黑" pitchFamily="34" charset="-122"/>
              </a:rPr>
              <a:t>。在无线局域网中传送的各种帧的首部中，都必须有节点的 </a:t>
            </a:r>
            <a:r>
              <a:rPr lang="en-US" altLang="zh-CN" sz="1400" b="1" dirty="0">
                <a:solidFill>
                  <a:srgbClr val="0000CC"/>
                </a:solidFill>
                <a:latin typeface="微软雅黑" pitchFamily="34" charset="-122"/>
                <a:ea typeface="微软雅黑" pitchFamily="34" charset="-122"/>
              </a:rPr>
              <a:t>MAC </a:t>
            </a:r>
            <a:r>
              <a:rPr lang="zh-CN" altLang="en-US" sz="1400" b="1" dirty="0">
                <a:solidFill>
                  <a:srgbClr val="0000CC"/>
                </a:solidFill>
                <a:latin typeface="微软雅黑" pitchFamily="34" charset="-122"/>
                <a:ea typeface="微软雅黑" pitchFamily="34" charset="-122"/>
              </a:rPr>
              <a:t>地址（即 </a:t>
            </a:r>
            <a:r>
              <a:rPr lang="en-US" altLang="zh-CN" sz="1400" b="1" dirty="0">
                <a:solidFill>
                  <a:srgbClr val="0000CC"/>
                </a:solidFill>
                <a:latin typeface="微软雅黑" pitchFamily="34" charset="-122"/>
                <a:ea typeface="微软雅黑" pitchFamily="34" charset="-122"/>
              </a:rPr>
              <a:t>BSSID</a:t>
            </a:r>
            <a:r>
              <a:rPr lang="zh-CN" altLang="en-US" sz="1400" b="1" dirty="0">
                <a:solidFill>
                  <a:srgbClr val="0000CC"/>
                </a:solidFill>
                <a:latin typeface="微软雅黑" pitchFamily="34" charset="-122"/>
                <a:ea typeface="微软雅黑" pitchFamily="34" charset="-122"/>
              </a:rPr>
              <a:t>，但不是 </a:t>
            </a:r>
            <a:r>
              <a:rPr lang="en-US" altLang="zh-CN" sz="1400" b="1" dirty="0">
                <a:solidFill>
                  <a:srgbClr val="0000CC"/>
                </a:solidFill>
                <a:latin typeface="微软雅黑" pitchFamily="34" charset="-122"/>
                <a:ea typeface="微软雅黑" pitchFamily="34" charset="-122"/>
              </a:rPr>
              <a:t>SSID</a:t>
            </a:r>
            <a:r>
              <a:rPr lang="zh-CN" altLang="en-US" sz="1400" b="1" dirty="0">
                <a:solidFill>
                  <a:srgbClr val="0000CC"/>
                </a:solidFill>
                <a:latin typeface="微软雅黑" pitchFamily="34" charset="-122"/>
                <a:ea typeface="微软雅黑" pitchFamily="34" charset="-122"/>
              </a:rPr>
              <a:t>）。</a:t>
            </a:r>
            <a:endParaRPr lang="en-US" altLang="zh-CN" sz="1400" b="1" dirty="0">
              <a:solidFill>
                <a:srgbClr val="0000CC"/>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316" name="Object 29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36047" y="4402952"/>
            <a:ext cx="7275870"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用户通常都知道所连接的无线局域网 </a:t>
            </a:r>
            <a:r>
              <a:rPr lang="en-US" altLang="zh-CN" sz="1600" b="1" dirty="0">
                <a:latin typeface="微软雅黑" panose="020B0503020204020204" pitchFamily="34" charset="-122"/>
                <a:ea typeface="微软雅黑" panose="020B0503020204020204" pitchFamily="34" charset="-122"/>
              </a:rPr>
              <a:t>SSID</a:t>
            </a:r>
            <a:r>
              <a:rPr lang="zh-CN" altLang="en-US" sz="1600" b="1" dirty="0">
                <a:latin typeface="微软雅黑" panose="020B0503020204020204" pitchFamily="34" charset="-122"/>
                <a:ea typeface="微软雅黑" panose="020B0503020204020204" pitchFamily="34" charset="-122"/>
              </a:rPr>
              <a:t>，但可以不知道其 </a:t>
            </a:r>
            <a:r>
              <a:rPr lang="en-US" altLang="zh-CN" sz="1600" b="1" dirty="0">
                <a:latin typeface="微软雅黑" panose="020B0503020204020204" pitchFamily="34" charset="-122"/>
                <a:ea typeface="微软雅黑" panose="020B0503020204020204" pitchFamily="34" charset="-122"/>
              </a:rPr>
              <a:t>BSSID</a:t>
            </a:r>
            <a:r>
              <a:rPr lang="zh-CN" altLang="en-US" sz="1600"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11238675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96"/>
                                        </p:tgtEl>
                                        <p:attrNameLst>
                                          <p:attrName>style.visibility</p:attrName>
                                        </p:attrNameLst>
                                      </p:cBhvr>
                                      <p:to>
                                        <p:strVal val="visible"/>
                                      </p:to>
                                    </p:set>
                                    <p:animEffect transition="in" filter="fade">
                                      <p:cBhvr>
                                        <p:cTn id="7" dur="1000"/>
                                        <p:tgtEl>
                                          <p:spTgt spid="296"/>
                                        </p:tgtEl>
                                      </p:cBhvr>
                                    </p:animEffect>
                                    <p:anim calcmode="lin" valueType="num">
                                      <p:cBhvr>
                                        <p:cTn id="8" dur="1000" fill="hold"/>
                                        <p:tgtEl>
                                          <p:spTgt spid="296"/>
                                        </p:tgtEl>
                                        <p:attrNameLst>
                                          <p:attrName>ppt_x</p:attrName>
                                        </p:attrNameLst>
                                      </p:cBhvr>
                                      <p:tavLst>
                                        <p:tav tm="0">
                                          <p:val>
                                            <p:strVal val="#ppt_x"/>
                                          </p:val>
                                        </p:tav>
                                        <p:tav tm="100000">
                                          <p:val>
                                            <p:strVal val="#ppt_x"/>
                                          </p:val>
                                        </p:tav>
                                      </p:tavLst>
                                    </p:anim>
                                    <p:anim calcmode="lin" valueType="num">
                                      <p:cBhvr>
                                        <p:cTn id="9" dur="1000" fill="hold"/>
                                        <p:tgtEl>
                                          <p:spTgt spid="296"/>
                                        </p:tgtEl>
                                        <p:attrNameLst>
                                          <p:attrName>ppt_y</p:attrName>
                                        </p:attrNameLst>
                                      </p:cBhvr>
                                      <p:tavLst>
                                        <p:tav tm="0">
                                          <p:val>
                                            <p:strVal val="#ppt_y+.1"/>
                                          </p:val>
                                        </p:tav>
                                        <p:tav tm="100000">
                                          <p:val>
                                            <p:strVal val="#ppt_y"/>
                                          </p:val>
                                        </p:tav>
                                      </p:tavLst>
                                    </p:anim>
                                  </p:childTnLst>
                                </p:cTn>
                              </p:par>
                              <p:par>
                                <p:cTn id="10" presetID="35" presetClass="emph" presetSubtype="0" repeatCount="3000" fill="hold" grpId="0" nodeType="withEffect">
                                  <p:stCondLst>
                                    <p:cond delay="0"/>
                                  </p:stCondLst>
                                  <p:childTnLst>
                                    <p:anim calcmode="discrete" valueType="str">
                                      <p:cBhvr>
                                        <p:cTn id="11" dur="1000" fill="hold"/>
                                        <p:tgtEl>
                                          <p:spTgt spid="409"/>
                                        </p:tgtEl>
                                        <p:attrNameLst>
                                          <p:attrName>style.visibility</p:attrName>
                                        </p:attrNameLst>
                                      </p:cBhvr>
                                      <p:tavLst>
                                        <p:tav tm="0">
                                          <p:val>
                                            <p:strVal val="hidden"/>
                                          </p:val>
                                        </p:tav>
                                        <p:tav tm="50000">
                                          <p:val>
                                            <p:strVal val="visible"/>
                                          </p:val>
                                        </p:tav>
                                      </p:tavLst>
                                    </p:anim>
                                  </p:childTnLst>
                                </p:cTn>
                              </p:par>
                              <p:par>
                                <p:cTn id="12" presetID="35" presetClass="emph" presetSubtype="0" repeatCount="3000" fill="hold" grpId="0" nodeType="withEffect">
                                  <p:stCondLst>
                                    <p:cond delay="0"/>
                                  </p:stCondLst>
                                  <p:childTnLst>
                                    <p:anim calcmode="discrete" valueType="str">
                                      <p:cBhvr>
                                        <p:cTn id="13" dur="1000" fill="hold"/>
                                        <p:tgtEl>
                                          <p:spTgt spid="408"/>
                                        </p:tgtEl>
                                        <p:attrNameLst>
                                          <p:attrName>style.visibility</p:attrName>
                                        </p:attrNameLst>
                                      </p:cBhvr>
                                      <p:tavLst>
                                        <p:tav tm="0">
                                          <p:val>
                                            <p:strVal val="hidden"/>
                                          </p:val>
                                        </p:tav>
                                        <p:tav tm="50000">
                                          <p:val>
                                            <p:strVal val="visible"/>
                                          </p:val>
                                        </p:tav>
                                      </p:tavLst>
                                    </p:anim>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1000"/>
                                        <p:tgtEl>
                                          <p:spTgt spid="3"/>
                                        </p:tgtEl>
                                      </p:cBhvr>
                                    </p:animEffect>
                                    <p:anim calcmode="lin" valueType="num">
                                      <p:cBhvr>
                                        <p:cTn id="19" dur="1000" fill="hold"/>
                                        <p:tgtEl>
                                          <p:spTgt spid="3"/>
                                        </p:tgtEl>
                                        <p:attrNameLst>
                                          <p:attrName>ppt_x</p:attrName>
                                        </p:attrNameLst>
                                      </p:cBhvr>
                                      <p:tavLst>
                                        <p:tav tm="0">
                                          <p:val>
                                            <p:strVal val="#ppt_x"/>
                                          </p:val>
                                        </p:tav>
                                        <p:tav tm="100000">
                                          <p:val>
                                            <p:strVal val="#ppt_x"/>
                                          </p:val>
                                        </p:tav>
                                      </p:tavLst>
                                    </p:anim>
                                    <p:anim calcmode="lin" valueType="num">
                                      <p:cBhvr>
                                        <p:cTn id="20"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 grpId="0"/>
      <p:bldP spid="408" grpId="0" animBg="1"/>
      <p:bldP spid="409" grpId="0" animBg="1"/>
      <p:bldP spid="3"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119501" y="1086004"/>
            <a:ext cx="7060160"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多个 </a:t>
            </a:r>
            <a:r>
              <a:rPr lang="en-US" altLang="zh-CN" sz="1400" b="1" dirty="0">
                <a:solidFill>
                  <a:srgbClr val="0000CC"/>
                </a:solidFill>
                <a:latin typeface="微软雅黑" pitchFamily="34" charset="-122"/>
                <a:ea typeface="微软雅黑" pitchFamily="34" charset="-122"/>
              </a:rPr>
              <a:t>BSS </a:t>
            </a:r>
            <a:r>
              <a:rPr lang="zh-CN" altLang="en-US" sz="1400" b="1" dirty="0">
                <a:solidFill>
                  <a:srgbClr val="0000CC"/>
                </a:solidFill>
                <a:latin typeface="微软雅黑" pitchFamily="34" charset="-122"/>
                <a:ea typeface="微软雅黑" pitchFamily="34" charset="-122"/>
              </a:rPr>
              <a:t>的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之间连接可构成一个</a:t>
            </a:r>
            <a:r>
              <a:rPr lang="zh-CN" altLang="en-US" sz="1400" b="1" dirty="0">
                <a:solidFill>
                  <a:srgbClr val="C00000"/>
                </a:solidFill>
                <a:latin typeface="微软雅黑" pitchFamily="34" charset="-122"/>
                <a:ea typeface="微软雅黑" pitchFamily="34" charset="-122"/>
              </a:rPr>
              <a:t>扩展服务集 </a:t>
            </a:r>
            <a:r>
              <a:rPr lang="en-US" altLang="zh-CN" sz="1400" b="1" dirty="0">
                <a:solidFill>
                  <a:srgbClr val="C00000"/>
                </a:solidFill>
                <a:latin typeface="微软雅黑" pitchFamily="34" charset="-122"/>
                <a:ea typeface="微软雅黑" pitchFamily="34" charset="-122"/>
              </a:rPr>
              <a:t>ESS </a:t>
            </a:r>
            <a:r>
              <a:rPr lang="en-US" altLang="zh-CN" sz="1400" b="1" dirty="0">
                <a:solidFill>
                  <a:srgbClr val="0000CC"/>
                </a:solidFill>
                <a:latin typeface="微软雅黑" pitchFamily="34" charset="-122"/>
                <a:ea typeface="微软雅黑" pitchFamily="34" charset="-122"/>
              </a:rPr>
              <a:t>(Extended Service Set)</a:t>
            </a:r>
            <a:r>
              <a:rPr lang="zh-CN" altLang="en-US" sz="1400" b="1" dirty="0">
                <a:solidFill>
                  <a:srgbClr val="0000CC"/>
                </a:solidFill>
                <a:latin typeface="微软雅黑" pitchFamily="34" charset="-122"/>
                <a:ea typeface="微软雅黑" pitchFamily="34" charset="-122"/>
              </a:rPr>
              <a:t>。</a:t>
            </a:r>
            <a:r>
              <a:rPr lang="zh-CN" altLang="en-US" sz="1400" b="1" dirty="0">
                <a:solidFill>
                  <a:srgbClr val="C00000"/>
                </a:solidFill>
                <a:latin typeface="微软雅黑" pitchFamily="34" charset="-122"/>
                <a:ea typeface="微软雅黑" pitchFamily="34" charset="-122"/>
              </a:rPr>
              <a:t>分配系统 </a:t>
            </a:r>
            <a:r>
              <a:rPr lang="en-US" altLang="zh-CN" sz="1400" b="1" dirty="0">
                <a:solidFill>
                  <a:srgbClr val="C00000"/>
                </a:solidFill>
                <a:latin typeface="微软雅黑" pitchFamily="34" charset="-122"/>
                <a:ea typeface="微软雅黑" pitchFamily="34" charset="-122"/>
              </a:rPr>
              <a:t>DS </a:t>
            </a:r>
            <a:r>
              <a:rPr lang="en-US" altLang="zh-CN" sz="1400" b="1" dirty="0">
                <a:solidFill>
                  <a:srgbClr val="0000CC"/>
                </a:solidFill>
                <a:latin typeface="微软雅黑" pitchFamily="34" charset="-122"/>
                <a:ea typeface="微软雅黑" pitchFamily="34" charset="-122"/>
              </a:rPr>
              <a:t>(Distribution System)</a:t>
            </a:r>
            <a:r>
              <a:rPr lang="zh-CN" altLang="en-US" sz="1400" b="1" dirty="0">
                <a:solidFill>
                  <a:srgbClr val="0000CC"/>
                </a:solidFill>
                <a:latin typeface="微软雅黑" pitchFamily="34" charset="-122"/>
                <a:ea typeface="微软雅黑" pitchFamily="34" charset="-122"/>
              </a:rPr>
              <a:t>，用于管理和协调多个</a:t>
            </a:r>
            <a:r>
              <a:rPr lang="en-US" altLang="zh-CN" sz="1400" b="1" dirty="0">
                <a:solidFill>
                  <a:srgbClr val="0000CC"/>
                </a:solidFill>
                <a:latin typeface="微软雅黑" pitchFamily="34" charset="-122"/>
                <a:ea typeface="微软雅黑" pitchFamily="34" charset="-122"/>
              </a:rPr>
              <a:t>AP</a:t>
            </a:r>
            <a:r>
              <a:rPr lang="zh-CN" altLang="en-US" sz="1400" b="1" dirty="0">
                <a:solidFill>
                  <a:srgbClr val="0000CC"/>
                </a:solidFill>
                <a:latin typeface="微软雅黑" pitchFamily="34" charset="-122"/>
                <a:ea typeface="微软雅黑" pitchFamily="34" charset="-122"/>
              </a:rPr>
              <a:t>之间的数据交换。</a:t>
            </a:r>
            <a:endParaRPr lang="en-US" altLang="zh-CN" sz="1400" b="1" dirty="0">
              <a:solidFill>
                <a:srgbClr val="0000CC"/>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316" name="Object 29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5591116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307"/>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35" presetClass="emph" presetSubtype="0" repeatCount="3000" fill="hold" grpId="0" nodeType="clickEffect">
                                  <p:stCondLst>
                                    <p:cond delay="0"/>
                                  </p:stCondLst>
                                  <p:childTnLst>
                                    <p:anim calcmode="discrete" valueType="str">
                                      <p:cBhvr>
                                        <p:cTn id="12" dur="1000" fill="hold"/>
                                        <p:tgtEl>
                                          <p:spTgt spid="403"/>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35" presetClass="emph" presetSubtype="0" repeatCount="3000" fill="hold" grpId="0" nodeType="clickEffect">
                                  <p:stCondLst>
                                    <p:cond delay="0"/>
                                  </p:stCondLst>
                                  <p:childTnLst>
                                    <p:anim calcmode="discrete" valueType="str">
                                      <p:cBhvr>
                                        <p:cTn id="16" dur="1000" fill="hold"/>
                                        <p:tgtEl>
                                          <p:spTgt spid="32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animBg="1"/>
      <p:bldP spid="307" grpId="0"/>
      <p:bldP spid="325" grpId="0"/>
      <p:bldP spid="403"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899102" y="1086004"/>
            <a:ext cx="5729142" cy="523220"/>
          </a:xfrm>
          <a:prstGeom prst="rect">
            <a:avLst/>
          </a:prstGeom>
          <a:noFill/>
          <a:ln>
            <a:noFill/>
          </a:ln>
        </p:spPr>
        <p:txBody>
          <a:bodyPr wrap="square">
            <a:spAutoFit/>
          </a:bodyPr>
          <a:lstStyle/>
          <a:p>
            <a:pPr algn="ctr"/>
            <a:r>
              <a:rPr lang="en-US" altLang="zh-CN" sz="1400" b="1" dirty="0">
                <a:solidFill>
                  <a:srgbClr val="0000CC"/>
                </a:solidFill>
                <a:latin typeface="微软雅黑" pitchFamily="34" charset="-122"/>
                <a:ea typeface="微软雅黑" pitchFamily="34" charset="-122"/>
              </a:rPr>
              <a:t>ESS </a:t>
            </a:r>
            <a:r>
              <a:rPr lang="zh-CN" altLang="en-US" sz="1400" b="1" dirty="0">
                <a:solidFill>
                  <a:srgbClr val="0000CC"/>
                </a:solidFill>
                <a:latin typeface="微软雅黑" pitchFamily="34" charset="-122"/>
                <a:ea typeface="微软雅黑" pitchFamily="34" charset="-122"/>
              </a:rPr>
              <a:t>也有个标识符，是不超过 </a:t>
            </a:r>
            <a:r>
              <a:rPr lang="en-US" altLang="zh-CN" sz="1400" b="1" dirty="0">
                <a:solidFill>
                  <a:srgbClr val="0000CC"/>
                </a:solidFill>
                <a:latin typeface="微软雅黑" pitchFamily="34" charset="-122"/>
                <a:ea typeface="微软雅黑" pitchFamily="34" charset="-122"/>
              </a:rPr>
              <a:t>32 </a:t>
            </a:r>
            <a:r>
              <a:rPr lang="zh-CN" altLang="en-US" sz="1400" b="1" dirty="0">
                <a:solidFill>
                  <a:srgbClr val="0000CC"/>
                </a:solidFill>
                <a:latin typeface="微软雅黑" pitchFamily="34" charset="-122"/>
                <a:ea typeface="微软雅黑" pitchFamily="34" charset="-122"/>
              </a:rPr>
              <a:t>字符的字符串名字 </a:t>
            </a:r>
            <a:r>
              <a:rPr lang="en-US" altLang="zh-CN" sz="1400" b="1" dirty="0">
                <a:solidFill>
                  <a:srgbClr val="0000CC"/>
                </a:solidFill>
                <a:latin typeface="微软雅黑" pitchFamily="34" charset="-122"/>
                <a:ea typeface="微软雅黑" pitchFamily="34" charset="-122"/>
              </a:rPr>
              <a:t>(</a:t>
            </a:r>
            <a:r>
              <a:rPr lang="zh-CN" altLang="en-US" sz="1400" b="1" dirty="0">
                <a:solidFill>
                  <a:srgbClr val="C00000"/>
                </a:solidFill>
                <a:latin typeface="微软雅黑" pitchFamily="34" charset="-122"/>
                <a:ea typeface="微软雅黑" pitchFamily="34" charset="-122"/>
              </a:rPr>
              <a:t>不是地址</a:t>
            </a:r>
            <a:r>
              <a:rPr lang="en-US" altLang="zh-CN" sz="1400" b="1" dirty="0">
                <a:solidFill>
                  <a:srgbClr val="0000CC"/>
                </a:solidFill>
                <a:latin typeface="微软雅黑" pitchFamily="34" charset="-122"/>
                <a:ea typeface="微软雅黑" pitchFamily="34" charset="-122"/>
              </a:rPr>
              <a:t>)</a:t>
            </a:r>
            <a:r>
              <a:rPr lang="zh-CN" altLang="en-US" sz="1400" b="1" dirty="0">
                <a:solidFill>
                  <a:srgbClr val="0000CC"/>
                </a:solidFill>
                <a:latin typeface="微软雅黑" pitchFamily="34" charset="-122"/>
                <a:ea typeface="微软雅黑" pitchFamily="34" charset="-122"/>
              </a:rPr>
              <a:t>，叫做</a:t>
            </a:r>
            <a:r>
              <a:rPr lang="zh-CN" altLang="en-US" sz="1400" b="1" dirty="0">
                <a:solidFill>
                  <a:srgbClr val="C00000"/>
                </a:solidFill>
                <a:latin typeface="微软雅黑" pitchFamily="34" charset="-122"/>
                <a:ea typeface="微软雅黑" pitchFamily="34" charset="-122"/>
              </a:rPr>
              <a:t>扩展服务集标识符 </a:t>
            </a:r>
            <a:r>
              <a:rPr lang="en-US" altLang="zh-CN" sz="1400" b="1" dirty="0">
                <a:solidFill>
                  <a:srgbClr val="C00000"/>
                </a:solidFill>
                <a:latin typeface="微软雅黑" pitchFamily="34" charset="-122"/>
                <a:ea typeface="微软雅黑" pitchFamily="34" charset="-122"/>
              </a:rPr>
              <a:t>ESSID</a:t>
            </a:r>
            <a:r>
              <a:rPr lang="zh-CN" altLang="en-US" sz="1400" b="1" dirty="0">
                <a:solidFill>
                  <a:srgbClr val="C00000"/>
                </a:solidFill>
                <a:latin typeface="微软雅黑" pitchFamily="34" charset="-122"/>
                <a:ea typeface="微软雅黑" pitchFamily="34" charset="-122"/>
              </a:rPr>
              <a:t>。</a:t>
            </a:r>
            <a:endParaRPr lang="en-US" altLang="zh-CN" sz="14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316" name="Object 29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8901089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3"/>
                                        </p:tgtEl>
                                        <p:attrNameLst>
                                          <p:attrName>style.visibility</p:attrName>
                                        </p:attrNameLst>
                                      </p:cBhvr>
                                      <p:tavLst>
                                        <p:tav tm="0">
                                          <p:val>
                                            <p:strVal val="hidden"/>
                                          </p:val>
                                        </p:tav>
                                        <p:tav tm="50000">
                                          <p:val>
                                            <p:strVal val="visible"/>
                                          </p:val>
                                        </p:tav>
                                      </p:tavLst>
                                    </p:anim>
                                  </p:childTnLst>
                                </p:cTn>
                              </p:par>
                              <p:par>
                                <p:cTn id="7" presetID="42" presetClass="entr" presetSubtype="0" fill="hold" grpId="0" nodeType="withEffect">
                                  <p:stCondLst>
                                    <p:cond delay="0"/>
                                  </p:stCondLst>
                                  <p:childTnLst>
                                    <p:set>
                                      <p:cBhvr>
                                        <p:cTn id="8" dur="1" fill="hold">
                                          <p:stCondLst>
                                            <p:cond delay="0"/>
                                          </p:stCondLst>
                                        </p:cTn>
                                        <p:tgtEl>
                                          <p:spTgt spid="296"/>
                                        </p:tgtEl>
                                        <p:attrNameLst>
                                          <p:attrName>style.visibility</p:attrName>
                                        </p:attrNameLst>
                                      </p:cBhvr>
                                      <p:to>
                                        <p:strVal val="visible"/>
                                      </p:to>
                                    </p:set>
                                    <p:animEffect transition="in" filter="fade">
                                      <p:cBhvr>
                                        <p:cTn id="9" dur="1000"/>
                                        <p:tgtEl>
                                          <p:spTgt spid="296"/>
                                        </p:tgtEl>
                                      </p:cBhvr>
                                    </p:animEffect>
                                    <p:anim calcmode="lin" valueType="num">
                                      <p:cBhvr>
                                        <p:cTn id="10" dur="1000" fill="hold"/>
                                        <p:tgtEl>
                                          <p:spTgt spid="296"/>
                                        </p:tgtEl>
                                        <p:attrNameLst>
                                          <p:attrName>ppt_x</p:attrName>
                                        </p:attrNameLst>
                                      </p:cBhvr>
                                      <p:tavLst>
                                        <p:tav tm="0">
                                          <p:val>
                                            <p:strVal val="#ppt_x"/>
                                          </p:val>
                                        </p:tav>
                                        <p:tav tm="100000">
                                          <p:val>
                                            <p:strVal val="#ppt_x"/>
                                          </p:val>
                                        </p:tav>
                                      </p:tavLst>
                                    </p:anim>
                                    <p:anim calcmode="lin" valueType="num">
                                      <p:cBhvr>
                                        <p:cTn id="11" dur="1000" fill="hold"/>
                                        <p:tgtEl>
                                          <p:spTgt spid="29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 grpId="0"/>
      <p:bldP spid="403"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899102" y="1086004"/>
            <a:ext cx="5729142"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分配系统 </a:t>
            </a:r>
            <a:r>
              <a:rPr lang="en-US" altLang="zh-CN" sz="1400" b="1" dirty="0">
                <a:solidFill>
                  <a:srgbClr val="0000CC"/>
                </a:solidFill>
                <a:latin typeface="微软雅黑" pitchFamily="34" charset="-122"/>
                <a:ea typeface="微软雅黑" pitchFamily="34" charset="-122"/>
              </a:rPr>
              <a:t>DS (Distribution System)</a:t>
            </a:r>
            <a:r>
              <a:rPr lang="zh-CN" altLang="en-US" sz="1400" b="1" dirty="0">
                <a:solidFill>
                  <a:srgbClr val="0000CC"/>
                </a:solidFill>
                <a:latin typeface="微软雅黑" pitchFamily="34" charset="-122"/>
                <a:ea typeface="微软雅黑" pitchFamily="34" charset="-122"/>
              </a:rPr>
              <a:t>，用于管理和协调多个</a:t>
            </a:r>
            <a:r>
              <a:rPr lang="en-US" altLang="zh-CN" sz="1400" b="1" dirty="0">
                <a:solidFill>
                  <a:srgbClr val="0000CC"/>
                </a:solidFill>
                <a:latin typeface="微软雅黑" pitchFamily="34" charset="-122"/>
                <a:ea typeface="微软雅黑" pitchFamily="34" charset="-122"/>
              </a:rPr>
              <a:t>AP</a:t>
            </a:r>
            <a:r>
              <a:rPr lang="zh-CN" altLang="en-US" sz="1400" b="1" dirty="0">
                <a:solidFill>
                  <a:srgbClr val="0000CC"/>
                </a:solidFill>
                <a:latin typeface="微软雅黑" pitchFamily="34" charset="-122"/>
                <a:ea typeface="微软雅黑" pitchFamily="34" charset="-122"/>
              </a:rPr>
              <a:t>之间的数据交换，</a:t>
            </a:r>
            <a:r>
              <a:rPr lang="en-US" altLang="zh-CN" sz="1400" b="1" dirty="0">
                <a:solidFill>
                  <a:srgbClr val="0000CC"/>
                </a:solidFill>
                <a:latin typeface="微软雅黑" pitchFamily="34" charset="-122"/>
                <a:ea typeface="微软雅黑" pitchFamily="34" charset="-122"/>
              </a:rPr>
              <a:t>DS</a:t>
            </a:r>
            <a:r>
              <a:rPr lang="zh-CN" altLang="en-US" sz="1400" b="1" dirty="0">
                <a:solidFill>
                  <a:srgbClr val="0000CC"/>
                </a:solidFill>
                <a:latin typeface="微软雅黑" pitchFamily="34" charset="-122"/>
                <a:ea typeface="微软雅黑" pitchFamily="34" charset="-122"/>
              </a:rPr>
              <a:t>既可以通过有线方式实现，又可以通过无线方式实现。</a:t>
            </a:r>
            <a:endParaRPr lang="en-US" altLang="zh-CN" sz="14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316" name="Object 29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9442926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2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605239" y="1086004"/>
            <a:ext cx="6064742" cy="523220"/>
          </a:xfrm>
          <a:prstGeom prst="rect">
            <a:avLst/>
          </a:prstGeom>
          <a:noFill/>
          <a:ln>
            <a:noFill/>
          </a:ln>
        </p:spPr>
        <p:txBody>
          <a:bodyPr wrap="square">
            <a:spAutoFit/>
          </a:bodyPr>
          <a:lstStyle/>
          <a:p>
            <a:pPr algn="ctr"/>
            <a:r>
              <a:rPr lang="en-US" altLang="zh-CN" sz="1400" b="1" dirty="0">
                <a:solidFill>
                  <a:srgbClr val="0000CC"/>
                </a:solidFill>
                <a:latin typeface="微软雅黑" pitchFamily="34" charset="-122"/>
                <a:ea typeface="微软雅黑" pitchFamily="34" charset="-122"/>
              </a:rPr>
              <a:t>ESS </a:t>
            </a:r>
            <a:r>
              <a:rPr lang="zh-CN" altLang="en-US" sz="1400" b="1" dirty="0">
                <a:solidFill>
                  <a:srgbClr val="0000CC"/>
                </a:solidFill>
                <a:latin typeface="微软雅黑" pitchFamily="34" charset="-122"/>
                <a:ea typeface="微软雅黑" pitchFamily="34" charset="-122"/>
              </a:rPr>
              <a:t>还可为无线用户提供到 </a:t>
            </a:r>
            <a:r>
              <a:rPr lang="en-US" altLang="zh-CN" sz="1400" b="1" dirty="0">
                <a:solidFill>
                  <a:srgbClr val="0000CC"/>
                </a:solidFill>
                <a:latin typeface="微软雅黑" pitchFamily="34" charset="-122"/>
                <a:ea typeface="微软雅黑" pitchFamily="34" charset="-122"/>
              </a:rPr>
              <a:t>802.x </a:t>
            </a:r>
            <a:r>
              <a:rPr lang="zh-CN" altLang="en-US" sz="1400" b="1" dirty="0">
                <a:solidFill>
                  <a:srgbClr val="0000CC"/>
                </a:solidFill>
                <a:latin typeface="微软雅黑" pitchFamily="34" charset="-122"/>
                <a:ea typeface="微软雅黑" pitchFamily="34" charset="-122"/>
              </a:rPr>
              <a:t>局域网（非</a:t>
            </a:r>
            <a:r>
              <a:rPr lang="en-US" altLang="zh-CN" sz="1400" b="1" dirty="0">
                <a:solidFill>
                  <a:srgbClr val="0000CC"/>
                </a:solidFill>
                <a:latin typeface="微软雅黑" pitchFamily="34" charset="-122"/>
                <a:ea typeface="微软雅黑" pitchFamily="34" charset="-122"/>
              </a:rPr>
              <a:t>802.11</a:t>
            </a:r>
            <a:r>
              <a:rPr lang="zh-CN" altLang="en-US" sz="1400" b="1" dirty="0">
                <a:solidFill>
                  <a:srgbClr val="0000CC"/>
                </a:solidFill>
                <a:latin typeface="微软雅黑" pitchFamily="34" charset="-122"/>
                <a:ea typeface="微软雅黑" pitchFamily="34" charset="-122"/>
              </a:rPr>
              <a:t>无线局域网）的</a:t>
            </a:r>
            <a:r>
              <a:rPr lang="zh-CN" altLang="en-US" sz="1400" b="1" dirty="0">
                <a:solidFill>
                  <a:srgbClr val="C00000"/>
                </a:solidFill>
                <a:latin typeface="微软雅黑" pitchFamily="34" charset="-122"/>
                <a:ea typeface="微软雅黑" pitchFamily="34" charset="-122"/>
              </a:rPr>
              <a:t>接入。</a:t>
            </a:r>
            <a:r>
              <a:rPr lang="zh-CN" altLang="en-US" sz="1400" b="1" dirty="0">
                <a:solidFill>
                  <a:srgbClr val="0000CC"/>
                </a:solidFill>
                <a:latin typeface="微软雅黑" pitchFamily="34" charset="-122"/>
                <a:ea typeface="微软雅黑" pitchFamily="34" charset="-122"/>
              </a:rPr>
              <a:t>通过</a:t>
            </a:r>
            <a:r>
              <a:rPr lang="zh-CN" altLang="en-US" sz="1400" b="1" dirty="0">
                <a:solidFill>
                  <a:srgbClr val="C00000"/>
                </a:solidFill>
                <a:latin typeface="微软雅黑" pitchFamily="34" charset="-122"/>
                <a:ea typeface="微软雅黑" pitchFamily="34" charset="-122"/>
              </a:rPr>
              <a:t>门户 </a:t>
            </a:r>
            <a:r>
              <a:rPr lang="en-US" altLang="zh-CN" sz="1400" b="1" dirty="0">
                <a:solidFill>
                  <a:srgbClr val="0000CC"/>
                </a:solidFill>
                <a:latin typeface="微软雅黑" pitchFamily="34" charset="-122"/>
                <a:ea typeface="微软雅黑" pitchFamily="34" charset="-122"/>
              </a:rPr>
              <a:t>(Portal) </a:t>
            </a:r>
            <a:r>
              <a:rPr lang="zh-CN" altLang="en-US" sz="1400" b="1" dirty="0">
                <a:solidFill>
                  <a:srgbClr val="0000CC"/>
                </a:solidFill>
                <a:latin typeface="微软雅黑" pitchFamily="34" charset="-122"/>
                <a:ea typeface="微软雅黑" pitchFamily="34" charset="-122"/>
              </a:rPr>
              <a:t>设备实现。门户相当于一个网桥。</a:t>
            </a:r>
            <a:endParaRPr lang="en-US" altLang="zh-CN" sz="14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316" name="Object 29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门户</a:t>
            </a:r>
            <a:endParaRPr lang="en-US" altLang="zh-CN" sz="1200" b="1" dirty="0">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8184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4"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944216" y="1086004"/>
            <a:ext cx="5365605"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移动站 </a:t>
            </a:r>
            <a:r>
              <a:rPr lang="en-US" altLang="zh-CN" sz="1400" b="1" dirty="0">
                <a:solidFill>
                  <a:srgbClr val="0000CC"/>
                </a:solidFill>
                <a:latin typeface="微软雅黑" pitchFamily="34" charset="-122"/>
                <a:ea typeface="微软雅黑" pitchFamily="34" charset="-122"/>
              </a:rPr>
              <a:t>A </a:t>
            </a:r>
            <a:r>
              <a:rPr lang="zh-CN" altLang="en-US" sz="1400" b="1" dirty="0">
                <a:solidFill>
                  <a:srgbClr val="0000CC"/>
                </a:solidFill>
                <a:latin typeface="微软雅黑" pitchFamily="34" charset="-122"/>
                <a:ea typeface="微软雅黑" pitchFamily="34" charset="-122"/>
              </a:rPr>
              <a:t>漫游到位置 </a:t>
            </a:r>
            <a:r>
              <a:rPr lang="en-US" altLang="zh-CN" sz="1400" b="1" dirty="0">
                <a:solidFill>
                  <a:srgbClr val="0000CC"/>
                </a:solidFill>
                <a:latin typeface="微软雅黑" pitchFamily="34" charset="-122"/>
                <a:ea typeface="微软雅黑" pitchFamily="34" charset="-122"/>
              </a:rPr>
              <a:t>A</a:t>
            </a:r>
            <a:r>
              <a:rPr lang="en-US" altLang="zh-CN" sz="1400" b="1" baseline="-25000" dirty="0">
                <a:solidFill>
                  <a:srgbClr val="0000CC"/>
                </a:solidFill>
                <a:latin typeface="微软雅黑" pitchFamily="34" charset="-122"/>
                <a:ea typeface="微软雅黑" pitchFamily="34" charset="-122"/>
              </a:rPr>
              <a:t>1</a:t>
            </a:r>
            <a:r>
              <a:rPr lang="en-US" altLang="zh-CN" sz="1400" b="1" dirty="0">
                <a:solidFill>
                  <a:srgbClr val="0000CC"/>
                </a:solidFill>
                <a:latin typeface="微软雅黑" pitchFamily="34" charset="-122"/>
                <a:ea typeface="微软雅黑" pitchFamily="34" charset="-122"/>
              </a:rPr>
              <a:t> </a:t>
            </a:r>
            <a:r>
              <a:rPr lang="zh-CN" altLang="en-US" sz="1400" b="1" dirty="0">
                <a:solidFill>
                  <a:srgbClr val="0000CC"/>
                </a:solidFill>
                <a:latin typeface="微软雅黑" pitchFamily="34" charset="-122"/>
                <a:ea typeface="微软雅黑" pitchFamily="34" charset="-122"/>
              </a:rPr>
              <a:t>时，选择和信号较强的一个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联系。当漫游到位置 </a:t>
            </a:r>
            <a:r>
              <a:rPr lang="en-US" altLang="zh-CN" sz="1400" b="1" dirty="0">
                <a:solidFill>
                  <a:srgbClr val="0000CC"/>
                </a:solidFill>
                <a:latin typeface="微软雅黑" pitchFamily="34" charset="-122"/>
                <a:ea typeface="微软雅黑" pitchFamily="34" charset="-122"/>
              </a:rPr>
              <a:t>A</a:t>
            </a:r>
            <a:r>
              <a:rPr lang="en-US" altLang="zh-CN" sz="1400" b="1" baseline="-25000" dirty="0">
                <a:solidFill>
                  <a:srgbClr val="0000CC"/>
                </a:solidFill>
                <a:latin typeface="微软雅黑" pitchFamily="34" charset="-122"/>
                <a:ea typeface="微软雅黑" pitchFamily="34" charset="-122"/>
              </a:rPr>
              <a:t>2</a:t>
            </a:r>
            <a:r>
              <a:rPr lang="en-US" altLang="zh-CN" sz="1400" b="1" dirty="0">
                <a:solidFill>
                  <a:srgbClr val="0000CC"/>
                </a:solidFill>
                <a:latin typeface="微软雅黑" pitchFamily="34" charset="-122"/>
                <a:ea typeface="微软雅黑" pitchFamily="34" charset="-122"/>
              </a:rPr>
              <a:t> </a:t>
            </a:r>
            <a:r>
              <a:rPr lang="zh-CN" altLang="en-US" sz="1400" b="1" dirty="0">
                <a:solidFill>
                  <a:srgbClr val="0000CC"/>
                </a:solidFill>
                <a:latin typeface="微软雅黑" pitchFamily="34" charset="-122"/>
                <a:ea typeface="微软雅黑" pitchFamily="34" charset="-122"/>
              </a:rPr>
              <a:t>时，就只能和 </a:t>
            </a:r>
            <a:r>
              <a:rPr lang="en-US" altLang="zh-CN" sz="1400" b="1" dirty="0">
                <a:solidFill>
                  <a:srgbClr val="0000CC"/>
                </a:solidFill>
                <a:latin typeface="微软雅黑" pitchFamily="34" charset="-122"/>
                <a:ea typeface="微软雅黑" pitchFamily="34" charset="-122"/>
              </a:rPr>
              <a:t>AP</a:t>
            </a:r>
            <a:r>
              <a:rPr lang="en-US" altLang="zh-CN" sz="1400" b="1" baseline="-25000" dirty="0">
                <a:solidFill>
                  <a:srgbClr val="0000CC"/>
                </a:solidFill>
                <a:latin typeface="微软雅黑" pitchFamily="34" charset="-122"/>
                <a:ea typeface="微软雅黑" pitchFamily="34" charset="-122"/>
              </a:rPr>
              <a:t>2</a:t>
            </a:r>
            <a:r>
              <a:rPr lang="en-US" altLang="zh-CN" sz="1400" b="1" dirty="0">
                <a:solidFill>
                  <a:srgbClr val="0000CC"/>
                </a:solidFill>
                <a:latin typeface="微软雅黑" pitchFamily="34" charset="-122"/>
                <a:ea typeface="微软雅黑" pitchFamily="34" charset="-122"/>
              </a:rPr>
              <a:t> </a:t>
            </a:r>
            <a:r>
              <a:rPr lang="zh-CN" altLang="en-US" sz="1400" b="1" dirty="0">
                <a:solidFill>
                  <a:srgbClr val="0000CC"/>
                </a:solidFill>
                <a:latin typeface="微软雅黑" pitchFamily="34" charset="-122"/>
                <a:ea typeface="微软雅黑" pitchFamily="34" charset="-122"/>
              </a:rPr>
              <a:t>联系了。</a:t>
            </a:r>
            <a:endParaRPr lang="en-US" altLang="zh-CN" sz="14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316" name="Object 29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93059" y="4401469"/>
            <a:ext cx="7186602" cy="338554"/>
          </a:xfrm>
          <a:prstGeom prst="rect">
            <a:avLst/>
          </a:prstGeom>
        </p:spPr>
        <p:txBody>
          <a:bodyPr wrap="square">
            <a:spAutoFit/>
          </a:bodyPr>
          <a:lstStyle/>
          <a:p>
            <a:pPr algn="ctr"/>
            <a:r>
              <a:rPr lang="en-US" altLang="zh-CN" sz="1600" b="1" dirty="0">
                <a:latin typeface="微软雅黑" panose="020B0503020204020204" pitchFamily="34" charset="-122"/>
                <a:ea typeface="微软雅黑" panose="020B0503020204020204" pitchFamily="34" charset="-122"/>
              </a:rPr>
              <a:t>BSS </a:t>
            </a:r>
            <a:r>
              <a:rPr lang="zh-CN" altLang="en-US" sz="1600" b="1" dirty="0">
                <a:latin typeface="微软雅黑" panose="020B0503020204020204" pitchFamily="34" charset="-122"/>
                <a:ea typeface="微软雅黑" panose="020B0503020204020204" pitchFamily="34" charset="-122"/>
              </a:rPr>
              <a:t>的服务范围是由 </a:t>
            </a:r>
            <a:r>
              <a:rPr lang="en-US" altLang="zh-CN" sz="1600" b="1" dirty="0">
                <a:latin typeface="微软雅黑" panose="020B0503020204020204" pitchFamily="34" charset="-122"/>
                <a:ea typeface="微软雅黑" panose="020B0503020204020204" pitchFamily="34" charset="-122"/>
              </a:rPr>
              <a:t>AP </a:t>
            </a:r>
            <a:r>
              <a:rPr lang="zh-CN" altLang="en-US" sz="1600" b="1" dirty="0">
                <a:latin typeface="微软雅黑" panose="020B0503020204020204" pitchFamily="34" charset="-122"/>
                <a:ea typeface="微软雅黑" panose="020B0503020204020204" pitchFamily="34" charset="-122"/>
              </a:rPr>
              <a:t>所发射的电磁波的辐射范围确定的。</a:t>
            </a:r>
          </a:p>
        </p:txBody>
      </p:sp>
      <p:sp>
        <p:nvSpPr>
          <p:cNvPr id="4" name="Text Box 175">
            <a:extLst>
              <a:ext uri="{FF2B5EF4-FFF2-40B4-BE49-F238E27FC236}">
                <a16:creationId xmlns:a16="http://schemas.microsoft.com/office/drawing/2014/main" id="{650FBD49-1E6B-B8C2-D297-DB27144A93AB}"/>
              </a:ext>
            </a:extLst>
          </p:cNvPr>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p>
        </p:txBody>
      </p:sp>
      <p:sp>
        <p:nvSpPr>
          <p:cNvPr id="5" name="Text Box 423">
            <a:extLst>
              <a:ext uri="{FF2B5EF4-FFF2-40B4-BE49-F238E27FC236}">
                <a16:creationId xmlns:a16="http://schemas.microsoft.com/office/drawing/2014/main" id="{66253871-D1E2-21D0-9030-A166575E5017}"/>
              </a:ext>
            </a:extLst>
          </p:cNvPr>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p14="http://schemas.microsoft.com/office/powerpoint/2010/main" val="15881705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310"/>
                                        </p:tgtEl>
                                        <p:attrNameLst>
                                          <p:attrName>style.visibility</p:attrName>
                                        </p:attrNameLst>
                                      </p:cBhvr>
                                      <p:to>
                                        <p:strVal val="visible"/>
                                      </p:to>
                                    </p:set>
                                    <p:animEffect transition="in" filter="wipe(left)">
                                      <p:cBhvr>
                                        <p:cTn id="11" dur="1000"/>
                                        <p:tgtEl>
                                          <p:spTgt spid="310"/>
                                        </p:tgtEl>
                                      </p:cBhvr>
                                    </p:animEffect>
                                  </p:childTnLst>
                                </p:cTn>
                              </p:par>
                            </p:childTnLst>
                          </p:cTn>
                        </p:par>
                        <p:par>
                          <p:cTn id="12" fill="hold">
                            <p:stCondLst>
                              <p:cond delay="1000"/>
                            </p:stCondLst>
                            <p:childTnLst>
                              <p:par>
                                <p:cTn id="13" presetID="35" presetClass="emph" presetSubtype="0" repeatCount="indefinite" fill="hold" grpId="0" nodeType="afterEffect">
                                  <p:stCondLst>
                                    <p:cond delay="0"/>
                                  </p:stCondLst>
                                  <p:endCondLst>
                                    <p:cond evt="onNext" delay="0">
                                      <p:tgtEl>
                                        <p:sldTgt/>
                                      </p:tgtEl>
                                    </p:cond>
                                  </p:endCondLst>
                                  <p:childTnLst>
                                    <p:anim calcmode="discrete" valueType="str">
                                      <p:cBhvr>
                                        <p:cTn id="14"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395"/>
                                        </p:tgtEl>
                                        <p:attrNameLst>
                                          <p:attrName>style.visibility</p:attrName>
                                        </p:attrNameLst>
                                      </p:cBhvr>
                                      <p:to>
                                        <p:strVal val="visible"/>
                                      </p:to>
                                    </p:set>
                                    <p:animEffect transition="in" filter="wipe(left)">
                                      <p:cBhvr>
                                        <p:cTn id="19" dur="1000"/>
                                        <p:tgtEl>
                                          <p:spTgt spid="395"/>
                                        </p:tgtEl>
                                      </p:cBhvr>
                                    </p:animEffect>
                                  </p:childTnLst>
                                </p:cTn>
                              </p:par>
                            </p:childTnLst>
                          </p:cTn>
                        </p:par>
                        <p:par>
                          <p:cTn id="20" fill="hold">
                            <p:stCondLst>
                              <p:cond delay="1000"/>
                            </p:stCondLst>
                            <p:childTnLst>
                              <p:par>
                                <p:cTn id="21" presetID="35" presetClass="emph" presetSubtype="0" repeatCount="indefinite" fill="hold" grpId="0" nodeType="afterEffect">
                                  <p:stCondLst>
                                    <p:cond delay="0"/>
                                  </p:stCondLst>
                                  <p:endCondLst>
                                    <p:cond evt="onNext" delay="0">
                                      <p:tgtEl>
                                        <p:sldTgt/>
                                      </p:tgtEl>
                                    </p:cond>
                                  </p:endCondLst>
                                  <p:childTnLst>
                                    <p:anim calcmode="discrete" valueType="str">
                                      <p:cBhvr>
                                        <p:cTn id="22" dur="1000" fill="hold"/>
                                        <p:tgtEl>
                                          <p:spTgt spid="39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0" grpId="0" animBg="1"/>
      <p:bldP spid="395" grpId="0" animBg="1"/>
      <p:bldP spid="397" grpId="0"/>
      <p:bldP spid="4" grpId="0"/>
      <p:bldP spid="5"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24155"/>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74327"/>
            <a:ext cx="24144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solidFill>
                  <a:srgbClr val="0000FF"/>
                </a:solidFill>
                <a:latin typeface="微软雅黑" pitchFamily="34" charset="-122"/>
                <a:ea typeface="微软雅黑" pitchFamily="34" charset="-122"/>
              </a:rPr>
              <a:t>关联 </a:t>
            </a:r>
            <a:r>
              <a:rPr lang="en-US" altLang="zh-CN" sz="2000" b="1" dirty="0">
                <a:latin typeface="微软雅黑" pitchFamily="34" charset="-122"/>
                <a:ea typeface="微软雅黑" pitchFamily="34" charset="-122"/>
              </a:rPr>
              <a:t>(association)</a:t>
            </a:r>
          </a:p>
        </p:txBody>
      </p:sp>
      <p:sp>
        <p:nvSpPr>
          <p:cNvPr id="4" name="Rectangle 46"/>
          <p:cNvSpPr>
            <a:spLocks noChangeArrowheads="1"/>
          </p:cNvSpPr>
          <p:nvPr/>
        </p:nvSpPr>
        <p:spPr bwMode="auto">
          <a:xfrm>
            <a:off x="517853" y="943809"/>
            <a:ext cx="823718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一个移动站若要加入到一个 </a:t>
            </a:r>
            <a:r>
              <a:rPr lang="en-US" altLang="zh-CN" sz="2000" b="1" dirty="0">
                <a:latin typeface="微软雅黑" pitchFamily="34" charset="-122"/>
                <a:ea typeface="微软雅黑" pitchFamily="34" charset="-122"/>
              </a:rPr>
              <a:t>BSS</a:t>
            </a:r>
            <a:r>
              <a:rPr lang="zh-CN" altLang="en-US" sz="2000" b="1" dirty="0">
                <a:latin typeface="微软雅黑" pitchFamily="34" charset="-122"/>
                <a:ea typeface="微软雅黑" pitchFamily="34" charset="-122"/>
              </a:rPr>
              <a:t>，就必须先与某个 </a:t>
            </a:r>
            <a:r>
              <a:rPr lang="en-US" altLang="zh-CN" sz="2000" b="1" dirty="0">
                <a:latin typeface="微软雅黑" pitchFamily="34" charset="-122"/>
                <a:ea typeface="微软雅黑" pitchFamily="34" charset="-122"/>
              </a:rPr>
              <a:t>AP </a:t>
            </a:r>
            <a:r>
              <a:rPr lang="zh-CN" altLang="en-US" sz="2000" b="1" dirty="0">
                <a:solidFill>
                  <a:srgbClr val="0000FF"/>
                </a:solidFill>
                <a:latin typeface="微软雅黑" pitchFamily="34" charset="-122"/>
                <a:ea typeface="微软雅黑" pitchFamily="34" charset="-122"/>
              </a:rPr>
              <a:t>建立关联</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建立关联：</a:t>
            </a:r>
            <a:r>
              <a:rPr lang="zh-CN" altLang="en-US" sz="2000" b="1" dirty="0">
                <a:latin typeface="微软雅黑" pitchFamily="34" charset="-122"/>
                <a:ea typeface="微软雅黑" pitchFamily="34" charset="-122"/>
              </a:rPr>
              <a:t>表示这个移动站加入了选定的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所属的子网，并和这个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之间创建了一个</a:t>
            </a:r>
            <a:r>
              <a:rPr lang="zh-CN" altLang="en-US" sz="2000" b="1" dirty="0">
                <a:solidFill>
                  <a:srgbClr val="0000FF"/>
                </a:solidFill>
                <a:latin typeface="微软雅黑" pitchFamily="34" charset="-122"/>
                <a:ea typeface="微软雅黑" pitchFamily="34" charset="-122"/>
              </a:rPr>
              <a:t>虚拟线路</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只有关联的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才能向这个移动站发送数据帧，而这个移动站也只有通过关联的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才能向其他站点发送数据帧。</a:t>
            </a:r>
          </a:p>
        </p:txBody>
      </p:sp>
    </p:spTree>
    <p:extLst>
      <p:ext uri="{BB962C8B-B14F-4D97-AF65-F5344CB8AC3E}">
        <p14:creationId xmlns:p14="http://schemas.microsoft.com/office/powerpoint/2010/main" val="3466589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圆角矩形 48"/>
          <p:cNvSpPr/>
          <p:nvPr/>
        </p:nvSpPr>
        <p:spPr>
          <a:xfrm>
            <a:off x="509475" y="972962"/>
            <a:ext cx="8129016" cy="221610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17853" y="624155"/>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74327"/>
            <a:ext cx="42098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建立关联的两种方法：</a:t>
            </a:r>
            <a:r>
              <a:rPr lang="en-US" altLang="zh-CN" sz="2000" b="1" dirty="0">
                <a:solidFill>
                  <a:srgbClr val="0000FF"/>
                </a:solidFill>
                <a:latin typeface="微软雅黑" pitchFamily="34" charset="-122"/>
                <a:ea typeface="微软雅黑" pitchFamily="34" charset="-122"/>
                <a:sym typeface="Wingdings" panose="05000000000000000000" pitchFamily="2" charset="2"/>
              </a:rPr>
              <a:t>(1) </a:t>
            </a:r>
            <a:r>
              <a:rPr lang="zh-CN" altLang="en-US" sz="2000" b="1" dirty="0">
                <a:solidFill>
                  <a:srgbClr val="0000FF"/>
                </a:solidFill>
                <a:latin typeface="微软雅黑" pitchFamily="34" charset="-122"/>
                <a:ea typeface="微软雅黑" pitchFamily="34" charset="-122"/>
              </a:rPr>
              <a:t>被动扫描</a:t>
            </a:r>
            <a:endParaRPr lang="en-US" altLang="zh-CN" sz="2000" b="1" dirty="0">
              <a:solidFill>
                <a:srgbClr val="0000FF"/>
              </a:solidFill>
              <a:latin typeface="微软雅黑" pitchFamily="34" charset="-122"/>
              <a:ea typeface="微软雅黑" pitchFamily="34" charset="-122"/>
            </a:endParaRPr>
          </a:p>
        </p:txBody>
      </p:sp>
      <p:sp>
        <p:nvSpPr>
          <p:cNvPr id="8" name="Oval 70"/>
          <p:cNvSpPr>
            <a:spLocks noChangeArrowheads="1"/>
          </p:cNvSpPr>
          <p:nvPr/>
        </p:nvSpPr>
        <p:spPr bwMode="auto">
          <a:xfrm>
            <a:off x="2140830" y="1132542"/>
            <a:ext cx="2569492" cy="1649789"/>
          </a:xfrm>
          <a:prstGeom prst="ellipse">
            <a:avLst/>
          </a:prstGeom>
          <a:solidFill>
            <a:schemeClr val="bg1"/>
          </a:solidFill>
          <a:ln w="19050">
            <a:solidFill>
              <a:srgbClr val="000099"/>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 name="Oval 70"/>
          <p:cNvSpPr>
            <a:spLocks noChangeArrowheads="1"/>
          </p:cNvSpPr>
          <p:nvPr/>
        </p:nvSpPr>
        <p:spPr bwMode="auto">
          <a:xfrm>
            <a:off x="4183909" y="1126274"/>
            <a:ext cx="2569492" cy="1649789"/>
          </a:xfrm>
          <a:prstGeom prst="ellipse">
            <a:avLst/>
          </a:prstGeom>
          <a:solidFill>
            <a:schemeClr val="bg1">
              <a:alpha val="70000"/>
            </a:schemeClr>
          </a:solidFill>
          <a:ln w="19050">
            <a:solidFill>
              <a:srgbClr val="C00000"/>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 name="Text Box 84"/>
          <p:cNvSpPr txBox="1">
            <a:spLocks noChangeArrowheads="1"/>
          </p:cNvSpPr>
          <p:nvPr/>
        </p:nvSpPr>
        <p:spPr bwMode="auto">
          <a:xfrm>
            <a:off x="3051919" y="1141732"/>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1</a:t>
            </a:r>
            <a:endParaRPr lang="zh-CN" altLang="en-US" sz="1800" b="1" baseline="-25000">
              <a:latin typeface="微软雅黑" panose="020B0503020204020204" pitchFamily="34" charset="-122"/>
              <a:ea typeface="微软雅黑" panose="020B0503020204020204" pitchFamily="34" charset="-122"/>
            </a:endParaRPr>
          </a:p>
        </p:txBody>
      </p:sp>
      <p:sp>
        <p:nvSpPr>
          <p:cNvPr id="11" name="Text Box 96"/>
          <p:cNvSpPr txBox="1">
            <a:spLocks noChangeArrowheads="1"/>
          </p:cNvSpPr>
          <p:nvPr/>
        </p:nvSpPr>
        <p:spPr bwMode="auto">
          <a:xfrm>
            <a:off x="4277085" y="2782331"/>
            <a:ext cx="35779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a:t>
            </a:r>
          </a:p>
        </p:txBody>
      </p:sp>
      <p:pic>
        <p:nvPicPr>
          <p:cNvPr id="25" name="Picture 222" descr="D-Link%20DI-713P%20Wireless%20Broadband%20route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81195" y="1607803"/>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Text Box 96"/>
          <p:cNvSpPr txBox="1">
            <a:spLocks noChangeArrowheads="1"/>
          </p:cNvSpPr>
          <p:nvPr/>
        </p:nvSpPr>
        <p:spPr bwMode="auto">
          <a:xfrm>
            <a:off x="2099596" y="1762343"/>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1</a:t>
            </a:r>
          </a:p>
        </p:txBody>
      </p:sp>
      <p:sp>
        <p:nvSpPr>
          <p:cNvPr id="27" name="Text Box 96"/>
          <p:cNvSpPr txBox="1">
            <a:spLocks noChangeArrowheads="1"/>
          </p:cNvSpPr>
          <p:nvPr/>
        </p:nvSpPr>
        <p:spPr bwMode="auto">
          <a:xfrm>
            <a:off x="5920965" y="1720410"/>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2</a:t>
            </a:r>
          </a:p>
        </p:txBody>
      </p:sp>
      <p:sp>
        <p:nvSpPr>
          <p:cNvPr id="28" name="Text Box 84"/>
          <p:cNvSpPr txBox="1">
            <a:spLocks noChangeArrowheads="1"/>
          </p:cNvSpPr>
          <p:nvPr/>
        </p:nvSpPr>
        <p:spPr bwMode="auto">
          <a:xfrm>
            <a:off x="5041583" y="1194581"/>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2</a:t>
            </a:r>
            <a:endParaRPr lang="zh-CN" altLang="en-US" sz="1800" b="1" baseline="-25000">
              <a:latin typeface="微软雅黑" panose="020B0503020204020204" pitchFamily="34" charset="-122"/>
              <a:ea typeface="微软雅黑" panose="020B0503020204020204" pitchFamily="34" charset="-122"/>
            </a:endParaRPr>
          </a:p>
        </p:txBody>
      </p:sp>
      <p:grpSp>
        <p:nvGrpSpPr>
          <p:cNvPr id="37" name="组合 36"/>
          <p:cNvGrpSpPr/>
          <p:nvPr/>
        </p:nvGrpSpPr>
        <p:grpSpPr>
          <a:xfrm>
            <a:off x="4124458" y="2366750"/>
            <a:ext cx="670033" cy="464129"/>
            <a:chOff x="4406004" y="4260453"/>
            <a:chExt cx="558674" cy="429804"/>
          </a:xfrm>
        </p:grpSpPr>
        <p:grpSp>
          <p:nvGrpSpPr>
            <p:cNvPr id="38" name="Group 460"/>
            <p:cNvGrpSpPr>
              <a:grpSpLocks/>
            </p:cNvGrpSpPr>
            <p:nvPr/>
          </p:nvGrpSpPr>
          <p:grpSpPr bwMode="auto">
            <a:xfrm>
              <a:off x="4543772" y="4322623"/>
              <a:ext cx="420906" cy="367634"/>
              <a:chOff x="657" y="1570"/>
              <a:chExt cx="318" cy="318"/>
            </a:xfrm>
          </p:grpSpPr>
          <p:sp>
            <p:nvSpPr>
              <p:cNvPr id="4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47"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9" name="Group 463"/>
            <p:cNvGrpSpPr>
              <a:grpSpLocks/>
            </p:cNvGrpSpPr>
            <p:nvPr/>
          </p:nvGrpSpPr>
          <p:grpSpPr bwMode="auto">
            <a:xfrm>
              <a:off x="4406004" y="4260453"/>
              <a:ext cx="405022" cy="119404"/>
              <a:chOff x="748" y="2251"/>
              <a:chExt cx="306" cy="90"/>
            </a:xfrm>
            <a:solidFill>
              <a:srgbClr val="0066FF"/>
            </a:solidFill>
          </p:grpSpPr>
          <p:sp>
            <p:nvSpPr>
              <p:cNvPr id="4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pic>
        <p:nvPicPr>
          <p:cNvPr id="48" name="Picture 222" descr="D-Link%20DI-713P%20Wireless%20Broadband%20route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54543" y="1607803"/>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2" name="组合 51"/>
          <p:cNvGrpSpPr/>
          <p:nvPr/>
        </p:nvGrpSpPr>
        <p:grpSpPr>
          <a:xfrm>
            <a:off x="3089312" y="1678757"/>
            <a:ext cx="1060126" cy="692116"/>
            <a:chOff x="3236796" y="1678757"/>
            <a:chExt cx="1060126" cy="692116"/>
          </a:xfrm>
        </p:grpSpPr>
        <p:sp>
          <p:nvSpPr>
            <p:cNvPr id="23" name="Line 245"/>
            <p:cNvSpPr>
              <a:spLocks noChangeShapeType="1"/>
            </p:cNvSpPr>
            <p:nvPr/>
          </p:nvSpPr>
          <p:spPr bwMode="auto">
            <a:xfrm>
              <a:off x="3469729" y="1897938"/>
              <a:ext cx="827193" cy="472935"/>
            </a:xfrm>
            <a:prstGeom prst="line">
              <a:avLst/>
            </a:prstGeom>
            <a:noFill/>
            <a:ln w="9525">
              <a:solidFill>
                <a:schemeClr val="tx1"/>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0" name="TextBox 82"/>
            <p:cNvSpPr txBox="1">
              <a:spLocks noChangeArrowheads="1"/>
            </p:cNvSpPr>
            <p:nvPr/>
          </p:nvSpPr>
          <p:spPr bwMode="auto">
            <a:xfrm>
              <a:off x="3236796" y="1678757"/>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55" name="组合 54"/>
          <p:cNvGrpSpPr/>
          <p:nvPr/>
        </p:nvGrpSpPr>
        <p:grpSpPr>
          <a:xfrm>
            <a:off x="4701711" y="1835438"/>
            <a:ext cx="1077184" cy="718964"/>
            <a:chOff x="4849195" y="1835438"/>
            <a:chExt cx="1077184" cy="718964"/>
          </a:xfrm>
        </p:grpSpPr>
        <p:sp>
          <p:nvSpPr>
            <p:cNvPr id="36" name="Line 245"/>
            <p:cNvSpPr>
              <a:spLocks noChangeShapeType="1"/>
            </p:cNvSpPr>
            <p:nvPr/>
          </p:nvSpPr>
          <p:spPr bwMode="auto">
            <a:xfrm flipH="1">
              <a:off x="4849195" y="2049656"/>
              <a:ext cx="802569" cy="504746"/>
            </a:xfrm>
            <a:prstGeom prst="line">
              <a:avLst/>
            </a:prstGeom>
            <a:noFill/>
            <a:ln w="9525">
              <a:solidFill>
                <a:srgbClr val="0000FF"/>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1" name="TextBox 91"/>
            <p:cNvSpPr txBox="1">
              <a:spLocks noChangeArrowheads="1"/>
            </p:cNvSpPr>
            <p:nvPr/>
          </p:nvSpPr>
          <p:spPr bwMode="auto">
            <a:xfrm>
              <a:off x="5536529" y="1835438"/>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53" name="组合 52"/>
          <p:cNvGrpSpPr/>
          <p:nvPr/>
        </p:nvGrpSpPr>
        <p:grpSpPr>
          <a:xfrm>
            <a:off x="4476374" y="1644505"/>
            <a:ext cx="1019582" cy="715114"/>
            <a:chOff x="4623858" y="1644505"/>
            <a:chExt cx="1019582" cy="715114"/>
          </a:xfrm>
        </p:grpSpPr>
        <p:sp>
          <p:nvSpPr>
            <p:cNvPr id="29" name="Line 245"/>
            <p:cNvSpPr>
              <a:spLocks noChangeShapeType="1"/>
            </p:cNvSpPr>
            <p:nvPr/>
          </p:nvSpPr>
          <p:spPr bwMode="auto">
            <a:xfrm flipH="1">
              <a:off x="4623858" y="1865150"/>
              <a:ext cx="770601" cy="494469"/>
            </a:xfrm>
            <a:prstGeom prst="line">
              <a:avLst/>
            </a:prstGeom>
            <a:noFill/>
            <a:ln w="9525">
              <a:solidFill>
                <a:schemeClr val="tx1"/>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 name="TextBox 94"/>
            <p:cNvSpPr txBox="1">
              <a:spLocks noChangeArrowheads="1"/>
            </p:cNvSpPr>
            <p:nvPr/>
          </p:nvSpPr>
          <p:spPr bwMode="auto">
            <a:xfrm>
              <a:off x="5253590" y="1644505"/>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33" name="椭圆 97"/>
          <p:cNvSpPr>
            <a:spLocks noChangeArrowheads="1"/>
          </p:cNvSpPr>
          <p:nvPr/>
        </p:nvSpPr>
        <p:spPr bwMode="auto">
          <a:xfrm>
            <a:off x="4777205" y="2525451"/>
            <a:ext cx="146862" cy="111711"/>
          </a:xfrm>
          <a:prstGeom prst="ellipse">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nvGrpSpPr>
          <p:cNvPr id="54" name="组合 53"/>
          <p:cNvGrpSpPr/>
          <p:nvPr/>
        </p:nvGrpSpPr>
        <p:grpSpPr>
          <a:xfrm>
            <a:off x="4486392" y="1878275"/>
            <a:ext cx="998745" cy="681631"/>
            <a:chOff x="4633876" y="1878275"/>
            <a:chExt cx="998745" cy="681631"/>
          </a:xfrm>
        </p:grpSpPr>
        <p:sp>
          <p:nvSpPr>
            <p:cNvPr id="7" name="Line 245"/>
            <p:cNvSpPr>
              <a:spLocks noChangeShapeType="1"/>
            </p:cNvSpPr>
            <p:nvPr/>
          </p:nvSpPr>
          <p:spPr bwMode="auto">
            <a:xfrm flipV="1">
              <a:off x="4867202" y="1878275"/>
              <a:ext cx="765419" cy="481344"/>
            </a:xfrm>
            <a:prstGeom prst="line">
              <a:avLst/>
            </a:prstGeom>
            <a:noFill/>
            <a:ln w="9525">
              <a:solidFill>
                <a:srgbClr val="9900CC"/>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0" name="TextBox 91"/>
            <p:cNvSpPr txBox="1">
              <a:spLocks noChangeArrowheads="1"/>
            </p:cNvSpPr>
            <p:nvPr/>
          </p:nvSpPr>
          <p:spPr bwMode="auto">
            <a:xfrm>
              <a:off x="4633876" y="2190574"/>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51" name="矩形 50"/>
          <p:cNvSpPr/>
          <p:nvPr/>
        </p:nvSpPr>
        <p:spPr>
          <a:xfrm>
            <a:off x="653149" y="3190460"/>
            <a:ext cx="8038680" cy="1502976"/>
          </a:xfrm>
          <a:prstGeom prst="rect">
            <a:avLst/>
          </a:prstGeom>
        </p:spPr>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AP </a:t>
            </a:r>
            <a:r>
              <a:rPr lang="zh-CN" altLang="zh-CN" sz="1600" b="1" dirty="0">
                <a:latin typeface="微软雅黑" panose="020B0503020204020204" pitchFamily="34" charset="-122"/>
                <a:ea typeface="微软雅黑" panose="020B0503020204020204" pitchFamily="34" charset="-122"/>
              </a:rPr>
              <a:t>周期性发出</a:t>
            </a:r>
            <a:r>
              <a:rPr lang="zh-CN" altLang="zh-CN" sz="1600" b="1" dirty="0">
                <a:solidFill>
                  <a:srgbClr val="C00000"/>
                </a:solidFill>
                <a:latin typeface="微软雅黑" panose="020B0503020204020204" pitchFamily="34" charset="-122"/>
                <a:ea typeface="微软雅黑" panose="020B0503020204020204" pitchFamily="34" charset="-122"/>
              </a:rPr>
              <a:t>信标帧</a:t>
            </a:r>
            <a:r>
              <a:rPr lang="en-US" altLang="zh-CN" sz="1600" b="1" dirty="0">
                <a:latin typeface="微软雅黑" panose="020B0503020204020204" pitchFamily="34" charset="-122"/>
                <a:ea typeface="微软雅黑" panose="020B0503020204020204" pitchFamily="34" charset="-122"/>
              </a:rPr>
              <a:t> (beacon frame)</a:t>
            </a:r>
            <a:r>
              <a:rPr lang="zh-CN" altLang="zh-CN" sz="1600" b="1" dirty="0">
                <a:latin typeface="微软雅黑" panose="020B0503020204020204" pitchFamily="34" charset="-122"/>
                <a:ea typeface="微软雅黑" panose="020B0503020204020204" pitchFamily="34" charset="-122"/>
              </a:rPr>
              <a:t>，其中包含</a:t>
            </a:r>
            <a:r>
              <a:rPr lang="en-US" altLang="zh-CN" sz="1600" b="1" dirty="0">
                <a:latin typeface="微软雅黑" panose="020B0503020204020204" pitchFamily="34" charset="-122"/>
                <a:ea typeface="微软雅黑" panose="020B0503020204020204" pitchFamily="34" charset="-122"/>
              </a:rPr>
              <a:t> SSID </a:t>
            </a:r>
            <a:r>
              <a:rPr lang="zh-CN" altLang="en-US" sz="1600" b="1" dirty="0">
                <a:latin typeface="微软雅黑" panose="020B0503020204020204" pitchFamily="34" charset="-122"/>
                <a:ea typeface="微软雅黑" panose="020B0503020204020204" pitchFamily="34" charset="-122"/>
              </a:rPr>
              <a:t>、</a:t>
            </a:r>
            <a:r>
              <a:rPr lang="zh-CN" altLang="zh-CN" sz="1600" b="1" dirty="0">
                <a:latin typeface="微软雅黑" panose="020B0503020204020204" pitchFamily="34" charset="-122"/>
                <a:ea typeface="微软雅黑" panose="020B0503020204020204" pitchFamily="34" charset="-122"/>
              </a:rPr>
              <a:t>速率等系统参数。</a:t>
            </a:r>
          </a:p>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移动站</a:t>
            </a:r>
            <a:r>
              <a:rPr lang="en-US" altLang="zh-CN" sz="1600" b="1" dirty="0">
                <a:latin typeface="微软雅黑" panose="020B0503020204020204" pitchFamily="34" charset="-122"/>
                <a:ea typeface="微软雅黑" panose="020B0503020204020204" pitchFamily="34" charset="-122"/>
              </a:rPr>
              <a:t> A </a:t>
            </a:r>
            <a:r>
              <a:rPr lang="zh-CN" altLang="zh-CN" sz="1600" b="1" dirty="0">
                <a:latin typeface="微软雅黑" panose="020B0503020204020204" pitchFamily="34" charset="-122"/>
                <a:ea typeface="微软雅黑" panose="020B0503020204020204" pitchFamily="34" charset="-122"/>
              </a:rPr>
              <a:t>扫描</a:t>
            </a:r>
            <a:r>
              <a:rPr lang="en-US" altLang="zh-CN" sz="1600" b="1" dirty="0">
                <a:latin typeface="微软雅黑" panose="020B0503020204020204" pitchFamily="34" charset="-122"/>
                <a:ea typeface="微软雅黑" panose="020B0503020204020204" pitchFamily="34" charset="-122"/>
              </a:rPr>
              <a:t> 11 </a:t>
            </a:r>
            <a:r>
              <a:rPr lang="zh-CN" altLang="zh-CN" sz="1600" b="1" dirty="0">
                <a:latin typeface="微软雅黑" panose="020B0503020204020204" pitchFamily="34" charset="-122"/>
                <a:ea typeface="微软雅黑" panose="020B0503020204020204" pitchFamily="34" charset="-122"/>
              </a:rPr>
              <a:t>个信道，选择加入到</a:t>
            </a:r>
            <a:r>
              <a:rPr lang="en-US" altLang="zh-CN" sz="1600" b="1" dirty="0">
                <a:latin typeface="微软雅黑" panose="020B0503020204020204" pitchFamily="34" charset="-122"/>
                <a:ea typeface="微软雅黑" panose="020B0503020204020204" pitchFamily="34" charset="-122"/>
              </a:rPr>
              <a:t> 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所在的基本服务集</a:t>
            </a:r>
            <a:r>
              <a:rPr lang="en-US" altLang="zh-CN" sz="1600" b="1" dirty="0">
                <a:latin typeface="微软雅黑" panose="020B0503020204020204" pitchFamily="34" charset="-122"/>
                <a:ea typeface="微软雅黑" panose="020B0503020204020204" pitchFamily="34" charset="-122"/>
              </a:rPr>
              <a:t> BSS</a:t>
            </a:r>
            <a:r>
              <a:rPr lang="en-US" altLang="zh-CN" sz="1600" b="1" baseline="-25000" dirty="0">
                <a:latin typeface="微软雅黑" panose="020B0503020204020204" pitchFamily="34" charset="-122"/>
                <a:ea typeface="微软雅黑" panose="020B0503020204020204" pitchFamily="34" charset="-122"/>
              </a:rPr>
              <a:t>2</a:t>
            </a:r>
            <a:r>
              <a:rPr lang="zh-CN" altLang="zh-CN" sz="1600" b="1" dirty="0">
                <a:latin typeface="微软雅黑" panose="020B0503020204020204" pitchFamily="34" charset="-122"/>
                <a:ea typeface="微软雅黑" panose="020B0503020204020204" pitchFamily="34" charset="-122"/>
              </a:rPr>
              <a:t>，向</a:t>
            </a:r>
            <a:r>
              <a:rPr lang="en-US" altLang="zh-CN" sz="1600" b="1" dirty="0">
                <a:latin typeface="微软雅黑" panose="020B0503020204020204" pitchFamily="34" charset="-122"/>
                <a:ea typeface="微软雅黑" panose="020B0503020204020204" pitchFamily="34" charset="-122"/>
              </a:rPr>
              <a:t> 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发出</a:t>
            </a:r>
            <a:r>
              <a:rPr lang="zh-CN" altLang="zh-CN" sz="1600" b="1" dirty="0">
                <a:solidFill>
                  <a:srgbClr val="C00000"/>
                </a:solidFill>
                <a:latin typeface="微软雅黑" panose="020B0503020204020204" pitchFamily="34" charset="-122"/>
                <a:ea typeface="微软雅黑" panose="020B0503020204020204" pitchFamily="34" charset="-122"/>
              </a:rPr>
              <a:t>关联请求帧</a:t>
            </a:r>
            <a:r>
              <a:rPr lang="en-US" altLang="zh-CN" sz="1600" b="1" dirty="0">
                <a:solidFill>
                  <a:srgbClr val="C00000"/>
                </a:solidFill>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(Association Request frame)</a:t>
            </a:r>
            <a:r>
              <a:rPr lang="zh-CN" altLang="zh-CN" sz="1600" b="1" dirty="0">
                <a:latin typeface="微软雅黑" panose="020B0503020204020204" pitchFamily="34" charset="-122"/>
                <a:ea typeface="微软雅黑" panose="020B0503020204020204" pitchFamily="34" charset="-122"/>
              </a:rPr>
              <a:t>。</a:t>
            </a:r>
          </a:p>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同意移动站</a:t>
            </a:r>
            <a:r>
              <a:rPr lang="en-US" altLang="zh-CN" sz="1600" b="1" dirty="0">
                <a:latin typeface="微软雅黑" panose="020B0503020204020204" pitchFamily="34" charset="-122"/>
                <a:ea typeface="微软雅黑" panose="020B0503020204020204" pitchFamily="34" charset="-122"/>
              </a:rPr>
              <a:t> A </a:t>
            </a:r>
            <a:r>
              <a:rPr lang="zh-CN" altLang="zh-CN" sz="1600" b="1" dirty="0">
                <a:latin typeface="微软雅黑" panose="020B0503020204020204" pitchFamily="34" charset="-122"/>
                <a:ea typeface="微软雅黑" panose="020B0503020204020204" pitchFamily="34" charset="-122"/>
              </a:rPr>
              <a:t>发来的关联请求，向移动站</a:t>
            </a:r>
            <a:r>
              <a:rPr lang="en-US" altLang="zh-CN" sz="1600" b="1" dirty="0">
                <a:latin typeface="微软雅黑" panose="020B0503020204020204" pitchFamily="34" charset="-122"/>
                <a:ea typeface="微软雅黑" panose="020B0503020204020204" pitchFamily="34" charset="-122"/>
              </a:rPr>
              <a:t>A</a:t>
            </a:r>
            <a:r>
              <a:rPr lang="zh-CN" altLang="zh-CN" sz="1600" b="1" dirty="0">
                <a:latin typeface="微软雅黑" panose="020B0503020204020204" pitchFamily="34" charset="-122"/>
                <a:ea typeface="微软雅黑" panose="020B0503020204020204" pitchFamily="34" charset="-122"/>
              </a:rPr>
              <a:t>发送</a:t>
            </a:r>
            <a:r>
              <a:rPr lang="zh-CN" altLang="zh-CN" sz="1600" b="1" dirty="0">
                <a:solidFill>
                  <a:srgbClr val="C00000"/>
                </a:solidFill>
                <a:latin typeface="微软雅黑" panose="020B0503020204020204" pitchFamily="34" charset="-122"/>
                <a:ea typeface="微软雅黑" panose="020B0503020204020204" pitchFamily="34" charset="-122"/>
              </a:rPr>
              <a:t>关联响应帧</a:t>
            </a:r>
            <a:r>
              <a:rPr lang="en-US" altLang="zh-CN" sz="1600" b="1" dirty="0">
                <a:solidFill>
                  <a:srgbClr val="C00000"/>
                </a:solidFill>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(Association Response frame)</a:t>
            </a:r>
            <a:r>
              <a:rPr lang="zh-CN" altLang="zh-CN" sz="1600"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30317744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repeatCount="3000"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wipe(left)">
                                      <p:cBhvr>
                                        <p:cTn id="7" dur="1000"/>
                                        <p:tgtEl>
                                          <p:spTgt spid="52"/>
                                        </p:tgtEl>
                                      </p:cBhvr>
                                    </p:animEffect>
                                  </p:childTnLst>
                                </p:cTn>
                              </p:par>
                              <p:par>
                                <p:cTn id="8" presetID="22" presetClass="entr" presetSubtype="2" repeatCount="3000" fill="hold"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wipe(right)">
                                      <p:cBhvr>
                                        <p:cTn id="10" dur="1000"/>
                                        <p:tgtEl>
                                          <p:spTgt spid="5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wipe(left)">
                                      <p:cBhvr>
                                        <p:cTn id="15" dur="1000"/>
                                        <p:tgtEl>
                                          <p:spTgt spid="54"/>
                                        </p:tgtEl>
                                      </p:cBhvr>
                                    </p:animEffect>
                                  </p:childTnLst>
                                </p:cTn>
                              </p:par>
                            </p:childTnLst>
                          </p:cTn>
                        </p:par>
                        <p:par>
                          <p:cTn id="16" fill="hold">
                            <p:stCondLst>
                              <p:cond delay="1000"/>
                            </p:stCondLst>
                            <p:childTnLst>
                              <p:par>
                                <p:cTn id="17" presetID="35" presetClass="emph" presetSubtype="0" repeatCount="3000" fill="hold" nodeType="afterEffect">
                                  <p:stCondLst>
                                    <p:cond delay="0"/>
                                  </p:stCondLst>
                                  <p:childTnLst>
                                    <p:anim calcmode="discrete" valueType="str">
                                      <p:cBhvr>
                                        <p:cTn id="18" dur="1000" fill="hold"/>
                                        <p:tgtEl>
                                          <p:spTgt spid="54"/>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22" presetClass="entr" presetSubtype="1" fill="hold" nodeType="clickEffect">
                                  <p:stCondLst>
                                    <p:cond delay="0"/>
                                  </p:stCondLst>
                                  <p:childTnLst>
                                    <p:set>
                                      <p:cBhvr>
                                        <p:cTn id="22" dur="1" fill="hold">
                                          <p:stCondLst>
                                            <p:cond delay="0"/>
                                          </p:stCondLst>
                                        </p:cTn>
                                        <p:tgtEl>
                                          <p:spTgt spid="55"/>
                                        </p:tgtEl>
                                        <p:attrNameLst>
                                          <p:attrName>style.visibility</p:attrName>
                                        </p:attrNameLst>
                                      </p:cBhvr>
                                      <p:to>
                                        <p:strVal val="visible"/>
                                      </p:to>
                                    </p:set>
                                    <p:animEffect transition="in" filter="wipe(up)">
                                      <p:cBhvr>
                                        <p:cTn id="23" dur="1000"/>
                                        <p:tgtEl>
                                          <p:spTgt spid="55"/>
                                        </p:tgtEl>
                                      </p:cBhvr>
                                    </p:animEffect>
                                  </p:childTnLst>
                                </p:cTn>
                              </p:par>
                            </p:childTnLst>
                          </p:cTn>
                        </p:par>
                        <p:par>
                          <p:cTn id="24" fill="hold">
                            <p:stCondLst>
                              <p:cond delay="1000"/>
                            </p:stCondLst>
                            <p:childTnLst>
                              <p:par>
                                <p:cTn id="25" presetID="35" presetClass="emph" presetSubtype="0" repeatCount="3000" fill="hold" nodeType="afterEffect">
                                  <p:stCondLst>
                                    <p:cond delay="0"/>
                                  </p:stCondLst>
                                  <p:childTnLst>
                                    <p:anim calcmode="discrete" valueType="str">
                                      <p:cBhvr>
                                        <p:cTn id="26" dur="1000" fill="hold"/>
                                        <p:tgtEl>
                                          <p:spTgt spid="5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圆角矩形 48"/>
          <p:cNvSpPr/>
          <p:nvPr/>
        </p:nvSpPr>
        <p:spPr>
          <a:xfrm>
            <a:off x="509475" y="972962"/>
            <a:ext cx="8129016" cy="221610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矩形 50"/>
          <p:cNvSpPr/>
          <p:nvPr/>
        </p:nvSpPr>
        <p:spPr>
          <a:xfrm>
            <a:off x="653149" y="3190460"/>
            <a:ext cx="8038680" cy="1502976"/>
          </a:xfrm>
          <a:prstGeom prst="rect">
            <a:avLst/>
          </a:prstGeom>
        </p:spPr>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a:latin typeface="微软雅黑" panose="020B0503020204020204" pitchFamily="34" charset="-122"/>
                <a:ea typeface="微软雅黑" panose="020B0503020204020204" pitchFamily="34" charset="-122"/>
              </a:rPr>
              <a:t>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主动发出广播的</a:t>
            </a:r>
            <a:r>
              <a:rPr lang="zh-CN" altLang="en-US" sz="1600" b="1" dirty="0">
                <a:solidFill>
                  <a:srgbClr val="C00000"/>
                </a:solidFill>
                <a:latin typeface="微软雅黑" panose="020B0503020204020204" pitchFamily="34" charset="-122"/>
                <a:ea typeface="微软雅黑" panose="020B0503020204020204" pitchFamily="34" charset="-122"/>
              </a:rPr>
              <a:t>探测请求帧</a:t>
            </a:r>
            <a:r>
              <a:rPr lang="zh-CN" altLang="en-US" sz="1600" b="1" dirty="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(Probe Request frame)</a:t>
            </a:r>
            <a:r>
              <a:rPr lang="zh-CN" altLang="en-US" sz="1600" b="1" dirty="0">
                <a:latin typeface="微软雅黑" panose="020B0503020204020204" pitchFamily="34" charset="-122"/>
                <a:ea typeface="微软雅黑" panose="020B0503020204020204" pitchFamily="34" charset="-122"/>
              </a:rPr>
              <a:t>，让所有能够收到此帧的接入点知道有移动站要求建立关联</a:t>
            </a:r>
            <a:r>
              <a:rPr lang="zh-CN" altLang="zh-CN" sz="1600" b="1" dirty="0">
                <a:latin typeface="微软雅黑" panose="020B0503020204020204" pitchFamily="34" charset="-122"/>
                <a:ea typeface="微软雅黑" panose="020B0503020204020204" pitchFamily="34" charset="-122"/>
              </a:rPr>
              <a:t>。</a:t>
            </a:r>
          </a:p>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a:latin typeface="微软雅黑" panose="020B0503020204020204" pitchFamily="34" charset="-122"/>
                <a:ea typeface="微软雅黑" panose="020B0503020204020204" pitchFamily="34" charset="-122"/>
              </a:rPr>
              <a:t>两个 </a:t>
            </a:r>
            <a:r>
              <a:rPr lang="en-US" altLang="zh-CN" sz="1600" b="1" dirty="0">
                <a:latin typeface="微软雅黑" panose="020B0503020204020204" pitchFamily="34" charset="-122"/>
                <a:ea typeface="微软雅黑" panose="020B0503020204020204" pitchFamily="34" charset="-122"/>
              </a:rPr>
              <a:t>AP </a:t>
            </a:r>
            <a:r>
              <a:rPr lang="zh-CN" altLang="en-US" sz="1600" b="1" dirty="0">
                <a:latin typeface="微软雅黑" panose="020B0503020204020204" pitchFamily="34" charset="-122"/>
                <a:ea typeface="微软雅黑" panose="020B0503020204020204" pitchFamily="34" charset="-122"/>
              </a:rPr>
              <a:t>都回答</a:t>
            </a:r>
            <a:r>
              <a:rPr lang="zh-CN" altLang="en-US" sz="1600" b="1" dirty="0">
                <a:solidFill>
                  <a:srgbClr val="C00000"/>
                </a:solidFill>
                <a:latin typeface="微软雅黑" panose="020B0503020204020204" pitchFamily="34" charset="-122"/>
                <a:ea typeface="微软雅黑" panose="020B0503020204020204" pitchFamily="34" charset="-122"/>
              </a:rPr>
              <a:t>探测响应帧 </a:t>
            </a:r>
            <a:r>
              <a:rPr lang="en-US" altLang="zh-CN" sz="1600" b="1" dirty="0">
                <a:latin typeface="微软雅黑" panose="020B0503020204020204" pitchFamily="34" charset="-122"/>
                <a:ea typeface="微软雅黑" panose="020B0503020204020204" pitchFamily="34" charset="-122"/>
              </a:rPr>
              <a:t>(Probe Response frame)</a:t>
            </a:r>
            <a:r>
              <a:rPr lang="zh-CN" altLang="en-US" sz="1600" b="1" dirty="0">
                <a:latin typeface="微软雅黑" panose="020B0503020204020204" pitchFamily="34" charset="-122"/>
                <a:ea typeface="微软雅黑" panose="020B0503020204020204" pitchFamily="34" charset="-122"/>
              </a:rPr>
              <a:t>。</a:t>
            </a:r>
          </a:p>
          <a:p>
            <a:pPr>
              <a:lnSpc>
                <a:spcPts val="2200"/>
              </a:lnSpc>
            </a:pP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a:latin typeface="微软雅黑" panose="020B0503020204020204" pitchFamily="34" charset="-122"/>
                <a:ea typeface="微软雅黑" panose="020B0503020204020204" pitchFamily="34" charset="-122"/>
              </a:rPr>
              <a:t>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向 </a:t>
            </a:r>
            <a:r>
              <a:rPr lang="en-US" altLang="zh-CN" sz="1600" b="1" dirty="0">
                <a:latin typeface="微软雅黑" panose="020B0503020204020204" pitchFamily="34" charset="-122"/>
                <a:ea typeface="微软雅黑" panose="020B0503020204020204" pitchFamily="34" charset="-122"/>
              </a:rPr>
              <a:t>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发出</a:t>
            </a:r>
            <a:r>
              <a:rPr lang="zh-CN" altLang="en-US" sz="1600" b="1" dirty="0">
                <a:solidFill>
                  <a:srgbClr val="C00000"/>
                </a:solidFill>
                <a:latin typeface="微软雅黑" panose="020B0503020204020204" pitchFamily="34" charset="-122"/>
                <a:ea typeface="微软雅黑" panose="020B0503020204020204" pitchFamily="34" charset="-122"/>
              </a:rPr>
              <a:t>关联请求帧 </a:t>
            </a:r>
            <a:r>
              <a:rPr lang="en-US" altLang="zh-CN" sz="1600" b="1" dirty="0">
                <a:latin typeface="微软雅黑" panose="020B0503020204020204" pitchFamily="34" charset="-122"/>
                <a:ea typeface="微软雅黑" panose="020B0503020204020204" pitchFamily="34" charset="-122"/>
              </a:rPr>
              <a:t>(Association Response frame)</a:t>
            </a:r>
            <a:r>
              <a:rPr lang="zh-CN" altLang="en-US" sz="1600" b="1" dirty="0">
                <a:latin typeface="微软雅黑" panose="020B0503020204020204" pitchFamily="34" charset="-122"/>
                <a:ea typeface="微软雅黑" panose="020B0503020204020204" pitchFamily="34" charset="-122"/>
              </a:rPr>
              <a:t>。</a:t>
            </a:r>
          </a:p>
          <a:p>
            <a:pPr>
              <a:lnSpc>
                <a:spcPts val="2200"/>
              </a:lnSpc>
            </a:pP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 </a:t>
            </a:r>
            <a:r>
              <a:rPr lang="en-US" altLang="zh-CN" sz="1600" b="1" dirty="0">
                <a:latin typeface="微软雅黑" panose="020B0503020204020204" pitchFamily="34" charset="-122"/>
                <a:ea typeface="微软雅黑" panose="020B0503020204020204" pitchFamily="34" charset="-122"/>
              </a:rPr>
              <a:t>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向移动站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发送关联响应帧，与移动站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建立关联。</a:t>
            </a:r>
          </a:p>
        </p:txBody>
      </p:sp>
      <p:sp>
        <p:nvSpPr>
          <p:cNvPr id="56" name="AutoShape 5"/>
          <p:cNvSpPr>
            <a:spLocks noChangeArrowheads="1"/>
          </p:cNvSpPr>
          <p:nvPr/>
        </p:nvSpPr>
        <p:spPr bwMode="auto">
          <a:xfrm>
            <a:off x="517853" y="624155"/>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7" name="矩形 4"/>
          <p:cNvSpPr>
            <a:spLocks noChangeArrowheads="1"/>
          </p:cNvSpPr>
          <p:nvPr/>
        </p:nvSpPr>
        <p:spPr bwMode="auto">
          <a:xfrm>
            <a:off x="635844" y="574327"/>
            <a:ext cx="42098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建立关联的两种方法：</a:t>
            </a:r>
            <a:r>
              <a:rPr lang="en-US" altLang="zh-CN" sz="2000" b="1" dirty="0">
                <a:solidFill>
                  <a:srgbClr val="0000FF"/>
                </a:solidFill>
                <a:latin typeface="微软雅黑" pitchFamily="34" charset="-122"/>
                <a:ea typeface="微软雅黑" pitchFamily="34" charset="-122"/>
                <a:sym typeface="Wingdings" panose="05000000000000000000" pitchFamily="2" charset="2"/>
              </a:rPr>
              <a:t>(2) </a:t>
            </a:r>
            <a:r>
              <a:rPr lang="zh-CN" altLang="en-US" sz="2000" b="1" dirty="0">
                <a:solidFill>
                  <a:srgbClr val="0000FF"/>
                </a:solidFill>
                <a:latin typeface="微软雅黑" pitchFamily="34" charset="-122"/>
                <a:ea typeface="微软雅黑" pitchFamily="34" charset="-122"/>
              </a:rPr>
              <a:t>主动扫描</a:t>
            </a:r>
            <a:endParaRPr lang="en-US" altLang="zh-CN" sz="2000" b="1" dirty="0">
              <a:solidFill>
                <a:srgbClr val="0000FF"/>
              </a:solidFill>
              <a:latin typeface="微软雅黑" pitchFamily="34" charset="-122"/>
              <a:ea typeface="微软雅黑" pitchFamily="34" charset="-122"/>
            </a:endParaRPr>
          </a:p>
        </p:txBody>
      </p:sp>
      <p:sp>
        <p:nvSpPr>
          <p:cNvPr id="60" name="Oval 70"/>
          <p:cNvSpPr>
            <a:spLocks noChangeArrowheads="1"/>
          </p:cNvSpPr>
          <p:nvPr/>
        </p:nvSpPr>
        <p:spPr bwMode="auto">
          <a:xfrm>
            <a:off x="1668551" y="1109160"/>
            <a:ext cx="3178782" cy="1776142"/>
          </a:xfrm>
          <a:prstGeom prst="ellipse">
            <a:avLst/>
          </a:prstGeom>
          <a:solidFill>
            <a:srgbClr val="FFFFFF"/>
          </a:solidFill>
          <a:ln w="19050">
            <a:solidFill>
              <a:srgbClr val="000099"/>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1" name="Oval 70"/>
          <p:cNvSpPr>
            <a:spLocks noChangeArrowheads="1"/>
          </p:cNvSpPr>
          <p:nvPr/>
        </p:nvSpPr>
        <p:spPr bwMode="auto">
          <a:xfrm>
            <a:off x="3986001" y="1119055"/>
            <a:ext cx="3178782" cy="1776142"/>
          </a:xfrm>
          <a:prstGeom prst="ellipse">
            <a:avLst/>
          </a:prstGeom>
          <a:solidFill>
            <a:srgbClr val="FFFFFF">
              <a:alpha val="70000"/>
            </a:srgbClr>
          </a:solidFill>
          <a:ln w="19050">
            <a:solidFill>
              <a:srgbClr val="C00000"/>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3" name="Text Box 96"/>
          <p:cNvSpPr txBox="1">
            <a:spLocks noChangeArrowheads="1"/>
          </p:cNvSpPr>
          <p:nvPr/>
        </p:nvSpPr>
        <p:spPr bwMode="auto">
          <a:xfrm>
            <a:off x="4232067" y="2784624"/>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a:t>
            </a:r>
          </a:p>
        </p:txBody>
      </p:sp>
      <p:sp>
        <p:nvSpPr>
          <p:cNvPr id="78" name="Text Box 96"/>
          <p:cNvSpPr txBox="1">
            <a:spLocks noChangeArrowheads="1"/>
          </p:cNvSpPr>
          <p:nvPr/>
        </p:nvSpPr>
        <p:spPr bwMode="auto">
          <a:xfrm>
            <a:off x="2008839" y="1829323"/>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a:latin typeface="微软雅黑" panose="020B0503020204020204" pitchFamily="34" charset="-122"/>
                <a:ea typeface="微软雅黑" panose="020B0503020204020204" pitchFamily="34" charset="-122"/>
              </a:rPr>
              <a:t>AP</a:t>
            </a:r>
            <a:r>
              <a:rPr lang="en-US" altLang="zh-CN" sz="1800" b="1" baseline="-25000">
                <a:latin typeface="微软雅黑" panose="020B0503020204020204" pitchFamily="34" charset="-122"/>
                <a:ea typeface="微软雅黑" panose="020B0503020204020204" pitchFamily="34" charset="-122"/>
              </a:rPr>
              <a:t>1</a:t>
            </a:r>
          </a:p>
        </p:txBody>
      </p:sp>
      <p:grpSp>
        <p:nvGrpSpPr>
          <p:cNvPr id="114" name="组合 113"/>
          <p:cNvGrpSpPr/>
          <p:nvPr/>
        </p:nvGrpSpPr>
        <p:grpSpPr>
          <a:xfrm>
            <a:off x="4084482" y="2396894"/>
            <a:ext cx="670033" cy="464129"/>
            <a:chOff x="4406004" y="4260453"/>
            <a:chExt cx="558674" cy="429804"/>
          </a:xfrm>
        </p:grpSpPr>
        <p:grpSp>
          <p:nvGrpSpPr>
            <p:cNvPr id="115" name="Group 460"/>
            <p:cNvGrpSpPr>
              <a:grpSpLocks/>
            </p:cNvGrpSpPr>
            <p:nvPr/>
          </p:nvGrpSpPr>
          <p:grpSpPr bwMode="auto">
            <a:xfrm>
              <a:off x="4543772" y="4322623"/>
              <a:ext cx="420906" cy="367634"/>
              <a:chOff x="657" y="1570"/>
              <a:chExt cx="318" cy="318"/>
            </a:xfrm>
          </p:grpSpPr>
          <p:sp>
            <p:nvSpPr>
              <p:cNvPr id="12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6" name="Group 463"/>
            <p:cNvGrpSpPr>
              <a:grpSpLocks/>
            </p:cNvGrpSpPr>
            <p:nvPr/>
          </p:nvGrpSpPr>
          <p:grpSpPr bwMode="auto">
            <a:xfrm>
              <a:off x="4406004" y="4260453"/>
              <a:ext cx="405022" cy="119404"/>
              <a:chOff x="748" y="2251"/>
              <a:chExt cx="306" cy="90"/>
            </a:xfrm>
            <a:solidFill>
              <a:srgbClr val="0066FF"/>
            </a:solidFill>
          </p:grpSpPr>
          <p:sp>
            <p:nvSpPr>
              <p:cNvPr id="11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62" name="Text Box 84"/>
          <p:cNvSpPr txBox="1">
            <a:spLocks noChangeArrowheads="1"/>
          </p:cNvSpPr>
          <p:nvPr/>
        </p:nvSpPr>
        <p:spPr bwMode="auto">
          <a:xfrm>
            <a:off x="2880485" y="1120292"/>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1</a:t>
            </a:r>
            <a:endParaRPr lang="zh-CN" altLang="en-US" sz="1800" b="1" baseline="-25000">
              <a:latin typeface="微软雅黑" panose="020B0503020204020204" pitchFamily="34" charset="-122"/>
              <a:ea typeface="微软雅黑" panose="020B0503020204020204" pitchFamily="34" charset="-122"/>
            </a:endParaRPr>
          </a:p>
        </p:txBody>
      </p:sp>
      <p:sp>
        <p:nvSpPr>
          <p:cNvPr id="79" name="Text Box 96"/>
          <p:cNvSpPr txBox="1">
            <a:spLocks noChangeArrowheads="1"/>
          </p:cNvSpPr>
          <p:nvPr/>
        </p:nvSpPr>
        <p:spPr bwMode="auto">
          <a:xfrm>
            <a:off x="6239034" y="1688701"/>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2</a:t>
            </a:r>
          </a:p>
        </p:txBody>
      </p:sp>
      <p:sp>
        <p:nvSpPr>
          <p:cNvPr id="80" name="Text Box 84"/>
          <p:cNvSpPr txBox="1">
            <a:spLocks noChangeArrowheads="1"/>
          </p:cNvSpPr>
          <p:nvPr/>
        </p:nvSpPr>
        <p:spPr bwMode="auto">
          <a:xfrm>
            <a:off x="5237587" y="1175951"/>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2</a:t>
            </a:r>
            <a:endParaRPr lang="zh-CN" altLang="en-US" sz="1800" b="1" baseline="-25000">
              <a:latin typeface="微软雅黑" panose="020B0503020204020204" pitchFamily="34" charset="-122"/>
              <a:ea typeface="微软雅黑" panose="020B0503020204020204" pitchFamily="34" charset="-122"/>
            </a:endParaRPr>
          </a:p>
        </p:txBody>
      </p:sp>
      <p:grpSp>
        <p:nvGrpSpPr>
          <p:cNvPr id="19" name="组合 18"/>
          <p:cNvGrpSpPr/>
          <p:nvPr/>
        </p:nvGrpSpPr>
        <p:grpSpPr>
          <a:xfrm>
            <a:off x="4475127" y="2010990"/>
            <a:ext cx="1304124" cy="770522"/>
            <a:chOff x="4632443" y="2010990"/>
            <a:chExt cx="1304124" cy="770522"/>
          </a:xfrm>
        </p:grpSpPr>
        <p:sp>
          <p:nvSpPr>
            <p:cNvPr id="59" name="Line 245"/>
            <p:cNvSpPr>
              <a:spLocks noChangeShapeType="1"/>
            </p:cNvSpPr>
            <p:nvPr/>
          </p:nvSpPr>
          <p:spPr bwMode="auto">
            <a:xfrm flipV="1">
              <a:off x="4889252" y="2010990"/>
              <a:ext cx="1047315" cy="560463"/>
            </a:xfrm>
            <a:prstGeom prst="line">
              <a:avLst/>
            </a:prstGeom>
            <a:noFill/>
            <a:ln w="9525">
              <a:solidFill>
                <a:srgbClr val="9900CC"/>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82" name="TextBox 123"/>
            <p:cNvSpPr txBox="1">
              <a:spLocks noChangeArrowheads="1"/>
            </p:cNvSpPr>
            <p:nvPr/>
          </p:nvSpPr>
          <p:spPr bwMode="auto">
            <a:xfrm>
              <a:off x="4632443" y="2412180"/>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6" name="组合 15"/>
          <p:cNvGrpSpPr/>
          <p:nvPr/>
        </p:nvGrpSpPr>
        <p:grpSpPr>
          <a:xfrm>
            <a:off x="4676594" y="2229459"/>
            <a:ext cx="1953929" cy="521954"/>
            <a:chOff x="4833910" y="2229459"/>
            <a:chExt cx="1953929" cy="521954"/>
          </a:xfrm>
        </p:grpSpPr>
        <p:sp>
          <p:nvSpPr>
            <p:cNvPr id="93" name="Line 245"/>
            <p:cNvSpPr>
              <a:spLocks noChangeShapeType="1"/>
            </p:cNvSpPr>
            <p:nvPr/>
          </p:nvSpPr>
          <p:spPr bwMode="auto">
            <a:xfrm rot="5400000" flipH="1" flipV="1">
              <a:off x="5653313" y="1616886"/>
              <a:ext cx="315124" cy="1953929"/>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9" name="TextBox 90"/>
            <p:cNvSpPr txBox="1">
              <a:spLocks noChangeArrowheads="1"/>
            </p:cNvSpPr>
            <p:nvPr/>
          </p:nvSpPr>
          <p:spPr bwMode="auto">
            <a:xfrm>
              <a:off x="6360797" y="2229459"/>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pic>
        <p:nvPicPr>
          <p:cNvPr id="112" name="Picture 222" descr="D-Link%20DI-713P%20Wireless%20Broadband%20route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00686" y="1720907"/>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222" descr="D-Link%20DI-713P%20Wireless%20Broadband%20route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97943" y="1618681"/>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 name="组合 16"/>
          <p:cNvGrpSpPr/>
          <p:nvPr/>
        </p:nvGrpSpPr>
        <p:grpSpPr>
          <a:xfrm>
            <a:off x="2871760" y="1857159"/>
            <a:ext cx="1362200" cy="700678"/>
            <a:chOff x="3029076" y="1857159"/>
            <a:chExt cx="1362200" cy="700678"/>
          </a:xfrm>
        </p:grpSpPr>
        <p:sp>
          <p:nvSpPr>
            <p:cNvPr id="90" name="Line 245"/>
            <p:cNvSpPr>
              <a:spLocks noChangeShapeType="1"/>
            </p:cNvSpPr>
            <p:nvPr/>
          </p:nvSpPr>
          <p:spPr bwMode="auto">
            <a:xfrm>
              <a:off x="3285869" y="2037398"/>
              <a:ext cx="1105407" cy="520439"/>
            </a:xfrm>
            <a:prstGeom prst="line">
              <a:avLst/>
            </a:prstGeom>
            <a:noFill/>
            <a:ln w="9525">
              <a:solidFill>
                <a:srgbClr val="990000"/>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1" name="TextBox 126"/>
            <p:cNvSpPr txBox="1">
              <a:spLocks noChangeArrowheads="1"/>
            </p:cNvSpPr>
            <p:nvPr/>
          </p:nvSpPr>
          <p:spPr bwMode="auto">
            <a:xfrm>
              <a:off x="3029076" y="1857159"/>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3" name="组合 12"/>
          <p:cNvGrpSpPr/>
          <p:nvPr/>
        </p:nvGrpSpPr>
        <p:grpSpPr>
          <a:xfrm>
            <a:off x="3337723" y="1595641"/>
            <a:ext cx="824510" cy="798625"/>
            <a:chOff x="3495039" y="1595641"/>
            <a:chExt cx="824510" cy="798625"/>
          </a:xfrm>
        </p:grpSpPr>
        <p:sp>
          <p:nvSpPr>
            <p:cNvPr id="85" name="Line 245"/>
            <p:cNvSpPr>
              <a:spLocks noChangeShapeType="1"/>
            </p:cNvSpPr>
            <p:nvPr/>
          </p:nvSpPr>
          <p:spPr bwMode="auto">
            <a:xfrm rot="5400000" flipH="1">
              <a:off x="3511249" y="1585967"/>
              <a:ext cx="792089" cy="824510"/>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5" name="TextBox 90"/>
            <p:cNvSpPr txBox="1">
              <a:spLocks noChangeArrowheads="1"/>
            </p:cNvSpPr>
            <p:nvPr/>
          </p:nvSpPr>
          <p:spPr bwMode="auto">
            <a:xfrm>
              <a:off x="3536962" y="1595641"/>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2" name="组合 11"/>
          <p:cNvGrpSpPr/>
          <p:nvPr/>
        </p:nvGrpSpPr>
        <p:grpSpPr>
          <a:xfrm>
            <a:off x="2862522" y="2113495"/>
            <a:ext cx="1391246" cy="532935"/>
            <a:chOff x="3019838" y="2113495"/>
            <a:chExt cx="1391246" cy="532935"/>
          </a:xfrm>
        </p:grpSpPr>
        <p:sp>
          <p:nvSpPr>
            <p:cNvPr id="75" name="Line 245"/>
            <p:cNvSpPr>
              <a:spLocks noChangeShapeType="1"/>
            </p:cNvSpPr>
            <p:nvPr/>
          </p:nvSpPr>
          <p:spPr bwMode="auto">
            <a:xfrm rot="5400000" flipH="1">
              <a:off x="3448993" y="1684340"/>
              <a:ext cx="532935" cy="1391246"/>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6" name="TextBox 90"/>
            <p:cNvSpPr txBox="1">
              <a:spLocks noChangeArrowheads="1"/>
            </p:cNvSpPr>
            <p:nvPr/>
          </p:nvSpPr>
          <p:spPr bwMode="auto">
            <a:xfrm>
              <a:off x="3235828" y="2158362"/>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2662057" y="2439874"/>
            <a:ext cx="1541617" cy="369332"/>
            <a:chOff x="2819373" y="2439874"/>
            <a:chExt cx="1541617" cy="369332"/>
          </a:xfrm>
        </p:grpSpPr>
        <p:sp>
          <p:nvSpPr>
            <p:cNvPr id="84" name="Line 245"/>
            <p:cNvSpPr>
              <a:spLocks noChangeShapeType="1"/>
            </p:cNvSpPr>
            <p:nvPr/>
          </p:nvSpPr>
          <p:spPr bwMode="auto">
            <a:xfrm rot="5400000" flipH="1">
              <a:off x="3507010" y="1817946"/>
              <a:ext cx="166343" cy="1541617"/>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7" name="TextBox 90"/>
            <p:cNvSpPr txBox="1">
              <a:spLocks noChangeArrowheads="1"/>
            </p:cNvSpPr>
            <p:nvPr/>
          </p:nvSpPr>
          <p:spPr bwMode="auto">
            <a:xfrm>
              <a:off x="3097577" y="2439874"/>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4560957" y="1765465"/>
            <a:ext cx="1300008" cy="760214"/>
            <a:chOff x="4718273" y="1765465"/>
            <a:chExt cx="1300008" cy="760214"/>
          </a:xfrm>
        </p:grpSpPr>
        <p:sp>
          <p:nvSpPr>
            <p:cNvPr id="83" name="Line 245"/>
            <p:cNvSpPr>
              <a:spLocks noChangeShapeType="1"/>
            </p:cNvSpPr>
            <p:nvPr/>
          </p:nvSpPr>
          <p:spPr bwMode="auto">
            <a:xfrm flipH="1">
              <a:off x="4718273" y="1975880"/>
              <a:ext cx="1036797" cy="549799"/>
            </a:xfrm>
            <a:prstGeom prst="line">
              <a:avLst/>
            </a:prstGeom>
            <a:noFill/>
            <a:ln w="9525">
              <a:solidFill>
                <a:srgbClr val="990000"/>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8" name="TextBox 126"/>
            <p:cNvSpPr txBox="1">
              <a:spLocks noChangeArrowheads="1"/>
            </p:cNvSpPr>
            <p:nvPr/>
          </p:nvSpPr>
          <p:spPr bwMode="auto">
            <a:xfrm>
              <a:off x="5628431" y="1765465"/>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5" name="组合 14"/>
          <p:cNvGrpSpPr/>
          <p:nvPr/>
        </p:nvGrpSpPr>
        <p:grpSpPr>
          <a:xfrm>
            <a:off x="4461827" y="1838412"/>
            <a:ext cx="1083478" cy="611510"/>
            <a:chOff x="4619143" y="1838412"/>
            <a:chExt cx="1083478" cy="611510"/>
          </a:xfrm>
        </p:grpSpPr>
        <p:sp>
          <p:nvSpPr>
            <p:cNvPr id="81" name="Line 245"/>
            <p:cNvSpPr>
              <a:spLocks noChangeShapeType="1"/>
            </p:cNvSpPr>
            <p:nvPr/>
          </p:nvSpPr>
          <p:spPr bwMode="auto">
            <a:xfrm flipV="1">
              <a:off x="4619143" y="1846775"/>
              <a:ext cx="1083478" cy="603147"/>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9" name="TextBox 90"/>
            <p:cNvSpPr txBox="1">
              <a:spLocks noChangeArrowheads="1"/>
            </p:cNvSpPr>
            <p:nvPr/>
          </p:nvSpPr>
          <p:spPr bwMode="auto">
            <a:xfrm>
              <a:off x="5055047" y="1838412"/>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20" name="组合 19"/>
          <p:cNvGrpSpPr/>
          <p:nvPr/>
        </p:nvGrpSpPr>
        <p:grpSpPr>
          <a:xfrm>
            <a:off x="4761421" y="1920866"/>
            <a:ext cx="1307897" cy="777350"/>
            <a:chOff x="4918737" y="1920866"/>
            <a:chExt cx="1307897" cy="777350"/>
          </a:xfrm>
        </p:grpSpPr>
        <p:sp>
          <p:nvSpPr>
            <p:cNvPr id="92" name="Line 245"/>
            <p:cNvSpPr>
              <a:spLocks noChangeShapeType="1"/>
            </p:cNvSpPr>
            <p:nvPr/>
          </p:nvSpPr>
          <p:spPr bwMode="auto">
            <a:xfrm flipH="1">
              <a:off x="4918737" y="2132524"/>
              <a:ext cx="1069983" cy="565692"/>
            </a:xfrm>
            <a:prstGeom prst="line">
              <a:avLst/>
            </a:prstGeom>
            <a:noFill/>
            <a:ln w="9525">
              <a:solidFill>
                <a:srgbClr val="0000FF"/>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8" name="TextBox 89"/>
            <p:cNvSpPr txBox="1">
              <a:spLocks noChangeArrowheads="1"/>
            </p:cNvSpPr>
            <p:nvPr/>
          </p:nvSpPr>
          <p:spPr bwMode="auto">
            <a:xfrm>
              <a:off x="5836784" y="1920866"/>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4" name="组合 13"/>
          <p:cNvGrpSpPr/>
          <p:nvPr/>
        </p:nvGrpSpPr>
        <p:grpSpPr>
          <a:xfrm>
            <a:off x="4102764" y="1551959"/>
            <a:ext cx="409513" cy="860221"/>
            <a:chOff x="4260080" y="1551959"/>
            <a:chExt cx="409513" cy="860221"/>
          </a:xfrm>
        </p:grpSpPr>
        <p:sp>
          <p:nvSpPr>
            <p:cNvPr id="86" name="Line 245"/>
            <p:cNvSpPr>
              <a:spLocks noChangeShapeType="1"/>
            </p:cNvSpPr>
            <p:nvPr/>
          </p:nvSpPr>
          <p:spPr bwMode="auto">
            <a:xfrm rot="5400000" flipH="1" flipV="1">
              <a:off x="4086080" y="1980452"/>
              <a:ext cx="860221" cy="3236"/>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30" name="TextBox 90"/>
            <p:cNvSpPr txBox="1">
              <a:spLocks noChangeArrowheads="1"/>
            </p:cNvSpPr>
            <p:nvPr/>
          </p:nvSpPr>
          <p:spPr bwMode="auto">
            <a:xfrm>
              <a:off x="4260080" y="1645961"/>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21" name="矩形 20"/>
          <p:cNvSpPr/>
          <p:nvPr/>
        </p:nvSpPr>
        <p:spPr>
          <a:xfrm>
            <a:off x="7213335" y="1774568"/>
            <a:ext cx="1438649" cy="1323439"/>
          </a:xfrm>
          <a:prstGeom prst="rect">
            <a:avLst/>
          </a:prstGeom>
        </p:spPr>
        <p:txBody>
          <a:bodyPr wrap="square">
            <a:spAutoFit/>
          </a:bodyPr>
          <a:lstStyle/>
          <a:p>
            <a:pPr eaLnBrk="0" hangingPunct="0">
              <a:lnSpc>
                <a:spcPts val="2400"/>
              </a:lnSpc>
              <a:buClr>
                <a:srgbClr val="0070C0"/>
              </a:buClr>
            </a:pPr>
            <a:r>
              <a:rPr lang="zh-CN" altLang="en-US" sz="1600" b="1" dirty="0">
                <a:latin typeface="微软雅黑" pitchFamily="34" charset="-122"/>
                <a:ea typeface="微软雅黑" pitchFamily="34" charset="-122"/>
              </a:rPr>
              <a:t>一个移动站可以</a:t>
            </a:r>
            <a:r>
              <a:rPr lang="zh-CN" altLang="en-US" sz="1600" b="1" dirty="0">
                <a:solidFill>
                  <a:srgbClr val="C00000"/>
                </a:solidFill>
                <a:latin typeface="微软雅黑" pitchFamily="34" charset="-122"/>
                <a:ea typeface="微软雅黑" pitchFamily="34" charset="-122"/>
              </a:rPr>
              <a:t>同时</a:t>
            </a:r>
            <a:r>
              <a:rPr lang="zh-CN" altLang="en-US" sz="1600" b="1" dirty="0">
                <a:latin typeface="微软雅黑" pitchFamily="34" charset="-122"/>
                <a:ea typeface="微软雅黑" pitchFamily="34" charset="-122"/>
              </a:rPr>
              <a:t>进行主动扫描和被动扫描。</a:t>
            </a:r>
            <a:endParaRPr lang="en-US" altLang="zh-CN" sz="1600" b="1" dirty="0">
              <a:latin typeface="微软雅黑" pitchFamily="34" charset="-122"/>
              <a:ea typeface="微软雅黑" pitchFamily="34" charset="-122"/>
            </a:endParaRPr>
          </a:p>
        </p:txBody>
      </p:sp>
    </p:spTree>
    <p:extLst>
      <p:ext uri="{BB962C8B-B14F-4D97-AF65-F5344CB8AC3E}">
        <p14:creationId xmlns:p14="http://schemas.microsoft.com/office/powerpoint/2010/main" val="22313153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repeatCount="300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par>
                                <p:cTn id="8" presetID="22" presetClass="entr" presetSubtype="2" repeatCount="300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wipe(right)">
                                      <p:cBhvr>
                                        <p:cTn id="10" dur="1000"/>
                                        <p:tgtEl>
                                          <p:spTgt spid="12"/>
                                        </p:tgtEl>
                                      </p:cBhvr>
                                    </p:animEffect>
                                  </p:childTnLst>
                                </p:cTn>
                              </p:par>
                              <p:par>
                                <p:cTn id="11" presetID="22" presetClass="entr" presetSubtype="2" repeatCount="300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wipe(right)">
                                      <p:cBhvr>
                                        <p:cTn id="13" dur="1000"/>
                                        <p:tgtEl>
                                          <p:spTgt spid="13"/>
                                        </p:tgtEl>
                                      </p:cBhvr>
                                    </p:animEffect>
                                  </p:childTnLst>
                                </p:cTn>
                              </p:par>
                              <p:par>
                                <p:cTn id="14" presetID="22" presetClass="entr" presetSubtype="4" repeatCount="300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wipe(down)">
                                      <p:cBhvr>
                                        <p:cTn id="16" dur="1000"/>
                                        <p:tgtEl>
                                          <p:spTgt spid="14"/>
                                        </p:tgtEl>
                                      </p:cBhvr>
                                    </p:animEffect>
                                  </p:childTnLst>
                                </p:cTn>
                              </p:par>
                              <p:par>
                                <p:cTn id="17" presetID="22" presetClass="entr" presetSubtype="8" repeatCount="300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1000"/>
                                        <p:tgtEl>
                                          <p:spTgt spid="15"/>
                                        </p:tgtEl>
                                      </p:cBhvr>
                                    </p:animEffect>
                                  </p:childTnLst>
                                </p:cTn>
                              </p:par>
                              <p:par>
                                <p:cTn id="20" presetID="22" presetClass="entr" presetSubtype="8" repeatCount="3000" fill="hold"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wipe(left)">
                                      <p:cBhvr>
                                        <p:cTn id="22" dur="1000"/>
                                        <p:tgtEl>
                                          <p:spTgt spid="1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repeatCount="3000"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1000"/>
                                        <p:tgtEl>
                                          <p:spTgt spid="17"/>
                                        </p:tgtEl>
                                      </p:cBhvr>
                                    </p:animEffect>
                                  </p:childTnLst>
                                </p:cTn>
                              </p:par>
                              <p:par>
                                <p:cTn id="28" presetID="22" presetClass="entr" presetSubtype="2" repeatCount="3000" fill="hold" nodeType="with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wipe(right)">
                                      <p:cBhvr>
                                        <p:cTn id="30" dur="1000"/>
                                        <p:tgtEl>
                                          <p:spTgt spid="18"/>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4" repeatCount="3000" fill="hold" nodeType="click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wipe(down)">
                                      <p:cBhvr>
                                        <p:cTn id="35" dur="1000"/>
                                        <p:tgtEl>
                                          <p:spTgt spid="1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repeatCount="3000" fill="hold" nodeType="click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wipe(up)">
                                      <p:cBhvr>
                                        <p:cTn id="40" dur="1000"/>
                                        <p:tgtEl>
                                          <p:spTgt spid="20"/>
                                        </p:tgtEl>
                                      </p:cBhvr>
                                    </p:animEffect>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grpId="0" nodeType="clickEffect">
                                  <p:stCondLst>
                                    <p:cond delay="0"/>
                                  </p:stCondLst>
                                  <p:childTnLst>
                                    <p:set>
                                      <p:cBhvr>
                                        <p:cTn id="44" dur="1" fill="hold">
                                          <p:stCondLst>
                                            <p:cond delay="0"/>
                                          </p:stCondLst>
                                        </p:cTn>
                                        <p:tgtEl>
                                          <p:spTgt spid="21"/>
                                        </p:tgtEl>
                                        <p:attrNameLst>
                                          <p:attrName>style.visibility</p:attrName>
                                        </p:attrNameLst>
                                      </p:cBhvr>
                                      <p:to>
                                        <p:strVal val="visible"/>
                                      </p:to>
                                    </p:set>
                                    <p:anim calcmode="lin" valueType="num">
                                      <p:cBhvr>
                                        <p:cTn id="45" dur="500" fill="hold"/>
                                        <p:tgtEl>
                                          <p:spTgt spid="21"/>
                                        </p:tgtEl>
                                        <p:attrNameLst>
                                          <p:attrName>ppt_w</p:attrName>
                                        </p:attrNameLst>
                                      </p:cBhvr>
                                      <p:tavLst>
                                        <p:tav tm="0">
                                          <p:val>
                                            <p:fltVal val="0"/>
                                          </p:val>
                                        </p:tav>
                                        <p:tav tm="100000">
                                          <p:val>
                                            <p:strVal val="#ppt_w"/>
                                          </p:val>
                                        </p:tav>
                                      </p:tavLst>
                                    </p:anim>
                                    <p:anim calcmode="lin" valueType="num">
                                      <p:cBhvr>
                                        <p:cTn id="46" dur="500" fill="hold"/>
                                        <p:tgtEl>
                                          <p:spTgt spid="21"/>
                                        </p:tgtEl>
                                        <p:attrNameLst>
                                          <p:attrName>ppt_h</p:attrName>
                                        </p:attrNameLst>
                                      </p:cBhvr>
                                      <p:tavLst>
                                        <p:tav tm="0">
                                          <p:val>
                                            <p:fltVal val="0"/>
                                          </p:val>
                                        </p:tav>
                                        <p:tav tm="100000">
                                          <p:val>
                                            <p:strVal val="#ppt_h"/>
                                          </p:val>
                                        </p:tav>
                                      </p:tavLst>
                                    </p:anim>
                                    <p:animEffect transition="in" filter="fade">
                                      <p:cBhvr>
                                        <p:cTn id="4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23224"/>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p>
        </p:txBody>
      </p:sp>
      <p:sp>
        <p:nvSpPr>
          <p:cNvPr id="6" name="矩形 4"/>
          <p:cNvSpPr>
            <a:spLocks noChangeArrowheads="1"/>
          </p:cNvSpPr>
          <p:nvPr/>
        </p:nvSpPr>
        <p:spPr bwMode="auto">
          <a:xfrm>
            <a:off x="635843" y="573396"/>
            <a:ext cx="37296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zh-CN" altLang="en-US" sz="2000" b="1" dirty="0">
                <a:latin typeface="微软雅黑" pitchFamily="34" charset="-122"/>
                <a:ea typeface="微软雅黑" pitchFamily="34" charset="-122"/>
              </a:rPr>
              <a:t>安全地建立关联</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8617"/>
            <a:ext cx="8133857" cy="21635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用户在和附近的接入点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建立关联时，一般还要键入用户密码。</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初期加密方案：</a:t>
            </a:r>
            <a:r>
              <a:rPr lang="zh-CN" altLang="en-US" sz="2000" b="1" dirty="0">
                <a:solidFill>
                  <a:srgbClr val="C00000"/>
                </a:solidFill>
                <a:latin typeface="微软雅黑" pitchFamily="34" charset="-122"/>
                <a:ea typeface="微软雅黑" pitchFamily="34" charset="-122"/>
              </a:rPr>
              <a:t>有线等效的保密 </a:t>
            </a:r>
            <a:r>
              <a:rPr lang="en-US" altLang="zh-CN" sz="2000" b="1" dirty="0">
                <a:solidFill>
                  <a:srgbClr val="C00000"/>
                </a:solidFill>
                <a:latin typeface="微软雅黑" pitchFamily="34" charset="-122"/>
                <a:ea typeface="微软雅黑" pitchFamily="34" charset="-122"/>
              </a:rPr>
              <a:t>WEP </a:t>
            </a:r>
            <a:r>
              <a:rPr lang="en-US" altLang="zh-CN" sz="2000" b="1" dirty="0">
                <a:latin typeface="微软雅黑" pitchFamily="34" charset="-122"/>
                <a:ea typeface="微软雅黑" pitchFamily="34" charset="-122"/>
              </a:rPr>
              <a:t>(Wired Equivalent Privacy)</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现在加密方案：</a:t>
            </a:r>
            <a:r>
              <a:rPr lang="zh-CN" altLang="en-US" sz="2000" b="1" dirty="0">
                <a:solidFill>
                  <a:srgbClr val="C00000"/>
                </a:solidFill>
                <a:latin typeface="微软雅黑" pitchFamily="34" charset="-122"/>
                <a:ea typeface="微软雅黑" pitchFamily="34" charset="-122"/>
              </a:rPr>
              <a:t>无线局域网受保护的接入 </a:t>
            </a:r>
            <a:r>
              <a:rPr lang="en-US" altLang="zh-CN" sz="2000" b="1" dirty="0">
                <a:solidFill>
                  <a:srgbClr val="C00000"/>
                </a:solidFill>
                <a:latin typeface="微软雅黑" pitchFamily="34" charset="-122"/>
                <a:ea typeface="微软雅黑" pitchFamily="34" charset="-122"/>
              </a:rPr>
              <a:t>WPA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WiFi</a:t>
            </a:r>
            <a:r>
              <a:rPr lang="en-US" altLang="zh-CN" sz="2000" b="1" dirty="0">
                <a:latin typeface="微软雅黑" pitchFamily="34" charset="-122"/>
                <a:ea typeface="微软雅黑" pitchFamily="34" charset="-122"/>
              </a:rPr>
              <a:t> Protected Access) </a:t>
            </a:r>
            <a:r>
              <a:rPr lang="zh-CN" altLang="en-US" sz="2000" b="1" dirty="0">
                <a:latin typeface="微软雅黑" pitchFamily="34" charset="-122"/>
                <a:ea typeface="微软雅黑" pitchFamily="34" charset="-122"/>
              </a:rPr>
              <a:t>。现已从</a:t>
            </a:r>
            <a:r>
              <a:rPr lang="en-US" altLang="zh-CN" sz="2000" b="1" dirty="0">
                <a:latin typeface="微软雅黑" pitchFamily="34" charset="-122"/>
                <a:ea typeface="微软雅黑" pitchFamily="34" charset="-122"/>
              </a:rPr>
              <a:t>WPA2</a:t>
            </a:r>
            <a:r>
              <a:rPr lang="zh-CN" altLang="en-US" sz="2000" b="1" dirty="0">
                <a:latin typeface="微软雅黑" pitchFamily="34" charset="-122"/>
                <a:ea typeface="微软雅黑" pitchFamily="34" charset="-122"/>
              </a:rPr>
              <a:t>发展到</a:t>
            </a:r>
            <a:r>
              <a:rPr lang="en-US" altLang="zh-CN" sz="2000" b="1" dirty="0">
                <a:latin typeface="微软雅黑" pitchFamily="34" charset="-122"/>
                <a:ea typeface="微软雅黑" pitchFamily="34" charset="-122"/>
              </a:rPr>
              <a:t>WPA3</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2172340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 name="圆角矩形 154"/>
          <p:cNvSpPr/>
          <p:nvPr/>
        </p:nvSpPr>
        <p:spPr>
          <a:xfrm>
            <a:off x="509475" y="2168700"/>
            <a:ext cx="8129015" cy="216720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Rectangle 46"/>
          <p:cNvSpPr>
            <a:spLocks noChangeArrowheads="1"/>
          </p:cNvSpPr>
          <p:nvPr/>
        </p:nvSpPr>
        <p:spPr bwMode="auto">
          <a:xfrm>
            <a:off x="509475" y="964105"/>
            <a:ext cx="8129015" cy="124649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又称为</a:t>
            </a:r>
            <a:r>
              <a:rPr lang="zh-CN" altLang="en-US" sz="2000" b="1" dirty="0">
                <a:solidFill>
                  <a:srgbClr val="C00000"/>
                </a:solidFill>
                <a:latin typeface="微软雅黑" pitchFamily="34" charset="-122"/>
                <a:ea typeface="微软雅黑" pitchFamily="34" charset="-122"/>
              </a:rPr>
              <a:t>自组网络 </a:t>
            </a:r>
            <a:r>
              <a:rPr lang="en-US" altLang="zh-CN" sz="2000" b="1" dirty="0">
                <a:latin typeface="微软雅黑" pitchFamily="34" charset="-122"/>
                <a:ea typeface="微软雅黑" pitchFamily="34" charset="-122"/>
              </a:rPr>
              <a:t>(ad hoc network) </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是没有固定基础设施（即没有 </a:t>
            </a:r>
            <a:r>
              <a:rPr lang="en-US" altLang="zh-CN" sz="2000" b="1" dirty="0">
                <a:latin typeface="微软雅黑" pitchFamily="34" charset="-122"/>
                <a:ea typeface="微软雅黑" pitchFamily="34" charset="-122"/>
              </a:rPr>
              <a:t>AP</a:t>
            </a:r>
            <a:r>
              <a:rPr lang="zh-CN" altLang="en-US" sz="2000" b="1" dirty="0">
                <a:latin typeface="微软雅黑" pitchFamily="34" charset="-122"/>
                <a:ea typeface="微软雅黑" pitchFamily="34" charset="-122"/>
              </a:rPr>
              <a:t>）的无线局域网。</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移动站都处于平等状态。</a:t>
            </a:r>
          </a:p>
        </p:txBody>
      </p:sp>
      <p:sp>
        <p:nvSpPr>
          <p:cNvPr id="3" name="AutoShape 5"/>
          <p:cNvSpPr>
            <a:spLocks noChangeArrowheads="1"/>
          </p:cNvSpPr>
          <p:nvPr/>
        </p:nvSpPr>
        <p:spPr bwMode="auto">
          <a:xfrm>
            <a:off x="509475" y="61077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568781" y="577563"/>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移动自组网络</a:t>
            </a:r>
            <a:endParaRPr lang="fr-FR" altLang="zh-CN" sz="2000" b="1" dirty="0">
              <a:solidFill>
                <a:schemeClr val="bg1"/>
              </a:solidFill>
              <a:latin typeface="微软雅黑" pitchFamily="34" charset="-122"/>
              <a:ea typeface="微软雅黑" pitchFamily="34" charset="-122"/>
            </a:endParaRPr>
          </a:p>
        </p:txBody>
      </p:sp>
      <p:sp>
        <p:nvSpPr>
          <p:cNvPr id="5" name="Oval 21"/>
          <p:cNvSpPr>
            <a:spLocks noChangeArrowheads="1"/>
          </p:cNvSpPr>
          <p:nvPr/>
        </p:nvSpPr>
        <p:spPr bwMode="auto">
          <a:xfrm>
            <a:off x="2096395" y="2638111"/>
            <a:ext cx="4509748" cy="1393523"/>
          </a:xfrm>
          <a:prstGeom prst="ellipse">
            <a:avLst/>
          </a:prstGeom>
          <a:solidFill>
            <a:srgbClr val="99FF99"/>
          </a:solidFill>
          <a:ln w="9525">
            <a:solidFill>
              <a:schemeClr val="tx1"/>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6" name="Text Box 45"/>
          <p:cNvSpPr txBox="1">
            <a:spLocks noChangeArrowheads="1"/>
          </p:cNvSpPr>
          <p:nvPr/>
        </p:nvSpPr>
        <p:spPr bwMode="auto">
          <a:xfrm>
            <a:off x="3833313" y="3133732"/>
            <a:ext cx="1023847"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自组网络</a:t>
            </a:r>
          </a:p>
        </p:txBody>
      </p:sp>
      <p:sp>
        <p:nvSpPr>
          <p:cNvPr id="7" name="Text Box 172"/>
          <p:cNvSpPr txBox="1">
            <a:spLocks noChangeArrowheads="1"/>
          </p:cNvSpPr>
          <p:nvPr/>
        </p:nvSpPr>
        <p:spPr bwMode="auto">
          <a:xfrm>
            <a:off x="3125435" y="3498082"/>
            <a:ext cx="342581"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A</a:t>
            </a:r>
          </a:p>
        </p:txBody>
      </p:sp>
      <p:sp>
        <p:nvSpPr>
          <p:cNvPr id="8" name="Text Box 173"/>
          <p:cNvSpPr txBox="1">
            <a:spLocks noChangeArrowheads="1"/>
          </p:cNvSpPr>
          <p:nvPr/>
        </p:nvSpPr>
        <p:spPr bwMode="auto">
          <a:xfrm>
            <a:off x="6289406" y="3104401"/>
            <a:ext cx="305274"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a:t>
            </a:r>
          </a:p>
        </p:txBody>
      </p:sp>
      <p:sp>
        <p:nvSpPr>
          <p:cNvPr id="9" name="Text Box 174"/>
          <p:cNvSpPr txBox="1">
            <a:spLocks noChangeArrowheads="1"/>
          </p:cNvSpPr>
          <p:nvPr/>
        </p:nvSpPr>
        <p:spPr bwMode="auto">
          <a:xfrm>
            <a:off x="5144058" y="2654060"/>
            <a:ext cx="350691"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D</a:t>
            </a:r>
          </a:p>
        </p:txBody>
      </p:sp>
      <p:sp>
        <p:nvSpPr>
          <p:cNvPr id="10" name="Text Box 175"/>
          <p:cNvSpPr txBox="1">
            <a:spLocks noChangeArrowheads="1"/>
          </p:cNvSpPr>
          <p:nvPr/>
        </p:nvSpPr>
        <p:spPr bwMode="auto">
          <a:xfrm>
            <a:off x="3794689" y="2577449"/>
            <a:ext cx="336092"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C</a:t>
            </a:r>
          </a:p>
        </p:txBody>
      </p:sp>
      <p:sp>
        <p:nvSpPr>
          <p:cNvPr id="11" name="Text Box 176"/>
          <p:cNvSpPr txBox="1">
            <a:spLocks noChangeArrowheads="1"/>
          </p:cNvSpPr>
          <p:nvPr/>
        </p:nvSpPr>
        <p:spPr bwMode="auto">
          <a:xfrm>
            <a:off x="2214935" y="2986720"/>
            <a:ext cx="329604"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B</a:t>
            </a:r>
          </a:p>
        </p:txBody>
      </p:sp>
      <p:sp>
        <p:nvSpPr>
          <p:cNvPr id="12" name="Text Box 177"/>
          <p:cNvSpPr txBox="1">
            <a:spLocks noChangeArrowheads="1"/>
          </p:cNvSpPr>
          <p:nvPr/>
        </p:nvSpPr>
        <p:spPr bwMode="auto">
          <a:xfrm>
            <a:off x="5017366" y="3543961"/>
            <a:ext cx="313383"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F</a:t>
            </a:r>
          </a:p>
        </p:txBody>
      </p:sp>
      <p:sp>
        <p:nvSpPr>
          <p:cNvPr id="13" name="AutoShape 179"/>
          <p:cNvSpPr>
            <a:spLocks noChangeArrowheads="1"/>
          </p:cNvSpPr>
          <p:nvPr/>
        </p:nvSpPr>
        <p:spPr bwMode="auto">
          <a:xfrm rot="114164">
            <a:off x="3981022" y="2823305"/>
            <a:ext cx="1012853" cy="139894"/>
          </a:xfrm>
          <a:prstGeom prst="rightArrow">
            <a:avLst>
              <a:gd name="adj1" fmla="val 50000"/>
              <a:gd name="adj2" fmla="val 137745"/>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4" name="AutoShape 180"/>
          <p:cNvSpPr>
            <a:spLocks noChangeArrowheads="1"/>
          </p:cNvSpPr>
          <p:nvPr/>
        </p:nvSpPr>
        <p:spPr bwMode="auto">
          <a:xfrm rot="1262345">
            <a:off x="5355894" y="3026335"/>
            <a:ext cx="778607" cy="121323"/>
          </a:xfrm>
          <a:prstGeom prst="rightArrow">
            <a:avLst>
              <a:gd name="adj1" fmla="val 50000"/>
              <a:gd name="adj2" fmla="val 122096"/>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5" name="AutoShape 181"/>
          <p:cNvSpPr>
            <a:spLocks noChangeArrowheads="1"/>
          </p:cNvSpPr>
          <p:nvPr/>
        </p:nvSpPr>
        <p:spPr bwMode="auto">
          <a:xfrm rot="20907191">
            <a:off x="2795144" y="2914916"/>
            <a:ext cx="858464" cy="127514"/>
          </a:xfrm>
          <a:prstGeom prst="rightArrow">
            <a:avLst>
              <a:gd name="adj1" fmla="val 50000"/>
              <a:gd name="adj2" fmla="val 128084"/>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6" name="AutoShape 182"/>
          <p:cNvSpPr>
            <a:spLocks noChangeArrowheads="1"/>
          </p:cNvSpPr>
          <p:nvPr/>
        </p:nvSpPr>
        <p:spPr bwMode="auto">
          <a:xfrm rot="14368129">
            <a:off x="2548223" y="3359506"/>
            <a:ext cx="424632" cy="119786"/>
          </a:xfrm>
          <a:prstGeom prst="rightArrow">
            <a:avLst>
              <a:gd name="adj1" fmla="val 50000"/>
              <a:gd name="adj2" fmla="val 77951"/>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 name="Text Box 183"/>
          <p:cNvSpPr txBox="1">
            <a:spLocks noChangeArrowheads="1"/>
          </p:cNvSpPr>
          <p:nvPr/>
        </p:nvSpPr>
        <p:spPr bwMode="auto">
          <a:xfrm>
            <a:off x="2653789" y="3925323"/>
            <a:ext cx="8002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源节点</a:t>
            </a:r>
          </a:p>
        </p:txBody>
      </p:sp>
      <p:sp>
        <p:nvSpPr>
          <p:cNvPr id="18" name="Text Box 184"/>
          <p:cNvSpPr txBox="1">
            <a:spLocks noChangeArrowheads="1"/>
          </p:cNvSpPr>
          <p:nvPr/>
        </p:nvSpPr>
        <p:spPr bwMode="auto">
          <a:xfrm>
            <a:off x="6535756" y="3097107"/>
            <a:ext cx="10054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目的节点</a:t>
            </a:r>
          </a:p>
        </p:txBody>
      </p:sp>
      <p:sp>
        <p:nvSpPr>
          <p:cNvPr id="19" name="Text Box 185"/>
          <p:cNvSpPr txBox="1">
            <a:spLocks noChangeArrowheads="1"/>
          </p:cNvSpPr>
          <p:nvPr/>
        </p:nvSpPr>
        <p:spPr bwMode="auto">
          <a:xfrm>
            <a:off x="1338556" y="2785264"/>
            <a:ext cx="1023848"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p>
        </p:txBody>
      </p:sp>
      <p:sp>
        <p:nvSpPr>
          <p:cNvPr id="20" name="Text Box 186"/>
          <p:cNvSpPr txBox="1">
            <a:spLocks noChangeArrowheads="1"/>
          </p:cNvSpPr>
          <p:nvPr/>
        </p:nvSpPr>
        <p:spPr bwMode="auto">
          <a:xfrm>
            <a:off x="3174784" y="2261969"/>
            <a:ext cx="1023848"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p>
        </p:txBody>
      </p:sp>
      <p:sp>
        <p:nvSpPr>
          <p:cNvPr id="21" name="Text Box 187"/>
          <p:cNvSpPr txBox="1">
            <a:spLocks noChangeArrowheads="1"/>
          </p:cNvSpPr>
          <p:nvPr/>
        </p:nvSpPr>
        <p:spPr bwMode="auto">
          <a:xfrm>
            <a:off x="4765097" y="2299048"/>
            <a:ext cx="1023848"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p>
        </p:txBody>
      </p:sp>
      <p:grpSp>
        <p:nvGrpSpPr>
          <p:cNvPr id="89" name="组合 88"/>
          <p:cNvGrpSpPr/>
          <p:nvPr/>
        </p:nvGrpSpPr>
        <p:grpSpPr>
          <a:xfrm>
            <a:off x="2769848" y="3451678"/>
            <a:ext cx="614662" cy="423778"/>
            <a:chOff x="4406004" y="4260453"/>
            <a:chExt cx="558674" cy="429804"/>
          </a:xfrm>
        </p:grpSpPr>
        <p:grpSp>
          <p:nvGrpSpPr>
            <p:cNvPr id="90" name="Group 460"/>
            <p:cNvGrpSpPr>
              <a:grpSpLocks/>
            </p:cNvGrpSpPr>
            <p:nvPr/>
          </p:nvGrpSpPr>
          <p:grpSpPr bwMode="auto">
            <a:xfrm>
              <a:off x="4543772" y="4322623"/>
              <a:ext cx="420906" cy="367634"/>
              <a:chOff x="657" y="1570"/>
              <a:chExt cx="318" cy="318"/>
            </a:xfrm>
          </p:grpSpPr>
          <p:sp>
            <p:nvSpPr>
              <p:cNvPr id="9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9"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1" name="Group 463"/>
            <p:cNvGrpSpPr>
              <a:grpSpLocks/>
            </p:cNvGrpSpPr>
            <p:nvPr/>
          </p:nvGrpSpPr>
          <p:grpSpPr bwMode="auto">
            <a:xfrm>
              <a:off x="4406004" y="4260453"/>
              <a:ext cx="405022" cy="119404"/>
              <a:chOff x="748" y="2251"/>
              <a:chExt cx="306" cy="90"/>
            </a:xfrm>
            <a:solidFill>
              <a:srgbClr val="0066FF"/>
            </a:solidFill>
          </p:grpSpPr>
          <p:sp>
            <p:nvSpPr>
              <p:cNvPr id="9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00" name="组合 99"/>
          <p:cNvGrpSpPr/>
          <p:nvPr/>
        </p:nvGrpSpPr>
        <p:grpSpPr>
          <a:xfrm>
            <a:off x="5079921" y="3471456"/>
            <a:ext cx="614662" cy="423778"/>
            <a:chOff x="4406004" y="4260453"/>
            <a:chExt cx="558674" cy="429804"/>
          </a:xfrm>
        </p:grpSpPr>
        <p:grpSp>
          <p:nvGrpSpPr>
            <p:cNvPr id="101" name="Group 460"/>
            <p:cNvGrpSpPr>
              <a:grpSpLocks/>
            </p:cNvGrpSpPr>
            <p:nvPr/>
          </p:nvGrpSpPr>
          <p:grpSpPr bwMode="auto">
            <a:xfrm>
              <a:off x="4543772" y="4322623"/>
              <a:ext cx="420906" cy="367634"/>
              <a:chOff x="657" y="1570"/>
              <a:chExt cx="318" cy="318"/>
            </a:xfrm>
          </p:grpSpPr>
          <p:sp>
            <p:nvSpPr>
              <p:cNvPr id="10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0"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2" name="Group 463"/>
            <p:cNvGrpSpPr>
              <a:grpSpLocks/>
            </p:cNvGrpSpPr>
            <p:nvPr/>
          </p:nvGrpSpPr>
          <p:grpSpPr bwMode="auto">
            <a:xfrm>
              <a:off x="4406004" y="4260453"/>
              <a:ext cx="405022" cy="119404"/>
              <a:chOff x="748" y="2251"/>
              <a:chExt cx="306" cy="90"/>
            </a:xfrm>
            <a:solidFill>
              <a:srgbClr val="0066FF"/>
            </a:solidFill>
          </p:grpSpPr>
          <p:sp>
            <p:nvSpPr>
              <p:cNvPr id="10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1" name="组合 110"/>
          <p:cNvGrpSpPr/>
          <p:nvPr/>
        </p:nvGrpSpPr>
        <p:grpSpPr>
          <a:xfrm>
            <a:off x="2339640" y="2806528"/>
            <a:ext cx="614662" cy="423778"/>
            <a:chOff x="4406004" y="4260453"/>
            <a:chExt cx="558674" cy="429804"/>
          </a:xfrm>
        </p:grpSpPr>
        <p:grpSp>
          <p:nvGrpSpPr>
            <p:cNvPr id="112" name="Group 460"/>
            <p:cNvGrpSpPr>
              <a:grpSpLocks/>
            </p:cNvGrpSpPr>
            <p:nvPr/>
          </p:nvGrpSpPr>
          <p:grpSpPr bwMode="auto">
            <a:xfrm>
              <a:off x="4543772" y="4322623"/>
              <a:ext cx="420906" cy="367634"/>
              <a:chOff x="657" y="1570"/>
              <a:chExt cx="318" cy="318"/>
            </a:xfrm>
          </p:grpSpPr>
          <p:sp>
            <p:nvSpPr>
              <p:cNvPr id="120"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1"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3" name="Group 463"/>
            <p:cNvGrpSpPr>
              <a:grpSpLocks/>
            </p:cNvGrpSpPr>
            <p:nvPr/>
          </p:nvGrpSpPr>
          <p:grpSpPr bwMode="auto">
            <a:xfrm>
              <a:off x="4406004" y="4260453"/>
              <a:ext cx="405022" cy="119404"/>
              <a:chOff x="748" y="2251"/>
              <a:chExt cx="306" cy="90"/>
            </a:xfrm>
            <a:solidFill>
              <a:srgbClr val="0066FF"/>
            </a:solidFill>
          </p:grpSpPr>
          <p:sp>
            <p:nvSpPr>
              <p:cNvPr id="114"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7"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8"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9"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22" name="组合 121"/>
          <p:cNvGrpSpPr/>
          <p:nvPr/>
        </p:nvGrpSpPr>
        <p:grpSpPr>
          <a:xfrm>
            <a:off x="3471686" y="2590487"/>
            <a:ext cx="614662" cy="423778"/>
            <a:chOff x="4406004" y="4260453"/>
            <a:chExt cx="558674" cy="429804"/>
          </a:xfrm>
        </p:grpSpPr>
        <p:grpSp>
          <p:nvGrpSpPr>
            <p:cNvPr id="123" name="Group 460"/>
            <p:cNvGrpSpPr>
              <a:grpSpLocks/>
            </p:cNvGrpSpPr>
            <p:nvPr/>
          </p:nvGrpSpPr>
          <p:grpSpPr bwMode="auto">
            <a:xfrm>
              <a:off x="4543772" y="4322623"/>
              <a:ext cx="420906" cy="367634"/>
              <a:chOff x="657" y="1570"/>
              <a:chExt cx="318" cy="318"/>
            </a:xfrm>
          </p:grpSpPr>
          <p:sp>
            <p:nvSpPr>
              <p:cNvPr id="13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3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4" name="Group 463"/>
            <p:cNvGrpSpPr>
              <a:grpSpLocks/>
            </p:cNvGrpSpPr>
            <p:nvPr/>
          </p:nvGrpSpPr>
          <p:grpSpPr bwMode="auto">
            <a:xfrm>
              <a:off x="4406004" y="4260453"/>
              <a:ext cx="405022" cy="119404"/>
              <a:chOff x="748" y="2251"/>
              <a:chExt cx="306" cy="90"/>
            </a:xfrm>
            <a:solidFill>
              <a:srgbClr val="0066FF"/>
            </a:solidFill>
          </p:grpSpPr>
          <p:sp>
            <p:nvSpPr>
              <p:cNvPr id="12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3" name="组合 132"/>
          <p:cNvGrpSpPr/>
          <p:nvPr/>
        </p:nvGrpSpPr>
        <p:grpSpPr>
          <a:xfrm>
            <a:off x="4828690" y="2649130"/>
            <a:ext cx="614662" cy="423778"/>
            <a:chOff x="4406004" y="4260453"/>
            <a:chExt cx="558674" cy="429804"/>
          </a:xfrm>
        </p:grpSpPr>
        <p:grpSp>
          <p:nvGrpSpPr>
            <p:cNvPr id="134" name="Group 460"/>
            <p:cNvGrpSpPr>
              <a:grpSpLocks/>
            </p:cNvGrpSpPr>
            <p:nvPr/>
          </p:nvGrpSpPr>
          <p:grpSpPr bwMode="auto">
            <a:xfrm>
              <a:off x="4543772" y="4322623"/>
              <a:ext cx="420906" cy="367634"/>
              <a:chOff x="657" y="1570"/>
              <a:chExt cx="318" cy="318"/>
            </a:xfrm>
          </p:grpSpPr>
          <p:sp>
            <p:nvSpPr>
              <p:cNvPr id="14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43"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5" name="Group 463"/>
            <p:cNvGrpSpPr>
              <a:grpSpLocks/>
            </p:cNvGrpSpPr>
            <p:nvPr/>
          </p:nvGrpSpPr>
          <p:grpSpPr bwMode="auto">
            <a:xfrm>
              <a:off x="4406004" y="4260453"/>
              <a:ext cx="405022" cy="119404"/>
              <a:chOff x="748" y="2251"/>
              <a:chExt cx="306" cy="90"/>
            </a:xfrm>
            <a:solidFill>
              <a:srgbClr val="0066FF"/>
            </a:solidFill>
          </p:grpSpPr>
          <p:sp>
            <p:nvSpPr>
              <p:cNvPr id="13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44" name="组合 143"/>
          <p:cNvGrpSpPr/>
          <p:nvPr/>
        </p:nvGrpSpPr>
        <p:grpSpPr>
          <a:xfrm>
            <a:off x="5972232" y="3049366"/>
            <a:ext cx="614662" cy="423778"/>
            <a:chOff x="4406004" y="4260453"/>
            <a:chExt cx="558674" cy="429804"/>
          </a:xfrm>
        </p:grpSpPr>
        <p:grpSp>
          <p:nvGrpSpPr>
            <p:cNvPr id="145" name="Group 460"/>
            <p:cNvGrpSpPr>
              <a:grpSpLocks/>
            </p:cNvGrpSpPr>
            <p:nvPr/>
          </p:nvGrpSpPr>
          <p:grpSpPr bwMode="auto">
            <a:xfrm>
              <a:off x="4543772" y="4322623"/>
              <a:ext cx="420906" cy="367634"/>
              <a:chOff x="657" y="1570"/>
              <a:chExt cx="318" cy="318"/>
            </a:xfrm>
          </p:grpSpPr>
          <p:sp>
            <p:nvSpPr>
              <p:cNvPr id="15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6" name="Group 463"/>
            <p:cNvGrpSpPr>
              <a:grpSpLocks/>
            </p:cNvGrpSpPr>
            <p:nvPr/>
          </p:nvGrpSpPr>
          <p:grpSpPr bwMode="auto">
            <a:xfrm>
              <a:off x="4406004" y="4260453"/>
              <a:ext cx="405022" cy="119404"/>
              <a:chOff x="748" y="2251"/>
              <a:chExt cx="306" cy="90"/>
            </a:xfrm>
            <a:solidFill>
              <a:srgbClr val="0066FF"/>
            </a:solidFill>
          </p:grpSpPr>
          <p:sp>
            <p:nvSpPr>
              <p:cNvPr id="14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74479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35" presetClass="emph" presetSubtype="0" repeatCount="3000" fill="hold" grpId="0" nodeType="clickEffect">
                                  <p:stCondLst>
                                    <p:cond delay="0"/>
                                  </p:stCondLst>
                                  <p:childTnLst>
                                    <p:anim calcmode="discrete" valueType="str">
                                      <p:cBhvr>
                                        <p:cTn id="27" dur="1000" fill="hold"/>
                                        <p:tgtEl>
                                          <p:spTgt spid="17"/>
                                        </p:tgtEl>
                                        <p:attrNameLst>
                                          <p:attrName>style.visibility</p:attrName>
                                        </p:attrNameLst>
                                      </p:cBhvr>
                                      <p:tavLst>
                                        <p:tav tm="0">
                                          <p:val>
                                            <p:strVal val="hidden"/>
                                          </p:val>
                                        </p:tav>
                                        <p:tav tm="50000">
                                          <p:val>
                                            <p:strVal val="visible"/>
                                          </p:val>
                                        </p:tav>
                                      </p:tavLst>
                                    </p:anim>
                                  </p:childTnLst>
                                </p:cTn>
                              </p:par>
                              <p:par>
                                <p:cTn id="28" presetID="35" presetClass="emph" presetSubtype="0" repeatCount="3000" fill="hold" grpId="0" nodeType="withEffect">
                                  <p:stCondLst>
                                    <p:cond delay="0"/>
                                  </p:stCondLst>
                                  <p:childTnLst>
                                    <p:anim calcmode="discrete" valueType="str">
                                      <p:cBhvr>
                                        <p:cTn id="29" dur="1000" fill="hold"/>
                                        <p:tgtEl>
                                          <p:spTgt spid="18"/>
                                        </p:tgtEl>
                                        <p:attrNameLst>
                                          <p:attrName>style.visibility</p:attrName>
                                        </p:attrNameLst>
                                      </p:cBhvr>
                                      <p:tavLst>
                                        <p:tav tm="0">
                                          <p:val>
                                            <p:strVal val="hidden"/>
                                          </p:val>
                                        </p:tav>
                                        <p:tav tm="50000">
                                          <p:val>
                                            <p:strVal val="visible"/>
                                          </p:val>
                                        </p:tav>
                                      </p:tavLst>
                                    </p:anim>
                                  </p:childTnLst>
                                </p:cTn>
                              </p:par>
                            </p:childTnLst>
                          </p:cTn>
                        </p:par>
                        <p:par>
                          <p:cTn id="30" fill="hold">
                            <p:stCondLst>
                              <p:cond delay="3000"/>
                            </p:stCondLst>
                            <p:childTnLst>
                              <p:par>
                                <p:cTn id="31" presetID="22" presetClass="entr" presetSubtype="4"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wipe(down)">
                                      <p:cBhvr>
                                        <p:cTn id="33" dur="1000"/>
                                        <p:tgtEl>
                                          <p:spTgt spid="16"/>
                                        </p:tgtEl>
                                      </p:cBhvr>
                                    </p:animEffect>
                                  </p:childTnLst>
                                </p:cTn>
                              </p:par>
                            </p:childTnLst>
                          </p:cTn>
                        </p:par>
                        <p:par>
                          <p:cTn id="34" fill="hold">
                            <p:stCondLst>
                              <p:cond delay="4000"/>
                            </p:stCondLst>
                            <p:childTnLst>
                              <p:par>
                                <p:cTn id="35" presetID="22" presetClass="entr" presetSubtype="8" fill="hold" grpId="0" nodeType="after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wipe(left)">
                                      <p:cBhvr>
                                        <p:cTn id="37" dur="1000"/>
                                        <p:tgtEl>
                                          <p:spTgt spid="15"/>
                                        </p:tgtEl>
                                      </p:cBhvr>
                                    </p:animEffect>
                                  </p:childTnLst>
                                </p:cTn>
                              </p:par>
                            </p:childTnLst>
                          </p:cTn>
                        </p:par>
                        <p:par>
                          <p:cTn id="38" fill="hold">
                            <p:stCondLst>
                              <p:cond delay="5000"/>
                            </p:stCondLst>
                            <p:childTnLst>
                              <p:par>
                                <p:cTn id="39" presetID="22" presetClass="entr" presetSubtype="8" fill="hold" grpId="0" nodeType="after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wipe(left)">
                                      <p:cBhvr>
                                        <p:cTn id="41" dur="1000"/>
                                        <p:tgtEl>
                                          <p:spTgt spid="13"/>
                                        </p:tgtEl>
                                      </p:cBhvr>
                                    </p:animEffect>
                                  </p:childTnLst>
                                </p:cTn>
                              </p:par>
                            </p:childTnLst>
                          </p:cTn>
                        </p:par>
                        <p:par>
                          <p:cTn id="42" fill="hold">
                            <p:stCondLst>
                              <p:cond delay="6000"/>
                            </p:stCondLst>
                            <p:childTnLst>
                              <p:par>
                                <p:cTn id="43" presetID="22" presetClass="entr" presetSubtype="8" fill="hold" grpId="0" nodeType="after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wipe(left)">
                                      <p:cBhvr>
                                        <p:cTn id="45"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p:bldP spid="18"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09475" y="958806"/>
            <a:ext cx="8129015" cy="300992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服务范围通常是受限的，一般不和外界的其他网络相连接。</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移动自组网络也就是</a:t>
            </a:r>
            <a:r>
              <a:rPr lang="zh-CN" altLang="en-US" sz="2000" b="1" dirty="0">
                <a:solidFill>
                  <a:srgbClr val="0000FF"/>
                </a:solidFill>
                <a:latin typeface="微软雅黑" pitchFamily="34" charset="-122"/>
                <a:ea typeface="微软雅黑" pitchFamily="34" charset="-122"/>
              </a:rPr>
              <a:t>移动分组无线网络</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三个重要问题：</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由移动站构成的网络拓扑有可能随时间变化得很快，因此在固定网络中行之有效的一些</a:t>
            </a:r>
            <a:r>
              <a:rPr lang="zh-CN" altLang="en-US" sz="2000" b="1" dirty="0">
                <a:solidFill>
                  <a:srgbClr val="0000FF"/>
                </a:solidFill>
                <a:latin typeface="微软雅黑" pitchFamily="34" charset="-122"/>
                <a:ea typeface="微软雅黑" pitchFamily="34" charset="-122"/>
              </a:rPr>
              <a:t>路由</a:t>
            </a:r>
            <a:r>
              <a:rPr lang="zh-CN" altLang="en-US" sz="2000" b="1" dirty="0">
                <a:latin typeface="微软雅黑" pitchFamily="34" charset="-122"/>
                <a:ea typeface="微软雅黑" pitchFamily="34" charset="-122"/>
              </a:rPr>
              <a:t>协议对移动自组网络已不适用。</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需要有实时性好而效率又高的</a:t>
            </a:r>
            <a:r>
              <a:rPr lang="zh-CN" altLang="en-US" sz="2000" b="1" dirty="0">
                <a:solidFill>
                  <a:srgbClr val="0000FF"/>
                </a:solidFill>
                <a:latin typeface="微软雅黑" pitchFamily="34" charset="-122"/>
                <a:ea typeface="微软雅黑" pitchFamily="34" charset="-122"/>
              </a:rPr>
              <a:t>多播</a:t>
            </a:r>
            <a:r>
              <a:rPr lang="zh-CN" altLang="en-US" sz="2000" b="1" dirty="0">
                <a:latin typeface="微软雅黑" pitchFamily="34" charset="-122"/>
                <a:ea typeface="微软雅黑" pitchFamily="34" charset="-122"/>
              </a:rPr>
              <a:t>协议。</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solidFill>
                  <a:srgbClr val="0000FF"/>
                </a:solidFill>
                <a:latin typeface="微软雅黑" pitchFamily="34" charset="-122"/>
                <a:ea typeface="微软雅黑" pitchFamily="34" charset="-122"/>
              </a:rPr>
              <a:t>安全</a:t>
            </a:r>
            <a:r>
              <a:rPr lang="zh-CN" altLang="en-US" sz="2000" b="1" dirty="0">
                <a:latin typeface="微软雅黑" pitchFamily="34" charset="-122"/>
                <a:ea typeface="微软雅黑" pitchFamily="34" charset="-122"/>
              </a:rPr>
              <a:t>问题也是一个更为突出的问题。</a:t>
            </a:r>
          </a:p>
        </p:txBody>
      </p:sp>
      <p:sp>
        <p:nvSpPr>
          <p:cNvPr id="3" name="AutoShape 5"/>
          <p:cNvSpPr>
            <a:spLocks noChangeArrowheads="1"/>
          </p:cNvSpPr>
          <p:nvPr/>
        </p:nvSpPr>
        <p:spPr bwMode="auto">
          <a:xfrm>
            <a:off x="509475" y="60547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568781" y="572264"/>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移动自组网络</a:t>
            </a:r>
            <a:endParaRPr lang="fr-FR" altLang="zh-CN"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62402751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3571"/>
            <a:ext cx="8291169"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3743"/>
            <a:ext cx="5710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zh-CN" altLang="en-US" sz="2000" b="1" dirty="0">
                <a:latin typeface="微软雅黑" pitchFamily="34" charset="-122"/>
                <a:ea typeface="微软雅黑" pitchFamily="34" charset="-122"/>
              </a:rPr>
              <a:t>移动自组网络的应用前景</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48796"/>
            <a:ext cx="8291169" cy="34301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1900" b="1" dirty="0">
                <a:latin typeface="微软雅黑" pitchFamily="34" charset="-122"/>
                <a:ea typeface="微软雅黑" pitchFamily="34" charset="-122"/>
              </a:rPr>
              <a:t>移动自组网络在军用和民用领域都有很好的应用前景。</a:t>
            </a:r>
            <a:endParaRPr lang="en-US" altLang="zh-CN" sz="19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1900" b="1" dirty="0">
                <a:latin typeface="微软雅黑" pitchFamily="34" charset="-122"/>
                <a:ea typeface="微软雅黑" pitchFamily="34" charset="-122"/>
              </a:rPr>
              <a:t>在军用领域中，由于战场上往往没有预先建好的固定接入点，这种组网方式能够应用到作战的地面车辆群和坦克群，以及海上的舰艇群、空中的机群。</a:t>
            </a:r>
            <a:endParaRPr lang="en-US" altLang="zh-CN" sz="19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1900" b="1" dirty="0">
                <a:latin typeface="微软雅黑" pitchFamily="34" charset="-122"/>
                <a:ea typeface="微软雅黑" pitchFamily="34" charset="-122"/>
              </a:rPr>
              <a:t>由于每一个移动设备都具有路由器转发分组的功能，因此分布式的移动自组网络的生存性非常好。</a:t>
            </a:r>
            <a:endParaRPr lang="en-US" altLang="zh-CN" sz="19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1900" b="1" dirty="0">
                <a:latin typeface="微软雅黑" pitchFamily="34" charset="-122"/>
                <a:ea typeface="微软雅黑" pitchFamily="34" charset="-122"/>
              </a:rPr>
              <a:t>在民用领域，当出现自然灾害网络基础设施被破坏时，在抢险救灾时利用移动自组网络进行及时通信。</a:t>
            </a:r>
          </a:p>
        </p:txBody>
      </p:sp>
    </p:spTree>
    <p:extLst>
      <p:ext uri="{BB962C8B-B14F-4D97-AF65-F5344CB8AC3E}">
        <p14:creationId xmlns:p14="http://schemas.microsoft.com/office/powerpoint/2010/main" val="3724227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8297E2-8326-9C85-0E49-D427F784EAE0}"/>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8C4EA5EF-3070-EAC3-DF2D-651D1C792EC4}"/>
              </a:ext>
            </a:extLst>
          </p:cNvPr>
          <p:cNvSpPr>
            <a:spLocks noChangeArrowheads="1"/>
          </p:cNvSpPr>
          <p:nvPr/>
        </p:nvSpPr>
        <p:spPr bwMode="auto">
          <a:xfrm>
            <a:off x="517853" y="623571"/>
            <a:ext cx="8291169"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a:extLst>
              <a:ext uri="{FF2B5EF4-FFF2-40B4-BE49-F238E27FC236}">
                <a16:creationId xmlns:a16="http://schemas.microsoft.com/office/drawing/2014/main" id="{F467CD7D-C4B6-3A2C-CB11-B4C0598A81BB}"/>
              </a:ext>
            </a:extLst>
          </p:cNvPr>
          <p:cNvSpPr>
            <a:spLocks noChangeArrowheads="1"/>
          </p:cNvSpPr>
          <p:nvPr/>
        </p:nvSpPr>
        <p:spPr bwMode="auto">
          <a:xfrm>
            <a:off x="635844" y="573743"/>
            <a:ext cx="27568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zh-CN" altLang="en-US" sz="2000" b="1" dirty="0">
                <a:latin typeface="微软雅黑" pitchFamily="34" charset="-122"/>
                <a:ea typeface="微软雅黑" pitchFamily="34" charset="-122"/>
              </a:rPr>
              <a:t>无线传感器网络 </a:t>
            </a:r>
            <a:r>
              <a:rPr lang="en-US" altLang="zh-CN" sz="2000" b="1" dirty="0">
                <a:latin typeface="微软雅黑" pitchFamily="34" charset="-122"/>
                <a:ea typeface="微软雅黑" pitchFamily="34" charset="-122"/>
              </a:rPr>
              <a:t>WSN</a:t>
            </a:r>
          </a:p>
        </p:txBody>
      </p:sp>
      <p:sp>
        <p:nvSpPr>
          <p:cNvPr id="4" name="Rectangle 46">
            <a:extLst>
              <a:ext uri="{FF2B5EF4-FFF2-40B4-BE49-F238E27FC236}">
                <a16:creationId xmlns:a16="http://schemas.microsoft.com/office/drawing/2014/main" id="{A01D0F82-8324-A837-0F2D-3DB90D11F9CC}"/>
              </a:ext>
            </a:extLst>
          </p:cNvPr>
          <p:cNvSpPr>
            <a:spLocks noChangeArrowheads="1"/>
          </p:cNvSpPr>
          <p:nvPr/>
        </p:nvSpPr>
        <p:spPr bwMode="auto">
          <a:xfrm>
            <a:off x="517853" y="948796"/>
            <a:ext cx="8291169"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1900" b="1" dirty="0">
                <a:solidFill>
                  <a:srgbClr val="C00000"/>
                </a:solidFill>
                <a:latin typeface="微软雅黑" pitchFamily="34" charset="-122"/>
                <a:ea typeface="微软雅黑" pitchFamily="34" charset="-122"/>
              </a:rPr>
              <a:t>无线传感器网络 </a:t>
            </a:r>
            <a:r>
              <a:rPr lang="en-US" altLang="zh-CN" sz="1900" b="1" dirty="0">
                <a:solidFill>
                  <a:srgbClr val="C00000"/>
                </a:solidFill>
                <a:latin typeface="微软雅黑" pitchFamily="34" charset="-122"/>
                <a:ea typeface="微软雅黑" pitchFamily="34" charset="-122"/>
              </a:rPr>
              <a:t>WSN </a:t>
            </a:r>
            <a:r>
              <a:rPr lang="en-US" altLang="zh-CN" sz="1900" b="1" dirty="0">
                <a:latin typeface="微软雅黑" pitchFamily="34" charset="-122"/>
                <a:ea typeface="微软雅黑" pitchFamily="34" charset="-122"/>
              </a:rPr>
              <a:t>(Wireless Sensor Network) </a:t>
            </a:r>
            <a:r>
              <a:rPr lang="zh-CN" altLang="en-US" sz="1900" b="1" dirty="0">
                <a:latin typeface="微软雅黑" pitchFamily="34" charset="-122"/>
                <a:ea typeface="微软雅黑" pitchFamily="34" charset="-122"/>
              </a:rPr>
              <a:t>：由大量</a:t>
            </a:r>
            <a:r>
              <a:rPr lang="zh-CN" altLang="en-US" sz="1900" b="1" dirty="0">
                <a:solidFill>
                  <a:srgbClr val="0000FF"/>
                </a:solidFill>
                <a:latin typeface="微软雅黑" pitchFamily="34" charset="-122"/>
                <a:ea typeface="微软雅黑" pitchFamily="34" charset="-122"/>
              </a:rPr>
              <a:t>传感器</a:t>
            </a:r>
            <a:r>
              <a:rPr lang="zh-CN" altLang="en-US" sz="1900" b="1" dirty="0">
                <a:latin typeface="微软雅黑" pitchFamily="34" charset="-122"/>
                <a:ea typeface="微软雅黑" pitchFamily="34" charset="-122"/>
              </a:rPr>
              <a:t>节点通过无线通信技术构成的</a:t>
            </a:r>
            <a:r>
              <a:rPr lang="zh-CN" altLang="en-US" sz="1900" b="1" dirty="0">
                <a:solidFill>
                  <a:srgbClr val="0000FF"/>
                </a:solidFill>
                <a:latin typeface="微软雅黑" pitchFamily="34" charset="-122"/>
                <a:ea typeface="微软雅黑" pitchFamily="34" charset="-122"/>
              </a:rPr>
              <a:t>自组网络</a:t>
            </a:r>
            <a:r>
              <a:rPr lang="zh-CN" altLang="en-US" sz="1900" b="1" dirty="0">
                <a:latin typeface="微软雅黑" pitchFamily="34" charset="-122"/>
                <a:ea typeface="微软雅黑" pitchFamily="34" charset="-122"/>
              </a:rPr>
              <a:t>。</a:t>
            </a:r>
          </a:p>
          <a:p>
            <a:pPr marL="342900" indent="-342900" eaLnBrk="0" hangingPunct="0">
              <a:lnSpc>
                <a:spcPts val="3300"/>
              </a:lnSpc>
              <a:buClr>
                <a:srgbClr val="0070C0"/>
              </a:buClr>
              <a:buFont typeface="Wingdings" panose="05000000000000000000" pitchFamily="2" charset="2"/>
              <a:buChar char="l"/>
            </a:pPr>
            <a:r>
              <a:rPr lang="zh-CN" altLang="en-US" sz="1900" b="1" dirty="0">
                <a:solidFill>
                  <a:srgbClr val="C00000"/>
                </a:solidFill>
                <a:latin typeface="微软雅黑" pitchFamily="34" charset="-122"/>
                <a:ea typeface="微软雅黑" pitchFamily="34" charset="-122"/>
              </a:rPr>
              <a:t>应用：</a:t>
            </a:r>
            <a:r>
              <a:rPr lang="zh-CN" altLang="en-US" sz="1900" b="1" dirty="0">
                <a:latin typeface="微软雅黑" pitchFamily="34" charset="-122"/>
                <a:ea typeface="微软雅黑" pitchFamily="34" charset="-122"/>
              </a:rPr>
              <a:t>进行各种数据的采集、处理和传输。</a:t>
            </a:r>
            <a:endParaRPr lang="en-US" altLang="zh-CN" sz="19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1900" b="1" dirty="0">
                <a:solidFill>
                  <a:srgbClr val="C00000"/>
                </a:solidFill>
                <a:latin typeface="微软雅黑" pitchFamily="34" charset="-122"/>
                <a:ea typeface="微软雅黑" pitchFamily="34" charset="-122"/>
              </a:rPr>
              <a:t>特点：</a:t>
            </a:r>
            <a:endParaRPr lang="en-US" altLang="zh-CN" sz="1900" b="1" dirty="0">
              <a:solidFill>
                <a:srgbClr val="C00000"/>
              </a:solidFill>
              <a:latin typeface="微软雅黑" pitchFamily="34" charset="-122"/>
              <a:ea typeface="微软雅黑" pitchFamily="34" charset="-122"/>
            </a:endParaRPr>
          </a:p>
          <a:p>
            <a:pPr marL="711200" lvl="1" indent="-347663" eaLnBrk="0" hangingPunct="0">
              <a:lnSpc>
                <a:spcPts val="3300"/>
              </a:lnSpc>
              <a:buClr>
                <a:srgbClr val="7030A0"/>
              </a:buClr>
              <a:buFont typeface="+mj-lt"/>
              <a:buAutoNum type="arabicPeriod"/>
            </a:pPr>
            <a:r>
              <a:rPr lang="zh-CN" altLang="en-US" sz="1900" b="1" dirty="0">
                <a:latin typeface="微软雅黑" pitchFamily="34" charset="-122"/>
                <a:ea typeface="微软雅黑" pitchFamily="34" charset="-122"/>
              </a:rPr>
              <a:t>不需要很高的带宽，但大部分时间必须保持低功耗。</a:t>
            </a:r>
          </a:p>
          <a:p>
            <a:pPr marL="711200" lvl="1" indent="-347663" eaLnBrk="0" hangingPunct="0">
              <a:lnSpc>
                <a:spcPts val="3300"/>
              </a:lnSpc>
              <a:buClr>
                <a:srgbClr val="7030A0"/>
              </a:buClr>
              <a:buFont typeface="+mj-lt"/>
              <a:buAutoNum type="arabicPeriod"/>
            </a:pPr>
            <a:r>
              <a:rPr lang="zh-CN" altLang="en-US" sz="1900" b="1" dirty="0">
                <a:latin typeface="微软雅黑" pitchFamily="34" charset="-122"/>
                <a:ea typeface="微软雅黑" pitchFamily="34" charset="-122"/>
              </a:rPr>
              <a:t>对协议栈的大小有严格的限制。</a:t>
            </a:r>
          </a:p>
          <a:p>
            <a:pPr marL="711200" lvl="1" indent="-347663" eaLnBrk="0" hangingPunct="0">
              <a:lnSpc>
                <a:spcPts val="3300"/>
              </a:lnSpc>
              <a:buClr>
                <a:srgbClr val="7030A0"/>
              </a:buClr>
              <a:buFont typeface="+mj-lt"/>
              <a:buAutoNum type="arabicPeriod"/>
            </a:pPr>
            <a:r>
              <a:rPr lang="zh-CN" altLang="en-US" sz="1900" b="1" dirty="0">
                <a:latin typeface="微软雅黑" pitchFamily="34" charset="-122"/>
                <a:ea typeface="微软雅黑" pitchFamily="34" charset="-122"/>
              </a:rPr>
              <a:t>对网络安全性、节点自动配置、网络动态重组等方面有一定的要求。 </a:t>
            </a:r>
          </a:p>
        </p:txBody>
      </p:sp>
    </p:spTree>
    <p:extLst>
      <p:ext uri="{BB962C8B-B14F-4D97-AF65-F5344CB8AC3E}">
        <p14:creationId xmlns:p14="http://schemas.microsoft.com/office/powerpoint/2010/main" val="85985052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517853" y="614520"/>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 name="矩形 4"/>
          <p:cNvSpPr/>
          <p:nvPr/>
        </p:nvSpPr>
        <p:spPr>
          <a:xfrm>
            <a:off x="637984" y="565208"/>
            <a:ext cx="3005951" cy="400110"/>
          </a:xfrm>
          <a:prstGeom prst="rect">
            <a:avLst/>
          </a:prstGeom>
        </p:spPr>
        <p:txBody>
          <a:bodyPr wrap="none">
            <a:spAutoFit/>
          </a:bodyPr>
          <a:lstStyle/>
          <a:p>
            <a:r>
              <a:rPr lang="zh-CN" altLang="en-US" sz="2000" b="1" dirty="0">
                <a:latin typeface="微软雅黑" pitchFamily="34" charset="-122"/>
                <a:ea typeface="微软雅黑" pitchFamily="34" charset="-122"/>
              </a:rPr>
              <a:t>传感器节点的形状和组成</a:t>
            </a:r>
          </a:p>
        </p:txBody>
      </p:sp>
      <p:sp>
        <p:nvSpPr>
          <p:cNvPr id="6" name="圆角矩形 5"/>
          <p:cNvSpPr/>
          <p:nvPr/>
        </p:nvSpPr>
        <p:spPr>
          <a:xfrm>
            <a:off x="517852" y="964840"/>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2" name="组合 1"/>
          <p:cNvGrpSpPr/>
          <p:nvPr/>
        </p:nvGrpSpPr>
        <p:grpSpPr>
          <a:xfrm>
            <a:off x="758424" y="1408605"/>
            <a:ext cx="7618591" cy="2693466"/>
            <a:chOff x="758424" y="1408605"/>
            <a:chExt cx="7618591" cy="2693466"/>
          </a:xfrm>
        </p:grpSpPr>
        <p:sp>
          <p:nvSpPr>
            <p:cNvPr id="7" name="Rectangle 6"/>
            <p:cNvSpPr>
              <a:spLocks noChangeArrowheads="1"/>
            </p:cNvSpPr>
            <p:nvPr/>
          </p:nvSpPr>
          <p:spPr bwMode="auto">
            <a:xfrm>
              <a:off x="4775611" y="1408605"/>
              <a:ext cx="3601404" cy="2245051"/>
            </a:xfrm>
            <a:prstGeom prst="rect">
              <a:avLst/>
            </a:prstGeom>
            <a:solidFill>
              <a:schemeClr val="bg1"/>
            </a:solidFill>
            <a:ln w="12700" cap="sq">
              <a:solidFill>
                <a:srgbClr val="333399"/>
              </a:solidFill>
              <a:miter lim="800000"/>
              <a:headEnd type="none" w="sm" len="sm"/>
              <a:tailEnd type="none" w="sm" len="sm"/>
            </a:ln>
            <a:effectLst/>
          </p:spPr>
          <p:txBody>
            <a:bodyPr wrap="none" anchor="ctr"/>
            <a:lstStyle/>
            <a:p>
              <a:pPr algn="ctr" eaLnBrk="0" hangingPunct="0"/>
              <a:endParaRPr lang="zh-CN" altLang="zh-CN" b="1">
                <a:latin typeface="微软雅黑" panose="020B0503020204020204" pitchFamily="34" charset="-122"/>
                <a:ea typeface="微软雅黑" panose="020B0503020204020204" pitchFamily="34" charset="-122"/>
              </a:endParaRPr>
            </a:p>
          </p:txBody>
        </p:sp>
        <p:sp>
          <p:nvSpPr>
            <p:cNvPr id="8" name="AutoShape 7"/>
            <p:cNvSpPr>
              <a:spLocks noChangeArrowheads="1"/>
            </p:cNvSpPr>
            <p:nvPr/>
          </p:nvSpPr>
          <p:spPr bwMode="auto">
            <a:xfrm>
              <a:off x="4965992" y="2487930"/>
              <a:ext cx="832924" cy="1038317"/>
            </a:xfrm>
            <a:prstGeom prst="roundRect">
              <a:avLst>
                <a:gd name="adj" fmla="val 16667"/>
              </a:avLst>
            </a:prstGeom>
            <a:solidFill>
              <a:srgbClr val="008000"/>
            </a:solidFill>
            <a:ln w="12700" cap="sq">
              <a:solidFill>
                <a:srgbClr val="333399"/>
              </a:solidFill>
              <a:round/>
              <a:headEnd type="none" w="sm" len="sm"/>
              <a:tailEnd type="none" w="sm" len="sm"/>
            </a:ln>
            <a:effectLst/>
          </p:spPr>
          <p:txBody>
            <a:bodyPr wrap="none" anchor="ctr"/>
            <a:lstStyle/>
            <a:p>
              <a:pPr algn="ctr" eaLnBrk="0" hangingPunct="0"/>
              <a:r>
                <a:rPr lang="zh-CN" altLang="en-US" b="1">
                  <a:solidFill>
                    <a:schemeClr val="bg1"/>
                  </a:solidFill>
                  <a:latin typeface="微软雅黑" panose="020B0503020204020204" pitchFamily="34" charset="-122"/>
                  <a:ea typeface="微软雅黑" panose="020B0503020204020204" pitchFamily="34" charset="-122"/>
                </a:rPr>
                <a:t>存储器</a:t>
              </a:r>
            </a:p>
          </p:txBody>
        </p:sp>
        <p:sp>
          <p:nvSpPr>
            <p:cNvPr id="9" name="AutoShape 8"/>
            <p:cNvSpPr>
              <a:spLocks noChangeArrowheads="1"/>
            </p:cNvSpPr>
            <p:nvPr/>
          </p:nvSpPr>
          <p:spPr bwMode="auto">
            <a:xfrm>
              <a:off x="5914733" y="1588738"/>
              <a:ext cx="945567" cy="664875"/>
            </a:xfrm>
            <a:prstGeom prst="roundRect">
              <a:avLst>
                <a:gd name="adj" fmla="val 16667"/>
              </a:avLst>
            </a:prstGeom>
            <a:solidFill>
              <a:srgbClr val="0000FF"/>
            </a:solidFill>
            <a:ln w="12700" cap="sq">
              <a:solidFill>
                <a:schemeClr val="tx2"/>
              </a:solidFill>
              <a:round/>
              <a:headEnd type="none" w="sm" len="sm"/>
              <a:tailEnd type="none" w="sm" len="sm"/>
            </a:ln>
            <a:effectLst/>
          </p:spPr>
          <p:txBody>
            <a:bodyPr wrap="none" anchor="ctr"/>
            <a:lstStyle/>
            <a:p>
              <a:pPr algn="ctr" eaLnBrk="0" hangingPunct="0"/>
              <a:r>
                <a:rPr lang="en-US" altLang="zh-CN" b="1">
                  <a:solidFill>
                    <a:schemeClr val="bg1"/>
                  </a:solidFill>
                  <a:latin typeface="微软雅黑" panose="020B0503020204020204" pitchFamily="34" charset="-122"/>
                  <a:ea typeface="微软雅黑" panose="020B0503020204020204" pitchFamily="34" charset="-122"/>
                </a:rPr>
                <a:t>CPU</a:t>
              </a:r>
            </a:p>
          </p:txBody>
        </p:sp>
        <p:grpSp>
          <p:nvGrpSpPr>
            <p:cNvPr id="10" name="Group 9"/>
            <p:cNvGrpSpPr>
              <a:grpSpLocks/>
            </p:cNvGrpSpPr>
            <p:nvPr/>
          </p:nvGrpSpPr>
          <p:grpSpPr bwMode="auto">
            <a:xfrm>
              <a:off x="6101942" y="2487930"/>
              <a:ext cx="1042346" cy="1032459"/>
              <a:chOff x="1296" y="2064"/>
              <a:chExt cx="768" cy="1344"/>
            </a:xfrm>
            <a:solidFill>
              <a:srgbClr val="00B050"/>
            </a:solidFill>
          </p:grpSpPr>
          <p:sp>
            <p:nvSpPr>
              <p:cNvPr id="11" name="AutoShape 10"/>
              <p:cNvSpPr>
                <a:spLocks noChangeArrowheads="1"/>
              </p:cNvSpPr>
              <p:nvPr/>
            </p:nvSpPr>
            <p:spPr bwMode="auto">
              <a:xfrm>
                <a:off x="1296"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sp>
            <p:nvSpPr>
              <p:cNvPr id="12" name="AutoShape 11"/>
              <p:cNvSpPr>
                <a:spLocks noChangeArrowheads="1"/>
              </p:cNvSpPr>
              <p:nvPr/>
            </p:nvSpPr>
            <p:spPr bwMode="auto">
              <a:xfrm>
                <a:off x="1872"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sp>
            <p:nvSpPr>
              <p:cNvPr id="13" name="AutoShape 12"/>
              <p:cNvSpPr>
                <a:spLocks noChangeArrowheads="1"/>
              </p:cNvSpPr>
              <p:nvPr/>
            </p:nvSpPr>
            <p:spPr bwMode="auto">
              <a:xfrm>
                <a:off x="1584"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grpSp>
        <p:sp>
          <p:nvSpPr>
            <p:cNvPr id="14" name="AutoShape 13"/>
            <p:cNvSpPr>
              <a:spLocks noChangeArrowheads="1"/>
            </p:cNvSpPr>
            <p:nvPr/>
          </p:nvSpPr>
          <p:spPr bwMode="auto">
            <a:xfrm rot="5400000">
              <a:off x="6965988" y="1767037"/>
              <a:ext cx="613617" cy="257016"/>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rgbClr val="00FFFF"/>
            </a:solidFill>
            <a:ln w="12700" cap="sq">
              <a:solidFill>
                <a:srgbClr val="333399"/>
              </a:solidFill>
              <a:miter lim="800000"/>
              <a:headEnd type="none" w="sm" len="sm"/>
              <a:tailEnd type="none" w="sm" len="sm"/>
            </a:ln>
            <a:effectLst/>
          </p:spPr>
          <p:txBody>
            <a:bodyPr rot="10800000" vert="eaVert" wrap="none" anchor="ctr"/>
            <a:lstStyle/>
            <a:p>
              <a:pPr algn="ctr" eaLnBrk="0" hangingPunct="0"/>
              <a:endParaRPr lang="zh-CN" altLang="zh-CN" b="1">
                <a:latin typeface="微软雅黑" panose="020B0503020204020204" pitchFamily="34" charset="-122"/>
                <a:ea typeface="微软雅黑" panose="020B0503020204020204" pitchFamily="34" charset="-122"/>
              </a:endParaRPr>
            </a:p>
          </p:txBody>
        </p:sp>
        <p:sp>
          <p:nvSpPr>
            <p:cNvPr id="15" name="Rectangle 14"/>
            <p:cNvSpPr>
              <a:spLocks noChangeArrowheads="1"/>
            </p:cNvSpPr>
            <p:nvPr/>
          </p:nvSpPr>
          <p:spPr bwMode="auto">
            <a:xfrm>
              <a:off x="7174125" y="2618267"/>
              <a:ext cx="800219" cy="5478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rgbClr val="333399"/>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1600" b="1" dirty="0">
                  <a:latin typeface="微软雅黑" panose="020B0503020204020204" pitchFamily="34" charset="-122"/>
                  <a:ea typeface="微软雅黑" panose="020B0503020204020204" pitchFamily="34" charset="-122"/>
                </a:rPr>
                <a:t>传感器</a:t>
              </a:r>
            </a:p>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硬件</a:t>
              </a:r>
            </a:p>
          </p:txBody>
        </p:sp>
        <p:sp>
          <p:nvSpPr>
            <p:cNvPr id="16" name="Oval 15"/>
            <p:cNvSpPr>
              <a:spLocks noChangeArrowheads="1"/>
            </p:cNvSpPr>
            <p:nvPr/>
          </p:nvSpPr>
          <p:spPr bwMode="auto">
            <a:xfrm>
              <a:off x="5059598" y="1587273"/>
              <a:ext cx="664752" cy="629727"/>
            </a:xfrm>
            <a:prstGeom prst="ellipse">
              <a:avLst/>
            </a:prstGeom>
            <a:solidFill>
              <a:srgbClr val="CC00FF"/>
            </a:solidFill>
            <a:ln w="9525">
              <a:solidFill>
                <a:srgbClr val="333399"/>
              </a:solidFill>
              <a:round/>
              <a:headEnd/>
              <a:tailEnd/>
            </a:ln>
            <a:effectLst/>
          </p:spPr>
          <p:txBody>
            <a:bodyPr wrap="none" anchor="ctr"/>
            <a:lstStyle/>
            <a:p>
              <a:pPr algn="ctr"/>
              <a:r>
                <a:rPr lang="zh-CN" altLang="en-US" b="1">
                  <a:solidFill>
                    <a:schemeClr val="bg1"/>
                  </a:solidFill>
                  <a:latin typeface="微软雅黑" panose="020B0503020204020204" pitchFamily="34" charset="-122"/>
                  <a:ea typeface="微软雅黑" panose="020B0503020204020204" pitchFamily="34" charset="-122"/>
                </a:rPr>
                <a:t>电池</a:t>
              </a:r>
            </a:p>
          </p:txBody>
        </p:sp>
        <p:sp>
          <p:nvSpPr>
            <p:cNvPr id="17" name="Rectangle 16"/>
            <p:cNvSpPr>
              <a:spLocks noChangeArrowheads="1"/>
            </p:cNvSpPr>
            <p:nvPr/>
          </p:nvSpPr>
          <p:spPr bwMode="auto">
            <a:xfrm>
              <a:off x="7458113" y="1622795"/>
              <a:ext cx="800219" cy="5109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rgbClr val="333399"/>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无线</a:t>
              </a:r>
            </a:p>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收发器</a:t>
              </a:r>
            </a:p>
          </p:txBody>
        </p:sp>
        <p:pic>
          <p:nvPicPr>
            <p:cNvPr id="18" name="Picture 17" descr="UCB-sensor-dots"/>
            <p:cNvPicPr>
              <a:picLocks noChangeAspect="1" noChangeArrowheads="1"/>
            </p:cNvPicPr>
            <p:nvPr/>
          </p:nvPicPr>
          <p:blipFill>
            <a:blip r:embed="rId3" cstate="print">
              <a:extLst>
                <a:ext uri="{28A0092B-C50C-407E-A947-70E740481C1C}">
                  <a14:useLocalDpi xmlns:a14="http://schemas.microsoft.com/office/drawing/2010/main" val="0"/>
                </a:ext>
              </a:extLst>
            </a:blip>
            <a:srcRect l="2850" t="11598" r="7932" b="12183"/>
            <a:stretch>
              <a:fillRect/>
            </a:stretch>
          </p:blipFill>
          <p:spPr bwMode="auto">
            <a:xfrm>
              <a:off x="758424" y="1408605"/>
              <a:ext cx="3693423" cy="2243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Text Box 21"/>
            <p:cNvSpPr txBox="1">
              <a:spLocks noChangeArrowheads="1"/>
            </p:cNvSpPr>
            <p:nvPr/>
          </p:nvSpPr>
          <p:spPr bwMode="auto">
            <a:xfrm>
              <a:off x="2176050" y="3725415"/>
              <a:ext cx="102784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b="1" dirty="0">
                  <a:solidFill>
                    <a:srgbClr val="0000FF"/>
                  </a:solidFill>
                  <a:latin typeface="微软雅黑" panose="020B0503020204020204" pitchFamily="34" charset="-122"/>
                  <a:ea typeface="微软雅黑" panose="020B0503020204020204" pitchFamily="34" charset="-122"/>
                </a:rPr>
                <a:t>(a) </a:t>
              </a:r>
              <a:r>
                <a:rPr lang="zh-CN" altLang="en-US" b="1" dirty="0">
                  <a:solidFill>
                    <a:srgbClr val="0000FF"/>
                  </a:solidFill>
                  <a:latin typeface="微软雅黑" panose="020B0503020204020204" pitchFamily="34" charset="-122"/>
                  <a:ea typeface="微软雅黑" panose="020B0503020204020204" pitchFamily="34" charset="-122"/>
                </a:rPr>
                <a:t>形状</a:t>
              </a:r>
              <a:endParaRPr lang="en-US" altLang="zh-CN" b="1" dirty="0">
                <a:solidFill>
                  <a:srgbClr val="0000FF"/>
                </a:solidFill>
                <a:latin typeface="微软雅黑" panose="020B0503020204020204" pitchFamily="34" charset="-122"/>
                <a:ea typeface="微软雅黑" panose="020B0503020204020204" pitchFamily="34" charset="-122"/>
              </a:endParaRPr>
            </a:p>
          </p:txBody>
        </p:sp>
        <p:sp>
          <p:nvSpPr>
            <p:cNvPr id="20" name="Text Box 22"/>
            <p:cNvSpPr txBox="1">
              <a:spLocks noChangeArrowheads="1"/>
            </p:cNvSpPr>
            <p:nvPr/>
          </p:nvSpPr>
          <p:spPr bwMode="auto">
            <a:xfrm>
              <a:off x="6109152" y="3732739"/>
              <a:ext cx="104868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b="1" dirty="0">
                  <a:solidFill>
                    <a:srgbClr val="0000FF"/>
                  </a:solidFill>
                  <a:latin typeface="微软雅黑" panose="020B0503020204020204" pitchFamily="34" charset="-122"/>
                  <a:ea typeface="微软雅黑" panose="020B0503020204020204" pitchFamily="34" charset="-122"/>
                </a:rPr>
                <a:t>(b) </a:t>
              </a:r>
              <a:r>
                <a:rPr lang="zh-CN" altLang="en-US" b="1" dirty="0">
                  <a:solidFill>
                    <a:srgbClr val="0000FF"/>
                  </a:solidFill>
                  <a:latin typeface="微软雅黑" panose="020B0503020204020204" pitchFamily="34" charset="-122"/>
                  <a:ea typeface="微软雅黑" panose="020B0503020204020204" pitchFamily="34" charset="-122"/>
                </a:rPr>
                <a:t>组成</a:t>
              </a:r>
              <a:endParaRPr lang="en-US" altLang="zh-CN" b="1" dirty="0">
                <a:solidFill>
                  <a:srgbClr val="0000FF"/>
                </a:solidFill>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74183220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3348"/>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3520"/>
            <a:ext cx="38523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无线传感器网络主要的应用领域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8741"/>
            <a:ext cx="8133857"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组成各种</a:t>
            </a:r>
            <a:r>
              <a:rPr lang="zh-CN" altLang="en-US" sz="2000" b="1" dirty="0">
                <a:solidFill>
                  <a:srgbClr val="C00000"/>
                </a:solidFill>
                <a:latin typeface="微软雅黑" pitchFamily="34" charset="-122"/>
                <a:ea typeface="微软雅黑" pitchFamily="34" charset="-122"/>
              </a:rPr>
              <a:t>物联网 </a:t>
            </a:r>
            <a:r>
              <a:rPr lang="en-US" altLang="zh-CN" sz="2000" b="1" dirty="0" err="1">
                <a:solidFill>
                  <a:srgbClr val="C00000"/>
                </a:solidFill>
                <a:latin typeface="微软雅黑" pitchFamily="34" charset="-122"/>
                <a:ea typeface="微软雅黑" pitchFamily="34" charset="-122"/>
              </a:rPr>
              <a:t>IoT</a:t>
            </a:r>
            <a:r>
              <a:rPr lang="en-US" altLang="zh-CN" sz="2000" b="1" dirty="0">
                <a:solidFill>
                  <a:srgbClr val="C00000"/>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(Internet of Things) </a:t>
            </a:r>
            <a:r>
              <a:rPr lang="zh-CN" altLang="en-US" sz="2000" b="1" dirty="0">
                <a:latin typeface="微软雅黑" pitchFamily="34" charset="-122"/>
                <a:ea typeface="微软雅黑" pitchFamily="34" charset="-122"/>
              </a:rPr>
              <a:t>，例如：</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环境监测与保护；</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战争中对敌情的侦查和对兵力、装备、物资等的监控；</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医疗中对病房的监测和对患者的护理；</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在危险的工业环境中的安全监测；</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城市交通管理、建筑内的温度</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照明</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安全控制等。 </a:t>
            </a:r>
          </a:p>
        </p:txBody>
      </p:sp>
    </p:spTree>
    <p:extLst>
      <p:ext uri="{BB962C8B-B14F-4D97-AF65-F5344CB8AC3E}">
        <p14:creationId xmlns:p14="http://schemas.microsoft.com/office/powerpoint/2010/main" val="418517039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262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2795"/>
            <a:ext cx="333777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solidFill>
                  <a:srgbClr val="0000FF"/>
                </a:solidFill>
                <a:latin typeface="微软雅黑" pitchFamily="34" charset="-122"/>
                <a:ea typeface="微软雅黑" pitchFamily="34" charset="-122"/>
              </a:rPr>
              <a:t>移动自组网络</a:t>
            </a:r>
            <a:r>
              <a:rPr lang="zh-CN" altLang="en-US" sz="2000" b="1" dirty="0">
                <a:solidFill>
                  <a:srgbClr val="C00000"/>
                </a:solidFill>
                <a:latin typeface="微软雅黑" pitchFamily="34" charset="-122"/>
                <a:ea typeface="微软雅黑" pitchFamily="34" charset="-122"/>
              </a:rPr>
              <a:t>不同于</a:t>
            </a:r>
            <a:r>
              <a:rPr lang="zh-CN" altLang="en-US" sz="2000" b="1" dirty="0">
                <a:solidFill>
                  <a:srgbClr val="0000FF"/>
                </a:solidFill>
                <a:latin typeface="微软雅黑" pitchFamily="34" charset="-122"/>
                <a:ea typeface="微软雅黑" pitchFamily="34" charset="-122"/>
              </a:rPr>
              <a:t>移动 </a:t>
            </a:r>
            <a:r>
              <a:rPr lang="en-US" altLang="zh-CN" sz="2000" b="1" dirty="0">
                <a:solidFill>
                  <a:srgbClr val="0000FF"/>
                </a:solidFill>
                <a:latin typeface="微软雅黑" pitchFamily="34" charset="-122"/>
                <a:ea typeface="微软雅黑" pitchFamily="34" charset="-122"/>
              </a:rPr>
              <a:t>IP</a:t>
            </a:r>
          </a:p>
        </p:txBody>
      </p:sp>
      <p:graphicFrame>
        <p:nvGraphicFramePr>
          <p:cNvPr id="5" name="图示 4"/>
          <p:cNvGraphicFramePr/>
          <p:nvPr/>
        </p:nvGraphicFramePr>
        <p:xfrm>
          <a:off x="1089410" y="991844"/>
          <a:ext cx="7071363" cy="358998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21300163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5717"/>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5889"/>
            <a:ext cx="274947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几种个有关接入的名词</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21278"/>
            <a:ext cx="8133857" cy="35196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固定接入 </a:t>
            </a:r>
            <a:r>
              <a:rPr lang="en-US" altLang="zh-CN" sz="2000" b="1" dirty="0">
                <a:latin typeface="微软雅黑" pitchFamily="34" charset="-122"/>
                <a:ea typeface="微软雅黑" pitchFamily="34" charset="-122"/>
              </a:rPr>
              <a:t>(fixed access)</a:t>
            </a:r>
            <a:r>
              <a:rPr lang="zh-CN" altLang="en-US" sz="2000" b="1" dirty="0">
                <a:latin typeface="微软雅黑" pitchFamily="34" charset="-122"/>
                <a:ea typeface="微软雅黑" pitchFamily="34" charset="-122"/>
              </a:rPr>
              <a:t>：在作为网络用户期间，用户设置的地理位置保持不变。</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移动接入 </a:t>
            </a:r>
            <a:r>
              <a:rPr lang="en-US" altLang="zh-CN" sz="2000" b="1" dirty="0">
                <a:latin typeface="微软雅黑" pitchFamily="34" charset="-122"/>
                <a:ea typeface="微软雅黑" pitchFamily="34" charset="-122"/>
              </a:rPr>
              <a:t>(mobility access)</a:t>
            </a:r>
            <a:r>
              <a:rPr lang="zh-CN" altLang="en-US" sz="2000" b="1" dirty="0">
                <a:latin typeface="微软雅黑" pitchFamily="34" charset="-122"/>
                <a:ea typeface="微软雅黑" pitchFamily="34" charset="-122"/>
              </a:rPr>
              <a:t>：用户设置能够以车辆速度移动时进行网络通信。当发生切换时，通信仍然是连续的。</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便携接入 </a:t>
            </a:r>
            <a:r>
              <a:rPr lang="en-US" altLang="zh-CN" sz="2000" b="1" dirty="0">
                <a:latin typeface="微软雅黑" pitchFamily="34" charset="-122"/>
                <a:ea typeface="微软雅黑" pitchFamily="34" charset="-122"/>
              </a:rPr>
              <a:t>(portable access)</a:t>
            </a:r>
            <a:r>
              <a:rPr lang="zh-CN" altLang="en-US" sz="2000" b="1" dirty="0">
                <a:latin typeface="微软雅黑" pitchFamily="34" charset="-122"/>
                <a:ea typeface="微软雅黑" pitchFamily="34" charset="-122"/>
              </a:rPr>
              <a:t>：在受限的网络覆盖面积中，用户设备能够在以步行速度移动时进行网络通信，提供有限的切换能力。</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游牧接入 </a:t>
            </a:r>
            <a:r>
              <a:rPr lang="en-US" altLang="zh-CN" sz="2000" b="1" dirty="0">
                <a:latin typeface="微软雅黑" pitchFamily="34" charset="-122"/>
                <a:ea typeface="微软雅黑" pitchFamily="34" charset="-122"/>
              </a:rPr>
              <a:t>(nomadic access)</a:t>
            </a:r>
            <a:r>
              <a:rPr lang="zh-CN" altLang="en-US" sz="2000" b="1" dirty="0">
                <a:latin typeface="微软雅黑" pitchFamily="34" charset="-122"/>
                <a:ea typeface="微软雅黑" pitchFamily="34" charset="-122"/>
              </a:rPr>
              <a:t>：用户设备的地理位置至少在进行网络通信时保持不变。如用户设备移动了位置，则再次进行通信时可能还要寻找最佳的基站。</a:t>
            </a:r>
          </a:p>
        </p:txBody>
      </p:sp>
    </p:spTree>
    <p:extLst>
      <p:ext uri="{BB962C8B-B14F-4D97-AF65-F5344CB8AC3E}">
        <p14:creationId xmlns:p14="http://schemas.microsoft.com/office/powerpoint/2010/main" val="2295817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584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335246" y="590381"/>
            <a:ext cx="448231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8.1.2   802.11 </a:t>
            </a:r>
            <a:r>
              <a:rPr lang="zh-CN" altLang="en-US" sz="2400" b="1" dirty="0">
                <a:solidFill>
                  <a:schemeClr val="bg1"/>
                </a:solidFill>
                <a:latin typeface="微软雅黑" pitchFamily="34" charset="-122"/>
                <a:ea typeface="微软雅黑" pitchFamily="34" charset="-122"/>
              </a:rPr>
              <a:t>局域网的物理层</a:t>
            </a:r>
          </a:p>
        </p:txBody>
      </p:sp>
      <p:sp>
        <p:nvSpPr>
          <p:cNvPr id="4" name="Rectangle 46"/>
          <p:cNvSpPr>
            <a:spLocks noChangeArrowheads="1"/>
          </p:cNvSpPr>
          <p:nvPr/>
        </p:nvSpPr>
        <p:spPr bwMode="auto">
          <a:xfrm>
            <a:off x="511896" y="1040821"/>
            <a:ext cx="8129016" cy="8266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b="1" dirty="0">
                <a:latin typeface="微软雅黑" pitchFamily="34" charset="-122"/>
                <a:ea typeface="微软雅黑" pitchFamily="34" charset="-122"/>
              </a:rPr>
              <a:t>802.11 </a:t>
            </a:r>
            <a:r>
              <a:rPr lang="zh-CN" altLang="en-US" b="1" dirty="0">
                <a:latin typeface="微软雅黑" pitchFamily="34" charset="-122"/>
                <a:ea typeface="微软雅黑" pitchFamily="34" charset="-122"/>
              </a:rPr>
              <a:t>标准中物理层相当复杂。从</a:t>
            </a:r>
            <a:r>
              <a:rPr lang="en-US" altLang="zh-CN" b="1" dirty="0">
                <a:latin typeface="微软雅黑" pitchFamily="34" charset="-122"/>
                <a:ea typeface="微软雅黑" pitchFamily="34" charset="-122"/>
              </a:rPr>
              <a:t>2018</a:t>
            </a:r>
            <a:r>
              <a:rPr lang="zh-CN" altLang="en-US" b="1" dirty="0">
                <a:latin typeface="微软雅黑" pitchFamily="34" charset="-122"/>
                <a:ea typeface="微软雅黑" pitchFamily="34" charset="-122"/>
              </a:rPr>
              <a:t>年起开始使用</a:t>
            </a:r>
            <a:r>
              <a:rPr lang="en-US" altLang="zh-CN" b="1" dirty="0">
                <a:latin typeface="微软雅黑" pitchFamily="34" charset="-122"/>
                <a:ea typeface="微软雅黑" pitchFamily="34" charset="-122"/>
              </a:rPr>
              <a:t>Wi-Fi 4/5/6/7</a:t>
            </a:r>
            <a:r>
              <a:rPr lang="zh-CN" altLang="en-US" b="1" dirty="0">
                <a:latin typeface="微软雅黑" pitchFamily="34" charset="-122"/>
                <a:ea typeface="微软雅黑" pitchFamily="34" charset="-122"/>
              </a:rPr>
              <a:t>等别名，早期的</a:t>
            </a:r>
            <a:r>
              <a:rPr lang="en-US" altLang="zh-CN" b="1" dirty="0">
                <a:latin typeface="微软雅黑" pitchFamily="34" charset="-122"/>
                <a:ea typeface="微软雅黑" pitchFamily="34" charset="-122"/>
              </a:rPr>
              <a:t>802.11b/a/g</a:t>
            </a:r>
            <a:r>
              <a:rPr lang="zh-CN" altLang="en-US" b="1" dirty="0">
                <a:solidFill>
                  <a:srgbClr val="0000FF"/>
                </a:solidFill>
                <a:latin typeface="微软雅黑" pitchFamily="34" charset="-122"/>
                <a:ea typeface="微软雅黑" pitchFamily="34" charset="-122"/>
              </a:rPr>
              <a:t>非正式别名</a:t>
            </a:r>
            <a:r>
              <a:rPr lang="en-US" altLang="zh-CN" b="1" dirty="0">
                <a:latin typeface="微软雅黑" pitchFamily="34" charset="-122"/>
                <a:ea typeface="微软雅黑" pitchFamily="34" charset="-122"/>
              </a:rPr>
              <a:t>Wi-Fi 1/2/3</a:t>
            </a:r>
            <a:r>
              <a:rPr lang="zh-CN" altLang="en-US" b="1" dirty="0">
                <a:latin typeface="微软雅黑" pitchFamily="34" charset="-122"/>
                <a:ea typeface="微软雅黑" pitchFamily="34" charset="-122"/>
              </a:rPr>
              <a:t>。</a:t>
            </a:r>
          </a:p>
        </p:txBody>
      </p:sp>
      <p:graphicFrame>
        <p:nvGraphicFramePr>
          <p:cNvPr id="6" name="表格 5"/>
          <p:cNvGraphicFramePr>
            <a:graphicFrameLocks noGrp="1"/>
          </p:cNvGraphicFramePr>
          <p:nvPr/>
        </p:nvGraphicFramePr>
        <p:xfrm>
          <a:off x="668595" y="1857626"/>
          <a:ext cx="7910051" cy="2962802"/>
        </p:xfrm>
        <a:graphic>
          <a:graphicData uri="http://schemas.openxmlformats.org/drawingml/2006/table">
            <a:tbl>
              <a:tblPr firstRow="1" firstCol="1" bandRow="1">
                <a:tableStyleId>{7DF18680-E054-41AD-8BC1-D1AEF772440D}</a:tableStyleId>
              </a:tblPr>
              <a:tblGrid>
                <a:gridCol w="1474236">
                  <a:extLst>
                    <a:ext uri="{9D8B030D-6E8A-4147-A177-3AD203B41FA5}">
                      <a16:colId xmlns:a16="http://schemas.microsoft.com/office/drawing/2014/main" val="312102651"/>
                    </a:ext>
                  </a:extLst>
                </a:gridCol>
                <a:gridCol w="723272">
                  <a:extLst>
                    <a:ext uri="{9D8B030D-6E8A-4147-A177-3AD203B41FA5}">
                      <a16:colId xmlns:a16="http://schemas.microsoft.com/office/drawing/2014/main" val="1686003285"/>
                    </a:ext>
                  </a:extLst>
                </a:gridCol>
                <a:gridCol w="1096297">
                  <a:extLst>
                    <a:ext uri="{9D8B030D-6E8A-4147-A177-3AD203B41FA5}">
                      <a16:colId xmlns:a16="http://schemas.microsoft.com/office/drawing/2014/main" val="2290814331"/>
                    </a:ext>
                  </a:extLst>
                </a:gridCol>
                <a:gridCol w="1140542">
                  <a:extLst>
                    <a:ext uri="{9D8B030D-6E8A-4147-A177-3AD203B41FA5}">
                      <a16:colId xmlns:a16="http://schemas.microsoft.com/office/drawing/2014/main" val="2582411929"/>
                    </a:ext>
                  </a:extLst>
                </a:gridCol>
                <a:gridCol w="3475704">
                  <a:extLst>
                    <a:ext uri="{9D8B030D-6E8A-4147-A177-3AD203B41FA5}">
                      <a16:colId xmlns:a16="http://schemas.microsoft.com/office/drawing/2014/main" val="3858860930"/>
                    </a:ext>
                  </a:extLst>
                </a:gridCol>
              </a:tblGrid>
              <a:tr h="285806">
                <a:tc>
                  <a:txBody>
                    <a:bodyPr/>
                    <a:lstStyle/>
                    <a:p>
                      <a:pPr algn="ctr" fontAlgn="base">
                        <a:lnSpc>
                          <a:spcPts val="1400"/>
                        </a:lnSpc>
                        <a:spcAft>
                          <a:spcPts val="0"/>
                        </a:spcAft>
                      </a:pPr>
                      <a:r>
                        <a:rPr lang="zh-CN" sz="1200" b="1" kern="500" dirty="0">
                          <a:effectLst/>
                          <a:latin typeface="微软雅黑" panose="020B0503020204020204" pitchFamily="34" charset="-122"/>
                          <a:ea typeface="微软雅黑" panose="020B0503020204020204" pitchFamily="34" charset="-122"/>
                        </a:rPr>
                        <a:t>标准</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别名</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频段</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最高数据率</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物理层</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673052632"/>
                  </a:ext>
                </a:extLst>
              </a:tr>
              <a:tr h="382428">
                <a:tc>
                  <a:txBody>
                    <a:bodyPr/>
                    <a:lstStyle/>
                    <a:p>
                      <a:pPr algn="l"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802.11b(1999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solidFill>
                            <a:schemeClr val="bg1">
                              <a:lumMod val="50000"/>
                            </a:schemeClr>
                          </a:solidFill>
                          <a:effectLst/>
                          <a:latin typeface="微软雅黑" panose="020B0503020204020204" pitchFamily="34" charset="-122"/>
                          <a:ea typeface="微软雅黑" panose="020B0503020204020204" pitchFamily="34" charset="-122"/>
                        </a:rPr>
                        <a:t>Wi-Fi 1</a:t>
                      </a:r>
                      <a:endParaRPr lang="zh-CN" sz="1200" b="1" kern="500" dirty="0">
                        <a:solidFill>
                          <a:schemeClr val="bg1">
                            <a:lumMod val="50000"/>
                          </a:schemeClr>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2.4 GHz</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11 Mbit/s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200" b="1" kern="500">
                          <a:effectLst/>
                          <a:latin typeface="微软雅黑" panose="020B0503020204020204" pitchFamily="34" charset="-122"/>
                          <a:ea typeface="微软雅黑" panose="020B0503020204020204" pitchFamily="34" charset="-122"/>
                        </a:rPr>
                        <a:t>扩频</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1411001665"/>
                  </a:ext>
                </a:extLst>
              </a:tr>
              <a:tr h="382428">
                <a:tc>
                  <a:txBody>
                    <a:bodyPr/>
                    <a:lstStyle/>
                    <a:p>
                      <a:pPr algn="l"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802.11a(1999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solidFill>
                            <a:schemeClr val="bg1">
                              <a:lumMod val="50000"/>
                            </a:schemeClr>
                          </a:solidFill>
                          <a:effectLst/>
                          <a:latin typeface="微软雅黑" panose="020B0503020204020204" pitchFamily="34" charset="-122"/>
                          <a:ea typeface="微软雅黑" panose="020B0503020204020204" pitchFamily="34" charset="-122"/>
                        </a:rPr>
                        <a:t>Wi-Fi 2</a:t>
                      </a:r>
                      <a:endParaRPr lang="zh-CN" sz="1200" b="1" kern="500" dirty="0">
                        <a:solidFill>
                          <a:schemeClr val="bg1">
                            <a:lumMod val="50000"/>
                          </a:schemeClr>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5 GHz</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54 Mbit/s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OFDM，64-QAM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180692589"/>
                  </a:ext>
                </a:extLst>
              </a:tr>
              <a:tr h="382428">
                <a:tc>
                  <a:txBody>
                    <a:bodyPr/>
                    <a:lstStyle/>
                    <a:p>
                      <a:pPr algn="l"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802.11g(2003</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solidFill>
                            <a:schemeClr val="bg1">
                              <a:lumMod val="50000"/>
                            </a:schemeClr>
                          </a:solidFill>
                          <a:effectLst/>
                          <a:latin typeface="微软雅黑" panose="020B0503020204020204" pitchFamily="34" charset="-122"/>
                          <a:ea typeface="微软雅黑" panose="020B0503020204020204" pitchFamily="34" charset="-122"/>
                        </a:rPr>
                        <a:t>Wi-Fi 3</a:t>
                      </a:r>
                      <a:endParaRPr lang="zh-CN" sz="1200" b="1" kern="500" dirty="0">
                        <a:solidFill>
                          <a:schemeClr val="bg1">
                            <a:lumMod val="50000"/>
                          </a:schemeClr>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2.4 GHz</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54 Mbit/s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OFDM，64-QAM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101587694"/>
                  </a:ext>
                </a:extLst>
              </a:tr>
              <a:tr h="382428">
                <a:tc>
                  <a:txBody>
                    <a:bodyPr/>
                    <a:lstStyle/>
                    <a:p>
                      <a:pPr algn="l"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802.11n(2009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4</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2.4/5 GHz</a:t>
                      </a:r>
                      <a:endParaRPr lang="zh-CN" sz="1200" b="1" kern="500" dirty="0">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fontAlgn="base">
                        <a:lnSpc>
                          <a:spcPts val="1200"/>
                        </a:lnSpc>
                        <a:spcAft>
                          <a:spcPts val="0"/>
                        </a:spcAft>
                      </a:pPr>
                      <a:r>
                        <a:rPr lang="en-US" sz="1200" b="1" kern="0" spc="-10" dirty="0">
                          <a:effectLst/>
                          <a:latin typeface="微软雅黑" panose="020B0503020204020204" pitchFamily="34" charset="-122"/>
                          <a:ea typeface="微软雅黑" panose="020B0503020204020204" pitchFamily="34" charset="-122"/>
                        </a:rPr>
                        <a:t>600 Mbit/s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4  4 MIMO，OFDM，64-QAM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506416923"/>
                  </a:ext>
                </a:extLst>
              </a:tr>
              <a:tr h="382428">
                <a:tc>
                  <a:txBody>
                    <a:bodyPr/>
                    <a:lstStyle/>
                    <a:p>
                      <a:pPr algn="l"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802.11ac(2014</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5</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a:effectLst/>
                          <a:latin typeface="微软雅黑" panose="020B0503020204020204" pitchFamily="34" charset="-122"/>
                          <a:ea typeface="微软雅黑" panose="020B0503020204020204" pitchFamily="34" charset="-122"/>
                        </a:rPr>
                        <a:t>5 GHz</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altLang="zh-CN" sz="1200" b="1" kern="0" spc="-10" dirty="0">
                          <a:effectLst/>
                          <a:latin typeface="微软雅黑" panose="020B0503020204020204" pitchFamily="34" charset="-122"/>
                          <a:ea typeface="微软雅黑" panose="020B0503020204020204" pitchFamily="34" charset="-122"/>
                        </a:rPr>
                        <a:t>6.93</a:t>
                      </a:r>
                      <a:r>
                        <a:rPr lang="en-US" sz="1200" b="1" kern="0" spc="-10" dirty="0">
                          <a:effectLst/>
                          <a:latin typeface="微软雅黑" panose="020B0503020204020204" pitchFamily="34" charset="-122"/>
                          <a:ea typeface="微软雅黑" panose="020B0503020204020204" pitchFamily="34" charset="-122"/>
                        </a:rPr>
                        <a:t> Gbit/s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8  8 MIMO，OFDM，256-QAM</a:t>
                      </a:r>
                    </a:p>
                    <a:p>
                      <a:pPr algn="ctr" fontAlgn="base">
                        <a:lnSpc>
                          <a:spcPts val="1200"/>
                        </a:lnSpc>
                        <a:spcAft>
                          <a:spcPts val="0"/>
                        </a:spcAft>
                      </a:pPr>
                      <a:r>
                        <a:rPr lang="zh-CN" altLang="en-US" sz="1200" b="1" kern="0" dirty="0">
                          <a:effectLst/>
                          <a:latin typeface="微软雅黑" panose="020B0503020204020204" pitchFamily="34" charset="-122"/>
                          <a:ea typeface="微软雅黑" panose="020B0503020204020204" pitchFamily="34" charset="-122"/>
                        </a:rPr>
                        <a:t>支持下行</a:t>
                      </a:r>
                      <a:r>
                        <a:rPr lang="en-US" sz="1200" b="1" kern="0" dirty="0">
                          <a:effectLst/>
                          <a:latin typeface="微软雅黑" panose="020B0503020204020204" pitchFamily="34" charset="-122"/>
                          <a:ea typeface="微软雅黑" panose="020B0503020204020204" pitchFamily="34" charset="-122"/>
                        </a:rPr>
                        <a:t>MU-MIMO</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4157720987"/>
                  </a:ext>
                </a:extLst>
              </a:tr>
              <a:tr h="382428">
                <a:tc>
                  <a:txBody>
                    <a:bodyPr/>
                    <a:lstStyle/>
                    <a:p>
                      <a:pPr algn="l"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802.11ax(2019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6</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2.4/5 GHz</a:t>
                      </a:r>
                      <a:endParaRPr lang="zh-CN" sz="1200" b="1" kern="500" dirty="0">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fontAlgn="base">
                        <a:lnSpc>
                          <a:spcPts val="1200"/>
                        </a:lnSpc>
                        <a:spcAft>
                          <a:spcPts val="0"/>
                        </a:spcAft>
                      </a:pPr>
                      <a:r>
                        <a:rPr lang="en-US" sz="1200" b="1" kern="0" spc="-10">
                          <a:effectLst/>
                          <a:latin typeface="微软雅黑" panose="020B0503020204020204" pitchFamily="34" charset="-122"/>
                          <a:ea typeface="微软雅黑" panose="020B0503020204020204" pitchFamily="34" charset="-122"/>
                        </a:rPr>
                        <a:t>9.6 Gbit/s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8  8 MIMO，OFDMA，1024-QAM</a:t>
                      </a:r>
                    </a:p>
                    <a:p>
                      <a:pPr algn="ctr" fontAlgn="base">
                        <a:lnSpc>
                          <a:spcPts val="1200"/>
                        </a:lnSpc>
                        <a:spcAft>
                          <a:spcPts val="0"/>
                        </a:spcAft>
                      </a:pPr>
                      <a:r>
                        <a:rPr lang="zh-CN" altLang="en-US" sz="1200" b="1" kern="0" dirty="0">
                          <a:effectLst/>
                          <a:latin typeface="微软雅黑" panose="020B0503020204020204" pitchFamily="34" charset="-122"/>
                          <a:ea typeface="微软雅黑" panose="020B0503020204020204" pitchFamily="34" charset="-122"/>
                        </a:rPr>
                        <a:t>支持上下行</a:t>
                      </a:r>
                      <a:r>
                        <a:rPr lang="en-US" sz="1200" b="1" kern="0" dirty="0">
                          <a:effectLst/>
                          <a:latin typeface="微软雅黑" panose="020B0503020204020204" pitchFamily="34" charset="-122"/>
                          <a:ea typeface="微软雅黑" panose="020B0503020204020204" pitchFamily="34" charset="-122"/>
                        </a:rPr>
                        <a:t>MU-MIMO</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089963033"/>
                  </a:ext>
                </a:extLst>
              </a:tr>
              <a:tr h="382428">
                <a:tc>
                  <a:txBody>
                    <a:bodyPr/>
                    <a:lstStyle/>
                    <a:p>
                      <a:pPr algn="l" fontAlgn="base">
                        <a:lnSpc>
                          <a:spcPts val="1200"/>
                        </a:lnSpc>
                        <a:spcAft>
                          <a:spcPts val="0"/>
                        </a:spcAft>
                      </a:pPr>
                      <a:r>
                        <a:rPr lang="en-US" alt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rPr>
                        <a:t>802.11be(2024</a:t>
                      </a:r>
                      <a:r>
                        <a:rPr lang="zh-CN" altLang="en-US"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rPr>
                        <a:t>年</a:t>
                      </a:r>
                      <a:r>
                        <a:rPr lang="en-US" alt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alt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rPr>
                        <a:t>Wi-Fi 7</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altLang="zh-CN" sz="1200" b="1" kern="500" dirty="0">
                          <a:effectLst/>
                          <a:latin typeface="微软雅黑" panose="020B0503020204020204" pitchFamily="34" charset="-122"/>
                          <a:ea typeface="微软雅黑" panose="020B0503020204020204" pitchFamily="34" charset="-122"/>
                        </a:rPr>
                        <a:t>2.4/5/6 GHz</a:t>
                      </a:r>
                      <a:endParaRPr lang="zh-CN" sz="1200" b="1" kern="500" dirty="0">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fontAlgn="base">
                        <a:lnSpc>
                          <a:spcPts val="1200"/>
                        </a:lnSpc>
                        <a:spcAft>
                          <a:spcPts val="0"/>
                        </a:spcAft>
                      </a:pPr>
                      <a:r>
                        <a:rPr lang="en-US" alt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rPr>
                        <a:t>46 Gbit/s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alt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rPr>
                        <a:t>16  16 MIMO</a:t>
                      </a:r>
                      <a:r>
                        <a:rPr lang="zh-CN" altLang="en-US" sz="1200" b="1" kern="5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rPr>
                        <a:t>OFDMA</a:t>
                      </a:r>
                      <a:r>
                        <a:rPr lang="zh-CN" altLang="en-US" sz="1200" b="1" kern="5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rPr>
                        <a:t>4096-QAM</a:t>
                      </a:r>
                    </a:p>
                    <a:p>
                      <a:pPr algn="ctr" fontAlgn="base">
                        <a:lnSpc>
                          <a:spcPts val="1200"/>
                        </a:lnSpc>
                        <a:spcAft>
                          <a:spcPts val="0"/>
                        </a:spcAft>
                      </a:pPr>
                      <a:r>
                        <a:rPr lang="zh-CN" altLang="en-US" sz="1200" b="1" kern="500" dirty="0">
                          <a:effectLst/>
                          <a:latin typeface="微软雅黑" panose="020B0503020204020204" pitchFamily="34" charset="-122"/>
                          <a:ea typeface="微软雅黑" panose="020B0503020204020204" pitchFamily="34" charset="-122"/>
                          <a:cs typeface="Times New Roman" panose="02020603050405020304" pitchFamily="18" charset="0"/>
                        </a:rPr>
                        <a:t>支持上下行</a:t>
                      </a:r>
                      <a:r>
                        <a:rPr lang="en-US" alt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rPr>
                        <a:t>MU-MIMO</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898668145"/>
                  </a:ext>
                </a:extLst>
              </a:tr>
            </a:tbl>
          </a:graphicData>
        </a:graphic>
      </p:graphicFrame>
      <p:sp>
        <p:nvSpPr>
          <p:cNvPr id="7" name="Rectangle 1"/>
          <p:cNvSpPr>
            <a:spLocks noChangeArrowheads="1"/>
          </p:cNvSpPr>
          <p:nvPr/>
        </p:nvSpPr>
        <p:spPr bwMode="auto">
          <a:xfrm>
            <a:off x="1866900" y="19986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zh-CN" altLang="zh-CN" sz="1800" b="0" i="0" u="none" strike="noStrike" cap="none" normalizeH="0" baseline="0">
                <a:ln>
                  <a:noFill/>
                </a:ln>
                <a:solidFill>
                  <a:schemeClr val="tx1"/>
                </a:solidFill>
                <a:effectLst/>
                <a:latin typeface="Arial" panose="020B0604020202020204" pitchFamily="34" charset="0"/>
              </a:rPr>
            </a:br>
            <a:endParaRPr kumimoji="0" lang="zh-CN" altLang="zh-CN" sz="1800" b="0" i="0" u="none" strike="noStrike" cap="none" normalizeH="0" baseline="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188294997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1052053" y="3619397"/>
            <a:ext cx="7359444" cy="646331"/>
          </a:xfrm>
          <a:prstGeom prst="rect">
            <a:avLst/>
          </a:prstGeom>
        </p:spPr>
        <p:txBody>
          <a:bodyPr wrap="square">
            <a:spAutoFit/>
          </a:bodyPr>
          <a:lstStyle/>
          <a:p>
            <a:pPr algn="ctr"/>
            <a:r>
              <a:rPr lang="zh-CN" altLang="en-US" b="1" dirty="0">
                <a:latin typeface="微软雅黑" pitchFamily="34" charset="-122"/>
                <a:ea typeface="微软雅黑" pitchFamily="34" charset="-122"/>
              </a:rPr>
              <a:t>在无线局域网中，若多个站点同时发送数据，由于共享无线信道，会导致信号碰撞，数据传输失败。必须解决共享信道上的</a:t>
            </a:r>
            <a:r>
              <a:rPr lang="zh-CN" altLang="en-US" b="1" dirty="0">
                <a:solidFill>
                  <a:srgbClr val="C00000"/>
                </a:solidFill>
                <a:latin typeface="微软雅黑" pitchFamily="34" charset="-122"/>
                <a:ea typeface="微软雅黑" pitchFamily="34" charset="-122"/>
              </a:rPr>
              <a:t>信号碰撞问题</a:t>
            </a:r>
            <a:r>
              <a:rPr lang="zh-CN" altLang="en-US" b="1" dirty="0">
                <a:latin typeface="微软雅黑" pitchFamily="34" charset="-122"/>
                <a:ea typeface="微软雅黑" pitchFamily="34" charset="-122"/>
              </a:rPr>
              <a:t>！</a:t>
            </a:r>
          </a:p>
        </p:txBody>
      </p:sp>
      <p:sp>
        <p:nvSpPr>
          <p:cNvPr id="5" name="AutoShape 12"/>
          <p:cNvSpPr>
            <a:spLocks noChangeArrowheads="1"/>
          </p:cNvSpPr>
          <p:nvPr/>
        </p:nvSpPr>
        <p:spPr bwMode="auto">
          <a:xfrm>
            <a:off x="511896" y="623733"/>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9" name="Rectangle 13"/>
          <p:cNvSpPr>
            <a:spLocks noChangeArrowheads="1"/>
          </p:cNvSpPr>
          <p:nvPr/>
        </p:nvSpPr>
        <p:spPr bwMode="auto">
          <a:xfrm>
            <a:off x="1915323" y="598269"/>
            <a:ext cx="53221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8.1.3  802.11 </a:t>
            </a:r>
            <a:r>
              <a:rPr lang="zh-CN" altLang="en-US" sz="2400" b="1" dirty="0">
                <a:solidFill>
                  <a:schemeClr val="bg1"/>
                </a:solidFill>
                <a:latin typeface="微软雅黑" pitchFamily="34" charset="-122"/>
                <a:ea typeface="微软雅黑" pitchFamily="34" charset="-122"/>
              </a:rPr>
              <a:t>局域网的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层协议</a:t>
            </a:r>
            <a:endParaRPr lang="en-US" altLang="zh-CN" sz="2400" b="1" dirty="0">
              <a:solidFill>
                <a:schemeClr val="bg1"/>
              </a:solidFill>
              <a:latin typeface="微软雅黑" pitchFamily="34" charset="-122"/>
              <a:ea typeface="微软雅黑" pitchFamily="34" charset="-122"/>
            </a:endParaRPr>
          </a:p>
        </p:txBody>
      </p:sp>
      <p:sp>
        <p:nvSpPr>
          <p:cNvPr id="10" name="圆角矩形 9"/>
          <p:cNvSpPr/>
          <p:nvPr/>
        </p:nvSpPr>
        <p:spPr>
          <a:xfrm>
            <a:off x="569293" y="1086643"/>
            <a:ext cx="8133857" cy="251196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11" name="组合 10"/>
          <p:cNvGrpSpPr/>
          <p:nvPr/>
        </p:nvGrpSpPr>
        <p:grpSpPr>
          <a:xfrm>
            <a:off x="2614076" y="1126696"/>
            <a:ext cx="3472216" cy="2280689"/>
            <a:chOff x="4116438" y="2064574"/>
            <a:chExt cx="4113022" cy="3260496"/>
          </a:xfrm>
        </p:grpSpPr>
        <p:sp>
          <p:nvSpPr>
            <p:cNvPr id="12" name="Oval 86"/>
            <p:cNvSpPr>
              <a:spLocks noChangeArrowheads="1"/>
            </p:cNvSpPr>
            <p:nvPr/>
          </p:nvSpPr>
          <p:spPr bwMode="auto">
            <a:xfrm>
              <a:off x="4772679" y="2310408"/>
              <a:ext cx="3456781" cy="3014662"/>
            </a:xfrm>
            <a:prstGeom prst="ellipse">
              <a:avLst/>
            </a:prstGeom>
            <a:solidFill>
              <a:srgbClr val="66FFFF"/>
            </a:solidFill>
            <a:ln w="12700">
              <a:solidFill>
                <a:srgbClr val="0000FF"/>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 name="Text Box 89"/>
            <p:cNvSpPr txBox="1">
              <a:spLocks noChangeArrowheads="1"/>
            </p:cNvSpPr>
            <p:nvPr/>
          </p:nvSpPr>
          <p:spPr bwMode="auto">
            <a:xfrm>
              <a:off x="4116438" y="2064574"/>
              <a:ext cx="1312481" cy="528001"/>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b="1" dirty="0">
                  <a:latin typeface="微软雅黑" panose="020B0503020204020204" pitchFamily="34" charset="-122"/>
                  <a:ea typeface="微软雅黑" panose="020B0503020204020204" pitchFamily="34" charset="-122"/>
                </a:rPr>
                <a:t>共享信道</a:t>
              </a:r>
            </a:p>
          </p:txBody>
        </p:sp>
        <p:sp>
          <p:nvSpPr>
            <p:cNvPr id="14" name="Line 139"/>
            <p:cNvSpPr>
              <a:spLocks noChangeShapeType="1"/>
            </p:cNvSpPr>
            <p:nvPr/>
          </p:nvSpPr>
          <p:spPr bwMode="auto">
            <a:xfrm>
              <a:off x="5152289" y="2496073"/>
              <a:ext cx="747000" cy="96130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35" name="组合 34"/>
          <p:cNvGrpSpPr/>
          <p:nvPr/>
        </p:nvGrpSpPr>
        <p:grpSpPr>
          <a:xfrm>
            <a:off x="3488167" y="2569008"/>
            <a:ext cx="547291" cy="482329"/>
            <a:chOff x="2565534" y="4101618"/>
            <a:chExt cx="360485" cy="386301"/>
          </a:xfrm>
        </p:grpSpPr>
        <p:sp>
          <p:nvSpPr>
            <p:cNvPr id="3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37" name="Group 424"/>
            <p:cNvGrpSpPr>
              <a:grpSpLocks/>
            </p:cNvGrpSpPr>
            <p:nvPr/>
          </p:nvGrpSpPr>
          <p:grpSpPr bwMode="auto">
            <a:xfrm>
              <a:off x="2565534" y="4101618"/>
              <a:ext cx="360485" cy="119330"/>
              <a:chOff x="748" y="2251"/>
              <a:chExt cx="306" cy="90"/>
            </a:xfrm>
          </p:grpSpPr>
          <p:sp>
            <p:nvSpPr>
              <p:cNvPr id="3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3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5" name="组合 44"/>
          <p:cNvGrpSpPr/>
          <p:nvPr/>
        </p:nvGrpSpPr>
        <p:grpSpPr>
          <a:xfrm>
            <a:off x="4337466" y="2569008"/>
            <a:ext cx="547291" cy="482329"/>
            <a:chOff x="2565534" y="4101618"/>
            <a:chExt cx="360485" cy="386301"/>
          </a:xfrm>
        </p:grpSpPr>
        <p:sp>
          <p:nvSpPr>
            <p:cNvPr id="4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47" name="Group 424"/>
            <p:cNvGrpSpPr>
              <a:grpSpLocks/>
            </p:cNvGrpSpPr>
            <p:nvPr/>
          </p:nvGrpSpPr>
          <p:grpSpPr bwMode="auto">
            <a:xfrm>
              <a:off x="2565534" y="4101618"/>
              <a:ext cx="360485" cy="119330"/>
              <a:chOff x="748" y="2251"/>
              <a:chExt cx="306" cy="90"/>
            </a:xfrm>
          </p:grpSpPr>
          <p:sp>
            <p:nvSpPr>
              <p:cNvPr id="4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4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55" name="组合 54"/>
          <p:cNvGrpSpPr/>
          <p:nvPr/>
        </p:nvGrpSpPr>
        <p:grpSpPr>
          <a:xfrm>
            <a:off x="5198118" y="2586814"/>
            <a:ext cx="547291" cy="482329"/>
            <a:chOff x="2565534" y="4101618"/>
            <a:chExt cx="360485" cy="386301"/>
          </a:xfrm>
        </p:grpSpPr>
        <p:sp>
          <p:nvSpPr>
            <p:cNvPr id="5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57" name="Group 424"/>
            <p:cNvGrpSpPr>
              <a:grpSpLocks/>
            </p:cNvGrpSpPr>
            <p:nvPr/>
          </p:nvGrpSpPr>
          <p:grpSpPr bwMode="auto">
            <a:xfrm>
              <a:off x="2565534" y="4101618"/>
              <a:ext cx="360485" cy="119330"/>
              <a:chOff x="748" y="2251"/>
              <a:chExt cx="306" cy="90"/>
            </a:xfrm>
          </p:grpSpPr>
          <p:sp>
            <p:nvSpPr>
              <p:cNvPr id="5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5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66" name="Text Box 34"/>
          <p:cNvSpPr txBox="1">
            <a:spLocks noChangeArrowheads="1"/>
          </p:cNvSpPr>
          <p:nvPr/>
        </p:nvSpPr>
        <p:spPr bwMode="auto">
          <a:xfrm>
            <a:off x="4728702" y="1611660"/>
            <a:ext cx="5100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omic Sans MS" panose="030F0702030302020204" pitchFamily="66" charset="0"/>
              </a:defRPr>
            </a:lvl1pPr>
            <a:lvl2pPr marL="742950" indent="-285750">
              <a:defRPr>
                <a:solidFill>
                  <a:schemeClr val="tx1"/>
                </a:solidFill>
                <a:latin typeface="Comic Sans MS" panose="030F0702030302020204" pitchFamily="66" charset="0"/>
              </a:defRPr>
            </a:lvl2pPr>
            <a:lvl3pPr marL="1143000" indent="-228600">
              <a:defRPr>
                <a:solidFill>
                  <a:schemeClr val="tx1"/>
                </a:solidFill>
                <a:latin typeface="Comic Sans MS" panose="030F0702030302020204" pitchFamily="66" charset="0"/>
              </a:defRPr>
            </a:lvl3pPr>
            <a:lvl4pPr marL="1600200" indent="-228600">
              <a:defRPr>
                <a:solidFill>
                  <a:schemeClr val="tx1"/>
                </a:solidFill>
                <a:latin typeface="Comic Sans MS" panose="030F0702030302020204" pitchFamily="66" charset="0"/>
              </a:defRPr>
            </a:lvl4pPr>
            <a:lvl5pPr marL="2057400" indent="-228600">
              <a:defRPr>
                <a:solidFill>
                  <a:schemeClr val="tx1"/>
                </a:solidFill>
                <a:latin typeface="Comic Sans MS" panose="030F0702030302020204" pitchFamily="66" charset="0"/>
              </a:defRPr>
            </a:lvl5pPr>
            <a:lvl6pPr marL="2514600" indent="-228600" eaLnBrk="0" fontAlgn="base" hangingPunct="0">
              <a:spcBef>
                <a:spcPct val="0"/>
              </a:spcBef>
              <a:spcAft>
                <a:spcPct val="0"/>
              </a:spcAft>
              <a:defRPr>
                <a:solidFill>
                  <a:schemeClr val="tx1"/>
                </a:solidFill>
                <a:latin typeface="Comic Sans MS" panose="030F0702030302020204" pitchFamily="66" charset="0"/>
              </a:defRPr>
            </a:lvl6pPr>
            <a:lvl7pPr marL="2971800" indent="-228600" eaLnBrk="0" fontAlgn="base" hangingPunct="0">
              <a:spcBef>
                <a:spcPct val="0"/>
              </a:spcBef>
              <a:spcAft>
                <a:spcPct val="0"/>
              </a:spcAft>
              <a:defRPr>
                <a:solidFill>
                  <a:schemeClr val="tx1"/>
                </a:solidFill>
                <a:latin typeface="Comic Sans MS" panose="030F0702030302020204" pitchFamily="66" charset="0"/>
              </a:defRPr>
            </a:lvl7pPr>
            <a:lvl8pPr marL="3429000" indent="-228600" eaLnBrk="0" fontAlgn="base" hangingPunct="0">
              <a:spcBef>
                <a:spcPct val="0"/>
              </a:spcBef>
              <a:spcAft>
                <a:spcPct val="0"/>
              </a:spcAft>
              <a:defRPr>
                <a:solidFill>
                  <a:schemeClr val="tx1"/>
                </a:solidFill>
                <a:latin typeface="Comic Sans MS" panose="030F0702030302020204" pitchFamily="66" charset="0"/>
              </a:defRPr>
            </a:lvl8pPr>
            <a:lvl9pPr marL="3886200" indent="-228600" eaLnBrk="0" fontAlgn="base" hangingPunct="0">
              <a:spcBef>
                <a:spcPct val="0"/>
              </a:spcBef>
              <a:spcAft>
                <a:spcPct val="0"/>
              </a:spcAft>
              <a:defRPr>
                <a:solidFill>
                  <a:schemeClr val="tx1"/>
                </a:solidFill>
                <a:latin typeface="Comic Sans MS" panose="030F0702030302020204" pitchFamily="66" charset="0"/>
              </a:defRPr>
            </a:lvl9pPr>
          </a:lstStyle>
          <a:p>
            <a:pPr eaLnBrk="1" hangingPunct="1"/>
            <a:r>
              <a:rPr lang="en-US" altLang="zh-CN" b="1" dirty="0">
                <a:latin typeface="微软雅黑" panose="020B0503020204020204" pitchFamily="34" charset="-122"/>
                <a:ea typeface="微软雅黑" panose="020B0503020204020204" pitchFamily="34" charset="-122"/>
              </a:rPr>
              <a:t>AP</a:t>
            </a:r>
          </a:p>
        </p:txBody>
      </p:sp>
      <p:grpSp>
        <p:nvGrpSpPr>
          <p:cNvPr id="2" name="组合 1"/>
          <p:cNvGrpSpPr/>
          <p:nvPr/>
        </p:nvGrpSpPr>
        <p:grpSpPr>
          <a:xfrm>
            <a:off x="4409176" y="1418695"/>
            <a:ext cx="501231" cy="520389"/>
            <a:chOff x="4061675" y="1960580"/>
            <a:chExt cx="501231" cy="520389"/>
          </a:xfrm>
        </p:grpSpPr>
        <p:pic>
          <p:nvPicPr>
            <p:cNvPr id="68" name="Picture 36" descr="31u_bnrz[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6200000">
              <a:off x="4153354" y="2237163"/>
              <a:ext cx="295337" cy="19227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grpSp>
          <p:nvGrpSpPr>
            <p:cNvPr id="88" name="Group 463"/>
            <p:cNvGrpSpPr>
              <a:grpSpLocks/>
            </p:cNvGrpSpPr>
            <p:nvPr/>
          </p:nvGrpSpPr>
          <p:grpSpPr bwMode="auto">
            <a:xfrm>
              <a:off x="4061675" y="1960580"/>
              <a:ext cx="501231" cy="202502"/>
              <a:chOff x="748" y="2251"/>
              <a:chExt cx="306" cy="90"/>
            </a:xfrm>
            <a:solidFill>
              <a:srgbClr val="0066FF"/>
            </a:solidFill>
          </p:grpSpPr>
          <p:sp>
            <p:nvSpPr>
              <p:cNvPr id="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97" name="Freeform 293"/>
          <p:cNvSpPr>
            <a:spLocks/>
          </p:cNvSpPr>
          <p:nvPr/>
        </p:nvSpPr>
        <p:spPr bwMode="auto">
          <a:xfrm>
            <a:off x="4000791" y="2044715"/>
            <a:ext cx="259952" cy="358942"/>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Freeform 293"/>
          <p:cNvSpPr>
            <a:spLocks/>
          </p:cNvSpPr>
          <p:nvPr/>
        </p:nvSpPr>
        <p:spPr bwMode="auto">
          <a:xfrm flipH="1">
            <a:off x="5013219" y="2091117"/>
            <a:ext cx="259952" cy="358942"/>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Freeform 293"/>
          <p:cNvSpPr>
            <a:spLocks/>
          </p:cNvSpPr>
          <p:nvPr/>
        </p:nvSpPr>
        <p:spPr bwMode="auto">
          <a:xfrm rot="2515369" flipH="1">
            <a:off x="4524293" y="2078462"/>
            <a:ext cx="259952" cy="377144"/>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 name="文本框 6">
            <a:extLst>
              <a:ext uri="{FF2B5EF4-FFF2-40B4-BE49-F238E27FC236}">
                <a16:creationId xmlns:a16="http://schemas.microsoft.com/office/drawing/2014/main" id="{A4035025-671D-AA29-0EC3-62A45F584262}"/>
              </a:ext>
            </a:extLst>
          </p:cNvPr>
          <p:cNvSpPr txBox="1"/>
          <p:nvPr/>
        </p:nvSpPr>
        <p:spPr>
          <a:xfrm>
            <a:off x="6257119" y="1620703"/>
            <a:ext cx="2021085" cy="646331"/>
          </a:xfrm>
          <a:prstGeom prst="rect">
            <a:avLst/>
          </a:prstGeom>
          <a:solidFill>
            <a:srgbClr val="C00000"/>
          </a:solidFill>
          <a:effectLst>
            <a:outerShdw blurRad="50800" dist="38100" dir="2700000" algn="tl" rotWithShape="0">
              <a:prstClr val="black">
                <a:alpha val="40000"/>
              </a:prstClr>
            </a:outerShdw>
          </a:effectLst>
        </p:spPr>
        <p:txBody>
          <a:bodyPr wrap="square">
            <a:spAutoFit/>
          </a:bodyPr>
          <a:lstStyle/>
          <a:p>
            <a:pPr algn="dist"/>
            <a:r>
              <a:rPr lang="zh-CN" altLang="en-US" b="1" dirty="0">
                <a:solidFill>
                  <a:schemeClr val="bg1"/>
                </a:solidFill>
                <a:latin typeface="微软雅黑" panose="020B0503020204020204" pitchFamily="34" charset="-122"/>
                <a:ea typeface="微软雅黑" panose="020B0503020204020204" pitchFamily="34" charset="-122"/>
              </a:rPr>
              <a:t>能否用</a:t>
            </a:r>
            <a:r>
              <a:rPr lang="en-US" altLang="zh-CN" b="1" dirty="0">
                <a:solidFill>
                  <a:schemeClr val="bg1"/>
                </a:solidFill>
                <a:latin typeface="微软雅黑" panose="020B0503020204020204" pitchFamily="34" charset="-122"/>
                <a:ea typeface="微软雅黑" panose="020B0503020204020204" pitchFamily="34" charset="-122"/>
              </a:rPr>
              <a:t>CSMA/CD</a:t>
            </a:r>
            <a:r>
              <a:rPr lang="zh-CN" altLang="en-US" b="1" dirty="0">
                <a:solidFill>
                  <a:schemeClr val="bg1"/>
                </a:solidFill>
                <a:latin typeface="微软雅黑" panose="020B0503020204020204" pitchFamily="34" charset="-122"/>
                <a:ea typeface="微软雅黑" panose="020B0503020204020204" pitchFamily="34" charset="-122"/>
              </a:rPr>
              <a:t>来解决该问题呢？</a:t>
            </a:r>
          </a:p>
        </p:txBody>
      </p:sp>
    </p:spTree>
    <p:extLst>
      <p:ext uri="{BB962C8B-B14F-4D97-AF65-F5344CB8AC3E}">
        <p14:creationId xmlns:p14="http://schemas.microsoft.com/office/powerpoint/2010/main" val="31204131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26"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ipe(down)">
                                      <p:cBhvr>
                                        <p:cTn id="11" dur="580">
                                          <p:stCondLst>
                                            <p:cond delay="0"/>
                                          </p:stCondLst>
                                        </p:cTn>
                                        <p:tgtEl>
                                          <p:spTgt spid="7"/>
                                        </p:tgtEl>
                                      </p:cBhvr>
                                    </p:animEffect>
                                    <p:anim calcmode="lin" valueType="num">
                                      <p:cBhvr>
                                        <p:cTn id="12" dur="1822" tmFilter="0,0; 0.14,0.36; 0.43,0.73; 0.71,0.91; 1.0,1.0">
                                          <p:stCondLst>
                                            <p:cond delay="0"/>
                                          </p:stCondLst>
                                        </p:cTn>
                                        <p:tgtEl>
                                          <p:spTgt spid="7"/>
                                        </p:tgtEl>
                                        <p:attrNameLst>
                                          <p:attrName>ppt_x</p:attrName>
                                        </p:attrNameLst>
                                      </p:cBhvr>
                                      <p:tavLst>
                                        <p:tav tm="0">
                                          <p:val>
                                            <p:strVal val="#ppt_x-0.25"/>
                                          </p:val>
                                        </p:tav>
                                        <p:tav tm="100000">
                                          <p:val>
                                            <p:strVal val="#ppt_x"/>
                                          </p:val>
                                        </p:tav>
                                      </p:tavLst>
                                    </p:anim>
                                    <p:anim calcmode="lin" valueType="num">
                                      <p:cBhvr>
                                        <p:cTn id="13" dur="664" tmFilter="0.0,0.0; 0.25,0.07; 0.50,0.2; 0.75,0.467; 1.0,1.0">
                                          <p:stCondLst>
                                            <p:cond delay="0"/>
                                          </p:stCondLst>
                                        </p:cTn>
                                        <p:tgtEl>
                                          <p:spTgt spid="7"/>
                                        </p:tgtEl>
                                        <p:attrNameLst>
                                          <p:attrName>ppt_y</p:attrName>
                                        </p:attrNameLst>
                                      </p:cBhvr>
                                      <p:tavLst>
                                        <p:tav tm="0" fmla="#ppt_y-sin(pi*$)/3">
                                          <p:val>
                                            <p:fltVal val="0.5"/>
                                          </p:val>
                                        </p:tav>
                                        <p:tav tm="100000">
                                          <p:val>
                                            <p:fltVal val="1"/>
                                          </p:val>
                                        </p:tav>
                                      </p:tavLst>
                                    </p:anim>
                                    <p:anim calcmode="lin" valueType="num">
                                      <p:cBhvr>
                                        <p:cTn id="14" dur="664" tmFilter="0, 0; 0.125,0.2665; 0.25,0.4; 0.375,0.465; 0.5,0.5;  0.625,0.535; 0.75,0.6; 0.875,0.7335; 1,1">
                                          <p:stCondLst>
                                            <p:cond delay="664"/>
                                          </p:stCondLst>
                                        </p:cTn>
                                        <p:tgtEl>
                                          <p:spTgt spid="7"/>
                                        </p:tgtEl>
                                        <p:attrNameLst>
                                          <p:attrName>ppt_y</p:attrName>
                                        </p:attrNameLst>
                                      </p:cBhvr>
                                      <p:tavLst>
                                        <p:tav tm="0" fmla="#ppt_y-sin(pi*$)/9">
                                          <p:val>
                                            <p:fltVal val="0"/>
                                          </p:val>
                                        </p:tav>
                                        <p:tav tm="100000">
                                          <p:val>
                                            <p:fltVal val="1"/>
                                          </p:val>
                                        </p:tav>
                                      </p:tavLst>
                                    </p:anim>
                                    <p:anim calcmode="lin" valueType="num">
                                      <p:cBhvr>
                                        <p:cTn id="15" dur="332" tmFilter="0, 0; 0.125,0.2665; 0.25,0.4; 0.375,0.465; 0.5,0.5;  0.625,0.535; 0.75,0.6; 0.875,0.7335; 1,1">
                                          <p:stCondLst>
                                            <p:cond delay="1324"/>
                                          </p:stCondLst>
                                        </p:cTn>
                                        <p:tgtEl>
                                          <p:spTgt spid="7"/>
                                        </p:tgtEl>
                                        <p:attrNameLst>
                                          <p:attrName>ppt_y</p:attrName>
                                        </p:attrNameLst>
                                      </p:cBhvr>
                                      <p:tavLst>
                                        <p:tav tm="0" fmla="#ppt_y-sin(pi*$)/27">
                                          <p:val>
                                            <p:fltVal val="0"/>
                                          </p:val>
                                        </p:tav>
                                        <p:tav tm="100000">
                                          <p:val>
                                            <p:fltVal val="1"/>
                                          </p:val>
                                        </p:tav>
                                      </p:tavLst>
                                    </p:anim>
                                    <p:anim calcmode="lin" valueType="num">
                                      <p:cBhvr>
                                        <p:cTn id="16" dur="164" tmFilter="0, 0; 0.125,0.2665; 0.25,0.4; 0.375,0.465; 0.5,0.5;  0.625,0.535; 0.75,0.6; 0.875,0.7335; 1,1">
                                          <p:stCondLst>
                                            <p:cond delay="1656"/>
                                          </p:stCondLst>
                                        </p:cTn>
                                        <p:tgtEl>
                                          <p:spTgt spid="7"/>
                                        </p:tgtEl>
                                        <p:attrNameLst>
                                          <p:attrName>ppt_y</p:attrName>
                                        </p:attrNameLst>
                                      </p:cBhvr>
                                      <p:tavLst>
                                        <p:tav tm="0" fmla="#ppt_y-sin(pi*$)/81">
                                          <p:val>
                                            <p:fltVal val="0"/>
                                          </p:val>
                                        </p:tav>
                                        <p:tav tm="100000">
                                          <p:val>
                                            <p:fltVal val="1"/>
                                          </p:val>
                                        </p:tav>
                                      </p:tavLst>
                                    </p:anim>
                                    <p:animScale>
                                      <p:cBhvr>
                                        <p:cTn id="17" dur="26">
                                          <p:stCondLst>
                                            <p:cond delay="650"/>
                                          </p:stCondLst>
                                        </p:cTn>
                                        <p:tgtEl>
                                          <p:spTgt spid="7"/>
                                        </p:tgtEl>
                                      </p:cBhvr>
                                      <p:to x="100000" y="60000"/>
                                    </p:animScale>
                                    <p:animScale>
                                      <p:cBhvr>
                                        <p:cTn id="18" dur="166" decel="50000">
                                          <p:stCondLst>
                                            <p:cond delay="676"/>
                                          </p:stCondLst>
                                        </p:cTn>
                                        <p:tgtEl>
                                          <p:spTgt spid="7"/>
                                        </p:tgtEl>
                                      </p:cBhvr>
                                      <p:to x="100000" y="100000"/>
                                    </p:animScale>
                                    <p:animScale>
                                      <p:cBhvr>
                                        <p:cTn id="19" dur="26">
                                          <p:stCondLst>
                                            <p:cond delay="1312"/>
                                          </p:stCondLst>
                                        </p:cTn>
                                        <p:tgtEl>
                                          <p:spTgt spid="7"/>
                                        </p:tgtEl>
                                      </p:cBhvr>
                                      <p:to x="100000" y="80000"/>
                                    </p:animScale>
                                    <p:animScale>
                                      <p:cBhvr>
                                        <p:cTn id="20" dur="166" decel="50000">
                                          <p:stCondLst>
                                            <p:cond delay="1338"/>
                                          </p:stCondLst>
                                        </p:cTn>
                                        <p:tgtEl>
                                          <p:spTgt spid="7"/>
                                        </p:tgtEl>
                                      </p:cBhvr>
                                      <p:to x="100000" y="100000"/>
                                    </p:animScale>
                                    <p:animScale>
                                      <p:cBhvr>
                                        <p:cTn id="21" dur="26">
                                          <p:stCondLst>
                                            <p:cond delay="1642"/>
                                          </p:stCondLst>
                                        </p:cTn>
                                        <p:tgtEl>
                                          <p:spTgt spid="7"/>
                                        </p:tgtEl>
                                      </p:cBhvr>
                                      <p:to x="100000" y="90000"/>
                                    </p:animScale>
                                    <p:animScale>
                                      <p:cBhvr>
                                        <p:cTn id="22" dur="166" decel="50000">
                                          <p:stCondLst>
                                            <p:cond delay="1668"/>
                                          </p:stCondLst>
                                        </p:cTn>
                                        <p:tgtEl>
                                          <p:spTgt spid="7"/>
                                        </p:tgtEl>
                                      </p:cBhvr>
                                      <p:to x="100000" y="100000"/>
                                    </p:animScale>
                                    <p:animScale>
                                      <p:cBhvr>
                                        <p:cTn id="23" dur="26">
                                          <p:stCondLst>
                                            <p:cond delay="1808"/>
                                          </p:stCondLst>
                                        </p:cTn>
                                        <p:tgtEl>
                                          <p:spTgt spid="7"/>
                                        </p:tgtEl>
                                      </p:cBhvr>
                                      <p:to x="100000" y="95000"/>
                                    </p:animScale>
                                    <p:animScale>
                                      <p:cBhvr>
                                        <p:cTn id="24" dur="166" decel="50000">
                                          <p:stCondLst>
                                            <p:cond delay="1834"/>
                                          </p:stCondLst>
                                        </p:cTn>
                                        <p:tgtEl>
                                          <p:spTgt spid="7"/>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497382" y="968791"/>
            <a:ext cx="8129016" cy="258673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无线局域网</a:t>
            </a:r>
            <a:r>
              <a:rPr lang="zh-CN" altLang="en-US" sz="2000" b="1" dirty="0">
                <a:solidFill>
                  <a:srgbClr val="C00000"/>
                </a:solidFill>
                <a:latin typeface="微软雅黑" pitchFamily="34" charset="-122"/>
                <a:ea typeface="微软雅黑" pitchFamily="34" charset="-122"/>
              </a:rPr>
              <a:t>不能</a:t>
            </a:r>
            <a:r>
              <a:rPr lang="zh-CN" altLang="en-US" sz="2000" b="1" dirty="0">
                <a:latin typeface="微软雅黑" pitchFamily="34" charset="-122"/>
                <a:ea typeface="微软雅黑" pitchFamily="34" charset="-122"/>
              </a:rPr>
              <a:t>简单地搬用 </a:t>
            </a:r>
            <a:r>
              <a:rPr lang="en-US" altLang="zh-CN" sz="2000" b="1" dirty="0">
                <a:latin typeface="微软雅黑" pitchFamily="34" charset="-122"/>
                <a:ea typeface="微软雅黑" pitchFamily="34" charset="-122"/>
              </a:rPr>
              <a:t>CSMA/CD </a:t>
            </a:r>
            <a:r>
              <a:rPr lang="zh-CN" altLang="en-US" sz="2000" b="1" dirty="0">
                <a:latin typeface="微软雅黑" pitchFamily="34" charset="-122"/>
                <a:ea typeface="微软雅黑" pitchFamily="34" charset="-122"/>
              </a:rPr>
              <a:t>协议。因为：</a:t>
            </a:r>
          </a:p>
          <a:p>
            <a:pPr marL="684000" indent="-342900" eaLnBrk="0" hangingPunct="0">
              <a:lnSpc>
                <a:spcPts val="3300"/>
              </a:lnSpc>
              <a:buClr>
                <a:srgbClr val="7030A0"/>
              </a:buClr>
              <a:buFont typeface="+mj-lt"/>
              <a:buAutoNum type="arabicPeriod"/>
            </a:pPr>
            <a:r>
              <a:rPr lang="zh-CN" altLang="en-US" sz="2000" b="1" dirty="0">
                <a:solidFill>
                  <a:srgbClr val="C00000"/>
                </a:solidFill>
                <a:latin typeface="微软雅黑" pitchFamily="34" charset="-122"/>
                <a:ea typeface="微软雅黑" pitchFamily="34" charset="-122"/>
              </a:rPr>
              <a:t>碰撞检测（</a:t>
            </a:r>
            <a:r>
              <a:rPr lang="en-US" altLang="zh-CN" sz="2000" b="1" dirty="0">
                <a:solidFill>
                  <a:srgbClr val="C00000"/>
                </a:solidFill>
                <a:latin typeface="微软雅黑" pitchFamily="34" charset="-122"/>
                <a:ea typeface="微软雅黑" pitchFamily="34" charset="-122"/>
              </a:rPr>
              <a:t>CD</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要求：一个站点在发送本站数据的同时，还必须不间断地检测信道，但接收到的信号强度往往会远远小于发送信号的强度，因此无线局域网的适配器实现碰撞检测代价太大。</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即使我们能够在硬件上实现无线局域网的碰撞检测功能，也无法检测出</a:t>
            </a:r>
            <a:r>
              <a:rPr lang="zh-CN" altLang="en-US" sz="2000" b="1" dirty="0">
                <a:solidFill>
                  <a:srgbClr val="C00000"/>
                </a:solidFill>
                <a:latin typeface="微软雅黑" pitchFamily="34" charset="-122"/>
                <a:ea typeface="微软雅黑" pitchFamily="34" charset="-122"/>
              </a:rPr>
              <a:t>隐蔽站问题</a:t>
            </a:r>
            <a:r>
              <a:rPr lang="zh-CN" altLang="en-US" sz="2000" b="1" dirty="0">
                <a:latin typeface="微软雅黑" pitchFamily="34" charset="-122"/>
                <a:ea typeface="微软雅黑" pitchFamily="34" charset="-122"/>
              </a:rPr>
              <a:t>带来的碰撞。</a:t>
            </a:r>
          </a:p>
        </p:txBody>
      </p:sp>
      <p:sp>
        <p:nvSpPr>
          <p:cNvPr id="7"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3334567" y="582249"/>
            <a:ext cx="24320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CSMA/CA </a:t>
            </a:r>
            <a:r>
              <a:rPr lang="zh-CN" altLang="en-US" sz="2000" b="1" dirty="0">
                <a:solidFill>
                  <a:schemeClr val="bg1"/>
                </a:solidFill>
                <a:latin typeface="微软雅黑" pitchFamily="34" charset="-122"/>
                <a:ea typeface="微软雅黑" pitchFamily="34" charset="-122"/>
              </a:rPr>
              <a:t>协议</a:t>
            </a:r>
          </a:p>
        </p:txBody>
      </p:sp>
    </p:spTree>
    <p:extLst>
      <p:ext uri="{BB962C8B-B14F-4D97-AF65-F5344CB8AC3E}">
        <p14:creationId xmlns:p14="http://schemas.microsoft.com/office/powerpoint/2010/main" val="30210994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fade">
                                      <p:cBhvr>
                                        <p:cTn id="7" dur="1000"/>
                                        <p:tgtEl>
                                          <p:spTgt spid="6">
                                            <p:txEl>
                                              <p:pRg st="0" end="0"/>
                                            </p:txEl>
                                          </p:spTgt>
                                        </p:tgtEl>
                                      </p:cBhvr>
                                    </p:animEffect>
                                    <p:anim calcmode="lin" valueType="num">
                                      <p:cBhvr>
                                        <p:cTn id="8" dur="10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6">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6">
                                            <p:txEl>
                                              <p:pRg st="1" end="1"/>
                                            </p:txEl>
                                          </p:spTgt>
                                        </p:tgtEl>
                                        <p:attrNameLst>
                                          <p:attrName>style.visibility</p:attrName>
                                        </p:attrNameLst>
                                      </p:cBhvr>
                                      <p:to>
                                        <p:strVal val="visible"/>
                                      </p:to>
                                    </p:set>
                                    <p:animEffect transition="in" filter="fade">
                                      <p:cBhvr>
                                        <p:cTn id="14" dur="1000"/>
                                        <p:tgtEl>
                                          <p:spTgt spid="6">
                                            <p:txEl>
                                              <p:pRg st="1" end="1"/>
                                            </p:txEl>
                                          </p:spTgt>
                                        </p:tgtEl>
                                      </p:cBhvr>
                                    </p:animEffect>
                                    <p:anim calcmode="lin" valueType="num">
                                      <p:cBhvr>
                                        <p:cTn id="15" dur="1000" fill="hold"/>
                                        <p:tgtEl>
                                          <p:spTgt spid="6">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6">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
                                            <p:txEl>
                                              <p:pRg st="2" end="2"/>
                                            </p:txEl>
                                          </p:spTgt>
                                        </p:tgtEl>
                                        <p:attrNameLst>
                                          <p:attrName>style.visibility</p:attrName>
                                        </p:attrNameLst>
                                      </p:cBhvr>
                                      <p:to>
                                        <p:strVal val="visible"/>
                                      </p:to>
                                    </p:set>
                                    <p:animEffect transition="in" filter="fade">
                                      <p:cBhvr>
                                        <p:cTn id="21" dur="1000"/>
                                        <p:tgtEl>
                                          <p:spTgt spid="6">
                                            <p:txEl>
                                              <p:pRg st="2" end="2"/>
                                            </p:txEl>
                                          </p:spTgt>
                                        </p:tgtEl>
                                      </p:cBhvr>
                                    </p:animEffect>
                                    <p:anim calcmode="lin" valueType="num">
                                      <p:cBhvr>
                                        <p:cTn id="22" dur="1000" fill="hold"/>
                                        <p:tgtEl>
                                          <p:spTgt spid="6">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6">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37984" y="568216"/>
            <a:ext cx="2826415" cy="400110"/>
          </a:xfrm>
          <a:prstGeom prst="rect">
            <a:avLst/>
          </a:prstGeom>
        </p:spPr>
        <p:txBody>
          <a:bodyPr wrap="none">
            <a:spAutoFit/>
          </a:bodyPr>
          <a:lstStyle/>
          <a:p>
            <a:r>
              <a:rPr lang="zh-CN" altLang="en-US" sz="2000" b="1" dirty="0">
                <a:latin typeface="微软雅黑" pitchFamily="34" charset="-122"/>
                <a:ea typeface="微软雅黑" pitchFamily="34" charset="-122"/>
              </a:rPr>
              <a:t>无线局域网的特殊问题 </a:t>
            </a:r>
          </a:p>
        </p:txBody>
      </p:sp>
      <p:sp>
        <p:nvSpPr>
          <p:cNvPr id="4" name="圆角矩形 3"/>
          <p:cNvSpPr/>
          <p:nvPr/>
        </p:nvSpPr>
        <p:spPr>
          <a:xfrm>
            <a:off x="517852" y="967849"/>
            <a:ext cx="8133857" cy="260126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5" name="组合 4"/>
          <p:cNvGrpSpPr/>
          <p:nvPr/>
        </p:nvGrpSpPr>
        <p:grpSpPr>
          <a:xfrm>
            <a:off x="3058554" y="1176953"/>
            <a:ext cx="1881866" cy="2146352"/>
            <a:chOff x="4691515" y="1628800"/>
            <a:chExt cx="3537945" cy="3696270"/>
          </a:xfrm>
        </p:grpSpPr>
        <p:sp>
          <p:nvSpPr>
            <p:cNvPr id="6" name="Oval 86"/>
            <p:cNvSpPr>
              <a:spLocks noChangeArrowheads="1"/>
            </p:cNvSpPr>
            <p:nvPr/>
          </p:nvSpPr>
          <p:spPr bwMode="auto">
            <a:xfrm>
              <a:off x="4772679" y="2310408"/>
              <a:ext cx="3456781" cy="3014662"/>
            </a:xfrm>
            <a:prstGeom prst="ellipse">
              <a:avLst/>
            </a:prstGeom>
            <a:solidFill>
              <a:srgbClr val="66FFFF"/>
            </a:solidFill>
            <a:ln w="12700">
              <a:solidFill>
                <a:srgbClr val="0000FF"/>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Text Box 89"/>
            <p:cNvSpPr txBox="1">
              <a:spLocks noChangeArrowheads="1"/>
            </p:cNvSpPr>
            <p:nvPr/>
          </p:nvSpPr>
          <p:spPr bwMode="auto">
            <a:xfrm>
              <a:off x="4691515" y="1628800"/>
              <a:ext cx="1945749" cy="484000"/>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C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8" name="Line 139"/>
            <p:cNvSpPr>
              <a:spLocks noChangeShapeType="1"/>
            </p:cNvSpPr>
            <p:nvPr/>
          </p:nvSpPr>
          <p:spPr bwMode="auto">
            <a:xfrm>
              <a:off x="5169023" y="2179371"/>
              <a:ext cx="424789" cy="390525"/>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9" name="Text Box 92"/>
          <p:cNvSpPr txBox="1">
            <a:spLocks noChangeArrowheads="1"/>
          </p:cNvSpPr>
          <p:nvPr/>
        </p:nvSpPr>
        <p:spPr bwMode="auto">
          <a:xfrm>
            <a:off x="3866763" y="2634591"/>
            <a:ext cx="3225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C</a:t>
            </a:r>
          </a:p>
        </p:txBody>
      </p:sp>
      <p:grpSp>
        <p:nvGrpSpPr>
          <p:cNvPr id="33" name="组合 32"/>
          <p:cNvGrpSpPr/>
          <p:nvPr/>
        </p:nvGrpSpPr>
        <p:grpSpPr>
          <a:xfrm>
            <a:off x="1541455" y="1176953"/>
            <a:ext cx="1970389" cy="2146352"/>
            <a:chOff x="1476798" y="1628800"/>
            <a:chExt cx="3835897" cy="3696270"/>
          </a:xfrm>
        </p:grpSpPr>
        <p:sp>
          <p:nvSpPr>
            <p:cNvPr id="34" name="Text Box 87"/>
            <p:cNvSpPr txBox="1">
              <a:spLocks noChangeArrowheads="1"/>
            </p:cNvSpPr>
            <p:nvPr/>
          </p:nvSpPr>
          <p:spPr bwMode="auto">
            <a:xfrm>
              <a:off x="1476798" y="1628800"/>
              <a:ext cx="2037752" cy="484000"/>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A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35" name="Oval 88"/>
            <p:cNvSpPr>
              <a:spLocks noChangeArrowheads="1"/>
            </p:cNvSpPr>
            <p:nvPr/>
          </p:nvSpPr>
          <p:spPr bwMode="auto">
            <a:xfrm>
              <a:off x="1712641" y="2310408"/>
              <a:ext cx="3600054" cy="3014662"/>
            </a:xfrm>
            <a:prstGeom prst="ellipse">
              <a:avLst/>
            </a:prstGeom>
            <a:solidFill>
              <a:srgbClr val="33CC33">
                <a:alpha val="49804"/>
              </a:srgbClr>
            </a:solidFill>
            <a:ln w="12700">
              <a:solidFill>
                <a:srgbClr val="0000FF"/>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6" name="Line 138"/>
            <p:cNvSpPr>
              <a:spLocks noChangeShapeType="1"/>
            </p:cNvSpPr>
            <p:nvPr/>
          </p:nvSpPr>
          <p:spPr bwMode="auto">
            <a:xfrm>
              <a:off x="2010704" y="2196303"/>
              <a:ext cx="498739" cy="436562"/>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37" name="Text Box 90"/>
          <p:cNvSpPr txBox="1">
            <a:spLocks noChangeArrowheads="1"/>
          </p:cNvSpPr>
          <p:nvPr/>
        </p:nvSpPr>
        <p:spPr bwMode="auto">
          <a:xfrm>
            <a:off x="2356147" y="2670716"/>
            <a:ext cx="33855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A</a:t>
            </a:r>
          </a:p>
        </p:txBody>
      </p:sp>
      <p:sp>
        <p:nvSpPr>
          <p:cNvPr id="38" name="Text Box 91"/>
          <p:cNvSpPr txBox="1">
            <a:spLocks noChangeArrowheads="1"/>
          </p:cNvSpPr>
          <p:nvPr/>
        </p:nvSpPr>
        <p:spPr bwMode="auto">
          <a:xfrm>
            <a:off x="3161549" y="2659955"/>
            <a:ext cx="3257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B</a:t>
            </a:r>
          </a:p>
        </p:txBody>
      </p:sp>
      <p:grpSp>
        <p:nvGrpSpPr>
          <p:cNvPr id="64" name="组合 63"/>
          <p:cNvGrpSpPr/>
          <p:nvPr/>
        </p:nvGrpSpPr>
        <p:grpSpPr>
          <a:xfrm>
            <a:off x="2259505" y="2154213"/>
            <a:ext cx="565079" cy="519500"/>
            <a:chOff x="2565534" y="4101618"/>
            <a:chExt cx="360485" cy="386301"/>
          </a:xfrm>
        </p:grpSpPr>
        <p:sp>
          <p:nvSpPr>
            <p:cNvPr id="6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66" name="Group 424"/>
            <p:cNvGrpSpPr>
              <a:grpSpLocks/>
            </p:cNvGrpSpPr>
            <p:nvPr/>
          </p:nvGrpSpPr>
          <p:grpSpPr bwMode="auto">
            <a:xfrm>
              <a:off x="2565534" y="4101618"/>
              <a:ext cx="360485" cy="119330"/>
              <a:chOff x="748" y="2251"/>
              <a:chExt cx="306" cy="90"/>
            </a:xfrm>
          </p:grpSpPr>
          <p:sp>
            <p:nvSpPr>
              <p:cNvPr id="6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67"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4" name="组合 73"/>
          <p:cNvGrpSpPr/>
          <p:nvPr/>
        </p:nvGrpSpPr>
        <p:grpSpPr>
          <a:xfrm>
            <a:off x="3042584" y="2154213"/>
            <a:ext cx="565079" cy="519500"/>
            <a:chOff x="2565534" y="4101618"/>
            <a:chExt cx="360485" cy="386301"/>
          </a:xfrm>
        </p:grpSpPr>
        <p:sp>
          <p:nvSpPr>
            <p:cNvPr id="7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76" name="Group 424"/>
            <p:cNvGrpSpPr>
              <a:grpSpLocks/>
            </p:cNvGrpSpPr>
            <p:nvPr/>
          </p:nvGrpSpPr>
          <p:grpSpPr bwMode="auto">
            <a:xfrm>
              <a:off x="2565534" y="4101618"/>
              <a:ext cx="360485" cy="119330"/>
              <a:chOff x="748" y="2251"/>
              <a:chExt cx="306" cy="90"/>
            </a:xfrm>
          </p:grpSpPr>
          <p:sp>
            <p:nvSpPr>
              <p:cNvPr id="7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77"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4" name="组合 83"/>
          <p:cNvGrpSpPr/>
          <p:nvPr/>
        </p:nvGrpSpPr>
        <p:grpSpPr>
          <a:xfrm>
            <a:off x="3753819" y="2154213"/>
            <a:ext cx="565079" cy="519500"/>
            <a:chOff x="2565534" y="4101618"/>
            <a:chExt cx="360485" cy="386301"/>
          </a:xfrm>
        </p:grpSpPr>
        <p:sp>
          <p:nvSpPr>
            <p:cNvPr id="8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86" name="Group 424"/>
            <p:cNvGrpSpPr>
              <a:grpSpLocks/>
            </p:cNvGrpSpPr>
            <p:nvPr/>
          </p:nvGrpSpPr>
          <p:grpSpPr bwMode="auto">
            <a:xfrm>
              <a:off x="2565534" y="4101618"/>
              <a:ext cx="360485" cy="119330"/>
              <a:chOff x="748" y="2251"/>
              <a:chExt cx="306" cy="90"/>
            </a:xfrm>
          </p:grpSpPr>
          <p:sp>
            <p:nvSpPr>
              <p:cNvPr id="8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87"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59" name="组合 58"/>
          <p:cNvGrpSpPr/>
          <p:nvPr/>
        </p:nvGrpSpPr>
        <p:grpSpPr>
          <a:xfrm>
            <a:off x="5687758" y="1176953"/>
            <a:ext cx="1970389" cy="2146352"/>
            <a:chOff x="1476798" y="1628800"/>
            <a:chExt cx="3835897" cy="3696270"/>
          </a:xfrm>
        </p:grpSpPr>
        <p:sp>
          <p:nvSpPr>
            <p:cNvPr id="60" name="Text Box 87"/>
            <p:cNvSpPr txBox="1">
              <a:spLocks noChangeArrowheads="1"/>
            </p:cNvSpPr>
            <p:nvPr/>
          </p:nvSpPr>
          <p:spPr bwMode="auto">
            <a:xfrm>
              <a:off x="1476798" y="1628800"/>
              <a:ext cx="2037752" cy="484000"/>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A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61" name="Oval 88"/>
            <p:cNvSpPr>
              <a:spLocks noChangeArrowheads="1"/>
            </p:cNvSpPr>
            <p:nvPr/>
          </p:nvSpPr>
          <p:spPr bwMode="auto">
            <a:xfrm>
              <a:off x="1712641" y="2310408"/>
              <a:ext cx="3600054" cy="3014662"/>
            </a:xfrm>
            <a:prstGeom prst="ellipse">
              <a:avLst/>
            </a:prstGeom>
            <a:solidFill>
              <a:srgbClr val="33CC33">
                <a:alpha val="49804"/>
              </a:srgbClr>
            </a:solidFill>
            <a:ln w="12700">
              <a:solidFill>
                <a:srgbClr val="0000FF"/>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4" name="Line 138"/>
            <p:cNvSpPr>
              <a:spLocks noChangeShapeType="1"/>
            </p:cNvSpPr>
            <p:nvPr/>
          </p:nvSpPr>
          <p:spPr bwMode="auto">
            <a:xfrm>
              <a:off x="2010704" y="2196303"/>
              <a:ext cx="498739" cy="436562"/>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05" name="Text Box 90"/>
          <p:cNvSpPr txBox="1">
            <a:spLocks noChangeArrowheads="1"/>
          </p:cNvSpPr>
          <p:nvPr/>
        </p:nvSpPr>
        <p:spPr bwMode="auto">
          <a:xfrm>
            <a:off x="6522114" y="2621556"/>
            <a:ext cx="33855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A</a:t>
            </a:r>
          </a:p>
        </p:txBody>
      </p:sp>
      <p:grpSp>
        <p:nvGrpSpPr>
          <p:cNvPr id="106" name="组合 105"/>
          <p:cNvGrpSpPr/>
          <p:nvPr/>
        </p:nvGrpSpPr>
        <p:grpSpPr>
          <a:xfrm>
            <a:off x="6405808" y="2154213"/>
            <a:ext cx="565079" cy="519500"/>
            <a:chOff x="2565534" y="4101618"/>
            <a:chExt cx="360485" cy="386301"/>
          </a:xfrm>
        </p:grpSpPr>
        <p:sp>
          <p:nvSpPr>
            <p:cNvPr id="107"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8" name="Group 424"/>
            <p:cNvGrpSpPr>
              <a:grpSpLocks/>
            </p:cNvGrpSpPr>
            <p:nvPr/>
          </p:nvGrpSpPr>
          <p:grpSpPr bwMode="auto">
            <a:xfrm>
              <a:off x="2565534" y="4101618"/>
              <a:ext cx="360485" cy="119330"/>
              <a:chOff x="748" y="2251"/>
              <a:chExt cx="306" cy="90"/>
            </a:xfrm>
          </p:grpSpPr>
          <p:sp>
            <p:nvSpPr>
              <p:cNvPr id="110"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1"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2"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3"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4"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5"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9"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18" name="Text Box 91"/>
          <p:cNvSpPr txBox="1">
            <a:spLocks noChangeArrowheads="1"/>
          </p:cNvSpPr>
          <p:nvPr/>
        </p:nvSpPr>
        <p:spPr bwMode="auto">
          <a:xfrm>
            <a:off x="7316099" y="2669787"/>
            <a:ext cx="3257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B</a:t>
            </a:r>
          </a:p>
        </p:txBody>
      </p:sp>
      <p:grpSp>
        <p:nvGrpSpPr>
          <p:cNvPr id="119" name="组合 118"/>
          <p:cNvGrpSpPr/>
          <p:nvPr/>
        </p:nvGrpSpPr>
        <p:grpSpPr>
          <a:xfrm>
            <a:off x="7197134" y="2164045"/>
            <a:ext cx="565079" cy="519500"/>
            <a:chOff x="2565534" y="4101618"/>
            <a:chExt cx="360485" cy="386301"/>
          </a:xfrm>
        </p:grpSpPr>
        <p:sp>
          <p:nvSpPr>
            <p:cNvPr id="120"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21" name="Group 424"/>
            <p:cNvGrpSpPr>
              <a:grpSpLocks/>
            </p:cNvGrpSpPr>
            <p:nvPr/>
          </p:nvGrpSpPr>
          <p:grpSpPr bwMode="auto">
            <a:xfrm>
              <a:off x="2565534" y="4101618"/>
              <a:ext cx="360485" cy="119330"/>
              <a:chOff x="748" y="2251"/>
              <a:chExt cx="306" cy="90"/>
            </a:xfrm>
          </p:grpSpPr>
          <p:sp>
            <p:nvSpPr>
              <p:cNvPr id="123"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4"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5"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6"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7"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8"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22"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29" name="Text Box 92"/>
          <p:cNvSpPr txBox="1">
            <a:spLocks noChangeArrowheads="1"/>
          </p:cNvSpPr>
          <p:nvPr/>
        </p:nvSpPr>
        <p:spPr bwMode="auto">
          <a:xfrm>
            <a:off x="7291951" y="1526547"/>
            <a:ext cx="3225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C</a:t>
            </a:r>
          </a:p>
        </p:txBody>
      </p:sp>
      <p:grpSp>
        <p:nvGrpSpPr>
          <p:cNvPr id="130" name="组合 129"/>
          <p:cNvGrpSpPr/>
          <p:nvPr/>
        </p:nvGrpSpPr>
        <p:grpSpPr>
          <a:xfrm>
            <a:off x="6887081" y="1450108"/>
            <a:ext cx="565079" cy="519500"/>
            <a:chOff x="2565534" y="4101618"/>
            <a:chExt cx="360485" cy="386301"/>
          </a:xfrm>
        </p:grpSpPr>
        <p:sp>
          <p:nvSpPr>
            <p:cNvPr id="131"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32" name="Group 424"/>
            <p:cNvGrpSpPr>
              <a:grpSpLocks/>
            </p:cNvGrpSpPr>
            <p:nvPr/>
          </p:nvGrpSpPr>
          <p:grpSpPr bwMode="auto">
            <a:xfrm>
              <a:off x="2565534" y="4101618"/>
              <a:ext cx="360485" cy="119330"/>
              <a:chOff x="748" y="2251"/>
              <a:chExt cx="306" cy="90"/>
            </a:xfrm>
          </p:grpSpPr>
          <p:sp>
            <p:nvSpPr>
              <p:cNvPr id="134"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5"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6"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7"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8"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9"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33"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40" name="右箭头 139"/>
          <p:cNvSpPr/>
          <p:nvPr/>
        </p:nvSpPr>
        <p:spPr bwMode="auto">
          <a:xfrm rot="10800000" flipH="1">
            <a:off x="6891030" y="2395742"/>
            <a:ext cx="383596"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a:p>
        </p:txBody>
      </p:sp>
      <p:sp>
        <p:nvSpPr>
          <p:cNvPr id="141" name="右箭头 140"/>
          <p:cNvSpPr/>
          <p:nvPr/>
        </p:nvSpPr>
        <p:spPr bwMode="auto">
          <a:xfrm rot="14218024" flipH="1">
            <a:off x="7227909" y="2041707"/>
            <a:ext cx="223787" cy="101722"/>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r>
              <a:rPr lang="en-US" altLang="zh-CN" dirty="0"/>
              <a:t>                        </a:t>
            </a:r>
            <a:endParaRPr lang="zh-CN" altLang="en-US" dirty="0"/>
          </a:p>
        </p:txBody>
      </p:sp>
      <p:sp>
        <p:nvSpPr>
          <p:cNvPr id="142" name="右箭头 141"/>
          <p:cNvSpPr/>
          <p:nvPr/>
        </p:nvSpPr>
        <p:spPr bwMode="auto">
          <a:xfrm rot="10800000" flipH="1">
            <a:off x="2752916" y="2395742"/>
            <a:ext cx="348724"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a:p>
        </p:txBody>
      </p:sp>
      <p:sp>
        <p:nvSpPr>
          <p:cNvPr id="143" name="右箭头 142"/>
          <p:cNvSpPr/>
          <p:nvPr/>
        </p:nvSpPr>
        <p:spPr bwMode="auto">
          <a:xfrm rot="10800000">
            <a:off x="3498879" y="2395742"/>
            <a:ext cx="348724"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a:p>
        </p:txBody>
      </p:sp>
      <p:sp>
        <p:nvSpPr>
          <p:cNvPr id="11" name="矩形 10"/>
          <p:cNvSpPr/>
          <p:nvPr/>
        </p:nvSpPr>
        <p:spPr>
          <a:xfrm>
            <a:off x="1038414" y="3583369"/>
            <a:ext cx="7122360" cy="1015663"/>
          </a:xfrm>
          <a:prstGeom prst="rect">
            <a:avLst/>
          </a:prstGeom>
        </p:spPr>
        <p:txBody>
          <a:bodyPr wrap="square">
            <a:spAutoFit/>
          </a:bodyPr>
          <a:lstStyle/>
          <a:p>
            <a:pPr>
              <a:lnSpc>
                <a:spcPts val="2400"/>
              </a:lnSpc>
            </a:pPr>
            <a:r>
              <a:rPr lang="zh-CN" altLang="en-US" b="1" dirty="0">
                <a:solidFill>
                  <a:srgbClr val="CC0000"/>
                </a:solidFill>
                <a:latin typeface="微软雅黑" pitchFamily="34" charset="-122"/>
                <a:ea typeface="微软雅黑" pitchFamily="34" charset="-122"/>
              </a:rPr>
              <a:t>隐蔽站问题 </a:t>
            </a:r>
            <a:r>
              <a:rPr lang="en-US" altLang="zh-CN" b="1" dirty="0">
                <a:latin typeface="微软雅黑" pitchFamily="34" charset="-122"/>
                <a:ea typeface="微软雅黑" pitchFamily="34" charset="-122"/>
              </a:rPr>
              <a:t>(hidden station problem)</a:t>
            </a:r>
            <a:r>
              <a:rPr lang="zh-CN" altLang="en-US" b="1" dirty="0">
                <a:latin typeface="微软雅黑" pitchFamily="34" charset="-122"/>
                <a:ea typeface="微软雅黑" pitchFamily="34" charset="-122"/>
              </a:rPr>
              <a:t>：由于无线信号覆盖范围和穿透能力有限，</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C </a:t>
            </a:r>
            <a:r>
              <a:rPr lang="zh-CN" altLang="en-US" b="1" dirty="0">
                <a:latin typeface="微软雅黑" pitchFamily="34" charset="-122"/>
                <a:ea typeface="微软雅黑" pitchFamily="34" charset="-122"/>
              </a:rPr>
              <a:t>检测不到彼此的无线信号，都以为信道是空闲的，因而都向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发送数据，结果发生碰撞。</a:t>
            </a:r>
          </a:p>
        </p:txBody>
      </p:sp>
      <p:grpSp>
        <p:nvGrpSpPr>
          <p:cNvPr id="12" name="组合 11"/>
          <p:cNvGrpSpPr/>
          <p:nvPr/>
        </p:nvGrpSpPr>
        <p:grpSpPr>
          <a:xfrm>
            <a:off x="6601007" y="1671839"/>
            <a:ext cx="653110" cy="627973"/>
            <a:chOff x="6620671" y="1830536"/>
            <a:chExt cx="520462" cy="479108"/>
          </a:xfrm>
        </p:grpSpPr>
        <p:pic>
          <p:nvPicPr>
            <p:cNvPr id="116" name="Picture 1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20535" y="1919327"/>
              <a:ext cx="320598" cy="390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17" name="Picture 1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20671" y="1830536"/>
              <a:ext cx="280083" cy="339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Tree>
    <p:extLst>
      <p:ext uri="{BB962C8B-B14F-4D97-AF65-F5344CB8AC3E}">
        <p14:creationId xmlns:p14="http://schemas.microsoft.com/office/powerpoint/2010/main" val="472070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35" presetClass="emph" presetSubtype="0" repeatCount="3000" fill="hold" nodeType="clickEffect">
                                  <p:stCondLst>
                                    <p:cond delay="0"/>
                                  </p:stCondLst>
                                  <p:childTnLst>
                                    <p:anim calcmode="discrete" valueType="str">
                                      <p:cBhvr>
                                        <p:cTn id="12"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3CD9AA-ED65-C187-1629-D231FB350912}"/>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86F2BC6A-2BAB-60F9-98C3-5001B6852231}"/>
              </a:ext>
            </a:extLst>
          </p:cNvPr>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a:extLst>
              <a:ext uri="{FF2B5EF4-FFF2-40B4-BE49-F238E27FC236}">
                <a16:creationId xmlns:a16="http://schemas.microsoft.com/office/drawing/2014/main" id="{5A4475BB-0BB6-E3A7-87F7-B7A62FE3D6FE}"/>
              </a:ext>
            </a:extLst>
          </p:cNvPr>
          <p:cNvSpPr/>
          <p:nvPr/>
        </p:nvSpPr>
        <p:spPr>
          <a:xfrm>
            <a:off x="637984" y="568216"/>
            <a:ext cx="2826415" cy="400110"/>
          </a:xfrm>
          <a:prstGeom prst="rect">
            <a:avLst/>
          </a:prstGeom>
        </p:spPr>
        <p:txBody>
          <a:bodyPr wrap="none">
            <a:spAutoFit/>
          </a:bodyPr>
          <a:lstStyle/>
          <a:p>
            <a:r>
              <a:rPr lang="zh-CN" altLang="en-US" sz="2000" b="1" dirty="0">
                <a:latin typeface="微软雅黑" pitchFamily="34" charset="-122"/>
                <a:ea typeface="微软雅黑" pitchFamily="34" charset="-122"/>
              </a:rPr>
              <a:t>无线局域网的特殊问题 </a:t>
            </a:r>
          </a:p>
        </p:txBody>
      </p:sp>
      <p:sp>
        <p:nvSpPr>
          <p:cNvPr id="4" name="圆角矩形 3">
            <a:extLst>
              <a:ext uri="{FF2B5EF4-FFF2-40B4-BE49-F238E27FC236}">
                <a16:creationId xmlns:a16="http://schemas.microsoft.com/office/drawing/2014/main" id="{40CAE227-8FC8-3286-8C4B-4431F3EB7E36}"/>
              </a:ext>
            </a:extLst>
          </p:cNvPr>
          <p:cNvSpPr/>
          <p:nvPr/>
        </p:nvSpPr>
        <p:spPr>
          <a:xfrm>
            <a:off x="517852" y="967849"/>
            <a:ext cx="8133857" cy="260126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5" name="组合 4">
            <a:extLst>
              <a:ext uri="{FF2B5EF4-FFF2-40B4-BE49-F238E27FC236}">
                <a16:creationId xmlns:a16="http://schemas.microsoft.com/office/drawing/2014/main" id="{4E1087C4-CE1C-1862-E4EF-EF7BB4895AED}"/>
              </a:ext>
            </a:extLst>
          </p:cNvPr>
          <p:cNvGrpSpPr/>
          <p:nvPr/>
        </p:nvGrpSpPr>
        <p:grpSpPr>
          <a:xfrm>
            <a:off x="3058554" y="1176953"/>
            <a:ext cx="1881866" cy="2146352"/>
            <a:chOff x="4691515" y="1628800"/>
            <a:chExt cx="3537945" cy="3696270"/>
          </a:xfrm>
        </p:grpSpPr>
        <p:sp>
          <p:nvSpPr>
            <p:cNvPr id="6" name="Oval 86">
              <a:extLst>
                <a:ext uri="{FF2B5EF4-FFF2-40B4-BE49-F238E27FC236}">
                  <a16:creationId xmlns:a16="http://schemas.microsoft.com/office/drawing/2014/main" id="{9E25A81B-482E-0AF8-ED00-68B655D91173}"/>
                </a:ext>
              </a:extLst>
            </p:cNvPr>
            <p:cNvSpPr>
              <a:spLocks noChangeArrowheads="1"/>
            </p:cNvSpPr>
            <p:nvPr/>
          </p:nvSpPr>
          <p:spPr bwMode="auto">
            <a:xfrm>
              <a:off x="4772679" y="2310408"/>
              <a:ext cx="3456781" cy="3014662"/>
            </a:xfrm>
            <a:prstGeom prst="ellipse">
              <a:avLst/>
            </a:prstGeom>
            <a:solidFill>
              <a:srgbClr val="66FFFF"/>
            </a:solidFill>
            <a:ln w="12700">
              <a:solidFill>
                <a:srgbClr val="0000FF"/>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Text Box 89">
              <a:extLst>
                <a:ext uri="{FF2B5EF4-FFF2-40B4-BE49-F238E27FC236}">
                  <a16:creationId xmlns:a16="http://schemas.microsoft.com/office/drawing/2014/main" id="{144F3D73-0520-4A9B-2048-58E3D120AF43}"/>
                </a:ext>
              </a:extLst>
            </p:cNvPr>
            <p:cNvSpPr txBox="1">
              <a:spLocks noChangeArrowheads="1"/>
            </p:cNvSpPr>
            <p:nvPr/>
          </p:nvSpPr>
          <p:spPr bwMode="auto">
            <a:xfrm>
              <a:off x="4691515" y="1628800"/>
              <a:ext cx="1945749" cy="484000"/>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C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8" name="Line 139">
              <a:extLst>
                <a:ext uri="{FF2B5EF4-FFF2-40B4-BE49-F238E27FC236}">
                  <a16:creationId xmlns:a16="http://schemas.microsoft.com/office/drawing/2014/main" id="{B988B27D-8858-30C0-D31F-B93A8813CFF3}"/>
                </a:ext>
              </a:extLst>
            </p:cNvPr>
            <p:cNvSpPr>
              <a:spLocks noChangeShapeType="1"/>
            </p:cNvSpPr>
            <p:nvPr/>
          </p:nvSpPr>
          <p:spPr bwMode="auto">
            <a:xfrm>
              <a:off x="5169023" y="2179371"/>
              <a:ext cx="424789" cy="390525"/>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9" name="Text Box 92">
            <a:extLst>
              <a:ext uri="{FF2B5EF4-FFF2-40B4-BE49-F238E27FC236}">
                <a16:creationId xmlns:a16="http://schemas.microsoft.com/office/drawing/2014/main" id="{30ACB11D-4086-B695-A1D5-2E0857F0EBE0}"/>
              </a:ext>
            </a:extLst>
          </p:cNvPr>
          <p:cNvSpPr txBox="1">
            <a:spLocks noChangeArrowheads="1"/>
          </p:cNvSpPr>
          <p:nvPr/>
        </p:nvSpPr>
        <p:spPr bwMode="auto">
          <a:xfrm>
            <a:off x="3866763" y="2634591"/>
            <a:ext cx="3225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C</a:t>
            </a:r>
          </a:p>
        </p:txBody>
      </p:sp>
      <p:grpSp>
        <p:nvGrpSpPr>
          <p:cNvPr id="33" name="组合 32">
            <a:extLst>
              <a:ext uri="{FF2B5EF4-FFF2-40B4-BE49-F238E27FC236}">
                <a16:creationId xmlns:a16="http://schemas.microsoft.com/office/drawing/2014/main" id="{B77831E6-45B3-27AB-A563-949C172EAAC5}"/>
              </a:ext>
            </a:extLst>
          </p:cNvPr>
          <p:cNvGrpSpPr/>
          <p:nvPr/>
        </p:nvGrpSpPr>
        <p:grpSpPr>
          <a:xfrm>
            <a:off x="1541455" y="1176953"/>
            <a:ext cx="1970389" cy="2146352"/>
            <a:chOff x="1476798" y="1628800"/>
            <a:chExt cx="3835897" cy="3696270"/>
          </a:xfrm>
        </p:grpSpPr>
        <p:sp>
          <p:nvSpPr>
            <p:cNvPr id="34" name="Text Box 87">
              <a:extLst>
                <a:ext uri="{FF2B5EF4-FFF2-40B4-BE49-F238E27FC236}">
                  <a16:creationId xmlns:a16="http://schemas.microsoft.com/office/drawing/2014/main" id="{2C412B1E-7F07-4264-7559-415986B946E1}"/>
                </a:ext>
              </a:extLst>
            </p:cNvPr>
            <p:cNvSpPr txBox="1">
              <a:spLocks noChangeArrowheads="1"/>
            </p:cNvSpPr>
            <p:nvPr/>
          </p:nvSpPr>
          <p:spPr bwMode="auto">
            <a:xfrm>
              <a:off x="1476798" y="1628800"/>
              <a:ext cx="2037752" cy="484000"/>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A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35" name="Oval 88">
              <a:extLst>
                <a:ext uri="{FF2B5EF4-FFF2-40B4-BE49-F238E27FC236}">
                  <a16:creationId xmlns:a16="http://schemas.microsoft.com/office/drawing/2014/main" id="{277871D3-FDD9-895B-B6FE-D5C163B0167E}"/>
                </a:ext>
              </a:extLst>
            </p:cNvPr>
            <p:cNvSpPr>
              <a:spLocks noChangeArrowheads="1"/>
            </p:cNvSpPr>
            <p:nvPr/>
          </p:nvSpPr>
          <p:spPr bwMode="auto">
            <a:xfrm>
              <a:off x="1712641" y="2310408"/>
              <a:ext cx="3600054" cy="3014662"/>
            </a:xfrm>
            <a:prstGeom prst="ellipse">
              <a:avLst/>
            </a:prstGeom>
            <a:solidFill>
              <a:srgbClr val="33CC33">
                <a:alpha val="49804"/>
              </a:srgbClr>
            </a:solidFill>
            <a:ln w="12700">
              <a:solidFill>
                <a:srgbClr val="0000FF"/>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6" name="Line 138">
              <a:extLst>
                <a:ext uri="{FF2B5EF4-FFF2-40B4-BE49-F238E27FC236}">
                  <a16:creationId xmlns:a16="http://schemas.microsoft.com/office/drawing/2014/main" id="{A1219AE5-F32D-BA79-44FC-8F7FF8A59CF4}"/>
                </a:ext>
              </a:extLst>
            </p:cNvPr>
            <p:cNvSpPr>
              <a:spLocks noChangeShapeType="1"/>
            </p:cNvSpPr>
            <p:nvPr/>
          </p:nvSpPr>
          <p:spPr bwMode="auto">
            <a:xfrm>
              <a:off x="2010704" y="2196303"/>
              <a:ext cx="498739" cy="436562"/>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37" name="Text Box 90">
            <a:extLst>
              <a:ext uri="{FF2B5EF4-FFF2-40B4-BE49-F238E27FC236}">
                <a16:creationId xmlns:a16="http://schemas.microsoft.com/office/drawing/2014/main" id="{C8B5FB57-EC7C-386B-A5C3-B3AFBD5B7B30}"/>
              </a:ext>
            </a:extLst>
          </p:cNvPr>
          <p:cNvSpPr txBox="1">
            <a:spLocks noChangeArrowheads="1"/>
          </p:cNvSpPr>
          <p:nvPr/>
        </p:nvSpPr>
        <p:spPr bwMode="auto">
          <a:xfrm>
            <a:off x="2356147" y="2670716"/>
            <a:ext cx="33855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A</a:t>
            </a:r>
          </a:p>
        </p:txBody>
      </p:sp>
      <p:sp>
        <p:nvSpPr>
          <p:cNvPr id="38" name="Text Box 91">
            <a:extLst>
              <a:ext uri="{FF2B5EF4-FFF2-40B4-BE49-F238E27FC236}">
                <a16:creationId xmlns:a16="http://schemas.microsoft.com/office/drawing/2014/main" id="{C34373B7-0834-8047-4F68-960D6BC2AC94}"/>
              </a:ext>
            </a:extLst>
          </p:cNvPr>
          <p:cNvSpPr txBox="1">
            <a:spLocks noChangeArrowheads="1"/>
          </p:cNvSpPr>
          <p:nvPr/>
        </p:nvSpPr>
        <p:spPr bwMode="auto">
          <a:xfrm>
            <a:off x="3161549" y="2659955"/>
            <a:ext cx="3257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B</a:t>
            </a:r>
          </a:p>
        </p:txBody>
      </p:sp>
      <p:grpSp>
        <p:nvGrpSpPr>
          <p:cNvPr id="64" name="组合 63">
            <a:extLst>
              <a:ext uri="{FF2B5EF4-FFF2-40B4-BE49-F238E27FC236}">
                <a16:creationId xmlns:a16="http://schemas.microsoft.com/office/drawing/2014/main" id="{23E8B775-BC41-4E68-2944-2A200713E3EA}"/>
              </a:ext>
            </a:extLst>
          </p:cNvPr>
          <p:cNvGrpSpPr/>
          <p:nvPr/>
        </p:nvGrpSpPr>
        <p:grpSpPr>
          <a:xfrm>
            <a:off x="2259505" y="2154213"/>
            <a:ext cx="565079" cy="519500"/>
            <a:chOff x="2565534" y="4101618"/>
            <a:chExt cx="360485" cy="386301"/>
          </a:xfrm>
        </p:grpSpPr>
        <p:sp>
          <p:nvSpPr>
            <p:cNvPr id="65" name="Line 313">
              <a:extLst>
                <a:ext uri="{FF2B5EF4-FFF2-40B4-BE49-F238E27FC236}">
                  <a16:creationId xmlns:a16="http://schemas.microsoft.com/office/drawing/2014/main" id="{A7892684-26F0-7228-87F0-82527DB5286A}"/>
                </a:ext>
              </a:extLst>
            </p:cNvPr>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66" name="Group 424">
              <a:extLst>
                <a:ext uri="{FF2B5EF4-FFF2-40B4-BE49-F238E27FC236}">
                  <a16:creationId xmlns:a16="http://schemas.microsoft.com/office/drawing/2014/main" id="{AC6EA74B-A631-9669-A4DE-768FD23E38CA}"/>
                </a:ext>
              </a:extLst>
            </p:cNvPr>
            <p:cNvGrpSpPr>
              <a:grpSpLocks/>
            </p:cNvGrpSpPr>
            <p:nvPr/>
          </p:nvGrpSpPr>
          <p:grpSpPr bwMode="auto">
            <a:xfrm>
              <a:off x="2565534" y="4101618"/>
              <a:ext cx="360485" cy="119330"/>
              <a:chOff x="748" y="2251"/>
              <a:chExt cx="306" cy="90"/>
            </a:xfrm>
          </p:grpSpPr>
          <p:sp>
            <p:nvSpPr>
              <p:cNvPr id="68" name="AutoShape 317">
                <a:extLst>
                  <a:ext uri="{FF2B5EF4-FFF2-40B4-BE49-F238E27FC236}">
                    <a16:creationId xmlns:a16="http://schemas.microsoft.com/office/drawing/2014/main" id="{3357C57D-A5B3-9156-BFA4-05FB9D8E5A25}"/>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9" name="AutoShape 318">
                <a:extLst>
                  <a:ext uri="{FF2B5EF4-FFF2-40B4-BE49-F238E27FC236}">
                    <a16:creationId xmlns:a16="http://schemas.microsoft.com/office/drawing/2014/main" id="{F39181D2-A00A-7FE0-DA7B-A45F15749EE8}"/>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0" name="AutoShape 319">
                <a:extLst>
                  <a:ext uri="{FF2B5EF4-FFF2-40B4-BE49-F238E27FC236}">
                    <a16:creationId xmlns:a16="http://schemas.microsoft.com/office/drawing/2014/main" id="{1291F74F-0056-FEE1-662A-8F59CFA702B7}"/>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1" name="AutoShape 320">
                <a:extLst>
                  <a:ext uri="{FF2B5EF4-FFF2-40B4-BE49-F238E27FC236}">
                    <a16:creationId xmlns:a16="http://schemas.microsoft.com/office/drawing/2014/main" id="{D237374B-2817-CFE7-2DFA-AA396C3992C1}"/>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2" name="AutoShape 321">
                <a:extLst>
                  <a:ext uri="{FF2B5EF4-FFF2-40B4-BE49-F238E27FC236}">
                    <a16:creationId xmlns:a16="http://schemas.microsoft.com/office/drawing/2014/main" id="{ED6FC477-C5E9-58AF-2555-9A057F85CE3C}"/>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3" name="AutoShape 322">
                <a:extLst>
                  <a:ext uri="{FF2B5EF4-FFF2-40B4-BE49-F238E27FC236}">
                    <a16:creationId xmlns:a16="http://schemas.microsoft.com/office/drawing/2014/main" id="{56AF0D1B-8739-42ED-082E-FBE0CF4E5F0B}"/>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67" name="Picture 200" descr="jisuanji">
              <a:extLst>
                <a:ext uri="{FF2B5EF4-FFF2-40B4-BE49-F238E27FC236}">
                  <a16:creationId xmlns:a16="http://schemas.microsoft.com/office/drawing/2014/main" id="{8DD2EEFF-039F-9B6C-B200-6406B29E8AF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4" name="组合 73">
            <a:extLst>
              <a:ext uri="{FF2B5EF4-FFF2-40B4-BE49-F238E27FC236}">
                <a16:creationId xmlns:a16="http://schemas.microsoft.com/office/drawing/2014/main" id="{784610D4-AAC9-D32E-32E1-4C03B942013A}"/>
              </a:ext>
            </a:extLst>
          </p:cNvPr>
          <p:cNvGrpSpPr/>
          <p:nvPr/>
        </p:nvGrpSpPr>
        <p:grpSpPr>
          <a:xfrm>
            <a:off x="3042584" y="2154213"/>
            <a:ext cx="565079" cy="519500"/>
            <a:chOff x="2565534" y="4101618"/>
            <a:chExt cx="360485" cy="386301"/>
          </a:xfrm>
        </p:grpSpPr>
        <p:sp>
          <p:nvSpPr>
            <p:cNvPr id="75" name="Line 313">
              <a:extLst>
                <a:ext uri="{FF2B5EF4-FFF2-40B4-BE49-F238E27FC236}">
                  <a16:creationId xmlns:a16="http://schemas.microsoft.com/office/drawing/2014/main" id="{B5765716-0A0A-F313-B47E-932508DDD350}"/>
                </a:ext>
              </a:extLst>
            </p:cNvPr>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76" name="Group 424">
              <a:extLst>
                <a:ext uri="{FF2B5EF4-FFF2-40B4-BE49-F238E27FC236}">
                  <a16:creationId xmlns:a16="http://schemas.microsoft.com/office/drawing/2014/main" id="{79A15AF4-1D2D-1C2D-85AE-6633A77FE615}"/>
                </a:ext>
              </a:extLst>
            </p:cNvPr>
            <p:cNvGrpSpPr>
              <a:grpSpLocks/>
            </p:cNvGrpSpPr>
            <p:nvPr/>
          </p:nvGrpSpPr>
          <p:grpSpPr bwMode="auto">
            <a:xfrm>
              <a:off x="2565534" y="4101618"/>
              <a:ext cx="360485" cy="119330"/>
              <a:chOff x="748" y="2251"/>
              <a:chExt cx="306" cy="90"/>
            </a:xfrm>
          </p:grpSpPr>
          <p:sp>
            <p:nvSpPr>
              <p:cNvPr id="78" name="AutoShape 317">
                <a:extLst>
                  <a:ext uri="{FF2B5EF4-FFF2-40B4-BE49-F238E27FC236}">
                    <a16:creationId xmlns:a16="http://schemas.microsoft.com/office/drawing/2014/main" id="{EB21B729-0711-F548-CEA0-A7CB479562C4}"/>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9" name="AutoShape 318">
                <a:extLst>
                  <a:ext uri="{FF2B5EF4-FFF2-40B4-BE49-F238E27FC236}">
                    <a16:creationId xmlns:a16="http://schemas.microsoft.com/office/drawing/2014/main" id="{C2724117-A98D-8A2A-722C-A0961CF43AC6}"/>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0" name="AutoShape 319">
                <a:extLst>
                  <a:ext uri="{FF2B5EF4-FFF2-40B4-BE49-F238E27FC236}">
                    <a16:creationId xmlns:a16="http://schemas.microsoft.com/office/drawing/2014/main" id="{576C0BD9-ADAD-7F5E-4D82-A6D3F4F30A21}"/>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1" name="AutoShape 320">
                <a:extLst>
                  <a:ext uri="{FF2B5EF4-FFF2-40B4-BE49-F238E27FC236}">
                    <a16:creationId xmlns:a16="http://schemas.microsoft.com/office/drawing/2014/main" id="{251D5408-8D7F-D726-E837-E37E01F5E5A6}"/>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2" name="AutoShape 321">
                <a:extLst>
                  <a:ext uri="{FF2B5EF4-FFF2-40B4-BE49-F238E27FC236}">
                    <a16:creationId xmlns:a16="http://schemas.microsoft.com/office/drawing/2014/main" id="{31764065-0049-97B4-DBC7-0817877F72AB}"/>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3" name="AutoShape 322">
                <a:extLst>
                  <a:ext uri="{FF2B5EF4-FFF2-40B4-BE49-F238E27FC236}">
                    <a16:creationId xmlns:a16="http://schemas.microsoft.com/office/drawing/2014/main" id="{217A908E-0D93-2373-C4C5-C82F80E8977C}"/>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77" name="Picture 200" descr="jisuanji">
              <a:extLst>
                <a:ext uri="{FF2B5EF4-FFF2-40B4-BE49-F238E27FC236}">
                  <a16:creationId xmlns:a16="http://schemas.microsoft.com/office/drawing/2014/main" id="{8A5700A4-8EE5-1C56-C25B-0A2D8C59CAC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4" name="组合 83">
            <a:extLst>
              <a:ext uri="{FF2B5EF4-FFF2-40B4-BE49-F238E27FC236}">
                <a16:creationId xmlns:a16="http://schemas.microsoft.com/office/drawing/2014/main" id="{1038B8EF-3831-77AB-7740-0B5DF1AD361A}"/>
              </a:ext>
            </a:extLst>
          </p:cNvPr>
          <p:cNvGrpSpPr/>
          <p:nvPr/>
        </p:nvGrpSpPr>
        <p:grpSpPr>
          <a:xfrm>
            <a:off x="3753819" y="2154213"/>
            <a:ext cx="565079" cy="519500"/>
            <a:chOff x="2565534" y="4101618"/>
            <a:chExt cx="360485" cy="386301"/>
          </a:xfrm>
        </p:grpSpPr>
        <p:sp>
          <p:nvSpPr>
            <p:cNvPr id="85" name="Line 313">
              <a:extLst>
                <a:ext uri="{FF2B5EF4-FFF2-40B4-BE49-F238E27FC236}">
                  <a16:creationId xmlns:a16="http://schemas.microsoft.com/office/drawing/2014/main" id="{F04043F2-B8EC-CE15-F181-626D4441A75B}"/>
                </a:ext>
              </a:extLst>
            </p:cNvPr>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86" name="Group 424">
              <a:extLst>
                <a:ext uri="{FF2B5EF4-FFF2-40B4-BE49-F238E27FC236}">
                  <a16:creationId xmlns:a16="http://schemas.microsoft.com/office/drawing/2014/main" id="{93CF001E-5462-9906-1B22-468214554C57}"/>
                </a:ext>
              </a:extLst>
            </p:cNvPr>
            <p:cNvGrpSpPr>
              <a:grpSpLocks/>
            </p:cNvGrpSpPr>
            <p:nvPr/>
          </p:nvGrpSpPr>
          <p:grpSpPr bwMode="auto">
            <a:xfrm>
              <a:off x="2565534" y="4101618"/>
              <a:ext cx="360485" cy="119330"/>
              <a:chOff x="748" y="2251"/>
              <a:chExt cx="306" cy="90"/>
            </a:xfrm>
          </p:grpSpPr>
          <p:sp>
            <p:nvSpPr>
              <p:cNvPr id="88" name="AutoShape 317">
                <a:extLst>
                  <a:ext uri="{FF2B5EF4-FFF2-40B4-BE49-F238E27FC236}">
                    <a16:creationId xmlns:a16="http://schemas.microsoft.com/office/drawing/2014/main" id="{A308582D-9C57-CF98-0C39-4CC8DFB9A829}"/>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9" name="AutoShape 318">
                <a:extLst>
                  <a:ext uri="{FF2B5EF4-FFF2-40B4-BE49-F238E27FC236}">
                    <a16:creationId xmlns:a16="http://schemas.microsoft.com/office/drawing/2014/main" id="{3DEF31D0-2141-1E5B-F25F-2B402EC71035}"/>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0" name="AutoShape 319">
                <a:extLst>
                  <a:ext uri="{FF2B5EF4-FFF2-40B4-BE49-F238E27FC236}">
                    <a16:creationId xmlns:a16="http://schemas.microsoft.com/office/drawing/2014/main" id="{8258BB6D-4BD9-1DC4-FD9D-A557429E00E8}"/>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1" name="AutoShape 320">
                <a:extLst>
                  <a:ext uri="{FF2B5EF4-FFF2-40B4-BE49-F238E27FC236}">
                    <a16:creationId xmlns:a16="http://schemas.microsoft.com/office/drawing/2014/main" id="{A1396FD7-92E8-001D-EF64-7E19423EE93F}"/>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2" name="AutoShape 321">
                <a:extLst>
                  <a:ext uri="{FF2B5EF4-FFF2-40B4-BE49-F238E27FC236}">
                    <a16:creationId xmlns:a16="http://schemas.microsoft.com/office/drawing/2014/main" id="{A2DAA5B4-CD44-06FB-9B85-29CE996DC549}"/>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3" name="AutoShape 322">
                <a:extLst>
                  <a:ext uri="{FF2B5EF4-FFF2-40B4-BE49-F238E27FC236}">
                    <a16:creationId xmlns:a16="http://schemas.microsoft.com/office/drawing/2014/main" id="{0C6DCE85-0202-78D1-0B20-86F374EB3B29}"/>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87" name="Picture 200" descr="jisuanji">
              <a:extLst>
                <a:ext uri="{FF2B5EF4-FFF2-40B4-BE49-F238E27FC236}">
                  <a16:creationId xmlns:a16="http://schemas.microsoft.com/office/drawing/2014/main" id="{FD0A93B1-260B-460C-9650-BDD132B92D3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59" name="组合 58">
            <a:extLst>
              <a:ext uri="{FF2B5EF4-FFF2-40B4-BE49-F238E27FC236}">
                <a16:creationId xmlns:a16="http://schemas.microsoft.com/office/drawing/2014/main" id="{659A716D-03ED-54C9-F7FC-DC3E80FA33D4}"/>
              </a:ext>
            </a:extLst>
          </p:cNvPr>
          <p:cNvGrpSpPr/>
          <p:nvPr/>
        </p:nvGrpSpPr>
        <p:grpSpPr>
          <a:xfrm>
            <a:off x="5687758" y="1176953"/>
            <a:ext cx="1970389" cy="2146352"/>
            <a:chOff x="1476798" y="1628800"/>
            <a:chExt cx="3835897" cy="3696270"/>
          </a:xfrm>
        </p:grpSpPr>
        <p:sp>
          <p:nvSpPr>
            <p:cNvPr id="60" name="Text Box 87">
              <a:extLst>
                <a:ext uri="{FF2B5EF4-FFF2-40B4-BE49-F238E27FC236}">
                  <a16:creationId xmlns:a16="http://schemas.microsoft.com/office/drawing/2014/main" id="{F81012B5-0F72-4E29-BB08-3588571D1839}"/>
                </a:ext>
              </a:extLst>
            </p:cNvPr>
            <p:cNvSpPr txBox="1">
              <a:spLocks noChangeArrowheads="1"/>
            </p:cNvSpPr>
            <p:nvPr/>
          </p:nvSpPr>
          <p:spPr bwMode="auto">
            <a:xfrm>
              <a:off x="1476798" y="1628800"/>
              <a:ext cx="2037752" cy="484000"/>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A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61" name="Oval 88">
              <a:extLst>
                <a:ext uri="{FF2B5EF4-FFF2-40B4-BE49-F238E27FC236}">
                  <a16:creationId xmlns:a16="http://schemas.microsoft.com/office/drawing/2014/main" id="{2A1A0222-7897-6A14-C261-1E404E2C6F22}"/>
                </a:ext>
              </a:extLst>
            </p:cNvPr>
            <p:cNvSpPr>
              <a:spLocks noChangeArrowheads="1"/>
            </p:cNvSpPr>
            <p:nvPr/>
          </p:nvSpPr>
          <p:spPr bwMode="auto">
            <a:xfrm>
              <a:off x="1712641" y="2310408"/>
              <a:ext cx="3600054" cy="3014662"/>
            </a:xfrm>
            <a:prstGeom prst="ellipse">
              <a:avLst/>
            </a:prstGeom>
            <a:solidFill>
              <a:srgbClr val="33CC33">
                <a:alpha val="49804"/>
              </a:srgbClr>
            </a:solidFill>
            <a:ln w="12700">
              <a:solidFill>
                <a:srgbClr val="0000FF"/>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4" name="Line 138">
              <a:extLst>
                <a:ext uri="{FF2B5EF4-FFF2-40B4-BE49-F238E27FC236}">
                  <a16:creationId xmlns:a16="http://schemas.microsoft.com/office/drawing/2014/main" id="{089E402B-FDD1-A391-8E65-0E04958F342E}"/>
                </a:ext>
              </a:extLst>
            </p:cNvPr>
            <p:cNvSpPr>
              <a:spLocks noChangeShapeType="1"/>
            </p:cNvSpPr>
            <p:nvPr/>
          </p:nvSpPr>
          <p:spPr bwMode="auto">
            <a:xfrm>
              <a:off x="2010704" y="2196303"/>
              <a:ext cx="498739" cy="436562"/>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05" name="Text Box 90">
            <a:extLst>
              <a:ext uri="{FF2B5EF4-FFF2-40B4-BE49-F238E27FC236}">
                <a16:creationId xmlns:a16="http://schemas.microsoft.com/office/drawing/2014/main" id="{3B31AD8F-9A83-62B1-5907-F8D1FBE71442}"/>
              </a:ext>
            </a:extLst>
          </p:cNvPr>
          <p:cNvSpPr txBox="1">
            <a:spLocks noChangeArrowheads="1"/>
          </p:cNvSpPr>
          <p:nvPr/>
        </p:nvSpPr>
        <p:spPr bwMode="auto">
          <a:xfrm>
            <a:off x="6522114" y="2621556"/>
            <a:ext cx="33855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A</a:t>
            </a:r>
          </a:p>
        </p:txBody>
      </p:sp>
      <p:grpSp>
        <p:nvGrpSpPr>
          <p:cNvPr id="106" name="组合 105">
            <a:extLst>
              <a:ext uri="{FF2B5EF4-FFF2-40B4-BE49-F238E27FC236}">
                <a16:creationId xmlns:a16="http://schemas.microsoft.com/office/drawing/2014/main" id="{C954F14D-058C-B81C-13AE-B9EF32B2BB92}"/>
              </a:ext>
            </a:extLst>
          </p:cNvPr>
          <p:cNvGrpSpPr/>
          <p:nvPr/>
        </p:nvGrpSpPr>
        <p:grpSpPr>
          <a:xfrm>
            <a:off x="6405808" y="2154213"/>
            <a:ext cx="565079" cy="519500"/>
            <a:chOff x="2565534" y="4101618"/>
            <a:chExt cx="360485" cy="386301"/>
          </a:xfrm>
        </p:grpSpPr>
        <p:sp>
          <p:nvSpPr>
            <p:cNvPr id="107" name="Line 313">
              <a:extLst>
                <a:ext uri="{FF2B5EF4-FFF2-40B4-BE49-F238E27FC236}">
                  <a16:creationId xmlns:a16="http://schemas.microsoft.com/office/drawing/2014/main" id="{F4A041FC-0EBD-E929-2209-35173B415FF5}"/>
                </a:ext>
              </a:extLst>
            </p:cNvPr>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8" name="Group 424">
              <a:extLst>
                <a:ext uri="{FF2B5EF4-FFF2-40B4-BE49-F238E27FC236}">
                  <a16:creationId xmlns:a16="http://schemas.microsoft.com/office/drawing/2014/main" id="{62DA9DDF-D014-3C35-E00F-A40B5EA95323}"/>
                </a:ext>
              </a:extLst>
            </p:cNvPr>
            <p:cNvGrpSpPr>
              <a:grpSpLocks/>
            </p:cNvGrpSpPr>
            <p:nvPr/>
          </p:nvGrpSpPr>
          <p:grpSpPr bwMode="auto">
            <a:xfrm>
              <a:off x="2565534" y="4101618"/>
              <a:ext cx="360485" cy="119330"/>
              <a:chOff x="748" y="2251"/>
              <a:chExt cx="306" cy="90"/>
            </a:xfrm>
          </p:grpSpPr>
          <p:sp>
            <p:nvSpPr>
              <p:cNvPr id="110" name="AutoShape 317">
                <a:extLst>
                  <a:ext uri="{FF2B5EF4-FFF2-40B4-BE49-F238E27FC236}">
                    <a16:creationId xmlns:a16="http://schemas.microsoft.com/office/drawing/2014/main" id="{B5F20F9A-E3CF-C0A8-9BA2-E5A3893DCDE2}"/>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1" name="AutoShape 318">
                <a:extLst>
                  <a:ext uri="{FF2B5EF4-FFF2-40B4-BE49-F238E27FC236}">
                    <a16:creationId xmlns:a16="http://schemas.microsoft.com/office/drawing/2014/main" id="{5636DAF4-82B5-B73F-2358-324D2A02B7AE}"/>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2" name="AutoShape 319">
                <a:extLst>
                  <a:ext uri="{FF2B5EF4-FFF2-40B4-BE49-F238E27FC236}">
                    <a16:creationId xmlns:a16="http://schemas.microsoft.com/office/drawing/2014/main" id="{4200485C-3D7C-54D3-9446-FD780ECD9F28}"/>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3" name="AutoShape 320">
                <a:extLst>
                  <a:ext uri="{FF2B5EF4-FFF2-40B4-BE49-F238E27FC236}">
                    <a16:creationId xmlns:a16="http://schemas.microsoft.com/office/drawing/2014/main" id="{323E8E90-7E34-AE38-136E-2D180E7EFA76}"/>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4" name="AutoShape 321">
                <a:extLst>
                  <a:ext uri="{FF2B5EF4-FFF2-40B4-BE49-F238E27FC236}">
                    <a16:creationId xmlns:a16="http://schemas.microsoft.com/office/drawing/2014/main" id="{D2CC8D19-37C3-180A-B2ED-562991A89F2D}"/>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5" name="AutoShape 322">
                <a:extLst>
                  <a:ext uri="{FF2B5EF4-FFF2-40B4-BE49-F238E27FC236}">
                    <a16:creationId xmlns:a16="http://schemas.microsoft.com/office/drawing/2014/main" id="{1CD01137-1F21-CC6D-95D1-B1E714CD42EC}"/>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9" name="Picture 200" descr="jisuanji">
              <a:extLst>
                <a:ext uri="{FF2B5EF4-FFF2-40B4-BE49-F238E27FC236}">
                  <a16:creationId xmlns:a16="http://schemas.microsoft.com/office/drawing/2014/main" id="{C197EF28-DC15-F50A-DCCD-908E3EE6ED0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18" name="Text Box 91">
            <a:extLst>
              <a:ext uri="{FF2B5EF4-FFF2-40B4-BE49-F238E27FC236}">
                <a16:creationId xmlns:a16="http://schemas.microsoft.com/office/drawing/2014/main" id="{3A44740D-0A96-D148-1C56-ACD0110A0222}"/>
              </a:ext>
            </a:extLst>
          </p:cNvPr>
          <p:cNvSpPr txBox="1">
            <a:spLocks noChangeArrowheads="1"/>
          </p:cNvSpPr>
          <p:nvPr/>
        </p:nvSpPr>
        <p:spPr bwMode="auto">
          <a:xfrm>
            <a:off x="7316099" y="2669787"/>
            <a:ext cx="3257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B</a:t>
            </a:r>
          </a:p>
        </p:txBody>
      </p:sp>
      <p:grpSp>
        <p:nvGrpSpPr>
          <p:cNvPr id="119" name="组合 118">
            <a:extLst>
              <a:ext uri="{FF2B5EF4-FFF2-40B4-BE49-F238E27FC236}">
                <a16:creationId xmlns:a16="http://schemas.microsoft.com/office/drawing/2014/main" id="{FAD88EFE-6275-DCE5-C2BF-38F8289198E6}"/>
              </a:ext>
            </a:extLst>
          </p:cNvPr>
          <p:cNvGrpSpPr/>
          <p:nvPr/>
        </p:nvGrpSpPr>
        <p:grpSpPr>
          <a:xfrm>
            <a:off x="7197134" y="2164045"/>
            <a:ext cx="565079" cy="519500"/>
            <a:chOff x="2565534" y="4101618"/>
            <a:chExt cx="360485" cy="386301"/>
          </a:xfrm>
        </p:grpSpPr>
        <p:sp>
          <p:nvSpPr>
            <p:cNvPr id="120" name="Line 313">
              <a:extLst>
                <a:ext uri="{FF2B5EF4-FFF2-40B4-BE49-F238E27FC236}">
                  <a16:creationId xmlns:a16="http://schemas.microsoft.com/office/drawing/2014/main" id="{CB74E6AE-806A-3897-9E95-842487206AC0}"/>
                </a:ext>
              </a:extLst>
            </p:cNvPr>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21" name="Group 424">
              <a:extLst>
                <a:ext uri="{FF2B5EF4-FFF2-40B4-BE49-F238E27FC236}">
                  <a16:creationId xmlns:a16="http://schemas.microsoft.com/office/drawing/2014/main" id="{A5CEA540-7762-EFF4-1069-0E810021A566}"/>
                </a:ext>
              </a:extLst>
            </p:cNvPr>
            <p:cNvGrpSpPr>
              <a:grpSpLocks/>
            </p:cNvGrpSpPr>
            <p:nvPr/>
          </p:nvGrpSpPr>
          <p:grpSpPr bwMode="auto">
            <a:xfrm>
              <a:off x="2565534" y="4101618"/>
              <a:ext cx="360485" cy="119330"/>
              <a:chOff x="748" y="2251"/>
              <a:chExt cx="306" cy="90"/>
            </a:xfrm>
          </p:grpSpPr>
          <p:sp>
            <p:nvSpPr>
              <p:cNvPr id="123" name="AutoShape 317">
                <a:extLst>
                  <a:ext uri="{FF2B5EF4-FFF2-40B4-BE49-F238E27FC236}">
                    <a16:creationId xmlns:a16="http://schemas.microsoft.com/office/drawing/2014/main" id="{29AD6052-B9C4-E6E7-0446-C70ECCBFCC66}"/>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4" name="AutoShape 318">
                <a:extLst>
                  <a:ext uri="{FF2B5EF4-FFF2-40B4-BE49-F238E27FC236}">
                    <a16:creationId xmlns:a16="http://schemas.microsoft.com/office/drawing/2014/main" id="{A56C90BD-B37F-BFC5-E14E-FF882C641AE2}"/>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5" name="AutoShape 319">
                <a:extLst>
                  <a:ext uri="{FF2B5EF4-FFF2-40B4-BE49-F238E27FC236}">
                    <a16:creationId xmlns:a16="http://schemas.microsoft.com/office/drawing/2014/main" id="{556C1582-219E-F05B-0FE6-A3C2E48DC856}"/>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6" name="AutoShape 320">
                <a:extLst>
                  <a:ext uri="{FF2B5EF4-FFF2-40B4-BE49-F238E27FC236}">
                    <a16:creationId xmlns:a16="http://schemas.microsoft.com/office/drawing/2014/main" id="{67CF8F70-346B-A296-C8CC-88CBCD468910}"/>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7" name="AutoShape 321">
                <a:extLst>
                  <a:ext uri="{FF2B5EF4-FFF2-40B4-BE49-F238E27FC236}">
                    <a16:creationId xmlns:a16="http://schemas.microsoft.com/office/drawing/2014/main" id="{2464191D-DA32-6644-DFD8-FA9A2375DF6F}"/>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8" name="AutoShape 322">
                <a:extLst>
                  <a:ext uri="{FF2B5EF4-FFF2-40B4-BE49-F238E27FC236}">
                    <a16:creationId xmlns:a16="http://schemas.microsoft.com/office/drawing/2014/main" id="{32F2585A-F3A6-A48F-E28A-39966D14C5BC}"/>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22" name="Picture 200" descr="jisuanji">
              <a:extLst>
                <a:ext uri="{FF2B5EF4-FFF2-40B4-BE49-F238E27FC236}">
                  <a16:creationId xmlns:a16="http://schemas.microsoft.com/office/drawing/2014/main" id="{B3800C7F-7F5B-EF9C-3D96-E244D7F2C6F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29" name="Text Box 92">
            <a:extLst>
              <a:ext uri="{FF2B5EF4-FFF2-40B4-BE49-F238E27FC236}">
                <a16:creationId xmlns:a16="http://schemas.microsoft.com/office/drawing/2014/main" id="{9CA77555-CB3E-7A1A-2D86-3CE189FF8224}"/>
              </a:ext>
            </a:extLst>
          </p:cNvPr>
          <p:cNvSpPr txBox="1">
            <a:spLocks noChangeArrowheads="1"/>
          </p:cNvSpPr>
          <p:nvPr/>
        </p:nvSpPr>
        <p:spPr bwMode="auto">
          <a:xfrm>
            <a:off x="7291951" y="1526547"/>
            <a:ext cx="3225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C</a:t>
            </a:r>
          </a:p>
        </p:txBody>
      </p:sp>
      <p:grpSp>
        <p:nvGrpSpPr>
          <p:cNvPr id="130" name="组合 129">
            <a:extLst>
              <a:ext uri="{FF2B5EF4-FFF2-40B4-BE49-F238E27FC236}">
                <a16:creationId xmlns:a16="http://schemas.microsoft.com/office/drawing/2014/main" id="{E42E9A97-7494-B8C6-9442-5D6EE96905BE}"/>
              </a:ext>
            </a:extLst>
          </p:cNvPr>
          <p:cNvGrpSpPr/>
          <p:nvPr/>
        </p:nvGrpSpPr>
        <p:grpSpPr>
          <a:xfrm>
            <a:off x="6887081" y="1450108"/>
            <a:ext cx="565079" cy="519500"/>
            <a:chOff x="2565534" y="4101618"/>
            <a:chExt cx="360485" cy="386301"/>
          </a:xfrm>
        </p:grpSpPr>
        <p:sp>
          <p:nvSpPr>
            <p:cNvPr id="131" name="Line 313">
              <a:extLst>
                <a:ext uri="{FF2B5EF4-FFF2-40B4-BE49-F238E27FC236}">
                  <a16:creationId xmlns:a16="http://schemas.microsoft.com/office/drawing/2014/main" id="{B79C9E04-6CDE-6D6A-DEF9-C3D15B04E3BA}"/>
                </a:ext>
              </a:extLst>
            </p:cNvPr>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32" name="Group 424">
              <a:extLst>
                <a:ext uri="{FF2B5EF4-FFF2-40B4-BE49-F238E27FC236}">
                  <a16:creationId xmlns:a16="http://schemas.microsoft.com/office/drawing/2014/main" id="{189E0DA2-1EDA-C7EC-3CAB-316C777E835C}"/>
                </a:ext>
              </a:extLst>
            </p:cNvPr>
            <p:cNvGrpSpPr>
              <a:grpSpLocks/>
            </p:cNvGrpSpPr>
            <p:nvPr/>
          </p:nvGrpSpPr>
          <p:grpSpPr bwMode="auto">
            <a:xfrm>
              <a:off x="2565534" y="4101618"/>
              <a:ext cx="360485" cy="119330"/>
              <a:chOff x="748" y="2251"/>
              <a:chExt cx="306" cy="90"/>
            </a:xfrm>
          </p:grpSpPr>
          <p:sp>
            <p:nvSpPr>
              <p:cNvPr id="134" name="AutoShape 317">
                <a:extLst>
                  <a:ext uri="{FF2B5EF4-FFF2-40B4-BE49-F238E27FC236}">
                    <a16:creationId xmlns:a16="http://schemas.microsoft.com/office/drawing/2014/main" id="{499D32EE-D457-3E6E-20CD-53BA553D9C32}"/>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5" name="AutoShape 318">
                <a:extLst>
                  <a:ext uri="{FF2B5EF4-FFF2-40B4-BE49-F238E27FC236}">
                    <a16:creationId xmlns:a16="http://schemas.microsoft.com/office/drawing/2014/main" id="{A35730A9-AE3C-BBDC-9B37-B2AF6AD9D6F9}"/>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6" name="AutoShape 319">
                <a:extLst>
                  <a:ext uri="{FF2B5EF4-FFF2-40B4-BE49-F238E27FC236}">
                    <a16:creationId xmlns:a16="http://schemas.microsoft.com/office/drawing/2014/main" id="{2F22BFC3-841C-E4C2-E37F-08366A77C860}"/>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7" name="AutoShape 320">
                <a:extLst>
                  <a:ext uri="{FF2B5EF4-FFF2-40B4-BE49-F238E27FC236}">
                    <a16:creationId xmlns:a16="http://schemas.microsoft.com/office/drawing/2014/main" id="{CEC9B9E5-B972-EF7A-B8FB-531019BCD17C}"/>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8" name="AutoShape 321">
                <a:extLst>
                  <a:ext uri="{FF2B5EF4-FFF2-40B4-BE49-F238E27FC236}">
                    <a16:creationId xmlns:a16="http://schemas.microsoft.com/office/drawing/2014/main" id="{F2E5B5DA-FF7C-0E44-7B62-868108A927E6}"/>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9" name="AutoShape 322">
                <a:extLst>
                  <a:ext uri="{FF2B5EF4-FFF2-40B4-BE49-F238E27FC236}">
                    <a16:creationId xmlns:a16="http://schemas.microsoft.com/office/drawing/2014/main" id="{38D30576-C110-CCEE-1DCC-7A2D42AA7B53}"/>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33" name="Picture 200" descr="jisuanji">
              <a:extLst>
                <a:ext uri="{FF2B5EF4-FFF2-40B4-BE49-F238E27FC236}">
                  <a16:creationId xmlns:a16="http://schemas.microsoft.com/office/drawing/2014/main" id="{C7936105-47FF-686D-1392-755CC8D4CFF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40" name="右箭头 139">
            <a:extLst>
              <a:ext uri="{FF2B5EF4-FFF2-40B4-BE49-F238E27FC236}">
                <a16:creationId xmlns:a16="http://schemas.microsoft.com/office/drawing/2014/main" id="{12A255BA-E2F4-F7AF-A3F9-52D97534B003}"/>
              </a:ext>
            </a:extLst>
          </p:cNvPr>
          <p:cNvSpPr/>
          <p:nvPr/>
        </p:nvSpPr>
        <p:spPr bwMode="auto">
          <a:xfrm rot="10800000" flipH="1">
            <a:off x="6891030" y="2395742"/>
            <a:ext cx="383596"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a:p>
        </p:txBody>
      </p:sp>
      <p:sp>
        <p:nvSpPr>
          <p:cNvPr id="141" name="右箭头 140">
            <a:extLst>
              <a:ext uri="{FF2B5EF4-FFF2-40B4-BE49-F238E27FC236}">
                <a16:creationId xmlns:a16="http://schemas.microsoft.com/office/drawing/2014/main" id="{64C8EABE-8776-8EED-492A-8885CA7F4CAD}"/>
              </a:ext>
            </a:extLst>
          </p:cNvPr>
          <p:cNvSpPr/>
          <p:nvPr/>
        </p:nvSpPr>
        <p:spPr bwMode="auto">
          <a:xfrm rot="14218024" flipH="1">
            <a:off x="7227909" y="2041707"/>
            <a:ext cx="223787" cy="101722"/>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r>
              <a:rPr lang="en-US" altLang="zh-CN" dirty="0"/>
              <a:t>                        </a:t>
            </a:r>
            <a:endParaRPr lang="zh-CN" altLang="en-US" dirty="0"/>
          </a:p>
        </p:txBody>
      </p:sp>
      <p:sp>
        <p:nvSpPr>
          <p:cNvPr id="142" name="右箭头 141">
            <a:extLst>
              <a:ext uri="{FF2B5EF4-FFF2-40B4-BE49-F238E27FC236}">
                <a16:creationId xmlns:a16="http://schemas.microsoft.com/office/drawing/2014/main" id="{A4656354-1C9D-FB84-A913-8A1774CB32A9}"/>
              </a:ext>
            </a:extLst>
          </p:cNvPr>
          <p:cNvSpPr/>
          <p:nvPr/>
        </p:nvSpPr>
        <p:spPr bwMode="auto">
          <a:xfrm rot="10800000" flipH="1">
            <a:off x="2752916" y="2395742"/>
            <a:ext cx="348724"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a:p>
        </p:txBody>
      </p:sp>
      <p:sp>
        <p:nvSpPr>
          <p:cNvPr id="143" name="右箭头 142">
            <a:extLst>
              <a:ext uri="{FF2B5EF4-FFF2-40B4-BE49-F238E27FC236}">
                <a16:creationId xmlns:a16="http://schemas.microsoft.com/office/drawing/2014/main" id="{20EB3FDA-824A-841D-FA99-F5CC3414BA43}"/>
              </a:ext>
            </a:extLst>
          </p:cNvPr>
          <p:cNvSpPr/>
          <p:nvPr/>
        </p:nvSpPr>
        <p:spPr bwMode="auto">
          <a:xfrm rot="10800000">
            <a:off x="3498879" y="2395742"/>
            <a:ext cx="348724"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a:p>
        </p:txBody>
      </p:sp>
      <p:sp>
        <p:nvSpPr>
          <p:cNvPr id="11" name="矩形 10">
            <a:extLst>
              <a:ext uri="{FF2B5EF4-FFF2-40B4-BE49-F238E27FC236}">
                <a16:creationId xmlns:a16="http://schemas.microsoft.com/office/drawing/2014/main" id="{AFDCDD96-954D-4080-6F09-206F8FF0793F}"/>
              </a:ext>
            </a:extLst>
          </p:cNvPr>
          <p:cNvSpPr/>
          <p:nvPr/>
        </p:nvSpPr>
        <p:spPr>
          <a:xfrm>
            <a:off x="1038414" y="3583369"/>
            <a:ext cx="7279676" cy="685893"/>
          </a:xfrm>
          <a:prstGeom prst="rect">
            <a:avLst/>
          </a:prstGeom>
        </p:spPr>
        <p:txBody>
          <a:bodyPr wrap="square">
            <a:spAutoFit/>
          </a:bodyPr>
          <a:lstStyle/>
          <a:p>
            <a:pPr>
              <a:lnSpc>
                <a:spcPts val="2400"/>
              </a:lnSpc>
            </a:pPr>
            <a:r>
              <a:rPr lang="zh-CN" altLang="en-US" b="1" dirty="0">
                <a:latin typeface="微软雅黑" pitchFamily="34" charset="-122"/>
                <a:ea typeface="微软雅黑" pitchFamily="34" charset="-122"/>
              </a:rPr>
              <a:t>这里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C </a:t>
            </a:r>
            <a:r>
              <a:rPr lang="zh-CN" altLang="en-US" b="1" dirty="0">
                <a:solidFill>
                  <a:srgbClr val="C00000"/>
                </a:solidFill>
                <a:latin typeface="微软雅黑" pitchFamily="34" charset="-122"/>
                <a:ea typeface="微软雅黑" pitchFamily="34" charset="-122"/>
              </a:rPr>
              <a:t>互为隐蔽站</a:t>
            </a:r>
            <a:r>
              <a:rPr lang="zh-CN" altLang="en-US" b="1" dirty="0">
                <a:latin typeface="微软雅黑" pitchFamily="34" charset="-122"/>
                <a:ea typeface="微软雅黑" pitchFamily="34" charset="-122"/>
              </a:rPr>
              <a:t>，虽然它们互相检测不到对方的信号（感觉不到对方的存在），但它们发送的信号却会发生碰撞，干扰对方的通信。</a:t>
            </a:r>
          </a:p>
        </p:txBody>
      </p:sp>
      <p:grpSp>
        <p:nvGrpSpPr>
          <p:cNvPr id="12" name="组合 11">
            <a:extLst>
              <a:ext uri="{FF2B5EF4-FFF2-40B4-BE49-F238E27FC236}">
                <a16:creationId xmlns:a16="http://schemas.microsoft.com/office/drawing/2014/main" id="{1F5E4B48-3628-6BBC-D66B-3E3EA0F567C9}"/>
              </a:ext>
            </a:extLst>
          </p:cNvPr>
          <p:cNvGrpSpPr/>
          <p:nvPr/>
        </p:nvGrpSpPr>
        <p:grpSpPr>
          <a:xfrm>
            <a:off x="6601007" y="1671839"/>
            <a:ext cx="653110" cy="627973"/>
            <a:chOff x="6620671" y="1830536"/>
            <a:chExt cx="520462" cy="479108"/>
          </a:xfrm>
        </p:grpSpPr>
        <p:pic>
          <p:nvPicPr>
            <p:cNvPr id="116" name="Picture 18">
              <a:extLst>
                <a:ext uri="{FF2B5EF4-FFF2-40B4-BE49-F238E27FC236}">
                  <a16:creationId xmlns:a16="http://schemas.microsoft.com/office/drawing/2014/main" id="{15252AD7-C01C-F174-3337-1614D5AED561}"/>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20535" y="1919327"/>
              <a:ext cx="320598" cy="390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17" name="Picture 18">
              <a:extLst>
                <a:ext uri="{FF2B5EF4-FFF2-40B4-BE49-F238E27FC236}">
                  <a16:creationId xmlns:a16="http://schemas.microsoft.com/office/drawing/2014/main" id="{9C1EFE57-5552-A332-224E-2CF4BC2241C4}"/>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20671" y="1830536"/>
              <a:ext cx="280083" cy="339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Tree>
    <p:extLst>
      <p:ext uri="{BB962C8B-B14F-4D97-AF65-F5344CB8AC3E}">
        <p14:creationId xmlns:p14="http://schemas.microsoft.com/office/powerpoint/2010/main" val="154202208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1240"/>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1412"/>
            <a:ext cx="20425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必须考虑的特点</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46465"/>
            <a:ext cx="8133857"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4013" indent="-354013"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无线局域网的适配器</a:t>
            </a:r>
            <a:r>
              <a:rPr lang="zh-CN" altLang="en-US" sz="2000" b="1" dirty="0">
                <a:solidFill>
                  <a:srgbClr val="0000FF"/>
                </a:solidFill>
                <a:latin typeface="微软雅黑" pitchFamily="34" charset="-122"/>
                <a:ea typeface="微软雅黑" pitchFamily="34" charset="-122"/>
              </a:rPr>
              <a:t>无法实现</a:t>
            </a:r>
            <a:r>
              <a:rPr lang="zh-CN" altLang="en-US" sz="2000" b="1" dirty="0">
                <a:latin typeface="微软雅黑" pitchFamily="34" charset="-122"/>
                <a:ea typeface="微软雅黑" pitchFamily="34" charset="-122"/>
              </a:rPr>
              <a:t>碰撞检测；</a:t>
            </a:r>
          </a:p>
          <a:p>
            <a:pPr marL="354013" indent="-354013"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检测到信道空闲，其实信道</a:t>
            </a:r>
            <a:r>
              <a:rPr lang="zh-CN" altLang="en-US" sz="2000" b="1" dirty="0">
                <a:solidFill>
                  <a:srgbClr val="0000FF"/>
                </a:solidFill>
                <a:latin typeface="微软雅黑" pitchFamily="34" charset="-122"/>
                <a:ea typeface="微软雅黑" pitchFamily="34" charset="-122"/>
              </a:rPr>
              <a:t>可能并不空闲；</a:t>
            </a:r>
          </a:p>
          <a:p>
            <a:pPr marL="354013" indent="-354013"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即使能够在硬件上实现无线局域网的碰撞检测功能，也无法检测出</a:t>
            </a:r>
            <a:r>
              <a:rPr lang="zh-CN" altLang="en-US" sz="2000" b="1" dirty="0">
                <a:solidFill>
                  <a:srgbClr val="0000FF"/>
                </a:solidFill>
                <a:latin typeface="微软雅黑" pitchFamily="34" charset="-122"/>
                <a:ea typeface="微软雅黑" pitchFamily="34" charset="-122"/>
              </a:rPr>
              <a:t>隐蔽站问题</a:t>
            </a:r>
            <a:r>
              <a:rPr lang="zh-CN" altLang="en-US" sz="2000" b="1" dirty="0">
                <a:latin typeface="微软雅黑" pitchFamily="34" charset="-122"/>
                <a:ea typeface="微软雅黑" pitchFamily="34" charset="-122"/>
              </a:rPr>
              <a:t>带来的碰撞。</a:t>
            </a:r>
          </a:p>
        </p:txBody>
      </p:sp>
    </p:spTree>
    <p:extLst>
      <p:ext uri="{BB962C8B-B14F-4D97-AF65-F5344CB8AC3E}">
        <p14:creationId xmlns:p14="http://schemas.microsoft.com/office/powerpoint/2010/main" val="3900269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1240"/>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1412"/>
            <a:ext cx="212269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协议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46465"/>
            <a:ext cx="8133857" cy="34331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无线局域网不能使用 </a:t>
            </a:r>
            <a:r>
              <a:rPr lang="en-US" altLang="zh-CN" sz="2000" b="1" dirty="0">
                <a:latin typeface="微软雅黑" pitchFamily="34" charset="-122"/>
                <a:ea typeface="微软雅黑" pitchFamily="34" charset="-122"/>
              </a:rPr>
              <a:t>CSMA/CD</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可以使用 </a:t>
            </a:r>
            <a:r>
              <a:rPr lang="en-US" altLang="zh-CN" sz="2000" b="1" dirty="0">
                <a:latin typeface="微软雅黑" pitchFamily="34" charset="-122"/>
                <a:ea typeface="微软雅黑" pitchFamily="34" charset="-122"/>
              </a:rPr>
              <a:t>CSMA </a:t>
            </a:r>
            <a:r>
              <a:rPr lang="zh-CN" altLang="en-US" sz="2000" b="1" dirty="0">
                <a:latin typeface="微软雅黑" pitchFamily="34" charset="-122"/>
                <a:ea typeface="微软雅黑" pitchFamily="34" charset="-122"/>
              </a:rPr>
              <a:t>协议，但由于没有碰撞检测功能，在发送数据时，如果发生了碰撞，整个信道资源的浪费就比较严重。</a:t>
            </a: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C0000"/>
                </a:solidFill>
                <a:latin typeface="微软雅黑" pitchFamily="34" charset="-122"/>
                <a:ea typeface="微软雅黑" pitchFamily="34" charset="-122"/>
              </a:rPr>
              <a:t>改进：</a:t>
            </a:r>
            <a:endParaRPr lang="en-US" altLang="zh-CN" sz="2000" b="1" dirty="0">
              <a:solidFill>
                <a:srgbClr val="CC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增加</a:t>
            </a:r>
            <a:r>
              <a:rPr lang="zh-CN" altLang="en-US" sz="2000" b="1" dirty="0">
                <a:solidFill>
                  <a:srgbClr val="C00000"/>
                </a:solidFill>
                <a:latin typeface="微软雅黑" pitchFamily="34" charset="-122"/>
                <a:ea typeface="微软雅黑" pitchFamily="34" charset="-122"/>
              </a:rPr>
              <a:t>碰撞避免 </a:t>
            </a:r>
            <a:r>
              <a:rPr lang="en-US" altLang="zh-CN" sz="2000" b="1" dirty="0">
                <a:solidFill>
                  <a:srgbClr val="C00000"/>
                </a:solidFill>
                <a:latin typeface="微软雅黑" pitchFamily="34" charset="-122"/>
                <a:ea typeface="微软雅黑" pitchFamily="34" charset="-122"/>
              </a:rPr>
              <a:t>CA </a:t>
            </a:r>
            <a:r>
              <a:rPr lang="en-US" altLang="zh-CN" sz="2000" b="1" dirty="0">
                <a:latin typeface="微软雅黑" pitchFamily="34" charset="-122"/>
                <a:ea typeface="微软雅黑" pitchFamily="34" charset="-122"/>
              </a:rPr>
              <a:t>(Collision Avoidance) </a:t>
            </a:r>
            <a:r>
              <a:rPr lang="zh-CN" altLang="en-US" sz="2000" b="1" dirty="0">
                <a:latin typeface="微软雅黑" pitchFamily="34" charset="-122"/>
                <a:ea typeface="微软雅黑" pitchFamily="34" charset="-122"/>
              </a:rPr>
              <a:t>：尽量减少碰撞发生的概率。</a:t>
            </a: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无线信道的通信质量远不如有线信道，并且可能发生碰撞，使用</a:t>
            </a:r>
            <a:r>
              <a:rPr lang="zh-CN" altLang="en-US" sz="2000" b="1" dirty="0">
                <a:solidFill>
                  <a:srgbClr val="C00000"/>
                </a:solidFill>
                <a:latin typeface="微软雅黑" pitchFamily="34" charset="-122"/>
                <a:ea typeface="微软雅黑" pitchFamily="34" charset="-122"/>
              </a:rPr>
              <a:t>停止等待协议</a:t>
            </a:r>
            <a:r>
              <a:rPr lang="zh-CN" altLang="en-US" sz="2000" b="1" dirty="0">
                <a:latin typeface="微软雅黑" pitchFamily="34" charset="-122"/>
                <a:ea typeface="微软雅黑" pitchFamily="34" charset="-122"/>
              </a:rPr>
              <a:t>，进行</a:t>
            </a:r>
            <a:r>
              <a:rPr lang="zh-CN" altLang="en-US" sz="2000" b="1" dirty="0">
                <a:solidFill>
                  <a:srgbClr val="C00000"/>
                </a:solidFill>
                <a:latin typeface="微软雅黑" pitchFamily="34" charset="-122"/>
                <a:ea typeface="微软雅黑" pitchFamily="34" charset="-122"/>
              </a:rPr>
              <a:t>链路层确认</a:t>
            </a:r>
            <a:r>
              <a:rPr lang="zh-CN" altLang="en-US" sz="2000" b="1" dirty="0">
                <a:latin typeface="微软雅黑" pitchFamily="34" charset="-122"/>
                <a:ea typeface="微软雅黑" pitchFamily="34" charset="-122"/>
              </a:rPr>
              <a:t>，实现可靠传输。</a:t>
            </a:r>
          </a:p>
        </p:txBody>
      </p:sp>
    </p:spTree>
    <p:extLst>
      <p:ext uri="{BB962C8B-B14F-4D97-AF65-F5344CB8AC3E}">
        <p14:creationId xmlns:p14="http://schemas.microsoft.com/office/powerpoint/2010/main" val="97835422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977681"/>
            <a:ext cx="8133857" cy="29257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68216"/>
            <a:ext cx="2498504" cy="400110"/>
          </a:xfrm>
          <a:prstGeom prst="rect">
            <a:avLst/>
          </a:prstGeom>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 </a:t>
            </a:r>
          </a:p>
        </p:txBody>
      </p:sp>
      <p:sp>
        <p:nvSpPr>
          <p:cNvPr id="24" name="Line 13"/>
          <p:cNvSpPr>
            <a:spLocks noChangeShapeType="1"/>
          </p:cNvSpPr>
          <p:nvPr/>
        </p:nvSpPr>
        <p:spPr bwMode="auto">
          <a:xfrm>
            <a:off x="2051744" y="1634959"/>
            <a:ext cx="0" cy="1623489"/>
          </a:xfrm>
          <a:prstGeom prst="line">
            <a:avLst/>
          </a:prstGeom>
          <a:noFill/>
          <a:ln w="127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357716" y="2284038"/>
            <a:ext cx="986469" cy="307777"/>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itchFamily="34" charset="-122"/>
                <a:ea typeface="微软雅黑" pitchFamily="34" charset="-122"/>
              </a:defRPr>
            </a:lvl1pPr>
          </a:lstStyle>
          <a:p>
            <a:pPr algn="ctr"/>
            <a:r>
              <a:rPr lang="en-US" altLang="zh-CN" sz="1400" dirty="0"/>
              <a:t>MAC  </a:t>
            </a:r>
            <a:r>
              <a:rPr lang="zh-CN" altLang="en-US" sz="1400" dirty="0"/>
              <a:t>层</a:t>
            </a:r>
          </a:p>
        </p:txBody>
      </p:sp>
      <p:sp>
        <p:nvSpPr>
          <p:cNvPr id="26" name="Text Box 15"/>
          <p:cNvSpPr txBox="1">
            <a:spLocks noChangeArrowheads="1"/>
          </p:cNvSpPr>
          <p:nvPr/>
        </p:nvSpPr>
        <p:spPr bwMode="auto">
          <a:xfrm>
            <a:off x="2932701" y="1135276"/>
            <a:ext cx="23365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p>
        </p:txBody>
      </p:sp>
      <p:sp>
        <p:nvSpPr>
          <p:cNvPr id="27" name="Rectangle 16"/>
          <p:cNvSpPr>
            <a:spLocks noChangeArrowheads="1"/>
          </p:cNvSpPr>
          <p:nvPr/>
        </p:nvSpPr>
        <p:spPr bwMode="auto">
          <a:xfrm>
            <a:off x="2372265" y="2359129"/>
            <a:ext cx="4999637" cy="1287017"/>
          </a:xfrm>
          <a:prstGeom prst="rect">
            <a:avLst/>
          </a:prstGeom>
          <a:solidFill>
            <a:srgbClr val="99FF99"/>
          </a:solidFill>
          <a:ln w="12700">
            <a:solidFill>
              <a:srgbClr val="0000FF"/>
            </a:solidFill>
            <a:miter lim="800000"/>
            <a:headEnd/>
            <a:tailEnd/>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381281" y="2364667"/>
            <a:ext cx="4976973" cy="896526"/>
          </a:xfrm>
          <a:prstGeom prst="rect">
            <a:avLst/>
          </a:prstGeom>
          <a:solidFill>
            <a:schemeClr val="bg1"/>
          </a:solidFill>
          <a:ln>
            <a:noFill/>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367113" y="1618323"/>
            <a:ext cx="3080345" cy="727492"/>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708406" y="1392323"/>
            <a:ext cx="141577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p>
        </p:txBody>
      </p:sp>
      <p:sp>
        <p:nvSpPr>
          <p:cNvPr id="31" name="Text Box 23"/>
          <p:cNvSpPr txBox="1">
            <a:spLocks noChangeArrowheads="1"/>
          </p:cNvSpPr>
          <p:nvPr/>
        </p:nvSpPr>
        <p:spPr bwMode="auto">
          <a:xfrm>
            <a:off x="2967753" y="2438355"/>
            <a:ext cx="38879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p>
          <a:p>
            <a:pPr algn="ctr"/>
            <a:r>
              <a:rPr kumimoji="1" lang="en-US" altLang="zh-CN" sz="1600" b="1" dirty="0">
                <a:latin typeface="微软雅黑" panose="020B0503020204020204" pitchFamily="34" charset="-122"/>
                <a:ea typeface="微软雅黑" panose="020B0503020204020204" pitchFamily="34" charset="-122"/>
              </a:rPr>
              <a:t>(CSMA/CA)</a:t>
            </a:r>
          </a:p>
        </p:txBody>
      </p:sp>
      <p:sp>
        <p:nvSpPr>
          <p:cNvPr id="32" name="Text Box 24"/>
          <p:cNvSpPr txBox="1">
            <a:spLocks noChangeArrowheads="1"/>
          </p:cNvSpPr>
          <p:nvPr/>
        </p:nvSpPr>
        <p:spPr bwMode="auto">
          <a:xfrm>
            <a:off x="2287427" y="1662068"/>
            <a:ext cx="32626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p>
        </p:txBody>
      </p:sp>
      <p:sp>
        <p:nvSpPr>
          <p:cNvPr id="33" name="Rectangle 25"/>
          <p:cNvSpPr>
            <a:spLocks noChangeArrowheads="1"/>
          </p:cNvSpPr>
          <p:nvPr/>
        </p:nvSpPr>
        <p:spPr bwMode="auto">
          <a:xfrm>
            <a:off x="2372265" y="1618323"/>
            <a:ext cx="3079315" cy="740805"/>
          </a:xfrm>
          <a:prstGeom prst="rect">
            <a:avLst/>
          </a:prstGeom>
          <a:noFill/>
          <a:ln w="12700">
            <a:solidFill>
              <a:srgbClr val="0000FF"/>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801401" y="1618784"/>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485637" y="3273904"/>
            <a:ext cx="800219" cy="338554"/>
          </a:xfrm>
          <a:prstGeom prst="rect">
            <a:avLst/>
          </a:prstGeom>
          <a:noFill/>
          <a:ln>
            <a:noFill/>
          </a:ln>
          <a:effec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p>
        </p:txBody>
      </p:sp>
      <p:sp>
        <p:nvSpPr>
          <p:cNvPr id="36" name="Line 36"/>
          <p:cNvSpPr>
            <a:spLocks noChangeShapeType="1"/>
          </p:cNvSpPr>
          <p:nvPr/>
        </p:nvSpPr>
        <p:spPr bwMode="auto">
          <a:xfrm>
            <a:off x="1801401" y="3258448"/>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367113" y="3256976"/>
            <a:ext cx="5004789" cy="9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251026" y="1947840"/>
            <a:ext cx="288000" cy="490220"/>
          </a:xfrm>
          <a:prstGeom prst="upArrow">
            <a:avLst>
              <a:gd name="adj1" fmla="val 50000"/>
              <a:gd name="adj2" fmla="val 40565"/>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726997" y="1445930"/>
            <a:ext cx="270000" cy="258664"/>
          </a:xfrm>
          <a:prstGeom prst="upArrow">
            <a:avLst>
              <a:gd name="adj1" fmla="val 50000"/>
              <a:gd name="adj2" fmla="val 25000"/>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6281367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31"/>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3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32"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977681"/>
            <a:ext cx="8133857" cy="29257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68216"/>
            <a:ext cx="4890185" cy="400110"/>
          </a:xfrm>
          <a:prstGeom prst="rect">
            <a:avLst/>
          </a:prstGeom>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a:t>
            </a:r>
            <a:r>
              <a:rPr lang="zh-CN" altLang="en-US" sz="2000" b="1" dirty="0">
                <a:solidFill>
                  <a:srgbClr val="0000FF"/>
                </a:solidFill>
                <a:latin typeface="微软雅黑" pitchFamily="34" charset="-122"/>
                <a:ea typeface="微软雅黑" pitchFamily="34" charset="-122"/>
              </a:rPr>
              <a:t>分布协调功能 </a:t>
            </a:r>
            <a:r>
              <a:rPr lang="en-US" altLang="zh-CN" sz="2000" b="1" dirty="0">
                <a:solidFill>
                  <a:srgbClr val="0000FF"/>
                </a:solidFill>
                <a:latin typeface="微软雅黑" pitchFamily="34" charset="-122"/>
                <a:ea typeface="微软雅黑" pitchFamily="34" charset="-122"/>
              </a:rPr>
              <a:t>DCF</a:t>
            </a:r>
            <a:r>
              <a:rPr lang="zh-CN" altLang="en-US" sz="2000" b="1" dirty="0">
                <a:solidFill>
                  <a:srgbClr val="0000FF"/>
                </a:solidFill>
                <a:latin typeface="微软雅黑" pitchFamily="34" charset="-122"/>
                <a:ea typeface="微软雅黑" pitchFamily="34" charset="-122"/>
              </a:rPr>
              <a:t> </a:t>
            </a:r>
          </a:p>
        </p:txBody>
      </p:sp>
      <p:sp>
        <p:nvSpPr>
          <p:cNvPr id="5" name="矩形 4"/>
          <p:cNvSpPr/>
          <p:nvPr/>
        </p:nvSpPr>
        <p:spPr>
          <a:xfrm>
            <a:off x="1130707" y="3923701"/>
            <a:ext cx="7207043" cy="861774"/>
          </a:xfrm>
          <a:prstGeom prst="rect">
            <a:avLst/>
          </a:prstGeom>
        </p:spPr>
        <p:txBody>
          <a:bodyPr wrap="square">
            <a:spAutoFit/>
          </a:bodyPr>
          <a:lstStyle/>
          <a:p>
            <a:pPr>
              <a:lnSpc>
                <a:spcPts val="2000"/>
              </a:lnSpc>
            </a:pPr>
            <a:r>
              <a:rPr lang="en-US" altLang="zh-CN" sz="1600" b="1" dirty="0">
                <a:solidFill>
                  <a:srgbClr val="C00000"/>
                </a:solidFill>
                <a:latin typeface="微软雅黑" pitchFamily="34" charset="-122"/>
                <a:ea typeface="微软雅黑" pitchFamily="34" charset="-122"/>
              </a:rPr>
              <a:t>DCF </a:t>
            </a:r>
            <a:r>
              <a:rPr lang="zh-CN" altLang="en-US" sz="1600" b="1" dirty="0">
                <a:solidFill>
                  <a:srgbClr val="C00000"/>
                </a:solidFill>
                <a:latin typeface="微软雅黑" pitchFamily="34" charset="-122"/>
                <a:ea typeface="微软雅黑" pitchFamily="34" charset="-122"/>
              </a:rPr>
              <a:t>子层：</a:t>
            </a:r>
            <a:r>
              <a:rPr lang="zh-CN" altLang="en-US" sz="1600" b="1" dirty="0">
                <a:latin typeface="微软雅黑" pitchFamily="34" charset="-122"/>
                <a:ea typeface="微软雅黑" pitchFamily="34" charset="-122"/>
              </a:rPr>
              <a:t>不采用任何中心控制。每个节点使用 </a:t>
            </a:r>
            <a:r>
              <a:rPr lang="en-US" altLang="zh-CN" sz="1600" b="1" dirty="0">
                <a:latin typeface="微软雅黑" pitchFamily="34" charset="-122"/>
                <a:ea typeface="微软雅黑" pitchFamily="34" charset="-122"/>
              </a:rPr>
              <a:t>CSMA </a:t>
            </a:r>
            <a:r>
              <a:rPr lang="zh-CN" altLang="en-US" sz="1600" b="1" dirty="0">
                <a:latin typeface="微软雅黑" pitchFamily="34" charset="-122"/>
                <a:ea typeface="微软雅黑" pitchFamily="34" charset="-122"/>
              </a:rPr>
              <a:t>机制的分布式接入算法，让各个站通过争用信道来获取发送权。因此 </a:t>
            </a:r>
            <a:r>
              <a:rPr lang="en-US" altLang="zh-CN" sz="1600" b="1" dirty="0">
                <a:latin typeface="微软雅黑" pitchFamily="34" charset="-122"/>
                <a:ea typeface="微软雅黑" pitchFamily="34" charset="-122"/>
              </a:rPr>
              <a:t>DCF </a:t>
            </a:r>
            <a:r>
              <a:rPr lang="zh-CN" altLang="en-US" sz="1600" b="1" dirty="0">
                <a:latin typeface="微软雅黑" pitchFamily="34" charset="-122"/>
                <a:ea typeface="微软雅黑" pitchFamily="34" charset="-122"/>
              </a:rPr>
              <a:t>向上提供</a:t>
            </a:r>
            <a:r>
              <a:rPr lang="zh-CN" altLang="en-US" sz="1600" b="1" dirty="0">
                <a:solidFill>
                  <a:srgbClr val="C00000"/>
                </a:solidFill>
                <a:latin typeface="微软雅黑" pitchFamily="34" charset="-122"/>
                <a:ea typeface="微软雅黑" pitchFamily="34" charset="-122"/>
              </a:rPr>
              <a:t>争用服务。</a:t>
            </a:r>
            <a:r>
              <a:rPr lang="zh-CN" altLang="en-US" sz="1600" b="1" dirty="0">
                <a:solidFill>
                  <a:srgbClr val="0000FF"/>
                </a:solidFill>
                <a:latin typeface="微软雅黑" pitchFamily="34" charset="-122"/>
                <a:ea typeface="微软雅黑" pitchFamily="34" charset="-122"/>
              </a:rPr>
              <a:t>所有实现都必须有 </a:t>
            </a:r>
            <a:r>
              <a:rPr lang="en-US" altLang="zh-CN" sz="1600" b="1" dirty="0">
                <a:solidFill>
                  <a:srgbClr val="0000FF"/>
                </a:solidFill>
                <a:latin typeface="微软雅黑" pitchFamily="34" charset="-122"/>
                <a:ea typeface="微软雅黑" pitchFamily="34" charset="-122"/>
              </a:rPr>
              <a:t>DCF </a:t>
            </a:r>
            <a:r>
              <a:rPr lang="zh-CN" altLang="en-US" sz="1600" b="1" dirty="0">
                <a:solidFill>
                  <a:srgbClr val="0000FF"/>
                </a:solidFill>
                <a:latin typeface="微软雅黑" pitchFamily="34" charset="-122"/>
                <a:ea typeface="微软雅黑" pitchFamily="34" charset="-122"/>
              </a:rPr>
              <a:t>功能。</a:t>
            </a: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itchFamily="34" charset="-122"/>
                  <a:ea typeface="微软雅黑" pitchFamily="34" charset="-122"/>
                </a:defRPr>
              </a:lvl1pPr>
            </a:lstStyle>
            <a:p>
              <a:pPr algn="ctr"/>
              <a:r>
                <a:rPr lang="en-US" altLang="zh-CN" sz="1400" dirty="0"/>
                <a:t>MAC  </a:t>
              </a:r>
              <a:r>
                <a:rPr lang="zh-CN" altLang="en-US" sz="1400" dirty="0"/>
                <a:t>层</a:t>
              </a:r>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headEnd/>
              <a:tailEnd/>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p>
            <a:p>
              <a:pPr algn="ctr"/>
              <a:r>
                <a:rPr kumimoji="1" lang="en-US" altLang="zh-CN" sz="1600" b="1" dirty="0">
                  <a:latin typeface="微软雅黑" panose="020B0503020204020204" pitchFamily="34" charset="-122"/>
                  <a:ea typeface="微软雅黑" panose="020B0503020204020204" pitchFamily="34" charset="-122"/>
                </a:rPr>
                <a:t>(CSMA/CA)</a:t>
              </a: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682470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977681"/>
            <a:ext cx="8133857" cy="29257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68216"/>
            <a:ext cx="4521494" cy="707886"/>
          </a:xfrm>
          <a:prstGeom prst="rect">
            <a:avLst/>
          </a:prstGeom>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a:t>
            </a:r>
            <a:r>
              <a:rPr lang="zh-CN" altLang="en-US" sz="2000" b="1" dirty="0">
                <a:solidFill>
                  <a:srgbClr val="0000FF"/>
                </a:solidFill>
                <a:latin typeface="微软雅黑" pitchFamily="34" charset="-122"/>
                <a:ea typeface="微软雅黑" pitchFamily="34" charset="-122"/>
              </a:rPr>
              <a:t>点协调功能 </a:t>
            </a:r>
            <a:r>
              <a:rPr lang="en-US" altLang="zh-CN" sz="2000" b="1" dirty="0">
                <a:solidFill>
                  <a:srgbClr val="0000FF"/>
                </a:solidFill>
                <a:latin typeface="微软雅黑" pitchFamily="34" charset="-122"/>
                <a:ea typeface="微软雅黑" pitchFamily="34" charset="-122"/>
              </a:rPr>
              <a:t>PCF</a:t>
            </a:r>
          </a:p>
          <a:p>
            <a:r>
              <a:rPr lang="zh-CN" altLang="en-US" sz="2000" b="1" dirty="0">
                <a:solidFill>
                  <a:srgbClr val="0000FF"/>
                </a:solidFill>
                <a:latin typeface="微软雅黑" pitchFamily="34" charset="-122"/>
                <a:ea typeface="微软雅黑" pitchFamily="34" charset="-122"/>
              </a:rPr>
              <a:t> </a:t>
            </a:r>
          </a:p>
        </p:txBody>
      </p:sp>
      <p:sp>
        <p:nvSpPr>
          <p:cNvPr id="5" name="矩形 4"/>
          <p:cNvSpPr/>
          <p:nvPr/>
        </p:nvSpPr>
        <p:spPr>
          <a:xfrm>
            <a:off x="1130707" y="3923701"/>
            <a:ext cx="7207043" cy="846514"/>
          </a:xfrm>
          <a:prstGeom prst="rect">
            <a:avLst/>
          </a:prstGeom>
        </p:spPr>
        <p:txBody>
          <a:bodyPr wrap="square">
            <a:spAutoFit/>
          </a:bodyPr>
          <a:lstStyle/>
          <a:p>
            <a:pPr>
              <a:lnSpc>
                <a:spcPts val="2000"/>
              </a:lnSpc>
            </a:pPr>
            <a:r>
              <a:rPr lang="en-US" altLang="zh-CN" sz="1600" b="1" dirty="0">
                <a:solidFill>
                  <a:srgbClr val="C00000"/>
                </a:solidFill>
                <a:latin typeface="微软雅黑" pitchFamily="34" charset="-122"/>
                <a:ea typeface="微软雅黑" pitchFamily="34" charset="-122"/>
              </a:rPr>
              <a:t>PCF </a:t>
            </a:r>
            <a:r>
              <a:rPr lang="zh-CN" altLang="en-US" sz="1600" b="1" dirty="0">
                <a:solidFill>
                  <a:srgbClr val="C00000"/>
                </a:solidFill>
                <a:latin typeface="微软雅黑" pitchFamily="34" charset="-122"/>
                <a:ea typeface="微软雅黑" pitchFamily="34" charset="-122"/>
              </a:rPr>
              <a:t>子层：</a:t>
            </a:r>
            <a:r>
              <a:rPr lang="zh-CN" altLang="en-US" sz="1600" b="1" dirty="0">
                <a:latin typeface="微软雅黑" pitchFamily="34" charset="-122"/>
                <a:ea typeface="微软雅黑" pitchFamily="34" charset="-122"/>
              </a:rPr>
              <a:t>可选。使用</a:t>
            </a:r>
            <a:r>
              <a:rPr lang="en-US" altLang="zh-CN" sz="1600" b="1" dirty="0">
                <a:latin typeface="微软雅黑" pitchFamily="34" charset="-122"/>
                <a:ea typeface="微软雅黑" pitchFamily="34" charset="-122"/>
              </a:rPr>
              <a:t>AP</a:t>
            </a:r>
            <a:r>
              <a:rPr lang="zh-CN" altLang="en-US" sz="1600" b="1" dirty="0">
                <a:solidFill>
                  <a:srgbClr val="C00000"/>
                </a:solidFill>
                <a:latin typeface="微软雅黑" pitchFamily="34" charset="-122"/>
                <a:ea typeface="微软雅黑" pitchFamily="34" charset="-122"/>
              </a:rPr>
              <a:t>集中控制</a:t>
            </a:r>
            <a:r>
              <a:rPr lang="zh-CN" altLang="en-US" sz="1600" b="1" dirty="0">
                <a:latin typeface="微软雅黑" pitchFamily="34" charset="-122"/>
                <a:ea typeface="微软雅黑" pitchFamily="34" charset="-122"/>
              </a:rPr>
              <a:t>整个</a:t>
            </a:r>
            <a:r>
              <a:rPr lang="en-US" altLang="zh-CN" sz="1600" b="1" dirty="0">
                <a:latin typeface="微软雅黑" pitchFamily="34" charset="-122"/>
                <a:ea typeface="微软雅黑" pitchFamily="34" charset="-122"/>
              </a:rPr>
              <a:t>BSS</a:t>
            </a:r>
            <a:r>
              <a:rPr lang="zh-CN" altLang="en-US" sz="1600" b="1" dirty="0">
                <a:latin typeface="微软雅黑" pitchFamily="34" charset="-122"/>
                <a:ea typeface="微软雅黑" pitchFamily="34" charset="-122"/>
              </a:rPr>
              <a:t>内的活动，用类似于探询的方法把发送数据权轮流交给各个站，从而避免碰撞。自组网络没有</a:t>
            </a:r>
            <a:r>
              <a:rPr lang="en-US" altLang="zh-CN" sz="1600" b="1" dirty="0">
                <a:latin typeface="微软雅黑" pitchFamily="34" charset="-122"/>
                <a:ea typeface="微软雅黑" pitchFamily="34" charset="-122"/>
              </a:rPr>
              <a:t>PCF</a:t>
            </a:r>
            <a:r>
              <a:rPr lang="zh-CN" altLang="en-US" sz="1600" b="1" dirty="0">
                <a:latin typeface="微软雅黑" pitchFamily="34" charset="-122"/>
                <a:ea typeface="微软雅黑" pitchFamily="34" charset="-122"/>
              </a:rPr>
              <a:t>子层。对于时间敏感的业务，就应使用提供无争用服务的点协调功能</a:t>
            </a:r>
            <a:r>
              <a:rPr lang="en-US" altLang="zh-CN" sz="1600" b="1" dirty="0">
                <a:latin typeface="微软雅黑" pitchFamily="34" charset="-122"/>
                <a:ea typeface="微软雅黑" pitchFamily="34" charset="-122"/>
              </a:rPr>
              <a:t>PCF</a:t>
            </a:r>
            <a:r>
              <a:rPr lang="zh-CN" altLang="en-US" sz="1600" b="1" dirty="0">
                <a:latin typeface="微软雅黑" pitchFamily="34" charset="-122"/>
                <a:ea typeface="微软雅黑" pitchFamily="34" charset="-122"/>
              </a:rPr>
              <a:t>。</a:t>
            </a:r>
            <a:endParaRPr lang="zh-CN" altLang="en-US" sz="1600" b="1" dirty="0">
              <a:solidFill>
                <a:srgbClr val="0000FF"/>
              </a:solidFill>
              <a:latin typeface="微软雅黑" pitchFamily="34" charset="-122"/>
              <a:ea typeface="微软雅黑" pitchFamily="34" charset="-122"/>
            </a:endParaRP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itchFamily="34" charset="-122"/>
                  <a:ea typeface="微软雅黑" pitchFamily="34" charset="-122"/>
                </a:defRPr>
              </a:lvl1pPr>
            </a:lstStyle>
            <a:p>
              <a:pPr algn="ctr"/>
              <a:r>
                <a:rPr lang="en-US" altLang="zh-CN" sz="1400" dirty="0"/>
                <a:t>MAC  </a:t>
              </a:r>
              <a:r>
                <a:rPr lang="zh-CN" altLang="en-US" sz="1400" dirty="0"/>
                <a:t>层</a:t>
              </a:r>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headEnd/>
              <a:tailEnd/>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p>
            <a:p>
              <a:pPr algn="ctr"/>
              <a:r>
                <a:rPr kumimoji="1" lang="en-US" altLang="zh-CN" sz="1600" b="1" dirty="0">
                  <a:latin typeface="微软雅黑" panose="020B0503020204020204" pitchFamily="34" charset="-122"/>
                  <a:ea typeface="微软雅黑" panose="020B0503020204020204" pitchFamily="34" charset="-122"/>
                </a:rPr>
                <a:t>(CSMA/CA)</a:t>
              </a: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18242057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矩形 128"/>
          <p:cNvSpPr/>
          <p:nvPr/>
        </p:nvSpPr>
        <p:spPr>
          <a:xfrm>
            <a:off x="4037870" y="1269096"/>
            <a:ext cx="3985253" cy="2899781"/>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矩形 127"/>
          <p:cNvSpPr/>
          <p:nvPr/>
        </p:nvSpPr>
        <p:spPr>
          <a:xfrm>
            <a:off x="432619" y="2475296"/>
            <a:ext cx="3417939" cy="2027923"/>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矩形 126"/>
          <p:cNvSpPr/>
          <p:nvPr/>
        </p:nvSpPr>
        <p:spPr>
          <a:xfrm>
            <a:off x="432619" y="1018031"/>
            <a:ext cx="3417939" cy="1327653"/>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17853" y="617921"/>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093"/>
            <a:ext cx="281519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协议的要点</a:t>
            </a:r>
            <a:endParaRPr lang="en-US" altLang="zh-CN" sz="2000" b="1" dirty="0">
              <a:latin typeface="微软雅黑" pitchFamily="34" charset="-122"/>
              <a:ea typeface="微软雅黑" pitchFamily="34" charset="-122"/>
            </a:endParaRPr>
          </a:p>
        </p:txBody>
      </p:sp>
      <p:sp>
        <p:nvSpPr>
          <p:cNvPr id="10" name="矩形 9"/>
          <p:cNvSpPr/>
          <p:nvPr/>
        </p:nvSpPr>
        <p:spPr>
          <a:xfrm>
            <a:off x="381719" y="1001121"/>
            <a:ext cx="458780" cy="461665"/>
          </a:xfrm>
          <a:prstGeom prst="rect">
            <a:avLst/>
          </a:prstGeom>
        </p:spPr>
        <p:txBody>
          <a:bodyPr wrap="none">
            <a:spAutoFit/>
          </a:bodyPr>
          <a:lstStyle/>
          <a:p>
            <a:r>
              <a:rPr lang="zh-CN" altLang="en-US" sz="2400" b="1" dirty="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endParaRPr>
          </a:p>
        </p:txBody>
      </p:sp>
      <p:sp>
        <p:nvSpPr>
          <p:cNvPr id="11" name="矩形 10"/>
          <p:cNvSpPr/>
          <p:nvPr/>
        </p:nvSpPr>
        <p:spPr>
          <a:xfrm>
            <a:off x="374893" y="4067591"/>
            <a:ext cx="458780" cy="461665"/>
          </a:xfrm>
          <a:prstGeom prst="rect">
            <a:avLst/>
          </a:prstGeom>
        </p:spPr>
        <p:txBody>
          <a:bodyPr wrap="none">
            <a:spAutoFit/>
          </a:bodyPr>
          <a:lstStyle/>
          <a:p>
            <a:r>
              <a:rPr lang="zh-CN" altLang="en-US" sz="2400" b="1" dirty="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endParaRPr>
          </a:p>
        </p:txBody>
      </p:sp>
      <p:sp>
        <p:nvSpPr>
          <p:cNvPr id="12" name="矩形 11"/>
          <p:cNvSpPr/>
          <p:nvPr/>
        </p:nvSpPr>
        <p:spPr>
          <a:xfrm>
            <a:off x="4030241" y="1218431"/>
            <a:ext cx="458780" cy="461665"/>
          </a:xfrm>
          <a:prstGeom prst="rect">
            <a:avLst/>
          </a:prstGeom>
        </p:spPr>
        <p:txBody>
          <a:bodyPr wrap="none">
            <a:spAutoFit/>
          </a:bodyPr>
          <a:lstStyle/>
          <a:p>
            <a:r>
              <a:rPr lang="zh-CN" altLang="en-US" sz="2400" b="1" dirty="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endParaRPr>
          </a:p>
        </p:txBody>
      </p:sp>
      <p:sp>
        <p:nvSpPr>
          <p:cNvPr id="5" name="矩形 4"/>
          <p:cNvSpPr/>
          <p:nvPr/>
        </p:nvSpPr>
        <p:spPr>
          <a:xfrm>
            <a:off x="1165366" y="1093509"/>
            <a:ext cx="2361518" cy="534494"/>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监听信道。检测信道在时间间隔 </a:t>
            </a:r>
            <a:r>
              <a:rPr lang="en-US" altLang="zh-CN" sz="1400" b="1" dirty="0">
                <a:solidFill>
                  <a:schemeClr val="tx1"/>
                </a:solidFill>
                <a:latin typeface="微软雅黑" panose="020B0503020204020204" pitchFamily="34" charset="-122"/>
                <a:ea typeface="微软雅黑" panose="020B0503020204020204" pitchFamily="34" charset="-122"/>
              </a:rPr>
              <a:t>DIFS </a:t>
            </a:r>
            <a:r>
              <a:rPr lang="zh-CN" altLang="en-US" sz="1400" b="1" dirty="0">
                <a:solidFill>
                  <a:schemeClr val="tx1"/>
                </a:solidFill>
                <a:latin typeface="微软雅黑" panose="020B0503020204020204" pitchFamily="34" charset="-122"/>
                <a:ea typeface="微软雅黑" panose="020B0503020204020204" pitchFamily="34" charset="-122"/>
              </a:rPr>
              <a:t>内是否空闲。</a:t>
            </a:r>
          </a:p>
        </p:txBody>
      </p:sp>
      <p:sp>
        <p:nvSpPr>
          <p:cNvPr id="6" name="菱形 5"/>
          <p:cNvSpPr/>
          <p:nvPr/>
        </p:nvSpPr>
        <p:spPr>
          <a:xfrm>
            <a:off x="1239996" y="1836989"/>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空闲？</a:t>
            </a:r>
            <a:endParaRPr lang="zh-CN" altLang="en-US" sz="1400" dirty="0"/>
          </a:p>
        </p:txBody>
      </p:sp>
      <p:sp>
        <p:nvSpPr>
          <p:cNvPr id="7" name="矩形 6"/>
          <p:cNvSpPr/>
          <p:nvPr/>
        </p:nvSpPr>
        <p:spPr>
          <a:xfrm>
            <a:off x="1165366" y="2535897"/>
            <a:ext cx="2361518" cy="561086"/>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选择一随机数，启动退避计时器（信道忙时冻结）。</a:t>
            </a:r>
          </a:p>
        </p:txBody>
      </p:sp>
      <p:sp>
        <p:nvSpPr>
          <p:cNvPr id="8" name="矩形 7"/>
          <p:cNvSpPr/>
          <p:nvPr/>
        </p:nvSpPr>
        <p:spPr>
          <a:xfrm>
            <a:off x="5400750" y="1406816"/>
            <a:ext cx="2212258" cy="540694"/>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等待确认帧。</a:t>
            </a:r>
          </a:p>
        </p:txBody>
      </p:sp>
      <p:sp>
        <p:nvSpPr>
          <p:cNvPr id="14" name="矩形 13"/>
          <p:cNvSpPr/>
          <p:nvPr/>
        </p:nvSpPr>
        <p:spPr>
          <a:xfrm>
            <a:off x="1165366" y="4062956"/>
            <a:ext cx="2361518" cy="37956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sym typeface="Wingdings 2" panose="05020102010507070707" pitchFamily="18" charset="2"/>
              </a:rPr>
              <a:t>发送数据帧。</a:t>
            </a:r>
            <a:endParaRPr lang="zh-CN" altLang="en-US" sz="1400" b="1" dirty="0">
              <a:solidFill>
                <a:schemeClr val="tx1"/>
              </a:solidFill>
              <a:latin typeface="微软雅黑" panose="020B0503020204020204" pitchFamily="34" charset="-122"/>
              <a:ea typeface="微软雅黑" panose="020B0503020204020204" pitchFamily="34" charset="-122"/>
            </a:endParaRPr>
          </a:p>
        </p:txBody>
      </p:sp>
      <p:sp>
        <p:nvSpPr>
          <p:cNvPr id="15" name="菱形 14"/>
          <p:cNvSpPr/>
          <p:nvPr/>
        </p:nvSpPr>
        <p:spPr>
          <a:xfrm>
            <a:off x="1239996" y="3378789"/>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时间减到零？</a:t>
            </a:r>
            <a:endParaRPr lang="zh-CN" altLang="en-US" sz="1400" dirty="0"/>
          </a:p>
        </p:txBody>
      </p:sp>
      <p:cxnSp>
        <p:nvCxnSpPr>
          <p:cNvPr id="17" name="直接箭头连接符 16"/>
          <p:cNvCxnSpPr>
            <a:stCxn id="5" idx="2"/>
            <a:endCxn id="6" idx="0"/>
          </p:cNvCxnSpPr>
          <p:nvPr/>
        </p:nvCxnSpPr>
        <p:spPr>
          <a:xfrm>
            <a:off x="2346125" y="1628003"/>
            <a:ext cx="0" cy="208986"/>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18" name="直接箭头连接符 17"/>
          <p:cNvCxnSpPr>
            <a:stCxn id="6" idx="2"/>
            <a:endCxn id="7" idx="0"/>
          </p:cNvCxnSpPr>
          <p:nvPr/>
        </p:nvCxnSpPr>
        <p:spPr>
          <a:xfrm>
            <a:off x="2346125" y="2287583"/>
            <a:ext cx="0" cy="248314"/>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21" name="直接箭头连接符 20"/>
          <p:cNvCxnSpPr>
            <a:stCxn id="7" idx="2"/>
            <a:endCxn id="15" idx="0"/>
          </p:cNvCxnSpPr>
          <p:nvPr/>
        </p:nvCxnSpPr>
        <p:spPr>
          <a:xfrm>
            <a:off x="2346125" y="3096983"/>
            <a:ext cx="0" cy="281806"/>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24" name="直接箭头连接符 23"/>
          <p:cNvCxnSpPr>
            <a:stCxn id="15" idx="2"/>
            <a:endCxn id="14" idx="0"/>
          </p:cNvCxnSpPr>
          <p:nvPr/>
        </p:nvCxnSpPr>
        <p:spPr>
          <a:xfrm>
            <a:off x="2346125" y="3829383"/>
            <a:ext cx="0" cy="233573"/>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sp>
        <p:nvSpPr>
          <p:cNvPr id="27" name="菱形 26"/>
          <p:cNvSpPr/>
          <p:nvPr/>
        </p:nvSpPr>
        <p:spPr>
          <a:xfrm>
            <a:off x="5400750" y="2235152"/>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收到确认帧？</a:t>
            </a:r>
            <a:endParaRPr lang="zh-CN" altLang="en-US" sz="1400" dirty="0"/>
          </a:p>
        </p:txBody>
      </p:sp>
      <p:sp>
        <p:nvSpPr>
          <p:cNvPr id="28" name="菱形 27"/>
          <p:cNvSpPr/>
          <p:nvPr/>
        </p:nvSpPr>
        <p:spPr>
          <a:xfrm>
            <a:off x="5400750" y="2927126"/>
            <a:ext cx="2212258" cy="501786"/>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还有后续帧要发送？</a:t>
            </a:r>
            <a:endParaRPr lang="zh-CN" altLang="en-US" sz="1400" dirty="0"/>
          </a:p>
        </p:txBody>
      </p:sp>
      <p:sp>
        <p:nvSpPr>
          <p:cNvPr id="30" name="矩形 29"/>
          <p:cNvSpPr/>
          <p:nvPr/>
        </p:nvSpPr>
        <p:spPr>
          <a:xfrm>
            <a:off x="5970133" y="3692697"/>
            <a:ext cx="1073492" cy="317473"/>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结束</a:t>
            </a:r>
          </a:p>
        </p:txBody>
      </p:sp>
      <p:cxnSp>
        <p:nvCxnSpPr>
          <p:cNvPr id="43" name="直接箭头连接符 42"/>
          <p:cNvCxnSpPr>
            <a:stCxn id="8" idx="2"/>
            <a:endCxn id="27" idx="0"/>
          </p:cNvCxnSpPr>
          <p:nvPr/>
        </p:nvCxnSpPr>
        <p:spPr>
          <a:xfrm>
            <a:off x="6506879" y="1947510"/>
            <a:ext cx="0" cy="287642"/>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46" name="直接箭头连接符 45"/>
          <p:cNvCxnSpPr>
            <a:stCxn id="27" idx="2"/>
            <a:endCxn id="28" idx="0"/>
          </p:cNvCxnSpPr>
          <p:nvPr/>
        </p:nvCxnSpPr>
        <p:spPr>
          <a:xfrm>
            <a:off x="6506879" y="2685746"/>
            <a:ext cx="0" cy="241380"/>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50" name="肘形连接符 49"/>
          <p:cNvCxnSpPr>
            <a:stCxn id="14" idx="2"/>
            <a:endCxn id="8" idx="0"/>
          </p:cNvCxnSpPr>
          <p:nvPr/>
        </p:nvCxnSpPr>
        <p:spPr>
          <a:xfrm rot="5400000" flipH="1" flipV="1">
            <a:off x="2908648" y="844293"/>
            <a:ext cx="3035708" cy="4160754"/>
          </a:xfrm>
          <a:prstGeom prst="bentConnector5">
            <a:avLst>
              <a:gd name="adj1" fmla="val -7530"/>
              <a:gd name="adj2" fmla="val 139040"/>
              <a:gd name="adj3" fmla="val 107530"/>
            </a:avLst>
          </a:prstGeom>
          <a:ln w="12700">
            <a:tailEnd type="triangle"/>
          </a:ln>
        </p:spPr>
        <p:style>
          <a:lnRef idx="1">
            <a:schemeClr val="dk1"/>
          </a:lnRef>
          <a:fillRef idx="0">
            <a:schemeClr val="dk1"/>
          </a:fillRef>
          <a:effectRef idx="0">
            <a:schemeClr val="dk1"/>
          </a:effectRef>
          <a:fontRef idx="minor">
            <a:schemeClr val="tx1"/>
          </a:fontRef>
        </p:style>
      </p:cxnSp>
      <p:cxnSp>
        <p:nvCxnSpPr>
          <p:cNvPr id="55" name="肘形连接符 54"/>
          <p:cNvCxnSpPr>
            <a:stCxn id="28" idx="1"/>
          </p:cNvCxnSpPr>
          <p:nvPr/>
        </p:nvCxnSpPr>
        <p:spPr>
          <a:xfrm rot="10800000">
            <a:off x="2384660" y="2406379"/>
            <a:ext cx="3016091" cy="771640"/>
          </a:xfrm>
          <a:prstGeom prst="bentConnector3">
            <a:avLst>
              <a:gd name="adj1" fmla="val 50000"/>
            </a:avLst>
          </a:prstGeom>
          <a:ln w="12700">
            <a:tailEnd type="triangle"/>
          </a:ln>
        </p:spPr>
        <p:style>
          <a:lnRef idx="1">
            <a:schemeClr val="dk1"/>
          </a:lnRef>
          <a:fillRef idx="0">
            <a:schemeClr val="dk1"/>
          </a:fillRef>
          <a:effectRef idx="0">
            <a:schemeClr val="dk1"/>
          </a:effectRef>
          <a:fontRef idx="minor">
            <a:schemeClr val="tx1"/>
          </a:fontRef>
        </p:style>
      </p:cxnSp>
      <p:sp>
        <p:nvSpPr>
          <p:cNvPr id="66" name="矩形 65"/>
          <p:cNvSpPr/>
          <p:nvPr/>
        </p:nvSpPr>
        <p:spPr>
          <a:xfrm>
            <a:off x="4139377" y="2190102"/>
            <a:ext cx="1025376" cy="540694"/>
          </a:xfrm>
          <a:prstGeom prst="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准备重传。</a:t>
            </a:r>
          </a:p>
        </p:txBody>
      </p:sp>
      <p:cxnSp>
        <p:nvCxnSpPr>
          <p:cNvPr id="72" name="直接箭头连接符 71"/>
          <p:cNvCxnSpPr>
            <a:stCxn id="27" idx="1"/>
            <a:endCxn id="66" idx="3"/>
          </p:cNvCxnSpPr>
          <p:nvPr/>
        </p:nvCxnSpPr>
        <p:spPr>
          <a:xfrm flipH="1">
            <a:off x="5164753" y="2460449"/>
            <a:ext cx="235997" cy="0"/>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76" name="直接箭头连接符 75"/>
          <p:cNvCxnSpPr>
            <a:stCxn id="28" idx="2"/>
            <a:endCxn id="30" idx="0"/>
          </p:cNvCxnSpPr>
          <p:nvPr/>
        </p:nvCxnSpPr>
        <p:spPr>
          <a:xfrm>
            <a:off x="6506879" y="3428912"/>
            <a:ext cx="0" cy="263785"/>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85" name="直接箭头连接符 84"/>
          <p:cNvCxnSpPr>
            <a:stCxn id="66" idx="2"/>
          </p:cNvCxnSpPr>
          <p:nvPr/>
        </p:nvCxnSpPr>
        <p:spPr>
          <a:xfrm>
            <a:off x="4652065" y="2730796"/>
            <a:ext cx="0" cy="447224"/>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94" name="肘形连接符 93"/>
          <p:cNvCxnSpPr>
            <a:stCxn id="15" idx="1"/>
          </p:cNvCxnSpPr>
          <p:nvPr/>
        </p:nvCxnSpPr>
        <p:spPr>
          <a:xfrm rot="10800000" flipH="1">
            <a:off x="1239996" y="3218222"/>
            <a:ext cx="1106128" cy="385864"/>
          </a:xfrm>
          <a:prstGeom prst="bentConnector3">
            <a:avLst>
              <a:gd name="adj1" fmla="val -20667"/>
            </a:avLst>
          </a:prstGeom>
          <a:ln w="12700">
            <a:tailEnd type="triangle"/>
          </a:ln>
        </p:spPr>
        <p:style>
          <a:lnRef idx="1">
            <a:schemeClr val="dk1"/>
          </a:lnRef>
          <a:fillRef idx="0">
            <a:schemeClr val="dk1"/>
          </a:fillRef>
          <a:effectRef idx="0">
            <a:schemeClr val="dk1"/>
          </a:effectRef>
          <a:fontRef idx="minor">
            <a:schemeClr val="tx1"/>
          </a:fontRef>
        </p:style>
      </p:cxnSp>
      <p:sp>
        <p:nvSpPr>
          <p:cNvPr id="108" name="矩形 107"/>
          <p:cNvSpPr/>
          <p:nvPr/>
        </p:nvSpPr>
        <p:spPr>
          <a:xfrm>
            <a:off x="6500018" y="2658634"/>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p>
        </p:txBody>
      </p:sp>
      <p:sp>
        <p:nvSpPr>
          <p:cNvPr id="109" name="矩形 108"/>
          <p:cNvSpPr/>
          <p:nvPr/>
        </p:nvSpPr>
        <p:spPr>
          <a:xfrm>
            <a:off x="5146190" y="2941223"/>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p>
        </p:txBody>
      </p:sp>
      <p:sp>
        <p:nvSpPr>
          <p:cNvPr id="110" name="矩形 109"/>
          <p:cNvSpPr/>
          <p:nvPr/>
        </p:nvSpPr>
        <p:spPr>
          <a:xfrm>
            <a:off x="864046" y="1821257"/>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p>
        </p:txBody>
      </p:sp>
      <p:cxnSp>
        <p:nvCxnSpPr>
          <p:cNvPr id="112" name="肘形连接符 111"/>
          <p:cNvCxnSpPr>
            <a:stCxn id="6" idx="1"/>
          </p:cNvCxnSpPr>
          <p:nvPr/>
        </p:nvCxnSpPr>
        <p:spPr>
          <a:xfrm rot="10800000" flipH="1" flipV="1">
            <a:off x="1239996" y="2062285"/>
            <a:ext cx="1049546" cy="1883883"/>
          </a:xfrm>
          <a:prstGeom prst="bentConnector4">
            <a:avLst>
              <a:gd name="adj1" fmla="val -53633"/>
              <a:gd name="adj2" fmla="val 99821"/>
            </a:avLst>
          </a:prstGeom>
          <a:ln w="12700">
            <a:tailEnd type="triangle"/>
          </a:ln>
        </p:spPr>
        <p:style>
          <a:lnRef idx="1">
            <a:schemeClr val="dk1"/>
          </a:lnRef>
          <a:fillRef idx="0">
            <a:schemeClr val="dk1"/>
          </a:fillRef>
          <a:effectRef idx="0">
            <a:schemeClr val="dk1"/>
          </a:effectRef>
          <a:fontRef idx="minor">
            <a:schemeClr val="tx1"/>
          </a:fontRef>
        </p:style>
      </p:cxnSp>
      <p:sp>
        <p:nvSpPr>
          <p:cNvPr id="122" name="矩形 121"/>
          <p:cNvSpPr/>
          <p:nvPr/>
        </p:nvSpPr>
        <p:spPr>
          <a:xfrm>
            <a:off x="1033323" y="3356583"/>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p>
        </p:txBody>
      </p:sp>
      <p:sp>
        <p:nvSpPr>
          <p:cNvPr id="123" name="矩形 122"/>
          <p:cNvSpPr/>
          <p:nvPr/>
        </p:nvSpPr>
        <p:spPr>
          <a:xfrm>
            <a:off x="2039926" y="2286247"/>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p>
        </p:txBody>
      </p:sp>
      <p:sp>
        <p:nvSpPr>
          <p:cNvPr id="124" name="矩形 123"/>
          <p:cNvSpPr/>
          <p:nvPr/>
        </p:nvSpPr>
        <p:spPr>
          <a:xfrm>
            <a:off x="5174890" y="2207185"/>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p>
        </p:txBody>
      </p:sp>
      <p:sp>
        <p:nvSpPr>
          <p:cNvPr id="4" name="矩形 3">
            <a:extLst>
              <a:ext uri="{FF2B5EF4-FFF2-40B4-BE49-F238E27FC236}">
                <a16:creationId xmlns:a16="http://schemas.microsoft.com/office/drawing/2014/main" id="{A40DADA1-16AB-F9A0-6629-9C55DF998D35}"/>
              </a:ext>
            </a:extLst>
          </p:cNvPr>
          <p:cNvSpPr/>
          <p:nvPr/>
        </p:nvSpPr>
        <p:spPr>
          <a:xfrm>
            <a:off x="6500018" y="3383396"/>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p>
        </p:txBody>
      </p:sp>
      <p:sp>
        <p:nvSpPr>
          <p:cNvPr id="9" name="矩形 8">
            <a:extLst>
              <a:ext uri="{FF2B5EF4-FFF2-40B4-BE49-F238E27FC236}">
                <a16:creationId xmlns:a16="http://schemas.microsoft.com/office/drawing/2014/main" id="{389F199B-923D-7439-1719-6098AD491AFE}"/>
              </a:ext>
            </a:extLst>
          </p:cNvPr>
          <p:cNvSpPr/>
          <p:nvPr/>
        </p:nvSpPr>
        <p:spPr>
          <a:xfrm>
            <a:off x="2307577" y="3792472"/>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p>
        </p:txBody>
      </p:sp>
    </p:spTree>
    <p:extLst>
      <p:ext uri="{BB962C8B-B14F-4D97-AF65-F5344CB8AC3E}">
        <p14:creationId xmlns:p14="http://schemas.microsoft.com/office/powerpoint/2010/main" val="36847224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110"/>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nodeType="withEffect">
                                  <p:stCondLst>
                                    <p:cond delay="0"/>
                                  </p:stCondLst>
                                  <p:childTnLst>
                                    <p:anim calcmode="discrete" valueType="str">
                                      <p:cBhvr>
                                        <p:cTn id="12" dur="1000" fill="hold"/>
                                        <p:tgtEl>
                                          <p:spTgt spid="112"/>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35" presetClass="emph" presetSubtype="0" repeatCount="3000" fill="hold" grpId="0" nodeType="clickEffect">
                                  <p:stCondLst>
                                    <p:cond delay="0"/>
                                  </p:stCondLst>
                                  <p:childTnLst>
                                    <p:anim calcmode="discrete" valueType="str">
                                      <p:cBhvr>
                                        <p:cTn id="16" dur="1000" fill="hold"/>
                                        <p:tgtEl>
                                          <p:spTgt spid="123"/>
                                        </p:tgtEl>
                                        <p:attrNameLst>
                                          <p:attrName>style.visibility</p:attrName>
                                        </p:attrNameLst>
                                      </p:cBhvr>
                                      <p:tavLst>
                                        <p:tav tm="0">
                                          <p:val>
                                            <p:strVal val="hidden"/>
                                          </p:val>
                                        </p:tav>
                                        <p:tav tm="50000">
                                          <p:val>
                                            <p:strVal val="visible"/>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grpId="0" nodeType="clickEffect">
                                  <p:stCondLst>
                                    <p:cond delay="0"/>
                                  </p:stCondLst>
                                  <p:childTnLst>
                                    <p:anim calcmode="discrete" valueType="str">
                                      <p:cBhvr>
                                        <p:cTn id="20"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21" fill="hold">
                      <p:stCondLst>
                        <p:cond delay="indefinite"/>
                      </p:stCondLst>
                      <p:childTnLst>
                        <p:par>
                          <p:cTn id="22" fill="hold">
                            <p:stCondLst>
                              <p:cond delay="0"/>
                            </p:stCondLst>
                            <p:childTnLst>
                              <p:par>
                                <p:cTn id="23" presetID="35" presetClass="emph" presetSubtype="0" repeatCount="3000" fill="hold" grpId="0" nodeType="clickEffect">
                                  <p:stCondLst>
                                    <p:cond delay="0"/>
                                  </p:stCondLst>
                                  <p:childTnLst>
                                    <p:anim calcmode="discrete" valueType="str">
                                      <p:cBhvr>
                                        <p:cTn id="24" dur="1000" fill="hold"/>
                                        <p:tgtEl>
                                          <p:spTgt spid="15"/>
                                        </p:tgtEl>
                                        <p:attrNameLst>
                                          <p:attrName>style.visibility</p:attrName>
                                        </p:attrNameLst>
                                      </p:cBhvr>
                                      <p:tavLst>
                                        <p:tav tm="0">
                                          <p:val>
                                            <p:strVal val="hidden"/>
                                          </p:val>
                                        </p:tav>
                                        <p:tav tm="50000">
                                          <p:val>
                                            <p:strVal val="visible"/>
                                          </p:val>
                                        </p:tav>
                                      </p:tavLst>
                                    </p:anim>
                                  </p:childTnLst>
                                </p:cTn>
                              </p:par>
                            </p:childTnLst>
                          </p:cTn>
                        </p:par>
                      </p:childTnLst>
                    </p:cTn>
                  </p:par>
                  <p:par>
                    <p:cTn id="25" fill="hold">
                      <p:stCondLst>
                        <p:cond delay="indefinite"/>
                      </p:stCondLst>
                      <p:childTnLst>
                        <p:par>
                          <p:cTn id="26" fill="hold">
                            <p:stCondLst>
                              <p:cond delay="0"/>
                            </p:stCondLst>
                            <p:childTnLst>
                              <p:par>
                                <p:cTn id="27" presetID="35" presetClass="emph" presetSubtype="0" repeatCount="3000" fill="hold" grpId="0" nodeType="clickEffect">
                                  <p:stCondLst>
                                    <p:cond delay="0"/>
                                  </p:stCondLst>
                                  <p:childTnLst>
                                    <p:anim calcmode="discrete" valueType="str">
                                      <p:cBhvr>
                                        <p:cTn id="28" dur="1000" fill="hold"/>
                                        <p:tgtEl>
                                          <p:spTgt spid="14"/>
                                        </p:tgtEl>
                                        <p:attrNameLst>
                                          <p:attrName>style.visibility</p:attrName>
                                        </p:attrNameLst>
                                      </p:cBhvr>
                                      <p:tavLst>
                                        <p:tav tm="0">
                                          <p:val>
                                            <p:strVal val="hidden"/>
                                          </p:val>
                                        </p:tav>
                                        <p:tav tm="50000">
                                          <p:val>
                                            <p:strVal val="visible"/>
                                          </p:val>
                                        </p:tav>
                                      </p:tavLst>
                                    </p:anim>
                                  </p:childTnLst>
                                </p:cTn>
                              </p:par>
                            </p:childTnLst>
                          </p:cTn>
                        </p:par>
                      </p:childTnLst>
                    </p:cTn>
                  </p:par>
                  <p:par>
                    <p:cTn id="29" fill="hold">
                      <p:stCondLst>
                        <p:cond delay="indefinite"/>
                      </p:stCondLst>
                      <p:childTnLst>
                        <p:par>
                          <p:cTn id="30" fill="hold">
                            <p:stCondLst>
                              <p:cond delay="0"/>
                            </p:stCondLst>
                            <p:childTnLst>
                              <p:par>
                                <p:cTn id="31" presetID="35" presetClass="emph" presetSubtype="0" repeatCount="3000" fill="hold" nodeType="clickEffect">
                                  <p:stCondLst>
                                    <p:cond delay="0"/>
                                  </p:stCondLst>
                                  <p:childTnLst>
                                    <p:anim calcmode="discrete" valueType="str">
                                      <p:cBhvr>
                                        <p:cTn id="32" dur="1000" fill="hold"/>
                                        <p:tgtEl>
                                          <p:spTgt spid="50"/>
                                        </p:tgtEl>
                                        <p:attrNameLst>
                                          <p:attrName>style.visibility</p:attrName>
                                        </p:attrNameLst>
                                      </p:cBhvr>
                                      <p:tavLst>
                                        <p:tav tm="0">
                                          <p:val>
                                            <p:strVal val="hidden"/>
                                          </p:val>
                                        </p:tav>
                                        <p:tav tm="50000">
                                          <p:val>
                                            <p:strVal val="visible"/>
                                          </p:val>
                                        </p:tav>
                                      </p:tavLst>
                                    </p:anim>
                                  </p:childTnLst>
                                </p:cTn>
                              </p:par>
                              <p:par>
                                <p:cTn id="33" presetID="35" presetClass="emph" presetSubtype="0" repeatCount="3000" fill="hold" grpId="0" nodeType="withEffect">
                                  <p:stCondLst>
                                    <p:cond delay="0"/>
                                  </p:stCondLst>
                                  <p:childTnLst>
                                    <p:anim calcmode="discrete" valueType="str">
                                      <p:cBhvr>
                                        <p:cTn id="34"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par>
                    <p:cTn id="35" fill="hold">
                      <p:stCondLst>
                        <p:cond delay="indefinite"/>
                      </p:stCondLst>
                      <p:childTnLst>
                        <p:par>
                          <p:cTn id="36" fill="hold">
                            <p:stCondLst>
                              <p:cond delay="0"/>
                            </p:stCondLst>
                            <p:childTnLst>
                              <p:par>
                                <p:cTn id="37" presetID="35" presetClass="emph" presetSubtype="0" repeatCount="3000" fill="hold" grpId="0" nodeType="clickEffect">
                                  <p:stCondLst>
                                    <p:cond delay="0"/>
                                  </p:stCondLst>
                                  <p:childTnLst>
                                    <p:anim calcmode="discrete" valueType="str">
                                      <p:cBhvr>
                                        <p:cTn id="38" dur="1000" fill="hold"/>
                                        <p:tgtEl>
                                          <p:spTgt spid="108"/>
                                        </p:tgtEl>
                                        <p:attrNameLst>
                                          <p:attrName>style.visibility</p:attrName>
                                        </p:attrNameLst>
                                      </p:cBhvr>
                                      <p:tavLst>
                                        <p:tav tm="0">
                                          <p:val>
                                            <p:strVal val="hidden"/>
                                          </p:val>
                                        </p:tav>
                                        <p:tav tm="50000">
                                          <p:val>
                                            <p:strVal val="visible"/>
                                          </p:val>
                                        </p:tav>
                                      </p:tavLst>
                                    </p:anim>
                                  </p:childTnLst>
                                </p:cTn>
                              </p:par>
                            </p:childTnLst>
                          </p:cTn>
                        </p:par>
                      </p:childTnLst>
                    </p:cTn>
                  </p:par>
                  <p:par>
                    <p:cTn id="39" fill="hold">
                      <p:stCondLst>
                        <p:cond delay="indefinite"/>
                      </p:stCondLst>
                      <p:childTnLst>
                        <p:par>
                          <p:cTn id="40" fill="hold">
                            <p:stCondLst>
                              <p:cond delay="0"/>
                            </p:stCondLst>
                            <p:childTnLst>
                              <p:par>
                                <p:cTn id="41" presetID="35" presetClass="emph" presetSubtype="0" repeatCount="3000" fill="hold" grpId="0" nodeType="clickEffect">
                                  <p:stCondLst>
                                    <p:cond delay="0"/>
                                  </p:stCondLst>
                                  <p:childTnLst>
                                    <p:anim calcmode="discrete" valueType="str">
                                      <p:cBhvr>
                                        <p:cTn id="42" dur="1000" fill="hold"/>
                                        <p:tgtEl>
                                          <p:spTgt spid="28"/>
                                        </p:tgtEl>
                                        <p:attrNameLst>
                                          <p:attrName>style.visibility</p:attrName>
                                        </p:attrNameLst>
                                      </p:cBhvr>
                                      <p:tavLst>
                                        <p:tav tm="0">
                                          <p:val>
                                            <p:strVal val="hidden"/>
                                          </p:val>
                                        </p:tav>
                                        <p:tav tm="50000">
                                          <p:val>
                                            <p:strVal val="visible"/>
                                          </p:val>
                                        </p:tav>
                                      </p:tavLst>
                                    </p:anim>
                                  </p:childTnLst>
                                </p:cTn>
                              </p:par>
                            </p:childTnLst>
                          </p:cTn>
                        </p:par>
                      </p:childTnLst>
                    </p:cTn>
                  </p:par>
                  <p:par>
                    <p:cTn id="43" fill="hold">
                      <p:stCondLst>
                        <p:cond delay="indefinite"/>
                      </p:stCondLst>
                      <p:childTnLst>
                        <p:par>
                          <p:cTn id="44" fill="hold">
                            <p:stCondLst>
                              <p:cond delay="0"/>
                            </p:stCondLst>
                            <p:childTnLst>
                              <p:par>
                                <p:cTn id="45" presetID="35" presetClass="emph" presetSubtype="0" repeatCount="3000" fill="hold" nodeType="clickEffect">
                                  <p:stCondLst>
                                    <p:cond delay="0"/>
                                  </p:stCondLst>
                                  <p:childTnLst>
                                    <p:anim calcmode="discrete" valueType="str">
                                      <p:cBhvr>
                                        <p:cTn id="46" dur="1000" fill="hold"/>
                                        <p:tgtEl>
                                          <p:spTgt spid="55"/>
                                        </p:tgtEl>
                                        <p:attrNameLst>
                                          <p:attrName>style.visibility</p:attrName>
                                        </p:attrNameLst>
                                      </p:cBhvr>
                                      <p:tavLst>
                                        <p:tav tm="0">
                                          <p:val>
                                            <p:strVal val="hidden"/>
                                          </p:val>
                                        </p:tav>
                                        <p:tav tm="50000">
                                          <p:val>
                                            <p:strVal val="visible"/>
                                          </p:val>
                                        </p:tav>
                                      </p:tavLst>
                                    </p:anim>
                                  </p:childTnLst>
                                </p:cTn>
                              </p:par>
                            </p:childTnLst>
                          </p:cTn>
                        </p:par>
                      </p:childTnLst>
                    </p:cTn>
                  </p:par>
                  <p:par>
                    <p:cTn id="47" fill="hold">
                      <p:stCondLst>
                        <p:cond delay="indefinite"/>
                      </p:stCondLst>
                      <p:childTnLst>
                        <p:par>
                          <p:cTn id="48" fill="hold">
                            <p:stCondLst>
                              <p:cond delay="0"/>
                            </p:stCondLst>
                            <p:childTnLst>
                              <p:par>
                                <p:cTn id="49" presetID="35" presetClass="emph" presetSubtype="0" repeatCount="3000" fill="hold" grpId="0" nodeType="clickEffect">
                                  <p:stCondLst>
                                    <p:cond delay="0"/>
                                  </p:stCondLst>
                                  <p:childTnLst>
                                    <p:anim calcmode="discrete" valueType="str">
                                      <p:cBhvr>
                                        <p:cTn id="50" dur="1000" fill="hold"/>
                                        <p:tgtEl>
                                          <p:spTgt spid="124"/>
                                        </p:tgtEl>
                                        <p:attrNameLst>
                                          <p:attrName>style.visibility</p:attrName>
                                        </p:attrNameLst>
                                      </p:cBhvr>
                                      <p:tavLst>
                                        <p:tav tm="0">
                                          <p:val>
                                            <p:strVal val="hidden"/>
                                          </p:val>
                                        </p:tav>
                                        <p:tav tm="50000">
                                          <p:val>
                                            <p:strVal val="visible"/>
                                          </p:val>
                                        </p:tav>
                                      </p:tavLst>
                                    </p:anim>
                                  </p:childTnLst>
                                </p:cTn>
                              </p:par>
                            </p:childTnLst>
                          </p:cTn>
                        </p:par>
                      </p:childTnLst>
                    </p:cTn>
                  </p:par>
                  <p:par>
                    <p:cTn id="51" fill="hold">
                      <p:stCondLst>
                        <p:cond delay="indefinite"/>
                      </p:stCondLst>
                      <p:childTnLst>
                        <p:par>
                          <p:cTn id="52" fill="hold">
                            <p:stCondLst>
                              <p:cond delay="0"/>
                            </p:stCondLst>
                            <p:childTnLst>
                              <p:par>
                                <p:cTn id="53" presetID="35" presetClass="emph" presetSubtype="0" repeatCount="3000" fill="hold" grpId="0" nodeType="clickEffect">
                                  <p:stCondLst>
                                    <p:cond delay="0"/>
                                  </p:stCondLst>
                                  <p:childTnLst>
                                    <p:anim calcmode="discrete" valueType="str">
                                      <p:cBhvr>
                                        <p:cTn id="54" dur="1000" fill="hold"/>
                                        <p:tgtEl>
                                          <p:spTgt spid="66"/>
                                        </p:tgtEl>
                                        <p:attrNameLst>
                                          <p:attrName>style.visibility</p:attrName>
                                        </p:attrNameLst>
                                      </p:cBhvr>
                                      <p:tavLst>
                                        <p:tav tm="0">
                                          <p:val>
                                            <p:strVal val="hidden"/>
                                          </p:val>
                                        </p:tav>
                                        <p:tav tm="50000">
                                          <p:val>
                                            <p:strVal val="visible"/>
                                          </p:val>
                                        </p:tav>
                                      </p:tavLst>
                                    </p:anim>
                                  </p:childTnLst>
                                </p:cTn>
                              </p:par>
                            </p:childTnLst>
                          </p:cTn>
                        </p:par>
                      </p:childTnLst>
                    </p:cTn>
                  </p:par>
                  <p:par>
                    <p:cTn id="55" fill="hold">
                      <p:stCondLst>
                        <p:cond delay="indefinite"/>
                      </p:stCondLst>
                      <p:childTnLst>
                        <p:par>
                          <p:cTn id="56" fill="hold">
                            <p:stCondLst>
                              <p:cond delay="0"/>
                            </p:stCondLst>
                            <p:childTnLst>
                              <p:par>
                                <p:cTn id="57" presetID="35" presetClass="emph" presetSubtype="0" repeatCount="3000" fill="hold" grpId="0" nodeType="clickEffect">
                                  <p:stCondLst>
                                    <p:cond delay="0"/>
                                  </p:stCondLst>
                                  <p:childTnLst>
                                    <p:anim calcmode="discrete" valueType="str">
                                      <p:cBhvr>
                                        <p:cTn id="58"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8" grpId="0" animBg="1"/>
      <p:bldP spid="14" grpId="0" animBg="1"/>
      <p:bldP spid="15" grpId="0" animBg="1"/>
      <p:bldP spid="28" grpId="0" animBg="1"/>
      <p:bldP spid="66" grpId="0" animBg="1"/>
      <p:bldP spid="108" grpId="0"/>
      <p:bldP spid="110" grpId="0"/>
      <p:bldP spid="123" grpId="0"/>
      <p:bldP spid="124" grpId="0"/>
      <p:bldP spid="4"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497382" y="968791"/>
            <a:ext cx="8129015" cy="21635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与以太网一样，</a:t>
            </a:r>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要求帧与帧之间也有一个短暂的空闲时间</a:t>
            </a:r>
            <a:r>
              <a:rPr lang="zh-CN" altLang="en-US" sz="2000" b="1" dirty="0">
                <a:solidFill>
                  <a:srgbClr val="C00000"/>
                </a:solidFill>
                <a:latin typeface="微软雅黑" pitchFamily="34" charset="-122"/>
                <a:ea typeface="微软雅黑" pitchFamily="34" charset="-122"/>
              </a:rPr>
              <a:t>帧间间隔 </a:t>
            </a:r>
            <a:r>
              <a:rPr lang="en-US" altLang="zh-CN" sz="2000" b="1" dirty="0">
                <a:solidFill>
                  <a:srgbClr val="C00000"/>
                </a:solidFill>
                <a:latin typeface="微软雅黑" pitchFamily="34" charset="-122"/>
                <a:ea typeface="微软雅黑" pitchFamily="34" charset="-122"/>
              </a:rPr>
              <a:t>IFS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InterFrame</a:t>
            </a:r>
            <a:r>
              <a:rPr lang="en-US" altLang="zh-CN" sz="2000" b="1" dirty="0">
                <a:latin typeface="微软雅黑" pitchFamily="34" charset="-122"/>
                <a:ea typeface="微软雅黑" pitchFamily="34" charset="-122"/>
              </a:rPr>
              <a:t> Space)</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两种常用的帧间间隔：</a:t>
            </a: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分布协调功能帧间间隔 </a:t>
            </a:r>
            <a:r>
              <a:rPr lang="en-US" altLang="zh-CN" sz="2000" b="1" dirty="0">
                <a:solidFill>
                  <a:srgbClr val="C00000"/>
                </a:solidFill>
                <a:latin typeface="微软雅黑" pitchFamily="34" charset="-122"/>
                <a:ea typeface="微软雅黑" pitchFamily="34" charset="-122"/>
              </a:rPr>
              <a:t>DIFS</a:t>
            </a:r>
            <a:r>
              <a:rPr lang="en-US" altLang="zh-CN" sz="2000" b="1" dirty="0">
                <a:latin typeface="微软雅黑" pitchFamily="34" charset="-122"/>
                <a:ea typeface="微软雅黑" pitchFamily="34" charset="-122"/>
              </a:rPr>
              <a:t> (DCF IFS)</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短帧间间隔 </a:t>
            </a:r>
            <a:r>
              <a:rPr lang="en-US" altLang="zh-CN" sz="2000" b="1" dirty="0">
                <a:solidFill>
                  <a:srgbClr val="C00000"/>
                </a:solidFill>
                <a:latin typeface="微软雅黑" pitchFamily="34" charset="-122"/>
                <a:ea typeface="微软雅黑" pitchFamily="34" charset="-122"/>
              </a:rPr>
              <a:t>SIFS</a:t>
            </a:r>
            <a:r>
              <a:rPr lang="en-US" altLang="zh-CN" sz="2000" b="1" dirty="0">
                <a:latin typeface="微软雅黑" pitchFamily="34" charset="-122"/>
                <a:ea typeface="微软雅黑" pitchFamily="34" charset="-122"/>
              </a:rPr>
              <a:t> (Short Inter-Frame Spacing)</a:t>
            </a:r>
            <a:endParaRPr lang="en-US" altLang="zh-CN" sz="2000" b="1" dirty="0">
              <a:solidFill>
                <a:srgbClr val="C00000"/>
              </a:solidFill>
              <a:latin typeface="微软雅黑" pitchFamily="34" charset="-122"/>
              <a:ea typeface="微软雅黑" pitchFamily="34" charset="-122"/>
            </a:endParaRPr>
          </a:p>
        </p:txBody>
      </p:sp>
      <p:sp>
        <p:nvSpPr>
          <p:cNvPr id="7"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2908874" y="582249"/>
            <a:ext cx="32834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时间间隔 </a:t>
            </a:r>
            <a:r>
              <a:rPr lang="en-US" altLang="zh-CN" sz="2000" b="1" dirty="0">
                <a:solidFill>
                  <a:schemeClr val="bg1"/>
                </a:solidFill>
                <a:latin typeface="微软雅黑" pitchFamily="34" charset="-122"/>
                <a:ea typeface="微软雅黑" pitchFamily="34" charset="-122"/>
              </a:rPr>
              <a:t>DIFS </a:t>
            </a:r>
            <a:r>
              <a:rPr lang="zh-CN" altLang="en-US" sz="2000" b="1" dirty="0">
                <a:solidFill>
                  <a:schemeClr val="bg1"/>
                </a:solidFill>
                <a:latin typeface="微软雅黑" pitchFamily="34" charset="-122"/>
                <a:ea typeface="微软雅黑" pitchFamily="34" charset="-122"/>
              </a:rPr>
              <a:t>的重要性</a:t>
            </a:r>
          </a:p>
        </p:txBody>
      </p:sp>
    </p:spTree>
    <p:extLst>
      <p:ext uri="{BB962C8B-B14F-4D97-AF65-F5344CB8AC3E}">
        <p14:creationId xmlns:p14="http://schemas.microsoft.com/office/powerpoint/2010/main" val="35962683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1712713" cy="400110"/>
          </a:xfrm>
          <a:prstGeom prst="rect">
            <a:avLst/>
          </a:prstGeom>
        </p:spPr>
        <p:txBody>
          <a:bodyPr wrap="none">
            <a:spAutoFit/>
          </a:bodyPr>
          <a:lstStyle/>
          <a:p>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SIFS</a:t>
            </a:r>
            <a:endParaRPr lang="zh-CN" altLang="en-US" sz="2000" b="1" dirty="0">
              <a:latin typeface="微软雅黑" pitchFamily="34" charset="-122"/>
              <a:ea typeface="微软雅黑" pitchFamily="34" charset="-122"/>
            </a:endParaRPr>
          </a:p>
        </p:txBody>
      </p:sp>
      <p:sp>
        <p:nvSpPr>
          <p:cNvPr id="68" name="矩形 67"/>
          <p:cNvSpPr/>
          <p:nvPr/>
        </p:nvSpPr>
        <p:spPr>
          <a:xfrm>
            <a:off x="1154075" y="1186829"/>
            <a:ext cx="6960299" cy="584775"/>
          </a:xfrm>
          <a:prstGeom prst="rect">
            <a:avLst/>
          </a:prstGeom>
          <a:solidFill>
            <a:srgbClr val="00FFFF"/>
          </a:solidFill>
          <a:ln>
            <a:solidFill>
              <a:schemeClr val="tx1"/>
            </a:solidFill>
          </a:ln>
          <a:effectLst/>
        </p:spPr>
        <p:txBody>
          <a:bodyPr wrap="square">
            <a:spAutoFit/>
          </a:bodyPr>
          <a:lstStyle/>
          <a:p>
            <a:r>
              <a:rPr lang="zh-CN" altLang="en-US" sz="1600" b="1" dirty="0">
                <a:latin typeface="微软雅黑" pitchFamily="34" charset="-122"/>
                <a:ea typeface="微软雅黑" pitchFamily="34" charset="-122"/>
              </a:rPr>
              <a:t>发送站点发送数据帧前要监听信道，若信道在时间间隔</a:t>
            </a:r>
            <a:r>
              <a:rPr lang="en-US" altLang="zh-CN" sz="1600" b="1" dirty="0">
                <a:latin typeface="微软雅黑" pitchFamily="34" charset="-122"/>
                <a:ea typeface="微软雅黑" pitchFamily="34" charset="-122"/>
              </a:rPr>
              <a:t>DIFS</a:t>
            </a:r>
            <a:r>
              <a:rPr lang="zh-CN" altLang="en-US" sz="1600" b="1" dirty="0">
                <a:latin typeface="微软雅黑" pitchFamily="34" charset="-122"/>
                <a:ea typeface="微软雅黑" pitchFamily="34" charset="-122"/>
              </a:rPr>
              <a:t>内一直都是空闲的才能发送数据。而接收站点在收到数据帧后等</a:t>
            </a:r>
            <a:r>
              <a:rPr lang="en-US" altLang="zh-CN" sz="1600" b="1" dirty="0">
                <a:latin typeface="微软雅黑" pitchFamily="34" charset="-122"/>
                <a:ea typeface="微软雅黑" pitchFamily="34" charset="-122"/>
              </a:rPr>
              <a:t>SIFS</a:t>
            </a:r>
            <a:r>
              <a:rPr lang="zh-CN" altLang="en-US" sz="1600" b="1" dirty="0">
                <a:latin typeface="微软雅黑" pitchFamily="34" charset="-122"/>
                <a:ea typeface="微软雅黑" pitchFamily="34" charset="-122"/>
              </a:rPr>
              <a:t>就立即发回确认。</a:t>
            </a:r>
          </a:p>
        </p:txBody>
      </p:sp>
      <p:sp>
        <p:nvSpPr>
          <p:cNvPr id="74" name="Freeform 13"/>
          <p:cNvSpPr>
            <a:spLocks/>
          </p:cNvSpPr>
          <p:nvPr/>
        </p:nvSpPr>
        <p:spPr bwMode="auto">
          <a:xfrm>
            <a:off x="2631543" y="2436403"/>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53417"/>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71487"/>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233999"/>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SIFS</a:t>
            </a:r>
          </a:p>
        </p:txBody>
      </p:sp>
      <p:sp>
        <p:nvSpPr>
          <p:cNvPr id="78" name="Line 110"/>
          <p:cNvSpPr>
            <a:spLocks noChangeShapeType="1"/>
          </p:cNvSpPr>
          <p:nvPr/>
        </p:nvSpPr>
        <p:spPr bwMode="auto">
          <a:xfrm>
            <a:off x="4456582" y="2509313"/>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930707"/>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938983"/>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64826"/>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92012"/>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64826"/>
            <a:ext cx="0" cy="10293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517963"/>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451232"/>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53228"/>
            <a:ext cx="5653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506842"/>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72723"/>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340979"/>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77570"/>
            <a:ext cx="0" cy="111341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221111"/>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923022"/>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1921321" y="3906958"/>
            <a:ext cx="41228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endParaRPr lang="en-US" altLang="zh-CN" sz="1200" b="1" dirty="0">
              <a:solidFill>
                <a:srgbClr val="C00000"/>
              </a:solidFill>
              <a:latin typeface="微软雅黑" panose="020B0503020204020204" pitchFamily="34" charset="-122"/>
              <a:ea typeface="微软雅黑" panose="020B0503020204020204" pitchFamily="34" charset="-122"/>
            </a:endParaRPr>
          </a:p>
          <a:p>
            <a:pPr algn="ctr" eaLnBrk="1" hangingPunct="1"/>
            <a:r>
              <a:rPr lang="en-US" altLang="zh-CN" sz="1200" b="1" dirty="0">
                <a:solidFill>
                  <a:srgbClr val="C00000"/>
                </a:solidFill>
                <a:latin typeface="微软雅黑" panose="020B0503020204020204" pitchFamily="34" charset="-122"/>
                <a:ea typeface="微软雅黑" panose="020B0503020204020204" pitchFamily="34" charset="-122"/>
              </a:rPr>
              <a:t>(DATA + SIFS + ACK)</a:t>
            </a:r>
            <a:endParaRPr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94" name="矩形 131"/>
          <p:cNvSpPr>
            <a:spLocks noChangeArrowheads="1"/>
          </p:cNvSpPr>
          <p:nvPr/>
        </p:nvSpPr>
        <p:spPr bwMode="auto">
          <a:xfrm>
            <a:off x="5671597" y="2546386"/>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5380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542678"/>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30912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52564"/>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545150"/>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54144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55132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54885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nvGrpSpPr>
          <p:cNvPr id="113" name="组合 51"/>
          <p:cNvGrpSpPr>
            <a:grpSpLocks/>
          </p:cNvGrpSpPr>
          <p:nvPr/>
        </p:nvGrpSpPr>
        <p:grpSpPr bwMode="auto">
          <a:xfrm>
            <a:off x="1902534" y="2714449"/>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8" name="Text Box 9"/>
          <p:cNvSpPr txBox="1">
            <a:spLocks noChangeArrowheads="1"/>
          </p:cNvSpPr>
          <p:nvPr/>
        </p:nvSpPr>
        <p:spPr bwMode="auto">
          <a:xfrm>
            <a:off x="6963705" y="3570830"/>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825668"/>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744107"/>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88780"/>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517963"/>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428988"/>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61253"/>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7" name="Text Box 9"/>
          <p:cNvSpPr txBox="1">
            <a:spLocks noChangeArrowheads="1"/>
          </p:cNvSpPr>
          <p:nvPr/>
        </p:nvSpPr>
        <p:spPr bwMode="auto">
          <a:xfrm>
            <a:off x="43308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820454"/>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 name="Text Box 97">
            <a:extLst>
              <a:ext uri="{FF2B5EF4-FFF2-40B4-BE49-F238E27FC236}">
                <a16:creationId xmlns:a16="http://schemas.microsoft.com/office/drawing/2014/main" id="{48E3BEE7-A039-A7F7-0041-448117F62162}"/>
              </a:ext>
            </a:extLst>
          </p:cNvPr>
          <p:cNvSpPr txBox="1">
            <a:spLocks noChangeArrowheads="1"/>
          </p:cNvSpPr>
          <p:nvPr/>
        </p:nvSpPr>
        <p:spPr bwMode="auto">
          <a:xfrm>
            <a:off x="1727937" y="3565347"/>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424690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2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128"/>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75"/>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35" presetClass="emph" presetSubtype="0" repeatCount="3000" fill="hold" grpId="0" nodeType="clickEffect">
                                  <p:stCondLst>
                                    <p:cond delay="0"/>
                                  </p:stCondLst>
                                  <p:childTnLst>
                                    <p:anim calcmode="discrete" valueType="str">
                                      <p:cBhvr>
                                        <p:cTn id="16" dur="1000" fill="hold"/>
                                        <p:tgtEl>
                                          <p:spTgt spid="77"/>
                                        </p:tgtEl>
                                        <p:attrNameLst>
                                          <p:attrName>style.visibility</p:attrName>
                                        </p:attrNameLst>
                                      </p:cBhvr>
                                      <p:tavLst>
                                        <p:tav tm="0">
                                          <p:val>
                                            <p:strVal val="hidden"/>
                                          </p:val>
                                        </p:tav>
                                        <p:tav tm="50000">
                                          <p:val>
                                            <p:strVal val="visible"/>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grpId="0" nodeType="clickEffect">
                                  <p:stCondLst>
                                    <p:cond delay="0"/>
                                  </p:stCondLst>
                                  <p:childTnLst>
                                    <p:anim calcmode="discrete" valueType="str">
                                      <p:cBhvr>
                                        <p:cTn id="20" dur="1000" fill="hold"/>
                                        <p:tgtEl>
                                          <p:spTgt spid="80"/>
                                        </p:tgtEl>
                                        <p:attrNameLst>
                                          <p:attrName>style.visibility</p:attrName>
                                        </p:attrNameLst>
                                      </p:cBhvr>
                                      <p:tavLst>
                                        <p:tav tm="0">
                                          <p:val>
                                            <p:strVal val="hidden"/>
                                          </p:val>
                                        </p:tav>
                                        <p:tav tm="50000">
                                          <p:val>
                                            <p:strVal val="visible"/>
                                          </p:val>
                                        </p:tav>
                                      </p:tavLst>
                                    </p:anim>
                                  </p:childTnLst>
                                </p:cTn>
                              </p:par>
                            </p:childTnLst>
                          </p:cTn>
                        </p:par>
                      </p:childTnLst>
                    </p:cTn>
                  </p:par>
                  <p:par>
                    <p:cTn id="21" fill="hold">
                      <p:stCondLst>
                        <p:cond delay="indefinite"/>
                      </p:stCondLst>
                      <p:childTnLst>
                        <p:par>
                          <p:cTn id="22" fill="hold">
                            <p:stCondLst>
                              <p:cond delay="0"/>
                            </p:stCondLst>
                            <p:childTnLst>
                              <p:par>
                                <p:cTn id="23" presetID="35" presetClass="emph" presetSubtype="0" repeatCount="3000" fill="hold" grpId="0" nodeType="clickEffect">
                                  <p:stCondLst>
                                    <p:cond delay="0"/>
                                  </p:stCondLst>
                                  <p:childTnLst>
                                    <p:anim calcmode="discrete" valueType="str">
                                      <p:cBhvr>
                                        <p:cTn id="24" dur="1000" fill="hold"/>
                                        <p:tgtEl>
                                          <p:spTgt spid="93"/>
                                        </p:tgtEl>
                                        <p:attrNameLst>
                                          <p:attrName>style.visibility</p:attrName>
                                        </p:attrNameLst>
                                      </p:cBhvr>
                                      <p:tavLst>
                                        <p:tav tm="0">
                                          <p:val>
                                            <p:strVal val="hidden"/>
                                          </p:val>
                                        </p:tav>
                                        <p:tav tm="50000">
                                          <p:val>
                                            <p:strVal val="visible"/>
                                          </p:val>
                                        </p:tav>
                                      </p:tavLst>
                                    </p:anim>
                                  </p:childTnLst>
                                </p:cTn>
                              </p:par>
                              <p:par>
                                <p:cTn id="25" presetID="35" presetClass="emph" presetSubtype="0" repeatCount="3000" fill="hold" nodeType="withEffect">
                                  <p:stCondLst>
                                    <p:cond delay="0"/>
                                  </p:stCondLst>
                                  <p:childTnLst>
                                    <p:anim calcmode="discrete" valueType="str">
                                      <p:cBhvr>
                                        <p:cTn id="26" dur="1000" fill="hold"/>
                                        <p:tgtEl>
                                          <p:spTgt spid="9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7" grpId="0"/>
      <p:bldP spid="80" grpId="0"/>
      <p:bldP spid="93" grpId="0"/>
      <p:bldP spid="126" grpId="0"/>
      <p:bldP spid="128"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782FE5-C02F-31A7-6286-874A8F17C28D}"/>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51CCFB7E-330D-B9E7-5173-0490659E07F8}"/>
              </a:ext>
            </a:extLst>
          </p:cNvPr>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a:extLst>
              <a:ext uri="{FF2B5EF4-FFF2-40B4-BE49-F238E27FC236}">
                <a16:creationId xmlns:a16="http://schemas.microsoft.com/office/drawing/2014/main" id="{33A31122-BADF-47D4-FD76-8D6CDC227E41}"/>
              </a:ext>
            </a:extLst>
          </p:cNvPr>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a:extLst>
              <a:ext uri="{FF2B5EF4-FFF2-40B4-BE49-F238E27FC236}">
                <a16:creationId xmlns:a16="http://schemas.microsoft.com/office/drawing/2014/main" id="{CAEF7AC4-3169-96CC-B66E-FAEC9D2753E9}"/>
              </a:ext>
            </a:extLst>
          </p:cNvPr>
          <p:cNvSpPr/>
          <p:nvPr/>
        </p:nvSpPr>
        <p:spPr>
          <a:xfrm>
            <a:off x="637984" y="570462"/>
            <a:ext cx="1712713" cy="400110"/>
          </a:xfrm>
          <a:prstGeom prst="rect">
            <a:avLst/>
          </a:prstGeom>
        </p:spPr>
        <p:txBody>
          <a:bodyPr wrap="none">
            <a:spAutoFit/>
          </a:bodyPr>
          <a:lstStyle/>
          <a:p>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SIFS</a:t>
            </a:r>
            <a:endParaRPr lang="zh-CN" altLang="en-US" sz="2000" b="1" dirty="0">
              <a:latin typeface="微软雅黑" pitchFamily="34" charset="-122"/>
              <a:ea typeface="微软雅黑" pitchFamily="34" charset="-122"/>
            </a:endParaRPr>
          </a:p>
        </p:txBody>
      </p:sp>
      <p:sp>
        <p:nvSpPr>
          <p:cNvPr id="68" name="矩形 67">
            <a:extLst>
              <a:ext uri="{FF2B5EF4-FFF2-40B4-BE49-F238E27FC236}">
                <a16:creationId xmlns:a16="http://schemas.microsoft.com/office/drawing/2014/main" id="{05D3827B-AE7F-EC98-95BA-47278E39B7A6}"/>
              </a:ext>
            </a:extLst>
          </p:cNvPr>
          <p:cNvSpPr/>
          <p:nvPr/>
        </p:nvSpPr>
        <p:spPr>
          <a:xfrm>
            <a:off x="1154075" y="1186829"/>
            <a:ext cx="6960299" cy="830997"/>
          </a:xfrm>
          <a:prstGeom prst="rect">
            <a:avLst/>
          </a:prstGeom>
          <a:solidFill>
            <a:srgbClr val="00FFFF"/>
          </a:solidFill>
          <a:ln>
            <a:solidFill>
              <a:schemeClr val="tx1"/>
            </a:solidFill>
          </a:ln>
          <a:effectLst/>
        </p:spPr>
        <p:txBody>
          <a:bodyPr wrap="square">
            <a:spAutoFit/>
          </a:bodyPr>
          <a:lstStyle/>
          <a:p>
            <a:r>
              <a:rPr lang="zh-CN" altLang="en-US" sz="1600" b="1" dirty="0">
                <a:latin typeface="微软雅黑" pitchFamily="34" charset="-122"/>
                <a:ea typeface="微软雅黑" pitchFamily="34" charset="-122"/>
              </a:rPr>
              <a:t>在物理层用硬件实现</a:t>
            </a:r>
            <a:r>
              <a:rPr lang="zh-CN" altLang="en-US" sz="1600" b="1" dirty="0">
                <a:solidFill>
                  <a:srgbClr val="C00000"/>
                </a:solidFill>
                <a:latin typeface="微软雅黑" pitchFamily="34" charset="-122"/>
                <a:ea typeface="微软雅黑" pitchFamily="34" charset="-122"/>
              </a:rPr>
              <a:t>载波监听</a:t>
            </a:r>
            <a:r>
              <a:rPr lang="zh-CN" altLang="en-US" sz="1600" b="1" dirty="0">
                <a:latin typeface="微软雅黑" pitchFamily="34" charset="-122"/>
                <a:ea typeface="微软雅黑" pitchFamily="34" charset="-122"/>
              </a:rPr>
              <a:t>。每个站检查收到的信号强度是否超过一定的门限数值，用此判断是否有其他移动站在信道上发送数据。任何站要发送数据之前，都必须监听信道。若信道忙，则不能发送数据。</a:t>
            </a:r>
          </a:p>
        </p:txBody>
      </p:sp>
      <p:sp>
        <p:nvSpPr>
          <p:cNvPr id="74" name="Freeform 13">
            <a:extLst>
              <a:ext uri="{FF2B5EF4-FFF2-40B4-BE49-F238E27FC236}">
                <a16:creationId xmlns:a16="http://schemas.microsoft.com/office/drawing/2014/main" id="{C92FE3F8-E3C3-F950-5B45-EAD01CFED6E3}"/>
              </a:ext>
            </a:extLst>
          </p:cNvPr>
          <p:cNvSpPr>
            <a:spLocks/>
          </p:cNvSpPr>
          <p:nvPr/>
        </p:nvSpPr>
        <p:spPr bwMode="auto">
          <a:xfrm>
            <a:off x="2631543" y="2436403"/>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a:extLst>
              <a:ext uri="{FF2B5EF4-FFF2-40B4-BE49-F238E27FC236}">
                <a16:creationId xmlns:a16="http://schemas.microsoft.com/office/drawing/2014/main" id="{84D9C212-4DC1-83BA-E20B-7CBBF2D2FBF0}"/>
              </a:ext>
            </a:extLst>
          </p:cNvPr>
          <p:cNvSpPr txBox="1">
            <a:spLocks noChangeArrowheads="1"/>
          </p:cNvSpPr>
          <p:nvPr/>
        </p:nvSpPr>
        <p:spPr bwMode="auto">
          <a:xfrm>
            <a:off x="3250752" y="2453417"/>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a:extLst>
              <a:ext uri="{FF2B5EF4-FFF2-40B4-BE49-F238E27FC236}">
                <a16:creationId xmlns:a16="http://schemas.microsoft.com/office/drawing/2014/main" id="{75987B3C-4A27-87E0-62DC-3A7299A1A5F6}"/>
              </a:ext>
            </a:extLst>
          </p:cNvPr>
          <p:cNvSpPr txBox="1">
            <a:spLocks noChangeArrowheads="1"/>
          </p:cNvSpPr>
          <p:nvPr/>
        </p:nvSpPr>
        <p:spPr bwMode="auto">
          <a:xfrm>
            <a:off x="1719050" y="2971487"/>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a:extLst>
              <a:ext uri="{FF2B5EF4-FFF2-40B4-BE49-F238E27FC236}">
                <a16:creationId xmlns:a16="http://schemas.microsoft.com/office/drawing/2014/main" id="{8A442535-F42E-7D0A-9676-915096F27DAB}"/>
              </a:ext>
            </a:extLst>
          </p:cNvPr>
          <p:cNvSpPr txBox="1">
            <a:spLocks noChangeArrowheads="1"/>
          </p:cNvSpPr>
          <p:nvPr/>
        </p:nvSpPr>
        <p:spPr bwMode="auto">
          <a:xfrm>
            <a:off x="4384519" y="2233999"/>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SIFS</a:t>
            </a:r>
          </a:p>
        </p:txBody>
      </p:sp>
      <p:sp>
        <p:nvSpPr>
          <p:cNvPr id="78" name="Line 110">
            <a:extLst>
              <a:ext uri="{FF2B5EF4-FFF2-40B4-BE49-F238E27FC236}">
                <a16:creationId xmlns:a16="http://schemas.microsoft.com/office/drawing/2014/main" id="{F67C1203-86DC-4611-7872-D3A92A379C16}"/>
              </a:ext>
            </a:extLst>
          </p:cNvPr>
          <p:cNvSpPr>
            <a:spLocks noChangeShapeType="1"/>
          </p:cNvSpPr>
          <p:nvPr/>
        </p:nvSpPr>
        <p:spPr bwMode="auto">
          <a:xfrm>
            <a:off x="4456582" y="2509313"/>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a:extLst>
              <a:ext uri="{FF2B5EF4-FFF2-40B4-BE49-F238E27FC236}">
                <a16:creationId xmlns:a16="http://schemas.microsoft.com/office/drawing/2014/main" id="{0EAA50E4-0439-38D8-0036-0C32A2DF9435}"/>
              </a:ext>
            </a:extLst>
          </p:cNvPr>
          <p:cNvSpPr>
            <a:spLocks/>
          </p:cNvSpPr>
          <p:nvPr/>
        </p:nvSpPr>
        <p:spPr bwMode="auto">
          <a:xfrm>
            <a:off x="4776675" y="2930707"/>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a:extLst>
              <a:ext uri="{FF2B5EF4-FFF2-40B4-BE49-F238E27FC236}">
                <a16:creationId xmlns:a16="http://schemas.microsoft.com/office/drawing/2014/main" id="{A4A9FC07-A1E1-1040-57EB-DBB586B801BC}"/>
              </a:ext>
            </a:extLst>
          </p:cNvPr>
          <p:cNvSpPr txBox="1">
            <a:spLocks noChangeArrowheads="1"/>
          </p:cNvSpPr>
          <p:nvPr/>
        </p:nvSpPr>
        <p:spPr bwMode="auto">
          <a:xfrm>
            <a:off x="4735959" y="2938983"/>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a:extLst>
              <a:ext uri="{FF2B5EF4-FFF2-40B4-BE49-F238E27FC236}">
                <a16:creationId xmlns:a16="http://schemas.microsoft.com/office/drawing/2014/main" id="{C859E422-D45F-1A65-110A-E24FFC87FC87}"/>
              </a:ext>
            </a:extLst>
          </p:cNvPr>
          <p:cNvSpPr>
            <a:spLocks noChangeShapeType="1"/>
          </p:cNvSpPr>
          <p:nvPr/>
        </p:nvSpPr>
        <p:spPr bwMode="auto">
          <a:xfrm flipH="1">
            <a:off x="4780027" y="2464826"/>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a:extLst>
              <a:ext uri="{FF2B5EF4-FFF2-40B4-BE49-F238E27FC236}">
                <a16:creationId xmlns:a16="http://schemas.microsoft.com/office/drawing/2014/main" id="{A8FF2751-51BC-9772-71B6-C2B5D9F44183}"/>
              </a:ext>
            </a:extLst>
          </p:cNvPr>
          <p:cNvSpPr txBox="1">
            <a:spLocks noChangeArrowheads="1"/>
          </p:cNvSpPr>
          <p:nvPr/>
        </p:nvSpPr>
        <p:spPr bwMode="auto">
          <a:xfrm>
            <a:off x="1716487" y="2492012"/>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a:extLst>
              <a:ext uri="{FF2B5EF4-FFF2-40B4-BE49-F238E27FC236}">
                <a16:creationId xmlns:a16="http://schemas.microsoft.com/office/drawing/2014/main" id="{E61180D0-04AF-9D39-8C58-920F299E9018}"/>
              </a:ext>
            </a:extLst>
          </p:cNvPr>
          <p:cNvSpPr>
            <a:spLocks noChangeShapeType="1"/>
          </p:cNvSpPr>
          <p:nvPr/>
        </p:nvSpPr>
        <p:spPr bwMode="auto">
          <a:xfrm>
            <a:off x="5242571" y="2464826"/>
            <a:ext cx="0" cy="10293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a:extLst>
              <a:ext uri="{FF2B5EF4-FFF2-40B4-BE49-F238E27FC236}">
                <a16:creationId xmlns:a16="http://schemas.microsoft.com/office/drawing/2014/main" id="{73C2BA53-B3D0-1252-9E04-8E7CB1884BD0}"/>
              </a:ext>
            </a:extLst>
          </p:cNvPr>
          <p:cNvSpPr>
            <a:spLocks noChangeShapeType="1"/>
          </p:cNvSpPr>
          <p:nvPr/>
        </p:nvSpPr>
        <p:spPr bwMode="auto">
          <a:xfrm>
            <a:off x="5215757" y="2517963"/>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a:extLst>
              <a:ext uri="{FF2B5EF4-FFF2-40B4-BE49-F238E27FC236}">
                <a16:creationId xmlns:a16="http://schemas.microsoft.com/office/drawing/2014/main" id="{BDE68832-169D-6CCC-6426-C7698CEE6A90}"/>
              </a:ext>
            </a:extLst>
          </p:cNvPr>
          <p:cNvSpPr>
            <a:spLocks noChangeShapeType="1"/>
          </p:cNvSpPr>
          <p:nvPr/>
        </p:nvSpPr>
        <p:spPr bwMode="auto">
          <a:xfrm flipH="1">
            <a:off x="5668278" y="2451232"/>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a:extLst>
              <a:ext uri="{FF2B5EF4-FFF2-40B4-BE49-F238E27FC236}">
                <a16:creationId xmlns:a16="http://schemas.microsoft.com/office/drawing/2014/main" id="{E137B885-0927-B44A-A608-FBCCBC68B2BB}"/>
              </a:ext>
            </a:extLst>
          </p:cNvPr>
          <p:cNvSpPr txBox="1">
            <a:spLocks noChangeArrowheads="1"/>
          </p:cNvSpPr>
          <p:nvPr/>
        </p:nvSpPr>
        <p:spPr bwMode="auto">
          <a:xfrm>
            <a:off x="5183341" y="2253228"/>
            <a:ext cx="5653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87" name="Text Box 9">
            <a:extLst>
              <a:ext uri="{FF2B5EF4-FFF2-40B4-BE49-F238E27FC236}">
                <a16:creationId xmlns:a16="http://schemas.microsoft.com/office/drawing/2014/main" id="{422A03B5-E289-A208-1308-4F46D7D510F1}"/>
              </a:ext>
            </a:extLst>
          </p:cNvPr>
          <p:cNvSpPr txBox="1">
            <a:spLocks noChangeArrowheads="1"/>
          </p:cNvSpPr>
          <p:nvPr/>
        </p:nvSpPr>
        <p:spPr bwMode="auto">
          <a:xfrm>
            <a:off x="6963705" y="2506842"/>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a:extLst>
              <a:ext uri="{FF2B5EF4-FFF2-40B4-BE49-F238E27FC236}">
                <a16:creationId xmlns:a16="http://schemas.microsoft.com/office/drawing/2014/main" id="{F7E497F8-5011-3D3D-5AD3-D22520936E3F}"/>
              </a:ext>
            </a:extLst>
          </p:cNvPr>
          <p:cNvSpPr txBox="1">
            <a:spLocks noChangeArrowheads="1"/>
          </p:cNvSpPr>
          <p:nvPr/>
        </p:nvSpPr>
        <p:spPr bwMode="auto">
          <a:xfrm>
            <a:off x="6963705" y="2972723"/>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a:extLst>
              <a:ext uri="{FF2B5EF4-FFF2-40B4-BE49-F238E27FC236}">
                <a16:creationId xmlns:a16="http://schemas.microsoft.com/office/drawing/2014/main" id="{366A040F-1FD6-8907-40D9-3FB03DF71DCF}"/>
              </a:ext>
            </a:extLst>
          </p:cNvPr>
          <p:cNvCxnSpPr>
            <a:cxnSpLocks noChangeShapeType="1"/>
          </p:cNvCxnSpPr>
          <p:nvPr/>
        </p:nvCxnSpPr>
        <p:spPr bwMode="auto">
          <a:xfrm flipV="1">
            <a:off x="2616461" y="3340979"/>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a:extLst>
              <a:ext uri="{FF2B5EF4-FFF2-40B4-BE49-F238E27FC236}">
                <a16:creationId xmlns:a16="http://schemas.microsoft.com/office/drawing/2014/main" id="{A9E4ECE2-079C-74B8-B314-1D78D15944DC}"/>
              </a:ext>
            </a:extLst>
          </p:cNvPr>
          <p:cNvSpPr>
            <a:spLocks noChangeShapeType="1"/>
          </p:cNvSpPr>
          <p:nvPr/>
        </p:nvSpPr>
        <p:spPr bwMode="auto">
          <a:xfrm>
            <a:off x="2626186" y="2877570"/>
            <a:ext cx="0" cy="111341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a:extLst>
              <a:ext uri="{FF2B5EF4-FFF2-40B4-BE49-F238E27FC236}">
                <a16:creationId xmlns:a16="http://schemas.microsoft.com/office/drawing/2014/main" id="{D93DA559-9F4E-0A86-28FD-A87B16B6AC84}"/>
              </a:ext>
            </a:extLst>
          </p:cNvPr>
          <p:cNvSpPr txBox="1">
            <a:spLocks noChangeArrowheads="1"/>
          </p:cNvSpPr>
          <p:nvPr/>
        </p:nvSpPr>
        <p:spPr bwMode="auto">
          <a:xfrm>
            <a:off x="3558589" y="3221111"/>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a:extLst>
              <a:ext uri="{FF2B5EF4-FFF2-40B4-BE49-F238E27FC236}">
                <a16:creationId xmlns:a16="http://schemas.microsoft.com/office/drawing/2014/main" id="{D2184A9C-B68A-DE1E-812D-770EF3074175}"/>
              </a:ext>
            </a:extLst>
          </p:cNvPr>
          <p:cNvCxnSpPr>
            <a:cxnSpLocks noChangeShapeType="1"/>
          </p:cNvCxnSpPr>
          <p:nvPr/>
        </p:nvCxnSpPr>
        <p:spPr bwMode="auto">
          <a:xfrm>
            <a:off x="2631543" y="3923022"/>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a:extLst>
              <a:ext uri="{FF2B5EF4-FFF2-40B4-BE49-F238E27FC236}">
                <a16:creationId xmlns:a16="http://schemas.microsoft.com/office/drawing/2014/main" id="{69045088-8EA6-C728-1009-FFE1E23FE99C}"/>
              </a:ext>
            </a:extLst>
          </p:cNvPr>
          <p:cNvSpPr txBox="1">
            <a:spLocks noChangeArrowheads="1"/>
          </p:cNvSpPr>
          <p:nvPr/>
        </p:nvSpPr>
        <p:spPr bwMode="auto">
          <a:xfrm>
            <a:off x="1921321" y="3906958"/>
            <a:ext cx="41228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endParaRPr lang="en-US" altLang="zh-CN" sz="1200" b="1" dirty="0">
              <a:solidFill>
                <a:srgbClr val="C00000"/>
              </a:solidFill>
              <a:latin typeface="微软雅黑" panose="020B0503020204020204" pitchFamily="34" charset="-122"/>
              <a:ea typeface="微软雅黑" panose="020B0503020204020204" pitchFamily="34" charset="-122"/>
            </a:endParaRPr>
          </a:p>
          <a:p>
            <a:pPr algn="ctr" eaLnBrk="1" hangingPunct="1"/>
            <a:r>
              <a:rPr lang="en-US" altLang="zh-CN" sz="1200" b="1" dirty="0">
                <a:solidFill>
                  <a:srgbClr val="C00000"/>
                </a:solidFill>
                <a:latin typeface="微软雅黑" panose="020B0503020204020204" pitchFamily="34" charset="-122"/>
                <a:ea typeface="微软雅黑" panose="020B0503020204020204" pitchFamily="34" charset="-122"/>
              </a:rPr>
              <a:t>(DATA + SIFS + ACK)</a:t>
            </a:r>
            <a:endParaRPr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94" name="矩形 131">
            <a:extLst>
              <a:ext uri="{FF2B5EF4-FFF2-40B4-BE49-F238E27FC236}">
                <a16:creationId xmlns:a16="http://schemas.microsoft.com/office/drawing/2014/main" id="{8B31EA5B-AFB0-FDAE-3CD9-62F00E9B7A6C}"/>
              </a:ext>
            </a:extLst>
          </p:cNvPr>
          <p:cNvSpPr>
            <a:spLocks noChangeArrowheads="1"/>
          </p:cNvSpPr>
          <p:nvPr/>
        </p:nvSpPr>
        <p:spPr bwMode="auto">
          <a:xfrm>
            <a:off x="5671597" y="2546386"/>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a:extLst>
              <a:ext uri="{FF2B5EF4-FFF2-40B4-BE49-F238E27FC236}">
                <a16:creationId xmlns:a16="http://schemas.microsoft.com/office/drawing/2014/main" id="{CBDDB2A4-86CE-D376-F896-1040C4544313}"/>
              </a:ext>
            </a:extLst>
          </p:cNvPr>
          <p:cNvCxnSpPr>
            <a:cxnSpLocks noChangeShapeType="1"/>
          </p:cNvCxnSpPr>
          <p:nvPr/>
        </p:nvCxnSpPr>
        <p:spPr bwMode="auto">
          <a:xfrm>
            <a:off x="5748688"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a:extLst>
              <a:ext uri="{FF2B5EF4-FFF2-40B4-BE49-F238E27FC236}">
                <a16:creationId xmlns:a16="http://schemas.microsoft.com/office/drawing/2014/main" id="{789D00FB-969D-AC72-619C-0DBC5CBA623F}"/>
              </a:ext>
            </a:extLst>
          </p:cNvPr>
          <p:cNvCxnSpPr>
            <a:cxnSpLocks noChangeShapeType="1"/>
          </p:cNvCxnSpPr>
          <p:nvPr/>
        </p:nvCxnSpPr>
        <p:spPr bwMode="auto">
          <a:xfrm>
            <a:off x="581404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a:extLst>
              <a:ext uri="{FF2B5EF4-FFF2-40B4-BE49-F238E27FC236}">
                <a16:creationId xmlns:a16="http://schemas.microsoft.com/office/drawing/2014/main" id="{31A79FBC-BFA3-DB29-CE65-B0AD453570BC}"/>
              </a:ext>
            </a:extLst>
          </p:cNvPr>
          <p:cNvCxnSpPr>
            <a:cxnSpLocks noChangeShapeType="1"/>
          </p:cNvCxnSpPr>
          <p:nvPr/>
        </p:nvCxnSpPr>
        <p:spPr bwMode="auto">
          <a:xfrm>
            <a:off x="5944767"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a:extLst>
              <a:ext uri="{FF2B5EF4-FFF2-40B4-BE49-F238E27FC236}">
                <a16:creationId xmlns:a16="http://schemas.microsoft.com/office/drawing/2014/main" id="{AFF55624-EDEE-428C-BBE9-9830C0DFA27D}"/>
              </a:ext>
            </a:extLst>
          </p:cNvPr>
          <p:cNvCxnSpPr>
            <a:cxnSpLocks noChangeShapeType="1"/>
          </p:cNvCxnSpPr>
          <p:nvPr/>
        </p:nvCxnSpPr>
        <p:spPr bwMode="auto">
          <a:xfrm>
            <a:off x="6010126"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a:extLst>
              <a:ext uri="{FF2B5EF4-FFF2-40B4-BE49-F238E27FC236}">
                <a16:creationId xmlns:a16="http://schemas.microsoft.com/office/drawing/2014/main" id="{2F64E816-8D70-B5D5-0D07-BDDC018C604E}"/>
              </a:ext>
            </a:extLst>
          </p:cNvPr>
          <p:cNvCxnSpPr>
            <a:cxnSpLocks noChangeShapeType="1"/>
          </p:cNvCxnSpPr>
          <p:nvPr/>
        </p:nvCxnSpPr>
        <p:spPr bwMode="auto">
          <a:xfrm>
            <a:off x="6075486"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a:extLst>
              <a:ext uri="{FF2B5EF4-FFF2-40B4-BE49-F238E27FC236}">
                <a16:creationId xmlns:a16="http://schemas.microsoft.com/office/drawing/2014/main" id="{5022A0EE-C5F2-D46D-84BD-4E42D7749D41}"/>
              </a:ext>
            </a:extLst>
          </p:cNvPr>
          <p:cNvCxnSpPr>
            <a:cxnSpLocks noChangeShapeType="1"/>
          </p:cNvCxnSpPr>
          <p:nvPr/>
        </p:nvCxnSpPr>
        <p:spPr bwMode="auto">
          <a:xfrm>
            <a:off x="6140845" y="255380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a:extLst>
              <a:ext uri="{FF2B5EF4-FFF2-40B4-BE49-F238E27FC236}">
                <a16:creationId xmlns:a16="http://schemas.microsoft.com/office/drawing/2014/main" id="{EEF2C664-2DAF-09E6-A0C5-A8A8D65A918C}"/>
              </a:ext>
            </a:extLst>
          </p:cNvPr>
          <p:cNvCxnSpPr>
            <a:cxnSpLocks noChangeShapeType="1"/>
          </p:cNvCxnSpPr>
          <p:nvPr/>
        </p:nvCxnSpPr>
        <p:spPr bwMode="auto">
          <a:xfrm>
            <a:off x="6206205"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a:extLst>
              <a:ext uri="{FF2B5EF4-FFF2-40B4-BE49-F238E27FC236}">
                <a16:creationId xmlns:a16="http://schemas.microsoft.com/office/drawing/2014/main" id="{10D79572-8635-015A-3CC0-DA9E7C6479F0}"/>
              </a:ext>
            </a:extLst>
          </p:cNvPr>
          <p:cNvCxnSpPr>
            <a:cxnSpLocks noChangeShapeType="1"/>
          </p:cNvCxnSpPr>
          <p:nvPr/>
        </p:nvCxnSpPr>
        <p:spPr bwMode="auto">
          <a:xfrm>
            <a:off x="6271564"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a:extLst>
              <a:ext uri="{FF2B5EF4-FFF2-40B4-BE49-F238E27FC236}">
                <a16:creationId xmlns:a16="http://schemas.microsoft.com/office/drawing/2014/main" id="{A0648BD7-D502-C7CC-C160-FDD94F31136E}"/>
              </a:ext>
            </a:extLst>
          </p:cNvPr>
          <p:cNvCxnSpPr>
            <a:cxnSpLocks noChangeShapeType="1"/>
          </p:cNvCxnSpPr>
          <p:nvPr/>
        </p:nvCxnSpPr>
        <p:spPr bwMode="auto">
          <a:xfrm>
            <a:off x="5879407" y="2542678"/>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a:extLst>
              <a:ext uri="{FF2B5EF4-FFF2-40B4-BE49-F238E27FC236}">
                <a16:creationId xmlns:a16="http://schemas.microsoft.com/office/drawing/2014/main" id="{9BB35325-97AC-DC6B-36AB-1C4FA8A6041C}"/>
              </a:ext>
            </a:extLst>
          </p:cNvPr>
          <p:cNvSpPr txBox="1">
            <a:spLocks noChangeArrowheads="1"/>
          </p:cNvSpPr>
          <p:nvPr/>
        </p:nvSpPr>
        <p:spPr bwMode="auto">
          <a:xfrm>
            <a:off x="5921585" y="230912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a:extLst>
              <a:ext uri="{FF2B5EF4-FFF2-40B4-BE49-F238E27FC236}">
                <a16:creationId xmlns:a16="http://schemas.microsoft.com/office/drawing/2014/main" id="{68C9DE87-127D-AA5F-8D2B-98688F3A9BC7}"/>
              </a:ext>
            </a:extLst>
          </p:cNvPr>
          <p:cNvCxnSpPr>
            <a:cxnSpLocks noChangeShapeType="1"/>
          </p:cNvCxnSpPr>
          <p:nvPr/>
        </p:nvCxnSpPr>
        <p:spPr bwMode="auto">
          <a:xfrm>
            <a:off x="6338599" y="2552564"/>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a:extLst>
              <a:ext uri="{FF2B5EF4-FFF2-40B4-BE49-F238E27FC236}">
                <a16:creationId xmlns:a16="http://schemas.microsoft.com/office/drawing/2014/main" id="{5E621767-2C6F-5499-7BDA-13B2200631BC}"/>
              </a:ext>
            </a:extLst>
          </p:cNvPr>
          <p:cNvCxnSpPr>
            <a:cxnSpLocks noChangeShapeType="1"/>
          </p:cNvCxnSpPr>
          <p:nvPr/>
        </p:nvCxnSpPr>
        <p:spPr bwMode="auto">
          <a:xfrm>
            <a:off x="6403959" y="2545150"/>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a:extLst>
              <a:ext uri="{FF2B5EF4-FFF2-40B4-BE49-F238E27FC236}">
                <a16:creationId xmlns:a16="http://schemas.microsoft.com/office/drawing/2014/main" id="{6FCCC667-560E-3388-BB55-880EF425537C}"/>
              </a:ext>
            </a:extLst>
          </p:cNvPr>
          <p:cNvCxnSpPr>
            <a:cxnSpLocks noChangeShapeType="1"/>
          </p:cNvCxnSpPr>
          <p:nvPr/>
        </p:nvCxnSpPr>
        <p:spPr bwMode="auto">
          <a:xfrm>
            <a:off x="6469318" y="254144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a:extLst>
              <a:ext uri="{FF2B5EF4-FFF2-40B4-BE49-F238E27FC236}">
                <a16:creationId xmlns:a16="http://schemas.microsoft.com/office/drawing/2014/main" id="{70A7F7C7-AD31-5CE6-98B4-8E89C960009A}"/>
              </a:ext>
            </a:extLst>
          </p:cNvPr>
          <p:cNvCxnSpPr>
            <a:cxnSpLocks noChangeShapeType="1"/>
          </p:cNvCxnSpPr>
          <p:nvPr/>
        </p:nvCxnSpPr>
        <p:spPr bwMode="auto">
          <a:xfrm>
            <a:off x="6665397" y="255132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a:extLst>
              <a:ext uri="{FF2B5EF4-FFF2-40B4-BE49-F238E27FC236}">
                <a16:creationId xmlns:a16="http://schemas.microsoft.com/office/drawing/2014/main" id="{C6558281-40C5-937B-62E9-70864CD3E825}"/>
              </a:ext>
            </a:extLst>
          </p:cNvPr>
          <p:cNvCxnSpPr>
            <a:cxnSpLocks noChangeShapeType="1"/>
          </p:cNvCxnSpPr>
          <p:nvPr/>
        </p:nvCxnSpPr>
        <p:spPr bwMode="auto">
          <a:xfrm>
            <a:off x="653467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a:extLst>
              <a:ext uri="{FF2B5EF4-FFF2-40B4-BE49-F238E27FC236}">
                <a16:creationId xmlns:a16="http://schemas.microsoft.com/office/drawing/2014/main" id="{EC1CBB39-270B-4ABA-0E11-5DE55F49247E}"/>
              </a:ext>
            </a:extLst>
          </p:cNvPr>
          <p:cNvCxnSpPr>
            <a:cxnSpLocks noChangeShapeType="1"/>
          </p:cNvCxnSpPr>
          <p:nvPr/>
        </p:nvCxnSpPr>
        <p:spPr bwMode="auto">
          <a:xfrm>
            <a:off x="6600037" y="254885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a:extLst>
              <a:ext uri="{FF2B5EF4-FFF2-40B4-BE49-F238E27FC236}">
                <a16:creationId xmlns:a16="http://schemas.microsoft.com/office/drawing/2014/main" id="{FC4138E8-706B-2F54-9E3A-7C043955BC54}"/>
              </a:ext>
            </a:extLst>
          </p:cNvPr>
          <p:cNvCxnSpPr>
            <a:cxnSpLocks noChangeShapeType="1"/>
          </p:cNvCxnSpPr>
          <p:nvPr/>
        </p:nvCxnSpPr>
        <p:spPr bwMode="auto">
          <a:xfrm>
            <a:off x="6730756"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nvGrpSpPr>
          <p:cNvPr id="113" name="组合 51">
            <a:extLst>
              <a:ext uri="{FF2B5EF4-FFF2-40B4-BE49-F238E27FC236}">
                <a16:creationId xmlns:a16="http://schemas.microsoft.com/office/drawing/2014/main" id="{8B917920-F583-9012-5814-614EC4310C64}"/>
              </a:ext>
            </a:extLst>
          </p:cNvPr>
          <p:cNvGrpSpPr>
            <a:grpSpLocks/>
          </p:cNvGrpSpPr>
          <p:nvPr/>
        </p:nvGrpSpPr>
        <p:grpSpPr bwMode="auto">
          <a:xfrm>
            <a:off x="1902534" y="2714449"/>
            <a:ext cx="5233786" cy="1093647"/>
            <a:chOff x="1938883" y="1375436"/>
            <a:chExt cx="4422775" cy="1405864"/>
          </a:xfrm>
        </p:grpSpPr>
        <p:sp>
          <p:nvSpPr>
            <p:cNvPr id="114" name="Line 2">
              <a:extLst>
                <a:ext uri="{FF2B5EF4-FFF2-40B4-BE49-F238E27FC236}">
                  <a16:creationId xmlns:a16="http://schemas.microsoft.com/office/drawing/2014/main" id="{7D7C0C4C-13B7-E9AC-F9A8-80ACE2BED3D1}"/>
                </a:ext>
              </a:extLst>
            </p:cNvPr>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a:extLst>
                <a:ext uri="{FF2B5EF4-FFF2-40B4-BE49-F238E27FC236}">
                  <a16:creationId xmlns:a16="http://schemas.microsoft.com/office/drawing/2014/main" id="{94B32D3D-1840-2519-C8A4-3F339004E925}"/>
                </a:ext>
              </a:extLst>
            </p:cNvPr>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a:extLst>
                <a:ext uri="{FF2B5EF4-FFF2-40B4-BE49-F238E27FC236}">
                  <a16:creationId xmlns:a16="http://schemas.microsoft.com/office/drawing/2014/main" id="{1D450EB4-255A-589E-5A48-251E08B18730}"/>
                </a:ext>
              </a:extLst>
            </p:cNvPr>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8" name="Text Box 9">
            <a:extLst>
              <a:ext uri="{FF2B5EF4-FFF2-40B4-BE49-F238E27FC236}">
                <a16:creationId xmlns:a16="http://schemas.microsoft.com/office/drawing/2014/main" id="{3436C5FF-814C-98AD-C53A-0BEFE8FC606A}"/>
              </a:ext>
            </a:extLst>
          </p:cNvPr>
          <p:cNvSpPr txBox="1">
            <a:spLocks noChangeArrowheads="1"/>
          </p:cNvSpPr>
          <p:nvPr/>
        </p:nvSpPr>
        <p:spPr bwMode="auto">
          <a:xfrm>
            <a:off x="6963705" y="3570830"/>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a:extLst>
              <a:ext uri="{FF2B5EF4-FFF2-40B4-BE49-F238E27FC236}">
                <a16:creationId xmlns:a16="http://schemas.microsoft.com/office/drawing/2014/main" id="{EEA68F01-9251-2F5A-FDD3-8D5CDFB1F52B}"/>
              </a:ext>
            </a:extLst>
          </p:cNvPr>
          <p:cNvSpPr>
            <a:spLocks noChangeShapeType="1"/>
          </p:cNvSpPr>
          <p:nvPr/>
        </p:nvSpPr>
        <p:spPr bwMode="auto">
          <a:xfrm>
            <a:off x="5678301" y="2825668"/>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a:extLst>
              <a:ext uri="{FF2B5EF4-FFF2-40B4-BE49-F238E27FC236}">
                <a16:creationId xmlns:a16="http://schemas.microsoft.com/office/drawing/2014/main" id="{2BCF8A08-AE67-D294-A235-3A8CA4C8A79F}"/>
              </a:ext>
            </a:extLst>
          </p:cNvPr>
          <p:cNvSpPr>
            <a:spLocks noChangeShapeType="1"/>
          </p:cNvSpPr>
          <p:nvPr/>
        </p:nvSpPr>
        <p:spPr bwMode="auto">
          <a:xfrm flipH="1">
            <a:off x="6797792" y="2744107"/>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a:extLst>
              <a:ext uri="{FF2B5EF4-FFF2-40B4-BE49-F238E27FC236}">
                <a16:creationId xmlns:a16="http://schemas.microsoft.com/office/drawing/2014/main" id="{16877792-F9C9-BF77-3A5F-C9E6362074E3}"/>
              </a:ext>
            </a:extLst>
          </p:cNvPr>
          <p:cNvGrpSpPr>
            <a:grpSpLocks/>
          </p:cNvGrpSpPr>
          <p:nvPr/>
        </p:nvGrpSpPr>
        <p:grpSpPr bwMode="auto">
          <a:xfrm>
            <a:off x="5996750" y="2688780"/>
            <a:ext cx="479245" cy="276999"/>
            <a:chOff x="4887085" y="536328"/>
            <a:chExt cx="454443" cy="356280"/>
          </a:xfrm>
        </p:grpSpPr>
        <p:sp>
          <p:nvSpPr>
            <p:cNvPr id="122" name="矩形 49">
              <a:extLst>
                <a:ext uri="{FF2B5EF4-FFF2-40B4-BE49-F238E27FC236}">
                  <a16:creationId xmlns:a16="http://schemas.microsoft.com/office/drawing/2014/main" id="{D3DCF9AA-C63A-38D9-BC1B-030AD5323163}"/>
                </a:ext>
              </a:extLst>
            </p:cNvPr>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a:extLst>
                <a:ext uri="{FF2B5EF4-FFF2-40B4-BE49-F238E27FC236}">
                  <a16:creationId xmlns:a16="http://schemas.microsoft.com/office/drawing/2014/main" id="{012FDF6B-EDC5-8BBA-9EC7-570AE557BC06}"/>
                </a:ext>
              </a:extLst>
            </p:cNvPr>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a:extLst>
              <a:ext uri="{FF2B5EF4-FFF2-40B4-BE49-F238E27FC236}">
                <a16:creationId xmlns:a16="http://schemas.microsoft.com/office/drawing/2014/main" id="{C5265016-2231-F676-3C3B-FEBFBA8E9484}"/>
              </a:ext>
            </a:extLst>
          </p:cNvPr>
          <p:cNvSpPr>
            <a:spLocks noChangeShapeType="1"/>
          </p:cNvSpPr>
          <p:nvPr/>
        </p:nvSpPr>
        <p:spPr bwMode="auto">
          <a:xfrm>
            <a:off x="2170675" y="2517963"/>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a:extLst>
              <a:ext uri="{FF2B5EF4-FFF2-40B4-BE49-F238E27FC236}">
                <a16:creationId xmlns:a16="http://schemas.microsoft.com/office/drawing/2014/main" id="{63BAD189-1CB0-3EEB-2A05-131D7E48E9FF}"/>
              </a:ext>
            </a:extLst>
          </p:cNvPr>
          <p:cNvSpPr>
            <a:spLocks noChangeShapeType="1"/>
          </p:cNvSpPr>
          <p:nvPr/>
        </p:nvSpPr>
        <p:spPr bwMode="auto">
          <a:xfrm>
            <a:off x="2155592" y="2428988"/>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a:extLst>
              <a:ext uri="{FF2B5EF4-FFF2-40B4-BE49-F238E27FC236}">
                <a16:creationId xmlns:a16="http://schemas.microsoft.com/office/drawing/2014/main" id="{2500B590-0DF0-4CB0-07DF-546F4C190334}"/>
              </a:ext>
            </a:extLst>
          </p:cNvPr>
          <p:cNvSpPr txBox="1">
            <a:spLocks noChangeArrowheads="1"/>
          </p:cNvSpPr>
          <p:nvPr/>
        </p:nvSpPr>
        <p:spPr bwMode="auto">
          <a:xfrm>
            <a:off x="2140686" y="2261253"/>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7" name="Text Box 9">
            <a:extLst>
              <a:ext uri="{FF2B5EF4-FFF2-40B4-BE49-F238E27FC236}">
                <a16:creationId xmlns:a16="http://schemas.microsoft.com/office/drawing/2014/main" id="{2796E5EF-BE07-E29B-B150-3F565BC24157}"/>
              </a:ext>
            </a:extLst>
          </p:cNvPr>
          <p:cNvSpPr txBox="1">
            <a:spLocks noChangeArrowheads="1"/>
          </p:cNvSpPr>
          <p:nvPr/>
        </p:nvSpPr>
        <p:spPr bwMode="auto">
          <a:xfrm>
            <a:off x="43308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a:extLst>
              <a:ext uri="{FF2B5EF4-FFF2-40B4-BE49-F238E27FC236}">
                <a16:creationId xmlns:a16="http://schemas.microsoft.com/office/drawing/2014/main" id="{1E64E756-9516-ED0E-BC18-88DBCE0F1F07}"/>
              </a:ext>
            </a:extLst>
          </p:cNvPr>
          <p:cNvSpPr txBox="1">
            <a:spLocks noChangeArrowheads="1"/>
          </p:cNvSpPr>
          <p:nvPr/>
        </p:nvSpPr>
        <p:spPr bwMode="auto">
          <a:xfrm>
            <a:off x="24823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a:extLst>
              <a:ext uri="{FF2B5EF4-FFF2-40B4-BE49-F238E27FC236}">
                <a16:creationId xmlns:a16="http://schemas.microsoft.com/office/drawing/2014/main" id="{AC75D043-A57D-AF2B-2DD2-9F72944E8A60}"/>
              </a:ext>
            </a:extLst>
          </p:cNvPr>
          <p:cNvSpPr txBox="1">
            <a:spLocks noChangeArrowheads="1"/>
          </p:cNvSpPr>
          <p:nvPr/>
        </p:nvSpPr>
        <p:spPr bwMode="auto">
          <a:xfrm>
            <a:off x="4634225"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a:extLst>
              <a:ext uri="{FF2B5EF4-FFF2-40B4-BE49-F238E27FC236}">
                <a16:creationId xmlns:a16="http://schemas.microsoft.com/office/drawing/2014/main" id="{AF8DF9C4-7C58-D94C-20D5-B8CAE116D6A9}"/>
              </a:ext>
            </a:extLst>
          </p:cNvPr>
          <p:cNvSpPr>
            <a:spLocks noChangeShapeType="1"/>
          </p:cNvSpPr>
          <p:nvPr/>
        </p:nvSpPr>
        <p:spPr bwMode="auto">
          <a:xfrm flipH="1">
            <a:off x="5232516" y="3820454"/>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 name="Text Box 97">
            <a:extLst>
              <a:ext uri="{FF2B5EF4-FFF2-40B4-BE49-F238E27FC236}">
                <a16:creationId xmlns:a16="http://schemas.microsoft.com/office/drawing/2014/main" id="{8BA9E3B3-F248-69BB-4EF4-454AB3C5121F}"/>
              </a:ext>
            </a:extLst>
          </p:cNvPr>
          <p:cNvSpPr txBox="1">
            <a:spLocks noChangeArrowheads="1"/>
          </p:cNvSpPr>
          <p:nvPr/>
        </p:nvSpPr>
        <p:spPr bwMode="auto">
          <a:xfrm>
            <a:off x="1727937" y="3565347"/>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cxnSp>
        <p:nvCxnSpPr>
          <p:cNvPr id="6" name="直接箭头连接符 87">
            <a:extLst>
              <a:ext uri="{FF2B5EF4-FFF2-40B4-BE49-F238E27FC236}">
                <a16:creationId xmlns:a16="http://schemas.microsoft.com/office/drawing/2014/main" id="{451C7622-6D3A-4C78-438E-3B727C71F172}"/>
              </a:ext>
            </a:extLst>
          </p:cNvPr>
          <p:cNvCxnSpPr>
            <a:cxnSpLocks noChangeShapeType="1"/>
          </p:cNvCxnSpPr>
          <p:nvPr/>
        </p:nvCxnSpPr>
        <p:spPr bwMode="auto">
          <a:xfrm>
            <a:off x="2631543" y="3647662"/>
            <a:ext cx="1825039" cy="0"/>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7" name="Text Box 109">
            <a:extLst>
              <a:ext uri="{FF2B5EF4-FFF2-40B4-BE49-F238E27FC236}">
                <a16:creationId xmlns:a16="http://schemas.microsoft.com/office/drawing/2014/main" id="{C1F4F1C6-9044-B4FC-10E8-2E965E296028}"/>
              </a:ext>
            </a:extLst>
          </p:cNvPr>
          <p:cNvSpPr txBox="1">
            <a:spLocks noChangeArrowheads="1"/>
          </p:cNvSpPr>
          <p:nvPr/>
        </p:nvSpPr>
        <p:spPr bwMode="auto">
          <a:xfrm>
            <a:off x="2911932" y="3521615"/>
            <a:ext cx="1261884"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载波监听信道忙</a:t>
            </a:r>
          </a:p>
        </p:txBody>
      </p:sp>
      <p:sp>
        <p:nvSpPr>
          <p:cNvPr id="9" name="Line 106">
            <a:extLst>
              <a:ext uri="{FF2B5EF4-FFF2-40B4-BE49-F238E27FC236}">
                <a16:creationId xmlns:a16="http://schemas.microsoft.com/office/drawing/2014/main" id="{CBDC6DFF-DF7B-CE52-0638-40697E339049}"/>
              </a:ext>
            </a:extLst>
          </p:cNvPr>
          <p:cNvSpPr>
            <a:spLocks noChangeShapeType="1"/>
          </p:cNvSpPr>
          <p:nvPr/>
        </p:nvSpPr>
        <p:spPr bwMode="auto">
          <a:xfrm>
            <a:off x="4472299" y="2900163"/>
            <a:ext cx="0" cy="89845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841625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1000"/>
                                        <p:tgtEl>
                                          <p:spTgt spid="68"/>
                                        </p:tgtEl>
                                      </p:cBhvr>
                                    </p:animEffect>
                                    <p:anim calcmode="lin" valueType="num">
                                      <p:cBhvr>
                                        <p:cTn id="8" dur="1000" fill="hold"/>
                                        <p:tgtEl>
                                          <p:spTgt spid="68"/>
                                        </p:tgtEl>
                                        <p:attrNameLst>
                                          <p:attrName>ppt_x</p:attrName>
                                        </p:attrNameLst>
                                      </p:cBhvr>
                                      <p:tavLst>
                                        <p:tav tm="0">
                                          <p:val>
                                            <p:strVal val="#ppt_x"/>
                                          </p:val>
                                        </p:tav>
                                        <p:tav tm="100000">
                                          <p:val>
                                            <p:strVal val="#ppt_x"/>
                                          </p:val>
                                        </p:tav>
                                      </p:tavLst>
                                    </p:anim>
                                    <p:anim calcmode="lin" valueType="num">
                                      <p:cBhvr>
                                        <p:cTn id="9" dur="1000" fill="hold"/>
                                        <p:tgtEl>
                                          <p:spTgt spid="6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5435E2-1B34-9E7D-1EDA-152902BCE6DC}"/>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DE095CCD-9AF4-55C0-645A-9855EE5A8F37}"/>
              </a:ext>
            </a:extLst>
          </p:cNvPr>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a:extLst>
              <a:ext uri="{FF2B5EF4-FFF2-40B4-BE49-F238E27FC236}">
                <a16:creationId xmlns:a16="http://schemas.microsoft.com/office/drawing/2014/main" id="{325D4E61-50F2-F3C7-78D0-0B68A6C7C41D}"/>
              </a:ext>
            </a:extLst>
          </p:cNvPr>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a:extLst>
              <a:ext uri="{FF2B5EF4-FFF2-40B4-BE49-F238E27FC236}">
                <a16:creationId xmlns:a16="http://schemas.microsoft.com/office/drawing/2014/main" id="{17B3BBBA-85B7-1D51-B84B-ECC38DE7D9FF}"/>
              </a:ext>
            </a:extLst>
          </p:cNvPr>
          <p:cNvSpPr/>
          <p:nvPr/>
        </p:nvSpPr>
        <p:spPr>
          <a:xfrm>
            <a:off x="637984" y="570462"/>
            <a:ext cx="1712713" cy="400110"/>
          </a:xfrm>
          <a:prstGeom prst="rect">
            <a:avLst/>
          </a:prstGeom>
        </p:spPr>
        <p:txBody>
          <a:bodyPr wrap="none">
            <a:spAutoFit/>
          </a:bodyPr>
          <a:lstStyle/>
          <a:p>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SIFS</a:t>
            </a:r>
            <a:endParaRPr lang="zh-CN" altLang="en-US" sz="2000" b="1" dirty="0">
              <a:latin typeface="微软雅黑" pitchFamily="34" charset="-122"/>
              <a:ea typeface="微软雅黑" pitchFamily="34" charset="-122"/>
            </a:endParaRPr>
          </a:p>
        </p:txBody>
      </p:sp>
      <p:sp>
        <p:nvSpPr>
          <p:cNvPr id="68" name="矩形 67">
            <a:extLst>
              <a:ext uri="{FF2B5EF4-FFF2-40B4-BE49-F238E27FC236}">
                <a16:creationId xmlns:a16="http://schemas.microsoft.com/office/drawing/2014/main" id="{2FF0EC02-0EDE-93DE-884C-2FC698786EE6}"/>
              </a:ext>
            </a:extLst>
          </p:cNvPr>
          <p:cNvSpPr/>
          <p:nvPr/>
        </p:nvSpPr>
        <p:spPr>
          <a:xfrm>
            <a:off x="889819" y="1186829"/>
            <a:ext cx="7405288" cy="830997"/>
          </a:xfrm>
          <a:prstGeom prst="rect">
            <a:avLst/>
          </a:prstGeom>
          <a:solidFill>
            <a:srgbClr val="00FFFF"/>
          </a:solidFill>
          <a:ln>
            <a:solidFill>
              <a:schemeClr val="tx1"/>
            </a:solidFill>
          </a:ln>
          <a:effectLst/>
        </p:spPr>
        <p:txBody>
          <a:bodyPr wrap="square">
            <a:spAutoFit/>
          </a:bodyPr>
          <a:lstStyle/>
          <a:p>
            <a:r>
              <a:rPr lang="zh-CN" altLang="en-US" sz="1600" b="1" dirty="0">
                <a:latin typeface="微软雅黑" pitchFamily="34" charset="-122"/>
                <a:ea typeface="微软雅黑" pitchFamily="34" charset="-122"/>
              </a:rPr>
              <a:t>软件实现</a:t>
            </a:r>
            <a:r>
              <a:rPr lang="zh-CN" altLang="en-US" sz="1600" b="1" dirty="0">
                <a:solidFill>
                  <a:srgbClr val="C00000"/>
                </a:solidFill>
                <a:latin typeface="微软雅黑" pitchFamily="34" charset="-122"/>
                <a:ea typeface="微软雅黑" pitchFamily="34" charset="-122"/>
              </a:rPr>
              <a:t>虚拟载波监听</a:t>
            </a:r>
            <a:r>
              <a:rPr lang="en-US" altLang="zh-CN" sz="1600" b="1" dirty="0">
                <a:latin typeface="微软雅黑" pitchFamily="34" charset="-122"/>
                <a:ea typeface="微软雅黑" pitchFamily="34" charset="-122"/>
              </a:rPr>
              <a:t>(virtual carrier sense)</a:t>
            </a:r>
            <a:r>
              <a:rPr lang="zh-CN" altLang="en-US" sz="1600" b="1" dirty="0">
                <a:latin typeface="微软雅黑" pitchFamily="34" charset="-122"/>
                <a:ea typeface="微软雅黑" pitchFamily="34" charset="-122"/>
              </a:rPr>
              <a:t>机制，在数据帧首部写入要占用信道的时间</a:t>
            </a:r>
            <a:r>
              <a:rPr lang="en-US" altLang="zh-CN" sz="1600" b="1" dirty="0">
                <a:latin typeface="微软雅黑" pitchFamily="34" charset="-122"/>
                <a:ea typeface="微软雅黑" pitchFamily="34" charset="-122"/>
              </a:rPr>
              <a:t>(SIFS+ACK)</a:t>
            </a:r>
            <a:r>
              <a:rPr lang="zh-CN" altLang="en-US" sz="1600" b="1" dirty="0">
                <a:latin typeface="微软雅黑" pitchFamily="34" charset="-122"/>
                <a:ea typeface="微软雅黑" pitchFamily="34" charset="-122"/>
              </a:rPr>
              <a:t>。监听到数据帧的所有站点，都会创建自己的网络分配向量</a:t>
            </a:r>
            <a:r>
              <a:rPr lang="en-US" altLang="zh-CN" sz="1600" b="1" dirty="0">
                <a:solidFill>
                  <a:srgbClr val="C00000"/>
                </a:solidFill>
                <a:latin typeface="微软雅黑" pitchFamily="34" charset="-122"/>
                <a:ea typeface="微软雅黑" pitchFamily="34" charset="-122"/>
              </a:rPr>
              <a:t>NAV</a:t>
            </a:r>
            <a:r>
              <a:rPr lang="en-US" altLang="zh-CN" sz="1600" b="1" dirty="0">
                <a:latin typeface="微软雅黑" pitchFamily="34" charset="-122"/>
                <a:ea typeface="微软雅黑" pitchFamily="34" charset="-122"/>
              </a:rPr>
              <a:t> (Network Allocation Vector)</a:t>
            </a:r>
            <a:r>
              <a:rPr lang="zh-CN" altLang="en-US" sz="1600" b="1" dirty="0">
                <a:latin typeface="微软雅黑" pitchFamily="34" charset="-122"/>
                <a:ea typeface="微软雅黑" pitchFamily="34" charset="-122"/>
              </a:rPr>
              <a:t>，指出信道后续还会忙的持续时间。</a:t>
            </a:r>
          </a:p>
        </p:txBody>
      </p:sp>
      <p:sp>
        <p:nvSpPr>
          <p:cNvPr id="74" name="Freeform 13">
            <a:extLst>
              <a:ext uri="{FF2B5EF4-FFF2-40B4-BE49-F238E27FC236}">
                <a16:creationId xmlns:a16="http://schemas.microsoft.com/office/drawing/2014/main" id="{F41EA29B-7125-81F3-3761-3175A954A474}"/>
              </a:ext>
            </a:extLst>
          </p:cNvPr>
          <p:cNvSpPr>
            <a:spLocks/>
          </p:cNvSpPr>
          <p:nvPr/>
        </p:nvSpPr>
        <p:spPr bwMode="auto">
          <a:xfrm>
            <a:off x="2631543" y="2436403"/>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a:extLst>
              <a:ext uri="{FF2B5EF4-FFF2-40B4-BE49-F238E27FC236}">
                <a16:creationId xmlns:a16="http://schemas.microsoft.com/office/drawing/2014/main" id="{D2283600-843F-E988-F2E4-75C58FC36EDE}"/>
              </a:ext>
            </a:extLst>
          </p:cNvPr>
          <p:cNvSpPr txBox="1">
            <a:spLocks noChangeArrowheads="1"/>
          </p:cNvSpPr>
          <p:nvPr/>
        </p:nvSpPr>
        <p:spPr bwMode="auto">
          <a:xfrm>
            <a:off x="3250752" y="2453417"/>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a:extLst>
              <a:ext uri="{FF2B5EF4-FFF2-40B4-BE49-F238E27FC236}">
                <a16:creationId xmlns:a16="http://schemas.microsoft.com/office/drawing/2014/main" id="{19A74465-8DAC-198A-7E3D-02BAD19A1996}"/>
              </a:ext>
            </a:extLst>
          </p:cNvPr>
          <p:cNvSpPr txBox="1">
            <a:spLocks noChangeArrowheads="1"/>
          </p:cNvSpPr>
          <p:nvPr/>
        </p:nvSpPr>
        <p:spPr bwMode="auto">
          <a:xfrm>
            <a:off x="1719050" y="2971487"/>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a:extLst>
              <a:ext uri="{FF2B5EF4-FFF2-40B4-BE49-F238E27FC236}">
                <a16:creationId xmlns:a16="http://schemas.microsoft.com/office/drawing/2014/main" id="{7B5A34A3-2B95-8880-CED4-BC4E4E11EA47}"/>
              </a:ext>
            </a:extLst>
          </p:cNvPr>
          <p:cNvSpPr txBox="1">
            <a:spLocks noChangeArrowheads="1"/>
          </p:cNvSpPr>
          <p:nvPr/>
        </p:nvSpPr>
        <p:spPr bwMode="auto">
          <a:xfrm>
            <a:off x="4384519" y="2233999"/>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SIFS</a:t>
            </a:r>
          </a:p>
        </p:txBody>
      </p:sp>
      <p:sp>
        <p:nvSpPr>
          <p:cNvPr id="78" name="Line 110">
            <a:extLst>
              <a:ext uri="{FF2B5EF4-FFF2-40B4-BE49-F238E27FC236}">
                <a16:creationId xmlns:a16="http://schemas.microsoft.com/office/drawing/2014/main" id="{5EFCAB8C-D96C-E126-E583-3FEFA51C50CF}"/>
              </a:ext>
            </a:extLst>
          </p:cNvPr>
          <p:cNvSpPr>
            <a:spLocks noChangeShapeType="1"/>
          </p:cNvSpPr>
          <p:nvPr/>
        </p:nvSpPr>
        <p:spPr bwMode="auto">
          <a:xfrm>
            <a:off x="4456582" y="2509313"/>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a:extLst>
              <a:ext uri="{FF2B5EF4-FFF2-40B4-BE49-F238E27FC236}">
                <a16:creationId xmlns:a16="http://schemas.microsoft.com/office/drawing/2014/main" id="{F54E6F26-0BE9-8973-4EB0-36AF4E3FAA2E}"/>
              </a:ext>
            </a:extLst>
          </p:cNvPr>
          <p:cNvSpPr>
            <a:spLocks/>
          </p:cNvSpPr>
          <p:nvPr/>
        </p:nvSpPr>
        <p:spPr bwMode="auto">
          <a:xfrm>
            <a:off x="4776675" y="2930707"/>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a:extLst>
              <a:ext uri="{FF2B5EF4-FFF2-40B4-BE49-F238E27FC236}">
                <a16:creationId xmlns:a16="http://schemas.microsoft.com/office/drawing/2014/main" id="{C47553DE-A87F-CC5C-38ED-5C08262C3AB5}"/>
              </a:ext>
            </a:extLst>
          </p:cNvPr>
          <p:cNvSpPr txBox="1">
            <a:spLocks noChangeArrowheads="1"/>
          </p:cNvSpPr>
          <p:nvPr/>
        </p:nvSpPr>
        <p:spPr bwMode="auto">
          <a:xfrm>
            <a:off x="4735959" y="2938983"/>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a:extLst>
              <a:ext uri="{FF2B5EF4-FFF2-40B4-BE49-F238E27FC236}">
                <a16:creationId xmlns:a16="http://schemas.microsoft.com/office/drawing/2014/main" id="{D87C328A-E242-6509-E585-2202BEA9B298}"/>
              </a:ext>
            </a:extLst>
          </p:cNvPr>
          <p:cNvSpPr>
            <a:spLocks noChangeShapeType="1"/>
          </p:cNvSpPr>
          <p:nvPr/>
        </p:nvSpPr>
        <p:spPr bwMode="auto">
          <a:xfrm flipH="1">
            <a:off x="4780027" y="2464826"/>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a:extLst>
              <a:ext uri="{FF2B5EF4-FFF2-40B4-BE49-F238E27FC236}">
                <a16:creationId xmlns:a16="http://schemas.microsoft.com/office/drawing/2014/main" id="{C8E52388-0C20-6325-9F0E-026AD18BDCA2}"/>
              </a:ext>
            </a:extLst>
          </p:cNvPr>
          <p:cNvSpPr txBox="1">
            <a:spLocks noChangeArrowheads="1"/>
          </p:cNvSpPr>
          <p:nvPr/>
        </p:nvSpPr>
        <p:spPr bwMode="auto">
          <a:xfrm>
            <a:off x="1716487" y="2492012"/>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a:extLst>
              <a:ext uri="{FF2B5EF4-FFF2-40B4-BE49-F238E27FC236}">
                <a16:creationId xmlns:a16="http://schemas.microsoft.com/office/drawing/2014/main" id="{988E4C26-1D40-C7CB-BC90-828736CB8E61}"/>
              </a:ext>
            </a:extLst>
          </p:cNvPr>
          <p:cNvSpPr>
            <a:spLocks noChangeShapeType="1"/>
          </p:cNvSpPr>
          <p:nvPr/>
        </p:nvSpPr>
        <p:spPr bwMode="auto">
          <a:xfrm>
            <a:off x="5242571" y="2464826"/>
            <a:ext cx="0" cy="10293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a:extLst>
              <a:ext uri="{FF2B5EF4-FFF2-40B4-BE49-F238E27FC236}">
                <a16:creationId xmlns:a16="http://schemas.microsoft.com/office/drawing/2014/main" id="{5264162F-622C-079B-B0C1-8430B4A3E467}"/>
              </a:ext>
            </a:extLst>
          </p:cNvPr>
          <p:cNvSpPr>
            <a:spLocks noChangeShapeType="1"/>
          </p:cNvSpPr>
          <p:nvPr/>
        </p:nvSpPr>
        <p:spPr bwMode="auto">
          <a:xfrm>
            <a:off x="5215757" y="2517963"/>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a:extLst>
              <a:ext uri="{FF2B5EF4-FFF2-40B4-BE49-F238E27FC236}">
                <a16:creationId xmlns:a16="http://schemas.microsoft.com/office/drawing/2014/main" id="{D1B3FA40-47A2-5F45-2FBB-5AD19CEFB0FB}"/>
              </a:ext>
            </a:extLst>
          </p:cNvPr>
          <p:cNvSpPr>
            <a:spLocks noChangeShapeType="1"/>
          </p:cNvSpPr>
          <p:nvPr/>
        </p:nvSpPr>
        <p:spPr bwMode="auto">
          <a:xfrm flipH="1">
            <a:off x="5668278" y="2451232"/>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a:extLst>
              <a:ext uri="{FF2B5EF4-FFF2-40B4-BE49-F238E27FC236}">
                <a16:creationId xmlns:a16="http://schemas.microsoft.com/office/drawing/2014/main" id="{9D6FE375-3AB5-5579-0BBA-52AE228B0D41}"/>
              </a:ext>
            </a:extLst>
          </p:cNvPr>
          <p:cNvSpPr txBox="1">
            <a:spLocks noChangeArrowheads="1"/>
          </p:cNvSpPr>
          <p:nvPr/>
        </p:nvSpPr>
        <p:spPr bwMode="auto">
          <a:xfrm>
            <a:off x="5183341" y="2253228"/>
            <a:ext cx="5653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87" name="Text Box 9">
            <a:extLst>
              <a:ext uri="{FF2B5EF4-FFF2-40B4-BE49-F238E27FC236}">
                <a16:creationId xmlns:a16="http://schemas.microsoft.com/office/drawing/2014/main" id="{98CE4CCC-404E-7492-5A51-92AC343ABFD9}"/>
              </a:ext>
            </a:extLst>
          </p:cNvPr>
          <p:cNvSpPr txBox="1">
            <a:spLocks noChangeArrowheads="1"/>
          </p:cNvSpPr>
          <p:nvPr/>
        </p:nvSpPr>
        <p:spPr bwMode="auto">
          <a:xfrm>
            <a:off x="6963705" y="2506842"/>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a:extLst>
              <a:ext uri="{FF2B5EF4-FFF2-40B4-BE49-F238E27FC236}">
                <a16:creationId xmlns:a16="http://schemas.microsoft.com/office/drawing/2014/main" id="{FDA21AD8-1F27-5051-837D-04BF7342AD8C}"/>
              </a:ext>
            </a:extLst>
          </p:cNvPr>
          <p:cNvSpPr txBox="1">
            <a:spLocks noChangeArrowheads="1"/>
          </p:cNvSpPr>
          <p:nvPr/>
        </p:nvSpPr>
        <p:spPr bwMode="auto">
          <a:xfrm>
            <a:off x="6963705" y="2972723"/>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a:extLst>
              <a:ext uri="{FF2B5EF4-FFF2-40B4-BE49-F238E27FC236}">
                <a16:creationId xmlns:a16="http://schemas.microsoft.com/office/drawing/2014/main" id="{EBFBEF34-B2A3-DF4A-660B-AA8064463A58}"/>
              </a:ext>
            </a:extLst>
          </p:cNvPr>
          <p:cNvCxnSpPr>
            <a:cxnSpLocks noChangeShapeType="1"/>
          </p:cNvCxnSpPr>
          <p:nvPr/>
        </p:nvCxnSpPr>
        <p:spPr bwMode="auto">
          <a:xfrm flipV="1">
            <a:off x="2616461" y="3340979"/>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a:extLst>
              <a:ext uri="{FF2B5EF4-FFF2-40B4-BE49-F238E27FC236}">
                <a16:creationId xmlns:a16="http://schemas.microsoft.com/office/drawing/2014/main" id="{CD741D26-4F3F-3ACF-7AF0-2F6DB7C034A8}"/>
              </a:ext>
            </a:extLst>
          </p:cNvPr>
          <p:cNvSpPr>
            <a:spLocks noChangeShapeType="1"/>
          </p:cNvSpPr>
          <p:nvPr/>
        </p:nvSpPr>
        <p:spPr bwMode="auto">
          <a:xfrm>
            <a:off x="2626186" y="2877570"/>
            <a:ext cx="0" cy="111341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a:extLst>
              <a:ext uri="{FF2B5EF4-FFF2-40B4-BE49-F238E27FC236}">
                <a16:creationId xmlns:a16="http://schemas.microsoft.com/office/drawing/2014/main" id="{8A11B080-F61B-5C4F-C87B-A1F3DF9EEA58}"/>
              </a:ext>
            </a:extLst>
          </p:cNvPr>
          <p:cNvSpPr txBox="1">
            <a:spLocks noChangeArrowheads="1"/>
          </p:cNvSpPr>
          <p:nvPr/>
        </p:nvSpPr>
        <p:spPr bwMode="auto">
          <a:xfrm>
            <a:off x="3558589" y="3221111"/>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a:extLst>
              <a:ext uri="{FF2B5EF4-FFF2-40B4-BE49-F238E27FC236}">
                <a16:creationId xmlns:a16="http://schemas.microsoft.com/office/drawing/2014/main" id="{3BF52A5B-908D-50E8-CD1F-BAED5D6BA1D0}"/>
              </a:ext>
            </a:extLst>
          </p:cNvPr>
          <p:cNvCxnSpPr>
            <a:cxnSpLocks noChangeShapeType="1"/>
          </p:cNvCxnSpPr>
          <p:nvPr/>
        </p:nvCxnSpPr>
        <p:spPr bwMode="auto">
          <a:xfrm>
            <a:off x="2631543" y="3923022"/>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a:extLst>
              <a:ext uri="{FF2B5EF4-FFF2-40B4-BE49-F238E27FC236}">
                <a16:creationId xmlns:a16="http://schemas.microsoft.com/office/drawing/2014/main" id="{7B672E26-095F-1627-5591-CB2153D49D34}"/>
              </a:ext>
            </a:extLst>
          </p:cNvPr>
          <p:cNvSpPr txBox="1">
            <a:spLocks noChangeArrowheads="1"/>
          </p:cNvSpPr>
          <p:nvPr/>
        </p:nvSpPr>
        <p:spPr bwMode="auto">
          <a:xfrm>
            <a:off x="1921321" y="3906958"/>
            <a:ext cx="41228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endParaRPr lang="en-US" altLang="zh-CN" sz="1200" b="1" dirty="0">
              <a:solidFill>
                <a:srgbClr val="C00000"/>
              </a:solidFill>
              <a:latin typeface="微软雅黑" panose="020B0503020204020204" pitchFamily="34" charset="-122"/>
              <a:ea typeface="微软雅黑" panose="020B0503020204020204" pitchFamily="34" charset="-122"/>
            </a:endParaRPr>
          </a:p>
          <a:p>
            <a:pPr algn="ctr" eaLnBrk="1" hangingPunct="1"/>
            <a:r>
              <a:rPr lang="en-US" altLang="zh-CN" sz="1200" b="1" dirty="0">
                <a:solidFill>
                  <a:srgbClr val="C00000"/>
                </a:solidFill>
                <a:latin typeface="微软雅黑" panose="020B0503020204020204" pitchFamily="34" charset="-122"/>
                <a:ea typeface="微软雅黑" panose="020B0503020204020204" pitchFamily="34" charset="-122"/>
              </a:rPr>
              <a:t>(DATA + SIFS + ACK)</a:t>
            </a:r>
            <a:endParaRPr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94" name="矩形 131">
            <a:extLst>
              <a:ext uri="{FF2B5EF4-FFF2-40B4-BE49-F238E27FC236}">
                <a16:creationId xmlns:a16="http://schemas.microsoft.com/office/drawing/2014/main" id="{83562B7A-B977-6113-D5A9-8E0ABFB9BEAB}"/>
              </a:ext>
            </a:extLst>
          </p:cNvPr>
          <p:cNvSpPr>
            <a:spLocks noChangeArrowheads="1"/>
          </p:cNvSpPr>
          <p:nvPr/>
        </p:nvSpPr>
        <p:spPr bwMode="auto">
          <a:xfrm>
            <a:off x="5671597" y="2546386"/>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a:extLst>
              <a:ext uri="{FF2B5EF4-FFF2-40B4-BE49-F238E27FC236}">
                <a16:creationId xmlns:a16="http://schemas.microsoft.com/office/drawing/2014/main" id="{01244D8E-B461-86A8-3EDA-AE6C7D00C8F1}"/>
              </a:ext>
            </a:extLst>
          </p:cNvPr>
          <p:cNvCxnSpPr>
            <a:cxnSpLocks noChangeShapeType="1"/>
          </p:cNvCxnSpPr>
          <p:nvPr/>
        </p:nvCxnSpPr>
        <p:spPr bwMode="auto">
          <a:xfrm>
            <a:off x="5748688"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a:extLst>
              <a:ext uri="{FF2B5EF4-FFF2-40B4-BE49-F238E27FC236}">
                <a16:creationId xmlns:a16="http://schemas.microsoft.com/office/drawing/2014/main" id="{6146B64D-984B-AD74-3263-6EC254D16DDA}"/>
              </a:ext>
            </a:extLst>
          </p:cNvPr>
          <p:cNvCxnSpPr>
            <a:cxnSpLocks noChangeShapeType="1"/>
          </p:cNvCxnSpPr>
          <p:nvPr/>
        </p:nvCxnSpPr>
        <p:spPr bwMode="auto">
          <a:xfrm>
            <a:off x="581404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a:extLst>
              <a:ext uri="{FF2B5EF4-FFF2-40B4-BE49-F238E27FC236}">
                <a16:creationId xmlns:a16="http://schemas.microsoft.com/office/drawing/2014/main" id="{3CBF92A8-E16B-B8FA-689C-93F3D2B42BB7}"/>
              </a:ext>
            </a:extLst>
          </p:cNvPr>
          <p:cNvCxnSpPr>
            <a:cxnSpLocks noChangeShapeType="1"/>
          </p:cNvCxnSpPr>
          <p:nvPr/>
        </p:nvCxnSpPr>
        <p:spPr bwMode="auto">
          <a:xfrm>
            <a:off x="5944767"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a:extLst>
              <a:ext uri="{FF2B5EF4-FFF2-40B4-BE49-F238E27FC236}">
                <a16:creationId xmlns:a16="http://schemas.microsoft.com/office/drawing/2014/main" id="{9FC9B5C4-2F14-9131-1B14-5851C3E81FB0}"/>
              </a:ext>
            </a:extLst>
          </p:cNvPr>
          <p:cNvCxnSpPr>
            <a:cxnSpLocks noChangeShapeType="1"/>
          </p:cNvCxnSpPr>
          <p:nvPr/>
        </p:nvCxnSpPr>
        <p:spPr bwMode="auto">
          <a:xfrm>
            <a:off x="6010126"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a:extLst>
              <a:ext uri="{FF2B5EF4-FFF2-40B4-BE49-F238E27FC236}">
                <a16:creationId xmlns:a16="http://schemas.microsoft.com/office/drawing/2014/main" id="{C5618D13-666E-626C-2F87-51A8628E6E07}"/>
              </a:ext>
            </a:extLst>
          </p:cNvPr>
          <p:cNvCxnSpPr>
            <a:cxnSpLocks noChangeShapeType="1"/>
          </p:cNvCxnSpPr>
          <p:nvPr/>
        </p:nvCxnSpPr>
        <p:spPr bwMode="auto">
          <a:xfrm>
            <a:off x="6075486"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a:extLst>
              <a:ext uri="{FF2B5EF4-FFF2-40B4-BE49-F238E27FC236}">
                <a16:creationId xmlns:a16="http://schemas.microsoft.com/office/drawing/2014/main" id="{A18BE4AC-2CCD-B560-12B1-13E6C5DD5DC4}"/>
              </a:ext>
            </a:extLst>
          </p:cNvPr>
          <p:cNvCxnSpPr>
            <a:cxnSpLocks noChangeShapeType="1"/>
          </p:cNvCxnSpPr>
          <p:nvPr/>
        </p:nvCxnSpPr>
        <p:spPr bwMode="auto">
          <a:xfrm>
            <a:off x="6140845" y="255380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a:extLst>
              <a:ext uri="{FF2B5EF4-FFF2-40B4-BE49-F238E27FC236}">
                <a16:creationId xmlns:a16="http://schemas.microsoft.com/office/drawing/2014/main" id="{86156A07-2172-4BB1-B9CD-9E7512E830D7}"/>
              </a:ext>
            </a:extLst>
          </p:cNvPr>
          <p:cNvCxnSpPr>
            <a:cxnSpLocks noChangeShapeType="1"/>
          </p:cNvCxnSpPr>
          <p:nvPr/>
        </p:nvCxnSpPr>
        <p:spPr bwMode="auto">
          <a:xfrm>
            <a:off x="6206205"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a:extLst>
              <a:ext uri="{FF2B5EF4-FFF2-40B4-BE49-F238E27FC236}">
                <a16:creationId xmlns:a16="http://schemas.microsoft.com/office/drawing/2014/main" id="{F5EC7620-185B-A94F-F7C2-7A95E37D6E92}"/>
              </a:ext>
            </a:extLst>
          </p:cNvPr>
          <p:cNvCxnSpPr>
            <a:cxnSpLocks noChangeShapeType="1"/>
          </p:cNvCxnSpPr>
          <p:nvPr/>
        </p:nvCxnSpPr>
        <p:spPr bwMode="auto">
          <a:xfrm>
            <a:off x="6271564"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a:extLst>
              <a:ext uri="{FF2B5EF4-FFF2-40B4-BE49-F238E27FC236}">
                <a16:creationId xmlns:a16="http://schemas.microsoft.com/office/drawing/2014/main" id="{795F9EB4-99E2-F277-9A7B-6CBC76EEDC0D}"/>
              </a:ext>
            </a:extLst>
          </p:cNvPr>
          <p:cNvCxnSpPr>
            <a:cxnSpLocks noChangeShapeType="1"/>
          </p:cNvCxnSpPr>
          <p:nvPr/>
        </p:nvCxnSpPr>
        <p:spPr bwMode="auto">
          <a:xfrm>
            <a:off x="5879407" y="2542678"/>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a:extLst>
              <a:ext uri="{FF2B5EF4-FFF2-40B4-BE49-F238E27FC236}">
                <a16:creationId xmlns:a16="http://schemas.microsoft.com/office/drawing/2014/main" id="{1F5BFAE6-F975-5AA8-1503-C4DE8F90A7DC}"/>
              </a:ext>
            </a:extLst>
          </p:cNvPr>
          <p:cNvSpPr txBox="1">
            <a:spLocks noChangeArrowheads="1"/>
          </p:cNvSpPr>
          <p:nvPr/>
        </p:nvSpPr>
        <p:spPr bwMode="auto">
          <a:xfrm>
            <a:off x="5921585" y="230912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a:extLst>
              <a:ext uri="{FF2B5EF4-FFF2-40B4-BE49-F238E27FC236}">
                <a16:creationId xmlns:a16="http://schemas.microsoft.com/office/drawing/2014/main" id="{5905F304-D4BF-6ED0-FAAD-5E82606C25D9}"/>
              </a:ext>
            </a:extLst>
          </p:cNvPr>
          <p:cNvCxnSpPr>
            <a:cxnSpLocks noChangeShapeType="1"/>
          </p:cNvCxnSpPr>
          <p:nvPr/>
        </p:nvCxnSpPr>
        <p:spPr bwMode="auto">
          <a:xfrm>
            <a:off x="6338599" y="2552564"/>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a:extLst>
              <a:ext uri="{FF2B5EF4-FFF2-40B4-BE49-F238E27FC236}">
                <a16:creationId xmlns:a16="http://schemas.microsoft.com/office/drawing/2014/main" id="{60F95C8C-BBAE-2E1F-9FE4-0E2C9D851B74}"/>
              </a:ext>
            </a:extLst>
          </p:cNvPr>
          <p:cNvCxnSpPr>
            <a:cxnSpLocks noChangeShapeType="1"/>
          </p:cNvCxnSpPr>
          <p:nvPr/>
        </p:nvCxnSpPr>
        <p:spPr bwMode="auto">
          <a:xfrm>
            <a:off x="6403959" y="2545150"/>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a:extLst>
              <a:ext uri="{FF2B5EF4-FFF2-40B4-BE49-F238E27FC236}">
                <a16:creationId xmlns:a16="http://schemas.microsoft.com/office/drawing/2014/main" id="{D34C06AB-53F4-0CB8-88C3-2062042014ED}"/>
              </a:ext>
            </a:extLst>
          </p:cNvPr>
          <p:cNvCxnSpPr>
            <a:cxnSpLocks noChangeShapeType="1"/>
          </p:cNvCxnSpPr>
          <p:nvPr/>
        </p:nvCxnSpPr>
        <p:spPr bwMode="auto">
          <a:xfrm>
            <a:off x="6469318" y="254144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a:extLst>
              <a:ext uri="{FF2B5EF4-FFF2-40B4-BE49-F238E27FC236}">
                <a16:creationId xmlns:a16="http://schemas.microsoft.com/office/drawing/2014/main" id="{DC9BCCE5-B7C7-CE4A-ABC5-80D171EB2781}"/>
              </a:ext>
            </a:extLst>
          </p:cNvPr>
          <p:cNvCxnSpPr>
            <a:cxnSpLocks noChangeShapeType="1"/>
          </p:cNvCxnSpPr>
          <p:nvPr/>
        </p:nvCxnSpPr>
        <p:spPr bwMode="auto">
          <a:xfrm>
            <a:off x="6665397" y="255132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a:extLst>
              <a:ext uri="{FF2B5EF4-FFF2-40B4-BE49-F238E27FC236}">
                <a16:creationId xmlns:a16="http://schemas.microsoft.com/office/drawing/2014/main" id="{79F4BA98-17A5-67A3-D3B7-4C3E02DA4DE8}"/>
              </a:ext>
            </a:extLst>
          </p:cNvPr>
          <p:cNvCxnSpPr>
            <a:cxnSpLocks noChangeShapeType="1"/>
          </p:cNvCxnSpPr>
          <p:nvPr/>
        </p:nvCxnSpPr>
        <p:spPr bwMode="auto">
          <a:xfrm>
            <a:off x="653467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a:extLst>
              <a:ext uri="{FF2B5EF4-FFF2-40B4-BE49-F238E27FC236}">
                <a16:creationId xmlns:a16="http://schemas.microsoft.com/office/drawing/2014/main" id="{5CF606DE-E38F-122D-EC41-12C725266D32}"/>
              </a:ext>
            </a:extLst>
          </p:cNvPr>
          <p:cNvCxnSpPr>
            <a:cxnSpLocks noChangeShapeType="1"/>
          </p:cNvCxnSpPr>
          <p:nvPr/>
        </p:nvCxnSpPr>
        <p:spPr bwMode="auto">
          <a:xfrm>
            <a:off x="6600037" y="254885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a:extLst>
              <a:ext uri="{FF2B5EF4-FFF2-40B4-BE49-F238E27FC236}">
                <a16:creationId xmlns:a16="http://schemas.microsoft.com/office/drawing/2014/main" id="{1683A53F-2EAB-318B-15BE-C15747224BCB}"/>
              </a:ext>
            </a:extLst>
          </p:cNvPr>
          <p:cNvCxnSpPr>
            <a:cxnSpLocks noChangeShapeType="1"/>
          </p:cNvCxnSpPr>
          <p:nvPr/>
        </p:nvCxnSpPr>
        <p:spPr bwMode="auto">
          <a:xfrm>
            <a:off x="6730756"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12" name="Freeform 13">
            <a:extLst>
              <a:ext uri="{FF2B5EF4-FFF2-40B4-BE49-F238E27FC236}">
                <a16:creationId xmlns:a16="http://schemas.microsoft.com/office/drawing/2014/main" id="{164DBCEA-C1B9-F83D-FD4C-9D49B9704FBE}"/>
              </a:ext>
            </a:extLst>
          </p:cNvPr>
          <p:cNvSpPr>
            <a:spLocks/>
          </p:cNvSpPr>
          <p:nvPr/>
        </p:nvSpPr>
        <p:spPr bwMode="auto">
          <a:xfrm>
            <a:off x="4466637" y="3510278"/>
            <a:ext cx="772582"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a:extLst>
              <a:ext uri="{FF2B5EF4-FFF2-40B4-BE49-F238E27FC236}">
                <a16:creationId xmlns:a16="http://schemas.microsoft.com/office/drawing/2014/main" id="{47885EDF-D8D3-FD48-1FD3-69998E65F843}"/>
              </a:ext>
            </a:extLst>
          </p:cNvPr>
          <p:cNvGrpSpPr>
            <a:grpSpLocks/>
          </p:cNvGrpSpPr>
          <p:nvPr/>
        </p:nvGrpSpPr>
        <p:grpSpPr bwMode="auto">
          <a:xfrm>
            <a:off x="1902534" y="2714449"/>
            <a:ext cx="5233786" cy="1093647"/>
            <a:chOff x="1938883" y="1375436"/>
            <a:chExt cx="4422775" cy="1405864"/>
          </a:xfrm>
        </p:grpSpPr>
        <p:sp>
          <p:nvSpPr>
            <p:cNvPr id="114" name="Line 2">
              <a:extLst>
                <a:ext uri="{FF2B5EF4-FFF2-40B4-BE49-F238E27FC236}">
                  <a16:creationId xmlns:a16="http://schemas.microsoft.com/office/drawing/2014/main" id="{F4CF1EB4-5744-FDCC-71FA-43560978AA1C}"/>
                </a:ext>
              </a:extLst>
            </p:cNvPr>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a:extLst>
                <a:ext uri="{FF2B5EF4-FFF2-40B4-BE49-F238E27FC236}">
                  <a16:creationId xmlns:a16="http://schemas.microsoft.com/office/drawing/2014/main" id="{278E3732-5612-01BC-2396-633834C0B238}"/>
                </a:ext>
              </a:extLst>
            </p:cNvPr>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a:extLst>
                <a:ext uri="{FF2B5EF4-FFF2-40B4-BE49-F238E27FC236}">
                  <a16:creationId xmlns:a16="http://schemas.microsoft.com/office/drawing/2014/main" id="{68F0C0C7-2F6E-9AD3-7043-8A843B4C64E9}"/>
                </a:ext>
              </a:extLst>
            </p:cNvPr>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a:extLst>
              <a:ext uri="{FF2B5EF4-FFF2-40B4-BE49-F238E27FC236}">
                <a16:creationId xmlns:a16="http://schemas.microsoft.com/office/drawing/2014/main" id="{249099BD-07D9-5017-A982-1E7AB8540702}"/>
              </a:ext>
            </a:extLst>
          </p:cNvPr>
          <p:cNvSpPr txBox="1">
            <a:spLocks noChangeArrowheads="1"/>
          </p:cNvSpPr>
          <p:nvPr/>
        </p:nvSpPr>
        <p:spPr bwMode="auto">
          <a:xfrm>
            <a:off x="4572000" y="3517619"/>
            <a:ext cx="5871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a:extLst>
              <a:ext uri="{FF2B5EF4-FFF2-40B4-BE49-F238E27FC236}">
                <a16:creationId xmlns:a16="http://schemas.microsoft.com/office/drawing/2014/main" id="{15E40855-2682-C731-D229-355C7B81F69C}"/>
              </a:ext>
            </a:extLst>
          </p:cNvPr>
          <p:cNvSpPr txBox="1">
            <a:spLocks noChangeArrowheads="1"/>
          </p:cNvSpPr>
          <p:nvPr/>
        </p:nvSpPr>
        <p:spPr bwMode="auto">
          <a:xfrm>
            <a:off x="6963705" y="3570830"/>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a:extLst>
              <a:ext uri="{FF2B5EF4-FFF2-40B4-BE49-F238E27FC236}">
                <a16:creationId xmlns:a16="http://schemas.microsoft.com/office/drawing/2014/main" id="{3A383F3E-B763-BC46-46C1-F5A838144EE7}"/>
              </a:ext>
            </a:extLst>
          </p:cNvPr>
          <p:cNvSpPr>
            <a:spLocks noChangeShapeType="1"/>
          </p:cNvSpPr>
          <p:nvPr/>
        </p:nvSpPr>
        <p:spPr bwMode="auto">
          <a:xfrm>
            <a:off x="5678301" y="2825668"/>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a:extLst>
              <a:ext uri="{FF2B5EF4-FFF2-40B4-BE49-F238E27FC236}">
                <a16:creationId xmlns:a16="http://schemas.microsoft.com/office/drawing/2014/main" id="{3935BAB1-1EF0-F9AC-E92B-98BA6B0889C3}"/>
              </a:ext>
            </a:extLst>
          </p:cNvPr>
          <p:cNvSpPr>
            <a:spLocks noChangeShapeType="1"/>
          </p:cNvSpPr>
          <p:nvPr/>
        </p:nvSpPr>
        <p:spPr bwMode="auto">
          <a:xfrm flipH="1">
            <a:off x="6797792" y="2744107"/>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a:extLst>
              <a:ext uri="{FF2B5EF4-FFF2-40B4-BE49-F238E27FC236}">
                <a16:creationId xmlns:a16="http://schemas.microsoft.com/office/drawing/2014/main" id="{3F580BB0-027A-A5AF-57D1-087A7C59D6DE}"/>
              </a:ext>
            </a:extLst>
          </p:cNvPr>
          <p:cNvGrpSpPr>
            <a:grpSpLocks/>
          </p:cNvGrpSpPr>
          <p:nvPr/>
        </p:nvGrpSpPr>
        <p:grpSpPr bwMode="auto">
          <a:xfrm>
            <a:off x="5996750" y="2688780"/>
            <a:ext cx="479245" cy="276999"/>
            <a:chOff x="4887085" y="536328"/>
            <a:chExt cx="454443" cy="356280"/>
          </a:xfrm>
        </p:grpSpPr>
        <p:sp>
          <p:nvSpPr>
            <p:cNvPr id="122" name="矩形 49">
              <a:extLst>
                <a:ext uri="{FF2B5EF4-FFF2-40B4-BE49-F238E27FC236}">
                  <a16:creationId xmlns:a16="http://schemas.microsoft.com/office/drawing/2014/main" id="{0794AB5A-7EBC-9A62-0BF3-D9417E206023}"/>
                </a:ext>
              </a:extLst>
            </p:cNvPr>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a:extLst>
                <a:ext uri="{FF2B5EF4-FFF2-40B4-BE49-F238E27FC236}">
                  <a16:creationId xmlns:a16="http://schemas.microsoft.com/office/drawing/2014/main" id="{B5EA7A87-4E42-9D7D-41BB-285C4CDF6A81}"/>
                </a:ext>
              </a:extLst>
            </p:cNvPr>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a:extLst>
              <a:ext uri="{FF2B5EF4-FFF2-40B4-BE49-F238E27FC236}">
                <a16:creationId xmlns:a16="http://schemas.microsoft.com/office/drawing/2014/main" id="{6390A160-CB20-126F-EFE4-76C85CE26E87}"/>
              </a:ext>
            </a:extLst>
          </p:cNvPr>
          <p:cNvSpPr>
            <a:spLocks noChangeShapeType="1"/>
          </p:cNvSpPr>
          <p:nvPr/>
        </p:nvSpPr>
        <p:spPr bwMode="auto">
          <a:xfrm>
            <a:off x="2170675" y="2517963"/>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a:extLst>
              <a:ext uri="{FF2B5EF4-FFF2-40B4-BE49-F238E27FC236}">
                <a16:creationId xmlns:a16="http://schemas.microsoft.com/office/drawing/2014/main" id="{AE400BB5-9BAC-BB9D-0C17-1D416EFFCDE3}"/>
              </a:ext>
            </a:extLst>
          </p:cNvPr>
          <p:cNvSpPr>
            <a:spLocks noChangeShapeType="1"/>
          </p:cNvSpPr>
          <p:nvPr/>
        </p:nvSpPr>
        <p:spPr bwMode="auto">
          <a:xfrm>
            <a:off x="2155592" y="2428988"/>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a:extLst>
              <a:ext uri="{FF2B5EF4-FFF2-40B4-BE49-F238E27FC236}">
                <a16:creationId xmlns:a16="http://schemas.microsoft.com/office/drawing/2014/main" id="{B9CBCF90-758C-CC56-AD0A-B367C6E18A1F}"/>
              </a:ext>
            </a:extLst>
          </p:cNvPr>
          <p:cNvSpPr txBox="1">
            <a:spLocks noChangeArrowheads="1"/>
          </p:cNvSpPr>
          <p:nvPr/>
        </p:nvSpPr>
        <p:spPr bwMode="auto">
          <a:xfrm>
            <a:off x="2140686" y="2261253"/>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7" name="Text Box 9">
            <a:extLst>
              <a:ext uri="{FF2B5EF4-FFF2-40B4-BE49-F238E27FC236}">
                <a16:creationId xmlns:a16="http://schemas.microsoft.com/office/drawing/2014/main" id="{A319ADA9-66E7-6EBD-B4F2-61EF03CDE7C8}"/>
              </a:ext>
            </a:extLst>
          </p:cNvPr>
          <p:cNvSpPr txBox="1">
            <a:spLocks noChangeArrowheads="1"/>
          </p:cNvSpPr>
          <p:nvPr/>
        </p:nvSpPr>
        <p:spPr bwMode="auto">
          <a:xfrm>
            <a:off x="43308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a:extLst>
              <a:ext uri="{FF2B5EF4-FFF2-40B4-BE49-F238E27FC236}">
                <a16:creationId xmlns:a16="http://schemas.microsoft.com/office/drawing/2014/main" id="{F706173C-A462-6C92-0E9C-C511C09B06D3}"/>
              </a:ext>
            </a:extLst>
          </p:cNvPr>
          <p:cNvSpPr txBox="1">
            <a:spLocks noChangeArrowheads="1"/>
          </p:cNvSpPr>
          <p:nvPr/>
        </p:nvSpPr>
        <p:spPr bwMode="auto">
          <a:xfrm>
            <a:off x="24823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a:extLst>
              <a:ext uri="{FF2B5EF4-FFF2-40B4-BE49-F238E27FC236}">
                <a16:creationId xmlns:a16="http://schemas.microsoft.com/office/drawing/2014/main" id="{FDB4CEE8-49E6-7CA9-7C93-C003F0765F13}"/>
              </a:ext>
            </a:extLst>
          </p:cNvPr>
          <p:cNvSpPr txBox="1">
            <a:spLocks noChangeArrowheads="1"/>
          </p:cNvSpPr>
          <p:nvPr/>
        </p:nvSpPr>
        <p:spPr bwMode="auto">
          <a:xfrm>
            <a:off x="4634225"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a:extLst>
              <a:ext uri="{FF2B5EF4-FFF2-40B4-BE49-F238E27FC236}">
                <a16:creationId xmlns:a16="http://schemas.microsoft.com/office/drawing/2014/main" id="{6EF576D6-3B63-B971-BF82-CC9B3B5F4DBE}"/>
              </a:ext>
            </a:extLst>
          </p:cNvPr>
          <p:cNvSpPr>
            <a:spLocks noChangeShapeType="1"/>
          </p:cNvSpPr>
          <p:nvPr/>
        </p:nvSpPr>
        <p:spPr bwMode="auto">
          <a:xfrm flipH="1">
            <a:off x="5232516" y="3820454"/>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cxnSp>
        <p:nvCxnSpPr>
          <p:cNvPr id="8" name="直接箭头连接符 87">
            <a:extLst>
              <a:ext uri="{FF2B5EF4-FFF2-40B4-BE49-F238E27FC236}">
                <a16:creationId xmlns:a16="http://schemas.microsoft.com/office/drawing/2014/main" id="{ECF83E78-AF71-7D43-6CA3-AE09E684DC65}"/>
              </a:ext>
            </a:extLst>
          </p:cNvPr>
          <p:cNvCxnSpPr>
            <a:cxnSpLocks noChangeShapeType="1"/>
          </p:cNvCxnSpPr>
          <p:nvPr/>
        </p:nvCxnSpPr>
        <p:spPr bwMode="auto">
          <a:xfrm>
            <a:off x="2631543" y="3647662"/>
            <a:ext cx="1825039" cy="0"/>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 name="Text Box 109">
            <a:extLst>
              <a:ext uri="{FF2B5EF4-FFF2-40B4-BE49-F238E27FC236}">
                <a16:creationId xmlns:a16="http://schemas.microsoft.com/office/drawing/2014/main" id="{D1E61606-F551-4D5C-843F-1C0D7A8BD8D6}"/>
              </a:ext>
            </a:extLst>
          </p:cNvPr>
          <p:cNvSpPr txBox="1">
            <a:spLocks noChangeArrowheads="1"/>
          </p:cNvSpPr>
          <p:nvPr/>
        </p:nvSpPr>
        <p:spPr bwMode="auto">
          <a:xfrm>
            <a:off x="2911932" y="3521615"/>
            <a:ext cx="1261884"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载波监听信道忙</a:t>
            </a:r>
          </a:p>
        </p:txBody>
      </p:sp>
      <p:sp>
        <p:nvSpPr>
          <p:cNvPr id="10" name="Line 106">
            <a:extLst>
              <a:ext uri="{FF2B5EF4-FFF2-40B4-BE49-F238E27FC236}">
                <a16:creationId xmlns:a16="http://schemas.microsoft.com/office/drawing/2014/main" id="{EBB02AAA-40DF-2288-544B-84F194FAA3AE}"/>
              </a:ext>
            </a:extLst>
          </p:cNvPr>
          <p:cNvSpPr>
            <a:spLocks noChangeShapeType="1"/>
          </p:cNvSpPr>
          <p:nvPr/>
        </p:nvSpPr>
        <p:spPr bwMode="auto">
          <a:xfrm>
            <a:off x="4472299" y="2900163"/>
            <a:ext cx="0" cy="89845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 name="Text Box 97">
            <a:extLst>
              <a:ext uri="{FF2B5EF4-FFF2-40B4-BE49-F238E27FC236}">
                <a16:creationId xmlns:a16="http://schemas.microsoft.com/office/drawing/2014/main" id="{DBF3805B-4A41-A65D-49E1-28351F9831A4}"/>
              </a:ext>
            </a:extLst>
          </p:cNvPr>
          <p:cNvSpPr txBox="1">
            <a:spLocks noChangeArrowheads="1"/>
          </p:cNvSpPr>
          <p:nvPr/>
        </p:nvSpPr>
        <p:spPr bwMode="auto">
          <a:xfrm>
            <a:off x="1727937" y="3565347"/>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331447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1000"/>
                                        <p:tgtEl>
                                          <p:spTgt spid="68"/>
                                        </p:tgtEl>
                                      </p:cBhvr>
                                    </p:animEffect>
                                    <p:anim calcmode="lin" valueType="num">
                                      <p:cBhvr>
                                        <p:cTn id="8" dur="1000" fill="hold"/>
                                        <p:tgtEl>
                                          <p:spTgt spid="68"/>
                                        </p:tgtEl>
                                        <p:attrNameLst>
                                          <p:attrName>ppt_x</p:attrName>
                                        </p:attrNameLst>
                                      </p:cBhvr>
                                      <p:tavLst>
                                        <p:tav tm="0">
                                          <p:val>
                                            <p:strVal val="#ppt_x"/>
                                          </p:val>
                                        </p:tav>
                                        <p:tav tm="100000">
                                          <p:val>
                                            <p:strVal val="#ppt_x"/>
                                          </p:val>
                                        </p:tav>
                                      </p:tavLst>
                                    </p:anim>
                                    <p:anim calcmode="lin" valueType="num">
                                      <p:cBhvr>
                                        <p:cTn id="9" dur="1000" fill="hold"/>
                                        <p:tgtEl>
                                          <p:spTgt spid="6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5" presetClass="emph" presetSubtype="0" repeatCount="3000" fill="hold" grpId="0" nodeType="clickEffect">
                                  <p:stCondLst>
                                    <p:cond delay="0"/>
                                  </p:stCondLst>
                                  <p:childTnLst>
                                    <p:anim calcmode="discrete" valueType="str">
                                      <p:cBhvr>
                                        <p:cTn id="13" dur="1000" fill="hold"/>
                                        <p:tgtEl>
                                          <p:spTgt spid="11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117"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9296BD-1176-FF4D-7FFE-DE2C99D515FD}"/>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EEC5958F-4312-07F8-424E-DCEB62859942}"/>
              </a:ext>
            </a:extLst>
          </p:cNvPr>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a:extLst>
              <a:ext uri="{FF2B5EF4-FFF2-40B4-BE49-F238E27FC236}">
                <a16:creationId xmlns:a16="http://schemas.microsoft.com/office/drawing/2014/main" id="{509CC049-0F7A-1899-260B-28A402969547}"/>
              </a:ext>
            </a:extLst>
          </p:cNvPr>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a:extLst>
              <a:ext uri="{FF2B5EF4-FFF2-40B4-BE49-F238E27FC236}">
                <a16:creationId xmlns:a16="http://schemas.microsoft.com/office/drawing/2014/main" id="{5C3E9E8F-64F5-A007-8F6A-8FD97C36C11C}"/>
              </a:ext>
            </a:extLst>
          </p:cNvPr>
          <p:cNvSpPr/>
          <p:nvPr/>
        </p:nvSpPr>
        <p:spPr>
          <a:xfrm>
            <a:off x="637984" y="570462"/>
            <a:ext cx="1712713" cy="400110"/>
          </a:xfrm>
          <a:prstGeom prst="rect">
            <a:avLst/>
          </a:prstGeom>
        </p:spPr>
        <p:txBody>
          <a:bodyPr wrap="none">
            <a:spAutoFit/>
          </a:bodyPr>
          <a:lstStyle/>
          <a:p>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SIFS</a:t>
            </a:r>
            <a:endParaRPr lang="zh-CN" altLang="en-US" sz="2000" b="1" dirty="0">
              <a:latin typeface="微软雅黑" pitchFamily="34" charset="-122"/>
              <a:ea typeface="微软雅黑" pitchFamily="34" charset="-122"/>
            </a:endParaRPr>
          </a:p>
        </p:txBody>
      </p:sp>
      <p:sp>
        <p:nvSpPr>
          <p:cNvPr id="68" name="矩形 67">
            <a:extLst>
              <a:ext uri="{FF2B5EF4-FFF2-40B4-BE49-F238E27FC236}">
                <a16:creationId xmlns:a16="http://schemas.microsoft.com/office/drawing/2014/main" id="{8F0DE71B-0D80-05A3-4BC5-C6C2D5B87A69}"/>
              </a:ext>
            </a:extLst>
          </p:cNvPr>
          <p:cNvSpPr/>
          <p:nvPr/>
        </p:nvSpPr>
        <p:spPr>
          <a:xfrm>
            <a:off x="889819" y="1186829"/>
            <a:ext cx="7405288" cy="830997"/>
          </a:xfrm>
          <a:prstGeom prst="rect">
            <a:avLst/>
          </a:prstGeom>
          <a:solidFill>
            <a:srgbClr val="00FFFF"/>
          </a:solidFill>
          <a:ln>
            <a:solidFill>
              <a:schemeClr val="tx1"/>
            </a:solidFill>
          </a:ln>
          <a:effectLst/>
        </p:spPr>
        <p:txBody>
          <a:bodyPr wrap="square">
            <a:spAutoFit/>
          </a:bodyPr>
          <a:lstStyle/>
          <a:p>
            <a:r>
              <a:rPr lang="zh-CN" altLang="en-US" sz="1600" b="1" dirty="0">
                <a:latin typeface="微软雅黑" pitchFamily="34" charset="-122"/>
                <a:ea typeface="微软雅黑" pitchFamily="34" charset="-122"/>
              </a:rPr>
              <a:t>虽然有的站点（例如站点</a:t>
            </a:r>
            <a:r>
              <a:rPr lang="en-US" altLang="zh-CN" sz="1600" b="1" dirty="0">
                <a:latin typeface="微软雅黑" pitchFamily="34" charset="-122"/>
                <a:ea typeface="微软雅黑" pitchFamily="34" charset="-122"/>
              </a:rPr>
              <a:t>B</a:t>
            </a:r>
            <a:r>
              <a:rPr lang="zh-CN" altLang="en-US" sz="1600" b="1" dirty="0">
                <a:latin typeface="微软雅黑" pitchFamily="34" charset="-122"/>
                <a:ea typeface="微软雅黑" pitchFamily="34" charset="-122"/>
              </a:rPr>
              <a:t>的隐蔽站）可能监听不到站点</a:t>
            </a:r>
            <a:r>
              <a:rPr lang="en-US" altLang="zh-CN" sz="1600" b="1" dirty="0">
                <a:latin typeface="微软雅黑" pitchFamily="34" charset="-122"/>
                <a:ea typeface="微软雅黑" pitchFamily="34" charset="-122"/>
              </a:rPr>
              <a:t>B</a:t>
            </a:r>
            <a:r>
              <a:rPr lang="zh-CN" altLang="en-US" sz="1600" b="1" dirty="0">
                <a:latin typeface="微软雅黑" pitchFamily="34" charset="-122"/>
                <a:ea typeface="微软雅黑" pitchFamily="34" charset="-122"/>
              </a:rPr>
              <a:t>发送的</a:t>
            </a:r>
            <a:r>
              <a:rPr lang="en-US" altLang="zh-CN" sz="1600" b="1" dirty="0">
                <a:latin typeface="微软雅黑" pitchFamily="34" charset="-122"/>
                <a:ea typeface="微软雅黑" pitchFamily="34" charset="-122"/>
              </a:rPr>
              <a:t>ACK</a:t>
            </a:r>
            <a:r>
              <a:rPr lang="zh-CN" altLang="en-US" sz="1600" b="1" dirty="0">
                <a:latin typeface="微软雅黑" pitchFamily="34" charset="-122"/>
                <a:ea typeface="微软雅黑" pitchFamily="34" charset="-122"/>
              </a:rPr>
              <a:t>，但由于监听到了站点</a:t>
            </a:r>
            <a:r>
              <a:rPr lang="en-US" altLang="zh-CN" sz="1600" b="1" dirty="0">
                <a:latin typeface="微软雅黑" pitchFamily="34" charset="-122"/>
                <a:ea typeface="微软雅黑" pitchFamily="34" charset="-122"/>
              </a:rPr>
              <a:t>A</a:t>
            </a:r>
            <a:r>
              <a:rPr lang="zh-CN" altLang="en-US" sz="1600" b="1" dirty="0">
                <a:latin typeface="微软雅黑" pitchFamily="34" charset="-122"/>
                <a:ea typeface="微软雅黑" pitchFamily="34" charset="-122"/>
              </a:rPr>
              <a:t>发送的</a:t>
            </a:r>
            <a:r>
              <a:rPr lang="en-US" altLang="zh-CN" sz="1600" b="1" dirty="0">
                <a:latin typeface="微软雅黑" pitchFamily="34" charset="-122"/>
                <a:ea typeface="微软雅黑" pitchFamily="34" charset="-122"/>
              </a:rPr>
              <a:t>DATA</a:t>
            </a:r>
            <a:r>
              <a:rPr lang="zh-CN" altLang="en-US" sz="1600" b="1" dirty="0">
                <a:latin typeface="微软雅黑" pitchFamily="34" charset="-122"/>
                <a:ea typeface="微软雅黑" pitchFamily="34" charset="-122"/>
              </a:rPr>
              <a:t>帧，在</a:t>
            </a:r>
            <a:r>
              <a:rPr lang="en-US" altLang="zh-CN" sz="1600" b="1" dirty="0">
                <a:latin typeface="微软雅黑" pitchFamily="34" charset="-122"/>
                <a:ea typeface="微软雅黑" pitchFamily="34" charset="-122"/>
              </a:rPr>
              <a:t>NAV</a:t>
            </a:r>
            <a:r>
              <a:rPr lang="zh-CN" altLang="en-US" sz="1600" b="1" dirty="0">
                <a:latin typeface="微软雅黑" pitchFamily="34" charset="-122"/>
                <a:ea typeface="微软雅黑" pitchFamily="34" charset="-122"/>
              </a:rPr>
              <a:t>指出的时间范围内不会发送数据，就好像能监听到这段时间信道忙一样，因此该机制被称为</a:t>
            </a:r>
            <a:r>
              <a:rPr lang="zh-CN" altLang="en-US" sz="1600" b="1" dirty="0">
                <a:solidFill>
                  <a:srgbClr val="C00000"/>
                </a:solidFill>
                <a:latin typeface="微软雅黑" pitchFamily="34" charset="-122"/>
                <a:ea typeface="微软雅黑" pitchFamily="34" charset="-122"/>
              </a:rPr>
              <a:t>虚拟载波监听</a:t>
            </a:r>
            <a:r>
              <a:rPr lang="zh-CN" altLang="en-US" sz="1600" b="1" dirty="0">
                <a:latin typeface="微软雅黑" pitchFamily="34" charset="-122"/>
                <a:ea typeface="微软雅黑" pitchFamily="34" charset="-122"/>
              </a:rPr>
              <a:t>。</a:t>
            </a:r>
          </a:p>
        </p:txBody>
      </p:sp>
      <p:sp>
        <p:nvSpPr>
          <p:cNvPr id="74" name="Freeform 13">
            <a:extLst>
              <a:ext uri="{FF2B5EF4-FFF2-40B4-BE49-F238E27FC236}">
                <a16:creationId xmlns:a16="http://schemas.microsoft.com/office/drawing/2014/main" id="{57F18F97-EAB9-7EB4-88DD-90D75D3412ED}"/>
              </a:ext>
            </a:extLst>
          </p:cNvPr>
          <p:cNvSpPr>
            <a:spLocks/>
          </p:cNvSpPr>
          <p:nvPr/>
        </p:nvSpPr>
        <p:spPr bwMode="auto">
          <a:xfrm>
            <a:off x="2631543" y="2436403"/>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a:extLst>
              <a:ext uri="{FF2B5EF4-FFF2-40B4-BE49-F238E27FC236}">
                <a16:creationId xmlns:a16="http://schemas.microsoft.com/office/drawing/2014/main" id="{EF76BB35-FF1E-A7ED-2A00-E1E102F540E7}"/>
              </a:ext>
            </a:extLst>
          </p:cNvPr>
          <p:cNvSpPr txBox="1">
            <a:spLocks noChangeArrowheads="1"/>
          </p:cNvSpPr>
          <p:nvPr/>
        </p:nvSpPr>
        <p:spPr bwMode="auto">
          <a:xfrm>
            <a:off x="3250752" y="2453417"/>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a:extLst>
              <a:ext uri="{FF2B5EF4-FFF2-40B4-BE49-F238E27FC236}">
                <a16:creationId xmlns:a16="http://schemas.microsoft.com/office/drawing/2014/main" id="{F36F4086-B6BF-6B08-9057-6E20339DCE43}"/>
              </a:ext>
            </a:extLst>
          </p:cNvPr>
          <p:cNvSpPr txBox="1">
            <a:spLocks noChangeArrowheads="1"/>
          </p:cNvSpPr>
          <p:nvPr/>
        </p:nvSpPr>
        <p:spPr bwMode="auto">
          <a:xfrm>
            <a:off x="1719050" y="2971487"/>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a:extLst>
              <a:ext uri="{FF2B5EF4-FFF2-40B4-BE49-F238E27FC236}">
                <a16:creationId xmlns:a16="http://schemas.microsoft.com/office/drawing/2014/main" id="{B87DAD86-2CF9-7152-B04E-C8398426CECD}"/>
              </a:ext>
            </a:extLst>
          </p:cNvPr>
          <p:cNvSpPr txBox="1">
            <a:spLocks noChangeArrowheads="1"/>
          </p:cNvSpPr>
          <p:nvPr/>
        </p:nvSpPr>
        <p:spPr bwMode="auto">
          <a:xfrm>
            <a:off x="4384519" y="2233999"/>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SIFS</a:t>
            </a:r>
          </a:p>
        </p:txBody>
      </p:sp>
      <p:sp>
        <p:nvSpPr>
          <p:cNvPr id="78" name="Line 110">
            <a:extLst>
              <a:ext uri="{FF2B5EF4-FFF2-40B4-BE49-F238E27FC236}">
                <a16:creationId xmlns:a16="http://schemas.microsoft.com/office/drawing/2014/main" id="{3A9D5172-F85E-CA0E-20BF-57E9B962EB18}"/>
              </a:ext>
            </a:extLst>
          </p:cNvPr>
          <p:cNvSpPr>
            <a:spLocks noChangeShapeType="1"/>
          </p:cNvSpPr>
          <p:nvPr/>
        </p:nvSpPr>
        <p:spPr bwMode="auto">
          <a:xfrm>
            <a:off x="4456582" y="2509313"/>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a:extLst>
              <a:ext uri="{FF2B5EF4-FFF2-40B4-BE49-F238E27FC236}">
                <a16:creationId xmlns:a16="http://schemas.microsoft.com/office/drawing/2014/main" id="{C590FFFA-3271-8841-FFAD-D2E314E183E1}"/>
              </a:ext>
            </a:extLst>
          </p:cNvPr>
          <p:cNvSpPr>
            <a:spLocks/>
          </p:cNvSpPr>
          <p:nvPr/>
        </p:nvSpPr>
        <p:spPr bwMode="auto">
          <a:xfrm>
            <a:off x="4776675" y="2930707"/>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a:extLst>
              <a:ext uri="{FF2B5EF4-FFF2-40B4-BE49-F238E27FC236}">
                <a16:creationId xmlns:a16="http://schemas.microsoft.com/office/drawing/2014/main" id="{9F9D6F60-449F-2E71-77AE-D9C7F4B8E1CE}"/>
              </a:ext>
            </a:extLst>
          </p:cNvPr>
          <p:cNvSpPr txBox="1">
            <a:spLocks noChangeArrowheads="1"/>
          </p:cNvSpPr>
          <p:nvPr/>
        </p:nvSpPr>
        <p:spPr bwMode="auto">
          <a:xfrm>
            <a:off x="4735959" y="2938983"/>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a:extLst>
              <a:ext uri="{FF2B5EF4-FFF2-40B4-BE49-F238E27FC236}">
                <a16:creationId xmlns:a16="http://schemas.microsoft.com/office/drawing/2014/main" id="{41DAE0BE-7937-FD33-21B0-4422A2179FD4}"/>
              </a:ext>
            </a:extLst>
          </p:cNvPr>
          <p:cNvSpPr>
            <a:spLocks noChangeShapeType="1"/>
          </p:cNvSpPr>
          <p:nvPr/>
        </p:nvSpPr>
        <p:spPr bwMode="auto">
          <a:xfrm flipH="1">
            <a:off x="4780027" y="2464826"/>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a:extLst>
              <a:ext uri="{FF2B5EF4-FFF2-40B4-BE49-F238E27FC236}">
                <a16:creationId xmlns:a16="http://schemas.microsoft.com/office/drawing/2014/main" id="{CFDF6E35-A833-6FE1-E9D0-66029E1AE9E8}"/>
              </a:ext>
            </a:extLst>
          </p:cNvPr>
          <p:cNvSpPr txBox="1">
            <a:spLocks noChangeArrowheads="1"/>
          </p:cNvSpPr>
          <p:nvPr/>
        </p:nvSpPr>
        <p:spPr bwMode="auto">
          <a:xfrm>
            <a:off x="1716487" y="2492012"/>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a:extLst>
              <a:ext uri="{FF2B5EF4-FFF2-40B4-BE49-F238E27FC236}">
                <a16:creationId xmlns:a16="http://schemas.microsoft.com/office/drawing/2014/main" id="{72036C84-295B-6B03-5422-D8006610F1C8}"/>
              </a:ext>
            </a:extLst>
          </p:cNvPr>
          <p:cNvSpPr>
            <a:spLocks noChangeShapeType="1"/>
          </p:cNvSpPr>
          <p:nvPr/>
        </p:nvSpPr>
        <p:spPr bwMode="auto">
          <a:xfrm>
            <a:off x="5242571" y="2464826"/>
            <a:ext cx="0" cy="10293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a:extLst>
              <a:ext uri="{FF2B5EF4-FFF2-40B4-BE49-F238E27FC236}">
                <a16:creationId xmlns:a16="http://schemas.microsoft.com/office/drawing/2014/main" id="{0F512DC3-C1A8-7682-9BC0-B45B80C713C4}"/>
              </a:ext>
            </a:extLst>
          </p:cNvPr>
          <p:cNvSpPr>
            <a:spLocks noChangeShapeType="1"/>
          </p:cNvSpPr>
          <p:nvPr/>
        </p:nvSpPr>
        <p:spPr bwMode="auto">
          <a:xfrm>
            <a:off x="5215757" y="2517963"/>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a:extLst>
              <a:ext uri="{FF2B5EF4-FFF2-40B4-BE49-F238E27FC236}">
                <a16:creationId xmlns:a16="http://schemas.microsoft.com/office/drawing/2014/main" id="{BBE86EB7-3CD5-9E1F-E5A2-7B9DD1DD8354}"/>
              </a:ext>
            </a:extLst>
          </p:cNvPr>
          <p:cNvSpPr>
            <a:spLocks noChangeShapeType="1"/>
          </p:cNvSpPr>
          <p:nvPr/>
        </p:nvSpPr>
        <p:spPr bwMode="auto">
          <a:xfrm flipH="1">
            <a:off x="5668278" y="2451232"/>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a:extLst>
              <a:ext uri="{FF2B5EF4-FFF2-40B4-BE49-F238E27FC236}">
                <a16:creationId xmlns:a16="http://schemas.microsoft.com/office/drawing/2014/main" id="{9EE39374-E838-1D92-AAB2-A8D6B8D3765A}"/>
              </a:ext>
            </a:extLst>
          </p:cNvPr>
          <p:cNvSpPr txBox="1">
            <a:spLocks noChangeArrowheads="1"/>
          </p:cNvSpPr>
          <p:nvPr/>
        </p:nvSpPr>
        <p:spPr bwMode="auto">
          <a:xfrm>
            <a:off x="5183341" y="2253228"/>
            <a:ext cx="5653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87" name="Text Box 9">
            <a:extLst>
              <a:ext uri="{FF2B5EF4-FFF2-40B4-BE49-F238E27FC236}">
                <a16:creationId xmlns:a16="http://schemas.microsoft.com/office/drawing/2014/main" id="{2CE74181-792B-C35A-2182-CCA13EB8CA58}"/>
              </a:ext>
            </a:extLst>
          </p:cNvPr>
          <p:cNvSpPr txBox="1">
            <a:spLocks noChangeArrowheads="1"/>
          </p:cNvSpPr>
          <p:nvPr/>
        </p:nvSpPr>
        <p:spPr bwMode="auto">
          <a:xfrm>
            <a:off x="6963705" y="2506842"/>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a:extLst>
              <a:ext uri="{FF2B5EF4-FFF2-40B4-BE49-F238E27FC236}">
                <a16:creationId xmlns:a16="http://schemas.microsoft.com/office/drawing/2014/main" id="{238753D7-86D6-6BC5-9AB8-4D9ACACD8BBC}"/>
              </a:ext>
            </a:extLst>
          </p:cNvPr>
          <p:cNvSpPr txBox="1">
            <a:spLocks noChangeArrowheads="1"/>
          </p:cNvSpPr>
          <p:nvPr/>
        </p:nvSpPr>
        <p:spPr bwMode="auto">
          <a:xfrm>
            <a:off x="6963705" y="2972723"/>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a:extLst>
              <a:ext uri="{FF2B5EF4-FFF2-40B4-BE49-F238E27FC236}">
                <a16:creationId xmlns:a16="http://schemas.microsoft.com/office/drawing/2014/main" id="{28A22B4A-C2B2-2EE6-724E-853276AA98B6}"/>
              </a:ext>
            </a:extLst>
          </p:cNvPr>
          <p:cNvCxnSpPr>
            <a:cxnSpLocks noChangeShapeType="1"/>
          </p:cNvCxnSpPr>
          <p:nvPr/>
        </p:nvCxnSpPr>
        <p:spPr bwMode="auto">
          <a:xfrm flipV="1">
            <a:off x="2616461" y="3340979"/>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a:extLst>
              <a:ext uri="{FF2B5EF4-FFF2-40B4-BE49-F238E27FC236}">
                <a16:creationId xmlns:a16="http://schemas.microsoft.com/office/drawing/2014/main" id="{5B8E102E-0B8A-11C3-E347-82EA1DEFD172}"/>
              </a:ext>
            </a:extLst>
          </p:cNvPr>
          <p:cNvSpPr>
            <a:spLocks noChangeShapeType="1"/>
          </p:cNvSpPr>
          <p:nvPr/>
        </p:nvSpPr>
        <p:spPr bwMode="auto">
          <a:xfrm>
            <a:off x="2626186" y="2877570"/>
            <a:ext cx="0" cy="111341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a:extLst>
              <a:ext uri="{FF2B5EF4-FFF2-40B4-BE49-F238E27FC236}">
                <a16:creationId xmlns:a16="http://schemas.microsoft.com/office/drawing/2014/main" id="{43A9C518-CE9B-FD3E-A094-C65266B5484F}"/>
              </a:ext>
            </a:extLst>
          </p:cNvPr>
          <p:cNvSpPr txBox="1">
            <a:spLocks noChangeArrowheads="1"/>
          </p:cNvSpPr>
          <p:nvPr/>
        </p:nvSpPr>
        <p:spPr bwMode="auto">
          <a:xfrm>
            <a:off x="3558589" y="3221111"/>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a:extLst>
              <a:ext uri="{FF2B5EF4-FFF2-40B4-BE49-F238E27FC236}">
                <a16:creationId xmlns:a16="http://schemas.microsoft.com/office/drawing/2014/main" id="{2C7C0572-D03F-88AE-738C-657506DFC69B}"/>
              </a:ext>
            </a:extLst>
          </p:cNvPr>
          <p:cNvCxnSpPr>
            <a:cxnSpLocks noChangeShapeType="1"/>
          </p:cNvCxnSpPr>
          <p:nvPr/>
        </p:nvCxnSpPr>
        <p:spPr bwMode="auto">
          <a:xfrm>
            <a:off x="2631543" y="3923022"/>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a:extLst>
              <a:ext uri="{FF2B5EF4-FFF2-40B4-BE49-F238E27FC236}">
                <a16:creationId xmlns:a16="http://schemas.microsoft.com/office/drawing/2014/main" id="{D2EBCBDD-0560-AEB0-8BD4-B392163D78B2}"/>
              </a:ext>
            </a:extLst>
          </p:cNvPr>
          <p:cNvSpPr txBox="1">
            <a:spLocks noChangeArrowheads="1"/>
          </p:cNvSpPr>
          <p:nvPr/>
        </p:nvSpPr>
        <p:spPr bwMode="auto">
          <a:xfrm>
            <a:off x="1921321" y="3906958"/>
            <a:ext cx="41228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endParaRPr lang="en-US" altLang="zh-CN" sz="1200" b="1" dirty="0">
              <a:solidFill>
                <a:srgbClr val="C00000"/>
              </a:solidFill>
              <a:latin typeface="微软雅黑" panose="020B0503020204020204" pitchFamily="34" charset="-122"/>
              <a:ea typeface="微软雅黑" panose="020B0503020204020204" pitchFamily="34" charset="-122"/>
            </a:endParaRPr>
          </a:p>
          <a:p>
            <a:pPr algn="ctr" eaLnBrk="1" hangingPunct="1"/>
            <a:r>
              <a:rPr lang="en-US" altLang="zh-CN" sz="1200" b="1" dirty="0">
                <a:solidFill>
                  <a:srgbClr val="C00000"/>
                </a:solidFill>
                <a:latin typeface="微软雅黑" panose="020B0503020204020204" pitchFamily="34" charset="-122"/>
                <a:ea typeface="微软雅黑" panose="020B0503020204020204" pitchFamily="34" charset="-122"/>
              </a:rPr>
              <a:t>(DATA + SIFS + ACK)</a:t>
            </a:r>
            <a:endParaRPr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94" name="矩形 131">
            <a:extLst>
              <a:ext uri="{FF2B5EF4-FFF2-40B4-BE49-F238E27FC236}">
                <a16:creationId xmlns:a16="http://schemas.microsoft.com/office/drawing/2014/main" id="{1946C495-A42B-E15A-9952-3AE4763466DF}"/>
              </a:ext>
            </a:extLst>
          </p:cNvPr>
          <p:cNvSpPr>
            <a:spLocks noChangeArrowheads="1"/>
          </p:cNvSpPr>
          <p:nvPr/>
        </p:nvSpPr>
        <p:spPr bwMode="auto">
          <a:xfrm>
            <a:off x="5671597" y="2546386"/>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a:extLst>
              <a:ext uri="{FF2B5EF4-FFF2-40B4-BE49-F238E27FC236}">
                <a16:creationId xmlns:a16="http://schemas.microsoft.com/office/drawing/2014/main" id="{8211207A-5A84-558F-314C-72EE3282ACEF}"/>
              </a:ext>
            </a:extLst>
          </p:cNvPr>
          <p:cNvCxnSpPr>
            <a:cxnSpLocks noChangeShapeType="1"/>
          </p:cNvCxnSpPr>
          <p:nvPr/>
        </p:nvCxnSpPr>
        <p:spPr bwMode="auto">
          <a:xfrm>
            <a:off x="5748688"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a:extLst>
              <a:ext uri="{FF2B5EF4-FFF2-40B4-BE49-F238E27FC236}">
                <a16:creationId xmlns:a16="http://schemas.microsoft.com/office/drawing/2014/main" id="{0421E96D-F09B-90FA-5A5A-63E2C815C3BE}"/>
              </a:ext>
            </a:extLst>
          </p:cNvPr>
          <p:cNvCxnSpPr>
            <a:cxnSpLocks noChangeShapeType="1"/>
          </p:cNvCxnSpPr>
          <p:nvPr/>
        </p:nvCxnSpPr>
        <p:spPr bwMode="auto">
          <a:xfrm>
            <a:off x="581404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a:extLst>
              <a:ext uri="{FF2B5EF4-FFF2-40B4-BE49-F238E27FC236}">
                <a16:creationId xmlns:a16="http://schemas.microsoft.com/office/drawing/2014/main" id="{53D645FF-1A93-BC00-158C-BF25A294EFE1}"/>
              </a:ext>
            </a:extLst>
          </p:cNvPr>
          <p:cNvCxnSpPr>
            <a:cxnSpLocks noChangeShapeType="1"/>
          </p:cNvCxnSpPr>
          <p:nvPr/>
        </p:nvCxnSpPr>
        <p:spPr bwMode="auto">
          <a:xfrm>
            <a:off x="5944767"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a:extLst>
              <a:ext uri="{FF2B5EF4-FFF2-40B4-BE49-F238E27FC236}">
                <a16:creationId xmlns:a16="http://schemas.microsoft.com/office/drawing/2014/main" id="{23DCEAE9-CE9D-4757-AAB5-510BD8E7DCE6}"/>
              </a:ext>
            </a:extLst>
          </p:cNvPr>
          <p:cNvCxnSpPr>
            <a:cxnSpLocks noChangeShapeType="1"/>
          </p:cNvCxnSpPr>
          <p:nvPr/>
        </p:nvCxnSpPr>
        <p:spPr bwMode="auto">
          <a:xfrm>
            <a:off x="6010126"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a:extLst>
              <a:ext uri="{FF2B5EF4-FFF2-40B4-BE49-F238E27FC236}">
                <a16:creationId xmlns:a16="http://schemas.microsoft.com/office/drawing/2014/main" id="{444842B4-E903-1328-AA3C-7627ABBF37D9}"/>
              </a:ext>
            </a:extLst>
          </p:cNvPr>
          <p:cNvCxnSpPr>
            <a:cxnSpLocks noChangeShapeType="1"/>
          </p:cNvCxnSpPr>
          <p:nvPr/>
        </p:nvCxnSpPr>
        <p:spPr bwMode="auto">
          <a:xfrm>
            <a:off x="6075486"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a:extLst>
              <a:ext uri="{FF2B5EF4-FFF2-40B4-BE49-F238E27FC236}">
                <a16:creationId xmlns:a16="http://schemas.microsoft.com/office/drawing/2014/main" id="{600D30B9-EF16-4B4A-D745-FA00BD0538F4}"/>
              </a:ext>
            </a:extLst>
          </p:cNvPr>
          <p:cNvCxnSpPr>
            <a:cxnSpLocks noChangeShapeType="1"/>
          </p:cNvCxnSpPr>
          <p:nvPr/>
        </p:nvCxnSpPr>
        <p:spPr bwMode="auto">
          <a:xfrm>
            <a:off x="6140845" y="255380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a:extLst>
              <a:ext uri="{FF2B5EF4-FFF2-40B4-BE49-F238E27FC236}">
                <a16:creationId xmlns:a16="http://schemas.microsoft.com/office/drawing/2014/main" id="{64699341-B7F4-A15A-3ED8-AB25B0346720}"/>
              </a:ext>
            </a:extLst>
          </p:cNvPr>
          <p:cNvCxnSpPr>
            <a:cxnSpLocks noChangeShapeType="1"/>
          </p:cNvCxnSpPr>
          <p:nvPr/>
        </p:nvCxnSpPr>
        <p:spPr bwMode="auto">
          <a:xfrm>
            <a:off x="6206205"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a:extLst>
              <a:ext uri="{FF2B5EF4-FFF2-40B4-BE49-F238E27FC236}">
                <a16:creationId xmlns:a16="http://schemas.microsoft.com/office/drawing/2014/main" id="{3CDC6E2D-7DCC-4498-2A39-2D17A6B638FE}"/>
              </a:ext>
            </a:extLst>
          </p:cNvPr>
          <p:cNvCxnSpPr>
            <a:cxnSpLocks noChangeShapeType="1"/>
          </p:cNvCxnSpPr>
          <p:nvPr/>
        </p:nvCxnSpPr>
        <p:spPr bwMode="auto">
          <a:xfrm>
            <a:off x="6271564"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a:extLst>
              <a:ext uri="{FF2B5EF4-FFF2-40B4-BE49-F238E27FC236}">
                <a16:creationId xmlns:a16="http://schemas.microsoft.com/office/drawing/2014/main" id="{F46A53F2-487B-E4F3-B2AC-7DDCD2B7009C}"/>
              </a:ext>
            </a:extLst>
          </p:cNvPr>
          <p:cNvCxnSpPr>
            <a:cxnSpLocks noChangeShapeType="1"/>
          </p:cNvCxnSpPr>
          <p:nvPr/>
        </p:nvCxnSpPr>
        <p:spPr bwMode="auto">
          <a:xfrm>
            <a:off x="5879407" y="2542678"/>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a:extLst>
              <a:ext uri="{FF2B5EF4-FFF2-40B4-BE49-F238E27FC236}">
                <a16:creationId xmlns:a16="http://schemas.microsoft.com/office/drawing/2014/main" id="{6B5AE424-5A09-0E2B-44C0-153B07CDFC73}"/>
              </a:ext>
            </a:extLst>
          </p:cNvPr>
          <p:cNvSpPr txBox="1">
            <a:spLocks noChangeArrowheads="1"/>
          </p:cNvSpPr>
          <p:nvPr/>
        </p:nvSpPr>
        <p:spPr bwMode="auto">
          <a:xfrm>
            <a:off x="5921585" y="230912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a:extLst>
              <a:ext uri="{FF2B5EF4-FFF2-40B4-BE49-F238E27FC236}">
                <a16:creationId xmlns:a16="http://schemas.microsoft.com/office/drawing/2014/main" id="{0A70CFF1-A4EE-AED7-BB3D-E4C8264ED12D}"/>
              </a:ext>
            </a:extLst>
          </p:cNvPr>
          <p:cNvCxnSpPr>
            <a:cxnSpLocks noChangeShapeType="1"/>
          </p:cNvCxnSpPr>
          <p:nvPr/>
        </p:nvCxnSpPr>
        <p:spPr bwMode="auto">
          <a:xfrm>
            <a:off x="6338599" y="2552564"/>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a:extLst>
              <a:ext uri="{FF2B5EF4-FFF2-40B4-BE49-F238E27FC236}">
                <a16:creationId xmlns:a16="http://schemas.microsoft.com/office/drawing/2014/main" id="{D1114F1C-E04D-1C79-F0CA-3500323D016D}"/>
              </a:ext>
            </a:extLst>
          </p:cNvPr>
          <p:cNvCxnSpPr>
            <a:cxnSpLocks noChangeShapeType="1"/>
          </p:cNvCxnSpPr>
          <p:nvPr/>
        </p:nvCxnSpPr>
        <p:spPr bwMode="auto">
          <a:xfrm>
            <a:off x="6403959" y="2545150"/>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a:extLst>
              <a:ext uri="{FF2B5EF4-FFF2-40B4-BE49-F238E27FC236}">
                <a16:creationId xmlns:a16="http://schemas.microsoft.com/office/drawing/2014/main" id="{613640BB-DDC5-A93A-3B7C-335D8BE4881A}"/>
              </a:ext>
            </a:extLst>
          </p:cNvPr>
          <p:cNvCxnSpPr>
            <a:cxnSpLocks noChangeShapeType="1"/>
          </p:cNvCxnSpPr>
          <p:nvPr/>
        </p:nvCxnSpPr>
        <p:spPr bwMode="auto">
          <a:xfrm>
            <a:off x="6469318" y="254144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a:extLst>
              <a:ext uri="{FF2B5EF4-FFF2-40B4-BE49-F238E27FC236}">
                <a16:creationId xmlns:a16="http://schemas.microsoft.com/office/drawing/2014/main" id="{73935B92-9A36-6F56-399E-3594022E9A2B}"/>
              </a:ext>
            </a:extLst>
          </p:cNvPr>
          <p:cNvCxnSpPr>
            <a:cxnSpLocks noChangeShapeType="1"/>
          </p:cNvCxnSpPr>
          <p:nvPr/>
        </p:nvCxnSpPr>
        <p:spPr bwMode="auto">
          <a:xfrm>
            <a:off x="6665397" y="255132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a:extLst>
              <a:ext uri="{FF2B5EF4-FFF2-40B4-BE49-F238E27FC236}">
                <a16:creationId xmlns:a16="http://schemas.microsoft.com/office/drawing/2014/main" id="{DF009A0A-7FBF-DFB9-FEA3-37F391722AA0}"/>
              </a:ext>
            </a:extLst>
          </p:cNvPr>
          <p:cNvCxnSpPr>
            <a:cxnSpLocks noChangeShapeType="1"/>
          </p:cNvCxnSpPr>
          <p:nvPr/>
        </p:nvCxnSpPr>
        <p:spPr bwMode="auto">
          <a:xfrm>
            <a:off x="653467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a:extLst>
              <a:ext uri="{FF2B5EF4-FFF2-40B4-BE49-F238E27FC236}">
                <a16:creationId xmlns:a16="http://schemas.microsoft.com/office/drawing/2014/main" id="{D802E5BA-91FC-78E9-7DF3-42CCCA7D3E55}"/>
              </a:ext>
            </a:extLst>
          </p:cNvPr>
          <p:cNvCxnSpPr>
            <a:cxnSpLocks noChangeShapeType="1"/>
          </p:cNvCxnSpPr>
          <p:nvPr/>
        </p:nvCxnSpPr>
        <p:spPr bwMode="auto">
          <a:xfrm>
            <a:off x="6600037" y="254885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a:extLst>
              <a:ext uri="{FF2B5EF4-FFF2-40B4-BE49-F238E27FC236}">
                <a16:creationId xmlns:a16="http://schemas.microsoft.com/office/drawing/2014/main" id="{BFDCB657-922F-E80D-D167-649C80ECFDED}"/>
              </a:ext>
            </a:extLst>
          </p:cNvPr>
          <p:cNvCxnSpPr>
            <a:cxnSpLocks noChangeShapeType="1"/>
          </p:cNvCxnSpPr>
          <p:nvPr/>
        </p:nvCxnSpPr>
        <p:spPr bwMode="auto">
          <a:xfrm>
            <a:off x="6730756"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12" name="Freeform 13">
            <a:extLst>
              <a:ext uri="{FF2B5EF4-FFF2-40B4-BE49-F238E27FC236}">
                <a16:creationId xmlns:a16="http://schemas.microsoft.com/office/drawing/2014/main" id="{FE2E4670-6FAB-A5D5-0D31-3D22B769E684}"/>
              </a:ext>
            </a:extLst>
          </p:cNvPr>
          <p:cNvSpPr>
            <a:spLocks/>
          </p:cNvSpPr>
          <p:nvPr/>
        </p:nvSpPr>
        <p:spPr bwMode="auto">
          <a:xfrm>
            <a:off x="4466637" y="3510278"/>
            <a:ext cx="772582"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a:extLst>
              <a:ext uri="{FF2B5EF4-FFF2-40B4-BE49-F238E27FC236}">
                <a16:creationId xmlns:a16="http://schemas.microsoft.com/office/drawing/2014/main" id="{5D2FBE46-4E2E-030D-E753-0A6092D6ADC6}"/>
              </a:ext>
            </a:extLst>
          </p:cNvPr>
          <p:cNvGrpSpPr>
            <a:grpSpLocks/>
          </p:cNvGrpSpPr>
          <p:nvPr/>
        </p:nvGrpSpPr>
        <p:grpSpPr bwMode="auto">
          <a:xfrm>
            <a:off x="1902534" y="2714449"/>
            <a:ext cx="5233786" cy="1093647"/>
            <a:chOff x="1938883" y="1375436"/>
            <a:chExt cx="4422775" cy="1405864"/>
          </a:xfrm>
        </p:grpSpPr>
        <p:sp>
          <p:nvSpPr>
            <p:cNvPr id="114" name="Line 2">
              <a:extLst>
                <a:ext uri="{FF2B5EF4-FFF2-40B4-BE49-F238E27FC236}">
                  <a16:creationId xmlns:a16="http://schemas.microsoft.com/office/drawing/2014/main" id="{E375070A-8C24-326C-57B1-BC636F011F02}"/>
                </a:ext>
              </a:extLst>
            </p:cNvPr>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a:extLst>
                <a:ext uri="{FF2B5EF4-FFF2-40B4-BE49-F238E27FC236}">
                  <a16:creationId xmlns:a16="http://schemas.microsoft.com/office/drawing/2014/main" id="{BED74DD7-BFD1-3110-D115-AFD69131983D}"/>
                </a:ext>
              </a:extLst>
            </p:cNvPr>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a:extLst>
                <a:ext uri="{FF2B5EF4-FFF2-40B4-BE49-F238E27FC236}">
                  <a16:creationId xmlns:a16="http://schemas.microsoft.com/office/drawing/2014/main" id="{CDD334ED-B780-57E5-6232-A67781685B49}"/>
                </a:ext>
              </a:extLst>
            </p:cNvPr>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a:extLst>
              <a:ext uri="{FF2B5EF4-FFF2-40B4-BE49-F238E27FC236}">
                <a16:creationId xmlns:a16="http://schemas.microsoft.com/office/drawing/2014/main" id="{9CF9BB06-249C-2731-3B2C-F525ADEA85CA}"/>
              </a:ext>
            </a:extLst>
          </p:cNvPr>
          <p:cNvSpPr txBox="1">
            <a:spLocks noChangeArrowheads="1"/>
          </p:cNvSpPr>
          <p:nvPr/>
        </p:nvSpPr>
        <p:spPr bwMode="auto">
          <a:xfrm>
            <a:off x="4572000" y="3517619"/>
            <a:ext cx="5871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a:extLst>
              <a:ext uri="{FF2B5EF4-FFF2-40B4-BE49-F238E27FC236}">
                <a16:creationId xmlns:a16="http://schemas.microsoft.com/office/drawing/2014/main" id="{D42AC593-EB09-3F62-5EDE-4C32E476AB8E}"/>
              </a:ext>
            </a:extLst>
          </p:cNvPr>
          <p:cNvSpPr txBox="1">
            <a:spLocks noChangeArrowheads="1"/>
          </p:cNvSpPr>
          <p:nvPr/>
        </p:nvSpPr>
        <p:spPr bwMode="auto">
          <a:xfrm>
            <a:off x="6963705" y="3570830"/>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a:extLst>
              <a:ext uri="{FF2B5EF4-FFF2-40B4-BE49-F238E27FC236}">
                <a16:creationId xmlns:a16="http://schemas.microsoft.com/office/drawing/2014/main" id="{3FC7B8D1-0F7E-2920-3547-8116FD830FD5}"/>
              </a:ext>
            </a:extLst>
          </p:cNvPr>
          <p:cNvSpPr>
            <a:spLocks noChangeShapeType="1"/>
          </p:cNvSpPr>
          <p:nvPr/>
        </p:nvSpPr>
        <p:spPr bwMode="auto">
          <a:xfrm>
            <a:off x="5678301" y="2825668"/>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a:extLst>
              <a:ext uri="{FF2B5EF4-FFF2-40B4-BE49-F238E27FC236}">
                <a16:creationId xmlns:a16="http://schemas.microsoft.com/office/drawing/2014/main" id="{63E701BC-41E1-C8D3-8754-BD24B6DFA0C4}"/>
              </a:ext>
            </a:extLst>
          </p:cNvPr>
          <p:cNvSpPr>
            <a:spLocks noChangeShapeType="1"/>
          </p:cNvSpPr>
          <p:nvPr/>
        </p:nvSpPr>
        <p:spPr bwMode="auto">
          <a:xfrm flipH="1">
            <a:off x="6797792" y="2744107"/>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a:extLst>
              <a:ext uri="{FF2B5EF4-FFF2-40B4-BE49-F238E27FC236}">
                <a16:creationId xmlns:a16="http://schemas.microsoft.com/office/drawing/2014/main" id="{0AC1D966-CE5C-6B2E-C8FE-A41209D407E2}"/>
              </a:ext>
            </a:extLst>
          </p:cNvPr>
          <p:cNvGrpSpPr>
            <a:grpSpLocks/>
          </p:cNvGrpSpPr>
          <p:nvPr/>
        </p:nvGrpSpPr>
        <p:grpSpPr bwMode="auto">
          <a:xfrm>
            <a:off x="5996750" y="2688780"/>
            <a:ext cx="479245" cy="276999"/>
            <a:chOff x="4887085" y="536328"/>
            <a:chExt cx="454443" cy="356280"/>
          </a:xfrm>
        </p:grpSpPr>
        <p:sp>
          <p:nvSpPr>
            <p:cNvPr id="122" name="矩形 49">
              <a:extLst>
                <a:ext uri="{FF2B5EF4-FFF2-40B4-BE49-F238E27FC236}">
                  <a16:creationId xmlns:a16="http://schemas.microsoft.com/office/drawing/2014/main" id="{A6BCA3AA-1CB1-48AF-4FDD-45027A8D42AF}"/>
                </a:ext>
              </a:extLst>
            </p:cNvPr>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a:extLst>
                <a:ext uri="{FF2B5EF4-FFF2-40B4-BE49-F238E27FC236}">
                  <a16:creationId xmlns:a16="http://schemas.microsoft.com/office/drawing/2014/main" id="{170373F3-362F-37A1-039A-CEC7794390DC}"/>
                </a:ext>
              </a:extLst>
            </p:cNvPr>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a:extLst>
              <a:ext uri="{FF2B5EF4-FFF2-40B4-BE49-F238E27FC236}">
                <a16:creationId xmlns:a16="http://schemas.microsoft.com/office/drawing/2014/main" id="{92FFAECD-4288-DD3C-4766-C7F647779701}"/>
              </a:ext>
            </a:extLst>
          </p:cNvPr>
          <p:cNvSpPr>
            <a:spLocks noChangeShapeType="1"/>
          </p:cNvSpPr>
          <p:nvPr/>
        </p:nvSpPr>
        <p:spPr bwMode="auto">
          <a:xfrm>
            <a:off x="2170675" y="2517963"/>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a:extLst>
              <a:ext uri="{FF2B5EF4-FFF2-40B4-BE49-F238E27FC236}">
                <a16:creationId xmlns:a16="http://schemas.microsoft.com/office/drawing/2014/main" id="{725E1D3E-B080-0781-6DB9-D349285D5F8E}"/>
              </a:ext>
            </a:extLst>
          </p:cNvPr>
          <p:cNvSpPr>
            <a:spLocks noChangeShapeType="1"/>
          </p:cNvSpPr>
          <p:nvPr/>
        </p:nvSpPr>
        <p:spPr bwMode="auto">
          <a:xfrm>
            <a:off x="2155592" y="2428988"/>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a:extLst>
              <a:ext uri="{FF2B5EF4-FFF2-40B4-BE49-F238E27FC236}">
                <a16:creationId xmlns:a16="http://schemas.microsoft.com/office/drawing/2014/main" id="{00F3E894-EB55-6651-334D-BB8848BADDA4}"/>
              </a:ext>
            </a:extLst>
          </p:cNvPr>
          <p:cNvSpPr txBox="1">
            <a:spLocks noChangeArrowheads="1"/>
          </p:cNvSpPr>
          <p:nvPr/>
        </p:nvSpPr>
        <p:spPr bwMode="auto">
          <a:xfrm>
            <a:off x="2140686" y="2261253"/>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7" name="Text Box 9">
            <a:extLst>
              <a:ext uri="{FF2B5EF4-FFF2-40B4-BE49-F238E27FC236}">
                <a16:creationId xmlns:a16="http://schemas.microsoft.com/office/drawing/2014/main" id="{1C2E3238-4093-3333-F21A-9E0F86C74E03}"/>
              </a:ext>
            </a:extLst>
          </p:cNvPr>
          <p:cNvSpPr txBox="1">
            <a:spLocks noChangeArrowheads="1"/>
          </p:cNvSpPr>
          <p:nvPr/>
        </p:nvSpPr>
        <p:spPr bwMode="auto">
          <a:xfrm>
            <a:off x="43308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a:extLst>
              <a:ext uri="{FF2B5EF4-FFF2-40B4-BE49-F238E27FC236}">
                <a16:creationId xmlns:a16="http://schemas.microsoft.com/office/drawing/2014/main" id="{57E29F67-2FBA-4FE8-C54E-2A6761ABA707}"/>
              </a:ext>
            </a:extLst>
          </p:cNvPr>
          <p:cNvSpPr txBox="1">
            <a:spLocks noChangeArrowheads="1"/>
          </p:cNvSpPr>
          <p:nvPr/>
        </p:nvSpPr>
        <p:spPr bwMode="auto">
          <a:xfrm>
            <a:off x="24823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a:extLst>
              <a:ext uri="{FF2B5EF4-FFF2-40B4-BE49-F238E27FC236}">
                <a16:creationId xmlns:a16="http://schemas.microsoft.com/office/drawing/2014/main" id="{5B719E7F-170A-66B1-8DA3-8EC0023DFFFB}"/>
              </a:ext>
            </a:extLst>
          </p:cNvPr>
          <p:cNvSpPr txBox="1">
            <a:spLocks noChangeArrowheads="1"/>
          </p:cNvSpPr>
          <p:nvPr/>
        </p:nvSpPr>
        <p:spPr bwMode="auto">
          <a:xfrm>
            <a:off x="4634225"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a:extLst>
              <a:ext uri="{FF2B5EF4-FFF2-40B4-BE49-F238E27FC236}">
                <a16:creationId xmlns:a16="http://schemas.microsoft.com/office/drawing/2014/main" id="{E22B0B3C-B13A-763B-52D1-25C9DB671094}"/>
              </a:ext>
            </a:extLst>
          </p:cNvPr>
          <p:cNvSpPr>
            <a:spLocks noChangeShapeType="1"/>
          </p:cNvSpPr>
          <p:nvPr/>
        </p:nvSpPr>
        <p:spPr bwMode="auto">
          <a:xfrm flipH="1">
            <a:off x="5232516" y="3820454"/>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cxnSp>
        <p:nvCxnSpPr>
          <p:cNvPr id="8" name="直接箭头连接符 87">
            <a:extLst>
              <a:ext uri="{FF2B5EF4-FFF2-40B4-BE49-F238E27FC236}">
                <a16:creationId xmlns:a16="http://schemas.microsoft.com/office/drawing/2014/main" id="{C9FA65B3-F5FF-1F13-EFA3-15814AEF47FD}"/>
              </a:ext>
            </a:extLst>
          </p:cNvPr>
          <p:cNvCxnSpPr>
            <a:cxnSpLocks noChangeShapeType="1"/>
          </p:cNvCxnSpPr>
          <p:nvPr/>
        </p:nvCxnSpPr>
        <p:spPr bwMode="auto">
          <a:xfrm>
            <a:off x="2631543" y="3647662"/>
            <a:ext cx="1825039" cy="0"/>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 name="Text Box 109">
            <a:extLst>
              <a:ext uri="{FF2B5EF4-FFF2-40B4-BE49-F238E27FC236}">
                <a16:creationId xmlns:a16="http://schemas.microsoft.com/office/drawing/2014/main" id="{6AD173FB-2B7D-F6E9-0AB3-C4DCADE58704}"/>
              </a:ext>
            </a:extLst>
          </p:cNvPr>
          <p:cNvSpPr txBox="1">
            <a:spLocks noChangeArrowheads="1"/>
          </p:cNvSpPr>
          <p:nvPr/>
        </p:nvSpPr>
        <p:spPr bwMode="auto">
          <a:xfrm>
            <a:off x="2911932" y="3521615"/>
            <a:ext cx="1261884"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载波监听信道忙</a:t>
            </a:r>
          </a:p>
        </p:txBody>
      </p:sp>
      <p:sp>
        <p:nvSpPr>
          <p:cNvPr id="10" name="Line 106">
            <a:extLst>
              <a:ext uri="{FF2B5EF4-FFF2-40B4-BE49-F238E27FC236}">
                <a16:creationId xmlns:a16="http://schemas.microsoft.com/office/drawing/2014/main" id="{D15C3DF7-1299-46EE-9642-A6EB26C7ECA0}"/>
              </a:ext>
            </a:extLst>
          </p:cNvPr>
          <p:cNvSpPr>
            <a:spLocks noChangeShapeType="1"/>
          </p:cNvSpPr>
          <p:nvPr/>
        </p:nvSpPr>
        <p:spPr bwMode="auto">
          <a:xfrm>
            <a:off x="4472299" y="2900163"/>
            <a:ext cx="0" cy="89845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 name="Text Box 97">
            <a:extLst>
              <a:ext uri="{FF2B5EF4-FFF2-40B4-BE49-F238E27FC236}">
                <a16:creationId xmlns:a16="http://schemas.microsoft.com/office/drawing/2014/main" id="{08D8C5CC-24B4-04C7-7F12-39DAF8714FC8}"/>
              </a:ext>
            </a:extLst>
          </p:cNvPr>
          <p:cNvSpPr txBox="1">
            <a:spLocks noChangeArrowheads="1"/>
          </p:cNvSpPr>
          <p:nvPr/>
        </p:nvSpPr>
        <p:spPr bwMode="auto">
          <a:xfrm>
            <a:off x="1727937" y="3565347"/>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3176108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1000"/>
                                        <p:tgtEl>
                                          <p:spTgt spid="68"/>
                                        </p:tgtEl>
                                      </p:cBhvr>
                                    </p:animEffect>
                                    <p:anim calcmode="lin" valueType="num">
                                      <p:cBhvr>
                                        <p:cTn id="8" dur="1000" fill="hold"/>
                                        <p:tgtEl>
                                          <p:spTgt spid="68"/>
                                        </p:tgtEl>
                                        <p:attrNameLst>
                                          <p:attrName>ppt_x</p:attrName>
                                        </p:attrNameLst>
                                      </p:cBhvr>
                                      <p:tavLst>
                                        <p:tav tm="0">
                                          <p:val>
                                            <p:strVal val="#ppt_x"/>
                                          </p:val>
                                        </p:tav>
                                        <p:tav tm="100000">
                                          <p:val>
                                            <p:strVal val="#ppt_x"/>
                                          </p:val>
                                        </p:tav>
                                      </p:tavLst>
                                    </p:anim>
                                    <p:anim calcmode="lin" valueType="num">
                                      <p:cBhvr>
                                        <p:cTn id="9" dur="1000" fill="hold"/>
                                        <p:tgtEl>
                                          <p:spTgt spid="6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5" presetClass="emph" presetSubtype="0" repeatCount="3000" fill="hold" grpId="0" nodeType="clickEffect">
                                  <p:stCondLst>
                                    <p:cond delay="0"/>
                                  </p:stCondLst>
                                  <p:childTnLst>
                                    <p:anim calcmode="discrete" valueType="str">
                                      <p:cBhvr>
                                        <p:cTn id="13" dur="1000" fill="hold"/>
                                        <p:tgtEl>
                                          <p:spTgt spid="117"/>
                                        </p:tgtEl>
                                        <p:attrNameLst>
                                          <p:attrName>style.visibility</p:attrName>
                                        </p:attrNameLst>
                                      </p:cBhvr>
                                      <p:tavLst>
                                        <p:tav tm="0">
                                          <p:val>
                                            <p:strVal val="hidden"/>
                                          </p:val>
                                        </p:tav>
                                        <p:tav tm="50000">
                                          <p:val>
                                            <p:strVal val="visible"/>
                                          </p:val>
                                        </p:tav>
                                      </p:tavLst>
                                    </p:anim>
                                  </p:childTnLst>
                                </p:cTn>
                              </p:par>
                              <p:par>
                                <p:cTn id="14" presetID="35" presetClass="emph" presetSubtype="0" repeatCount="3000" fill="hold" grpId="0" nodeType="withEffect">
                                  <p:stCondLst>
                                    <p:cond delay="0"/>
                                  </p:stCondLst>
                                  <p:childTnLst>
                                    <p:anim calcmode="discrete" valueType="str">
                                      <p:cBhvr>
                                        <p:cTn id="15" dur="1000" fill="hold"/>
                                        <p:tgtEl>
                                          <p:spTgt spid="91"/>
                                        </p:tgtEl>
                                        <p:attrNameLst>
                                          <p:attrName>style.visibility</p:attrName>
                                        </p:attrNameLst>
                                      </p:cBhvr>
                                      <p:tavLst>
                                        <p:tav tm="0">
                                          <p:val>
                                            <p:strVal val="hidden"/>
                                          </p:val>
                                        </p:tav>
                                        <p:tav tm="50000">
                                          <p:val>
                                            <p:strVal val="visible"/>
                                          </p:val>
                                        </p:tav>
                                      </p:tavLst>
                                    </p:anim>
                                  </p:childTnLst>
                                </p:cTn>
                              </p:par>
                              <p:par>
                                <p:cTn id="16" presetID="35" presetClass="emph" presetSubtype="0" repeatCount="3000" fill="hold" nodeType="withEffect">
                                  <p:stCondLst>
                                    <p:cond delay="0"/>
                                  </p:stCondLst>
                                  <p:childTnLst>
                                    <p:anim calcmode="discrete" valueType="str">
                                      <p:cBhvr>
                                        <p:cTn id="17" dur="1000" fill="hold"/>
                                        <p:tgtEl>
                                          <p:spTgt spid="8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91" grpId="0" animBg="1"/>
      <p:bldP spid="117"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89EEA6-F845-9C33-4B71-2668D4B5CD52}"/>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604BE9D6-3E4F-A27D-F866-AFD1676C0ABE}"/>
              </a:ext>
            </a:extLst>
          </p:cNvPr>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6" name="Text Box 24">
            <a:extLst>
              <a:ext uri="{FF2B5EF4-FFF2-40B4-BE49-F238E27FC236}">
                <a16:creationId xmlns:a16="http://schemas.microsoft.com/office/drawing/2014/main" id="{46F5ED44-B2AF-BB51-0466-CE4B0B08A1CA}"/>
              </a:ext>
            </a:extLst>
          </p:cNvPr>
          <p:cNvSpPr txBox="1">
            <a:spLocks noChangeArrowheads="1"/>
          </p:cNvSpPr>
          <p:nvPr/>
        </p:nvSpPr>
        <p:spPr bwMode="auto">
          <a:xfrm>
            <a:off x="5183341" y="2253228"/>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sp>
        <p:nvSpPr>
          <p:cNvPr id="3" name="AutoShape 5">
            <a:extLst>
              <a:ext uri="{FF2B5EF4-FFF2-40B4-BE49-F238E27FC236}">
                <a16:creationId xmlns:a16="http://schemas.microsoft.com/office/drawing/2014/main" id="{38F5923E-59FC-E827-5BD2-A032C13AFDE4}"/>
              </a:ext>
            </a:extLst>
          </p:cNvPr>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a:extLst>
              <a:ext uri="{FF2B5EF4-FFF2-40B4-BE49-F238E27FC236}">
                <a16:creationId xmlns:a16="http://schemas.microsoft.com/office/drawing/2014/main" id="{21DFE7E8-936E-74F1-7E6A-4257B2ACB578}"/>
              </a:ext>
            </a:extLst>
          </p:cNvPr>
          <p:cNvSpPr/>
          <p:nvPr/>
        </p:nvSpPr>
        <p:spPr>
          <a:xfrm>
            <a:off x="637984" y="570462"/>
            <a:ext cx="2815579" cy="400110"/>
          </a:xfrm>
          <a:prstGeom prst="rect">
            <a:avLst/>
          </a:prstGeom>
        </p:spPr>
        <p:txBody>
          <a:bodyPr wrap="none">
            <a:spAutoFit/>
          </a:bodyPr>
          <a:lstStyle/>
          <a:p>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比 </a:t>
            </a:r>
            <a:r>
              <a:rPr lang="en-US" altLang="zh-CN" sz="2000" b="1" dirty="0">
                <a:latin typeface="微软雅黑" pitchFamily="34" charset="-122"/>
                <a:ea typeface="微软雅黑" pitchFamily="34" charset="-122"/>
              </a:rPr>
              <a:t>SIFS </a:t>
            </a:r>
            <a:r>
              <a:rPr lang="zh-CN" altLang="en-US" sz="2000" b="1" dirty="0">
                <a:latin typeface="微软雅黑" pitchFamily="34" charset="-122"/>
                <a:ea typeface="微软雅黑" pitchFamily="34" charset="-122"/>
              </a:rPr>
              <a:t>要长得多</a:t>
            </a:r>
          </a:p>
        </p:txBody>
      </p:sp>
      <p:sp>
        <p:nvSpPr>
          <p:cNvPr id="68" name="矩形 67">
            <a:extLst>
              <a:ext uri="{FF2B5EF4-FFF2-40B4-BE49-F238E27FC236}">
                <a16:creationId xmlns:a16="http://schemas.microsoft.com/office/drawing/2014/main" id="{944DE030-9FC6-01BE-9985-7832296FFE2E}"/>
              </a:ext>
            </a:extLst>
          </p:cNvPr>
          <p:cNvSpPr/>
          <p:nvPr/>
        </p:nvSpPr>
        <p:spPr>
          <a:xfrm>
            <a:off x="1306287" y="1120172"/>
            <a:ext cx="6540136" cy="583878"/>
          </a:xfrm>
          <a:prstGeom prst="rect">
            <a:avLst/>
          </a:prstGeom>
          <a:solidFill>
            <a:srgbClr val="00FFFF"/>
          </a:solidFill>
          <a:ln>
            <a:solidFill>
              <a:schemeClr val="tx1"/>
            </a:solidFill>
          </a:ln>
          <a:effectLst/>
        </p:spPr>
        <p:txBody>
          <a:bodyPr wrap="square">
            <a:spAutoFit/>
          </a:bodyPr>
          <a:lstStyle/>
          <a:p>
            <a:pPr>
              <a:lnSpc>
                <a:spcPts val="2000"/>
              </a:lnSpc>
            </a:pPr>
            <a:r>
              <a:rPr lang="en-US" altLang="zh-CN" sz="1400" b="1" dirty="0">
                <a:latin typeface="微软雅黑" pitchFamily="34" charset="-122"/>
                <a:ea typeface="微软雅黑" pitchFamily="34" charset="-122"/>
              </a:rPr>
              <a:t>DIFS &gt; SIFS</a:t>
            </a:r>
            <a:r>
              <a:rPr lang="zh-CN" altLang="en-US" sz="1400" b="1" dirty="0">
                <a:latin typeface="微软雅黑" pitchFamily="34" charset="-122"/>
                <a:ea typeface="微软雅黑" pitchFamily="34" charset="-122"/>
              </a:rPr>
              <a:t>。</a:t>
            </a:r>
            <a:r>
              <a:rPr lang="en-US" altLang="zh-CN" sz="1400" b="1" dirty="0">
                <a:solidFill>
                  <a:srgbClr val="C00000"/>
                </a:solidFill>
                <a:latin typeface="微软雅黑" pitchFamily="34" charset="-122"/>
                <a:ea typeface="微软雅黑" pitchFamily="34" charset="-122"/>
              </a:rPr>
              <a:t>802.11 </a:t>
            </a:r>
            <a:r>
              <a:rPr lang="zh-CN" altLang="en-US" sz="1400" b="1" dirty="0">
                <a:solidFill>
                  <a:srgbClr val="C00000"/>
                </a:solidFill>
                <a:latin typeface="微软雅黑" pitchFamily="34" charset="-122"/>
                <a:ea typeface="微软雅黑" pitchFamily="34" charset="-122"/>
              </a:rPr>
              <a:t>标准规定：</a:t>
            </a:r>
            <a:r>
              <a:rPr lang="zh-CN" altLang="en-US" sz="1400" b="1" dirty="0">
                <a:latin typeface="微软雅黑" pitchFamily="34" charset="-122"/>
                <a:ea typeface="微软雅黑" pitchFamily="34" charset="-122"/>
              </a:rPr>
              <a:t>凡在空闲时间想发送数据的站点，必须等待时间 </a:t>
            </a:r>
            <a:r>
              <a:rPr lang="en-US" altLang="zh-CN" sz="1400" b="1" dirty="0">
                <a:latin typeface="微软雅黑" pitchFamily="34" charset="-122"/>
                <a:ea typeface="微软雅黑" pitchFamily="34" charset="-122"/>
              </a:rPr>
              <a:t>DIFS </a:t>
            </a:r>
            <a:r>
              <a:rPr lang="zh-CN" altLang="en-US" sz="1400" b="1" dirty="0">
                <a:latin typeface="微软雅黑" pitchFamily="34" charset="-122"/>
                <a:ea typeface="微软雅黑" pitchFamily="34" charset="-122"/>
              </a:rPr>
              <a:t>后才能发送。保证了</a:t>
            </a:r>
            <a:r>
              <a:rPr lang="zh-CN" altLang="en-US" sz="1400" b="1" dirty="0">
                <a:solidFill>
                  <a:srgbClr val="C00000"/>
                </a:solidFill>
                <a:latin typeface="微软雅黑" pitchFamily="34" charset="-122"/>
                <a:ea typeface="微软雅黑" pitchFamily="34" charset="-122"/>
              </a:rPr>
              <a:t>确认帧 </a:t>
            </a:r>
            <a:r>
              <a:rPr lang="en-US" altLang="zh-CN" sz="1400" b="1" dirty="0">
                <a:solidFill>
                  <a:srgbClr val="C00000"/>
                </a:solidFill>
                <a:latin typeface="微软雅黑" pitchFamily="34" charset="-122"/>
                <a:ea typeface="微软雅黑" pitchFamily="34" charset="-122"/>
              </a:rPr>
              <a:t>ACK </a:t>
            </a:r>
            <a:r>
              <a:rPr lang="zh-CN" altLang="en-US" sz="1400" b="1" dirty="0">
                <a:solidFill>
                  <a:srgbClr val="C00000"/>
                </a:solidFill>
                <a:latin typeface="微软雅黑" pitchFamily="34" charset="-122"/>
                <a:ea typeface="微软雅黑" pitchFamily="34" charset="-122"/>
              </a:rPr>
              <a:t>得以优先发送</a:t>
            </a:r>
            <a:r>
              <a:rPr lang="zh-CN" altLang="en-US" sz="1400" b="1" dirty="0">
                <a:latin typeface="微软雅黑" pitchFamily="34" charset="-122"/>
                <a:ea typeface="微软雅黑" pitchFamily="34" charset="-122"/>
              </a:rPr>
              <a:t>。</a:t>
            </a:r>
          </a:p>
        </p:txBody>
      </p:sp>
      <p:sp>
        <p:nvSpPr>
          <p:cNvPr id="74" name="Freeform 13">
            <a:extLst>
              <a:ext uri="{FF2B5EF4-FFF2-40B4-BE49-F238E27FC236}">
                <a16:creationId xmlns:a16="http://schemas.microsoft.com/office/drawing/2014/main" id="{5E5BE387-A426-65C5-C718-FE578632AAF8}"/>
              </a:ext>
            </a:extLst>
          </p:cNvPr>
          <p:cNvSpPr>
            <a:spLocks/>
          </p:cNvSpPr>
          <p:nvPr/>
        </p:nvSpPr>
        <p:spPr bwMode="auto">
          <a:xfrm>
            <a:off x="2631543" y="2436403"/>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a:extLst>
              <a:ext uri="{FF2B5EF4-FFF2-40B4-BE49-F238E27FC236}">
                <a16:creationId xmlns:a16="http://schemas.microsoft.com/office/drawing/2014/main" id="{292C2995-4029-2FE2-EA35-5D43FE80CBA1}"/>
              </a:ext>
            </a:extLst>
          </p:cNvPr>
          <p:cNvSpPr txBox="1">
            <a:spLocks noChangeArrowheads="1"/>
          </p:cNvSpPr>
          <p:nvPr/>
        </p:nvSpPr>
        <p:spPr bwMode="auto">
          <a:xfrm>
            <a:off x="3250752" y="2453417"/>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a:extLst>
              <a:ext uri="{FF2B5EF4-FFF2-40B4-BE49-F238E27FC236}">
                <a16:creationId xmlns:a16="http://schemas.microsoft.com/office/drawing/2014/main" id="{38942336-BF64-9DD5-9C15-9843436BD77F}"/>
              </a:ext>
            </a:extLst>
          </p:cNvPr>
          <p:cNvSpPr txBox="1">
            <a:spLocks noChangeArrowheads="1"/>
          </p:cNvSpPr>
          <p:nvPr/>
        </p:nvSpPr>
        <p:spPr bwMode="auto">
          <a:xfrm>
            <a:off x="1719050" y="2971487"/>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77" name="Text Box 24">
            <a:extLst>
              <a:ext uri="{FF2B5EF4-FFF2-40B4-BE49-F238E27FC236}">
                <a16:creationId xmlns:a16="http://schemas.microsoft.com/office/drawing/2014/main" id="{AE4537D9-00CE-D8DD-F708-25D3611D5C6D}"/>
              </a:ext>
            </a:extLst>
          </p:cNvPr>
          <p:cNvSpPr txBox="1">
            <a:spLocks noChangeArrowheads="1"/>
          </p:cNvSpPr>
          <p:nvPr/>
        </p:nvSpPr>
        <p:spPr bwMode="auto">
          <a:xfrm>
            <a:off x="4384519" y="2233999"/>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SIFS</a:t>
            </a:r>
          </a:p>
        </p:txBody>
      </p:sp>
      <p:sp>
        <p:nvSpPr>
          <p:cNvPr id="78" name="Line 110">
            <a:extLst>
              <a:ext uri="{FF2B5EF4-FFF2-40B4-BE49-F238E27FC236}">
                <a16:creationId xmlns:a16="http://schemas.microsoft.com/office/drawing/2014/main" id="{97AD2027-4EAD-E80B-4DB5-8D6B3E7FF7F1}"/>
              </a:ext>
            </a:extLst>
          </p:cNvPr>
          <p:cNvSpPr>
            <a:spLocks noChangeShapeType="1"/>
          </p:cNvSpPr>
          <p:nvPr/>
        </p:nvSpPr>
        <p:spPr bwMode="auto">
          <a:xfrm>
            <a:off x="4456582" y="2509313"/>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a:extLst>
              <a:ext uri="{FF2B5EF4-FFF2-40B4-BE49-F238E27FC236}">
                <a16:creationId xmlns:a16="http://schemas.microsoft.com/office/drawing/2014/main" id="{D0848312-116C-EB95-F220-56E9E6FB76B4}"/>
              </a:ext>
            </a:extLst>
          </p:cNvPr>
          <p:cNvSpPr>
            <a:spLocks/>
          </p:cNvSpPr>
          <p:nvPr/>
        </p:nvSpPr>
        <p:spPr bwMode="auto">
          <a:xfrm>
            <a:off x="4776675" y="2930707"/>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a:extLst>
              <a:ext uri="{FF2B5EF4-FFF2-40B4-BE49-F238E27FC236}">
                <a16:creationId xmlns:a16="http://schemas.microsoft.com/office/drawing/2014/main" id="{7940B524-267D-1256-7B06-6857FC58ADF2}"/>
              </a:ext>
            </a:extLst>
          </p:cNvPr>
          <p:cNvSpPr txBox="1">
            <a:spLocks noChangeArrowheads="1"/>
          </p:cNvSpPr>
          <p:nvPr/>
        </p:nvSpPr>
        <p:spPr bwMode="auto">
          <a:xfrm>
            <a:off x="4735959" y="2938983"/>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a:extLst>
              <a:ext uri="{FF2B5EF4-FFF2-40B4-BE49-F238E27FC236}">
                <a16:creationId xmlns:a16="http://schemas.microsoft.com/office/drawing/2014/main" id="{5B73C208-5011-D1CA-9D18-9BF7A7848A71}"/>
              </a:ext>
            </a:extLst>
          </p:cNvPr>
          <p:cNvSpPr>
            <a:spLocks noChangeShapeType="1"/>
          </p:cNvSpPr>
          <p:nvPr/>
        </p:nvSpPr>
        <p:spPr bwMode="auto">
          <a:xfrm flipH="1">
            <a:off x="4780027" y="2464826"/>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a:extLst>
              <a:ext uri="{FF2B5EF4-FFF2-40B4-BE49-F238E27FC236}">
                <a16:creationId xmlns:a16="http://schemas.microsoft.com/office/drawing/2014/main" id="{AFC906DA-B421-7B87-DC65-39B30FEDF535}"/>
              </a:ext>
            </a:extLst>
          </p:cNvPr>
          <p:cNvSpPr txBox="1">
            <a:spLocks noChangeArrowheads="1"/>
          </p:cNvSpPr>
          <p:nvPr/>
        </p:nvSpPr>
        <p:spPr bwMode="auto">
          <a:xfrm>
            <a:off x="1716487" y="2492012"/>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a:extLst>
              <a:ext uri="{FF2B5EF4-FFF2-40B4-BE49-F238E27FC236}">
                <a16:creationId xmlns:a16="http://schemas.microsoft.com/office/drawing/2014/main" id="{F04B2180-8434-BD15-BB74-9D5A3E102FE1}"/>
              </a:ext>
            </a:extLst>
          </p:cNvPr>
          <p:cNvSpPr>
            <a:spLocks noChangeShapeType="1"/>
          </p:cNvSpPr>
          <p:nvPr/>
        </p:nvSpPr>
        <p:spPr bwMode="auto">
          <a:xfrm>
            <a:off x="5242571" y="2464826"/>
            <a:ext cx="0" cy="138300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a:extLst>
              <a:ext uri="{FF2B5EF4-FFF2-40B4-BE49-F238E27FC236}">
                <a16:creationId xmlns:a16="http://schemas.microsoft.com/office/drawing/2014/main" id="{2F25DB88-6F95-FAF6-D318-CC687103AFAC}"/>
              </a:ext>
            </a:extLst>
          </p:cNvPr>
          <p:cNvSpPr>
            <a:spLocks noChangeShapeType="1"/>
          </p:cNvSpPr>
          <p:nvPr/>
        </p:nvSpPr>
        <p:spPr bwMode="auto">
          <a:xfrm>
            <a:off x="5215757" y="2517963"/>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a:extLst>
              <a:ext uri="{FF2B5EF4-FFF2-40B4-BE49-F238E27FC236}">
                <a16:creationId xmlns:a16="http://schemas.microsoft.com/office/drawing/2014/main" id="{CF3E64E2-F1D7-C32A-22B5-1740F50B5427}"/>
              </a:ext>
            </a:extLst>
          </p:cNvPr>
          <p:cNvSpPr>
            <a:spLocks noChangeShapeType="1"/>
          </p:cNvSpPr>
          <p:nvPr/>
        </p:nvSpPr>
        <p:spPr bwMode="auto">
          <a:xfrm flipH="1">
            <a:off x="5668278" y="2451232"/>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7" name="Text Box 9">
            <a:extLst>
              <a:ext uri="{FF2B5EF4-FFF2-40B4-BE49-F238E27FC236}">
                <a16:creationId xmlns:a16="http://schemas.microsoft.com/office/drawing/2014/main" id="{A51C16D3-CFA0-7F80-4357-E0686BF429C6}"/>
              </a:ext>
            </a:extLst>
          </p:cNvPr>
          <p:cNvSpPr txBox="1">
            <a:spLocks noChangeArrowheads="1"/>
          </p:cNvSpPr>
          <p:nvPr/>
        </p:nvSpPr>
        <p:spPr bwMode="auto">
          <a:xfrm>
            <a:off x="6963705" y="2506842"/>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a:extLst>
              <a:ext uri="{FF2B5EF4-FFF2-40B4-BE49-F238E27FC236}">
                <a16:creationId xmlns:a16="http://schemas.microsoft.com/office/drawing/2014/main" id="{162E2135-0088-6138-D2CA-AA02164776CA}"/>
              </a:ext>
            </a:extLst>
          </p:cNvPr>
          <p:cNvSpPr txBox="1">
            <a:spLocks noChangeArrowheads="1"/>
          </p:cNvSpPr>
          <p:nvPr/>
        </p:nvSpPr>
        <p:spPr bwMode="auto">
          <a:xfrm>
            <a:off x="6963705" y="2972723"/>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90" name="Line 106">
            <a:extLst>
              <a:ext uri="{FF2B5EF4-FFF2-40B4-BE49-F238E27FC236}">
                <a16:creationId xmlns:a16="http://schemas.microsoft.com/office/drawing/2014/main" id="{39B6C98E-6EEC-B587-729E-AB30AC8787FA}"/>
              </a:ext>
            </a:extLst>
          </p:cNvPr>
          <p:cNvSpPr>
            <a:spLocks noChangeShapeType="1"/>
          </p:cNvSpPr>
          <p:nvPr/>
        </p:nvSpPr>
        <p:spPr bwMode="auto">
          <a:xfrm>
            <a:off x="4464811" y="2877571"/>
            <a:ext cx="0" cy="93052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矩形 131">
            <a:extLst>
              <a:ext uri="{FF2B5EF4-FFF2-40B4-BE49-F238E27FC236}">
                <a16:creationId xmlns:a16="http://schemas.microsoft.com/office/drawing/2014/main" id="{31622056-583B-ABFF-0A6A-B448E1A6CE88}"/>
              </a:ext>
            </a:extLst>
          </p:cNvPr>
          <p:cNvSpPr>
            <a:spLocks noChangeArrowheads="1"/>
          </p:cNvSpPr>
          <p:nvPr/>
        </p:nvSpPr>
        <p:spPr bwMode="auto">
          <a:xfrm>
            <a:off x="5671597" y="2546386"/>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a:extLst>
              <a:ext uri="{FF2B5EF4-FFF2-40B4-BE49-F238E27FC236}">
                <a16:creationId xmlns:a16="http://schemas.microsoft.com/office/drawing/2014/main" id="{5276CB3E-031A-C37D-2C74-C894A71F752B}"/>
              </a:ext>
            </a:extLst>
          </p:cNvPr>
          <p:cNvCxnSpPr>
            <a:cxnSpLocks noChangeShapeType="1"/>
          </p:cNvCxnSpPr>
          <p:nvPr/>
        </p:nvCxnSpPr>
        <p:spPr bwMode="auto">
          <a:xfrm>
            <a:off x="5748688"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a:extLst>
              <a:ext uri="{FF2B5EF4-FFF2-40B4-BE49-F238E27FC236}">
                <a16:creationId xmlns:a16="http://schemas.microsoft.com/office/drawing/2014/main" id="{E378A5AE-1AC3-D7B8-D84F-03088B9961AF}"/>
              </a:ext>
            </a:extLst>
          </p:cNvPr>
          <p:cNvCxnSpPr>
            <a:cxnSpLocks noChangeShapeType="1"/>
          </p:cNvCxnSpPr>
          <p:nvPr/>
        </p:nvCxnSpPr>
        <p:spPr bwMode="auto">
          <a:xfrm>
            <a:off x="581404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a:extLst>
              <a:ext uri="{FF2B5EF4-FFF2-40B4-BE49-F238E27FC236}">
                <a16:creationId xmlns:a16="http://schemas.microsoft.com/office/drawing/2014/main" id="{14687A5A-A7C2-B0C1-7E28-F462868233C2}"/>
              </a:ext>
            </a:extLst>
          </p:cNvPr>
          <p:cNvCxnSpPr>
            <a:cxnSpLocks noChangeShapeType="1"/>
          </p:cNvCxnSpPr>
          <p:nvPr/>
        </p:nvCxnSpPr>
        <p:spPr bwMode="auto">
          <a:xfrm>
            <a:off x="5944767"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a:extLst>
              <a:ext uri="{FF2B5EF4-FFF2-40B4-BE49-F238E27FC236}">
                <a16:creationId xmlns:a16="http://schemas.microsoft.com/office/drawing/2014/main" id="{9B11CCB5-D652-BD22-0F88-586C0C8F780D}"/>
              </a:ext>
            </a:extLst>
          </p:cNvPr>
          <p:cNvCxnSpPr>
            <a:cxnSpLocks noChangeShapeType="1"/>
          </p:cNvCxnSpPr>
          <p:nvPr/>
        </p:nvCxnSpPr>
        <p:spPr bwMode="auto">
          <a:xfrm>
            <a:off x="6010126"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a:extLst>
              <a:ext uri="{FF2B5EF4-FFF2-40B4-BE49-F238E27FC236}">
                <a16:creationId xmlns:a16="http://schemas.microsoft.com/office/drawing/2014/main" id="{BF45E854-A929-A73E-3ACA-26840993EA35}"/>
              </a:ext>
            </a:extLst>
          </p:cNvPr>
          <p:cNvCxnSpPr>
            <a:cxnSpLocks noChangeShapeType="1"/>
          </p:cNvCxnSpPr>
          <p:nvPr/>
        </p:nvCxnSpPr>
        <p:spPr bwMode="auto">
          <a:xfrm>
            <a:off x="6075486"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a:extLst>
              <a:ext uri="{FF2B5EF4-FFF2-40B4-BE49-F238E27FC236}">
                <a16:creationId xmlns:a16="http://schemas.microsoft.com/office/drawing/2014/main" id="{2DDADA54-38CC-0911-BE60-5C0FA010EAF8}"/>
              </a:ext>
            </a:extLst>
          </p:cNvPr>
          <p:cNvCxnSpPr>
            <a:cxnSpLocks noChangeShapeType="1"/>
          </p:cNvCxnSpPr>
          <p:nvPr/>
        </p:nvCxnSpPr>
        <p:spPr bwMode="auto">
          <a:xfrm>
            <a:off x="6140845" y="255380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a:extLst>
              <a:ext uri="{FF2B5EF4-FFF2-40B4-BE49-F238E27FC236}">
                <a16:creationId xmlns:a16="http://schemas.microsoft.com/office/drawing/2014/main" id="{CA01228B-4038-D83D-82BF-86A87F618A6A}"/>
              </a:ext>
            </a:extLst>
          </p:cNvPr>
          <p:cNvCxnSpPr>
            <a:cxnSpLocks noChangeShapeType="1"/>
          </p:cNvCxnSpPr>
          <p:nvPr/>
        </p:nvCxnSpPr>
        <p:spPr bwMode="auto">
          <a:xfrm>
            <a:off x="6206205"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a:extLst>
              <a:ext uri="{FF2B5EF4-FFF2-40B4-BE49-F238E27FC236}">
                <a16:creationId xmlns:a16="http://schemas.microsoft.com/office/drawing/2014/main" id="{9298398F-8767-4B07-4220-D0BB17C46622}"/>
              </a:ext>
            </a:extLst>
          </p:cNvPr>
          <p:cNvCxnSpPr>
            <a:cxnSpLocks noChangeShapeType="1"/>
          </p:cNvCxnSpPr>
          <p:nvPr/>
        </p:nvCxnSpPr>
        <p:spPr bwMode="auto">
          <a:xfrm>
            <a:off x="6271564"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a:extLst>
              <a:ext uri="{FF2B5EF4-FFF2-40B4-BE49-F238E27FC236}">
                <a16:creationId xmlns:a16="http://schemas.microsoft.com/office/drawing/2014/main" id="{5C4D67AD-9732-6BD1-9529-54F98784F4B0}"/>
              </a:ext>
            </a:extLst>
          </p:cNvPr>
          <p:cNvCxnSpPr>
            <a:cxnSpLocks noChangeShapeType="1"/>
          </p:cNvCxnSpPr>
          <p:nvPr/>
        </p:nvCxnSpPr>
        <p:spPr bwMode="auto">
          <a:xfrm>
            <a:off x="5879407" y="2542678"/>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a:extLst>
              <a:ext uri="{FF2B5EF4-FFF2-40B4-BE49-F238E27FC236}">
                <a16:creationId xmlns:a16="http://schemas.microsoft.com/office/drawing/2014/main" id="{13965E3C-1DF6-E6EB-4760-58260F28089A}"/>
              </a:ext>
            </a:extLst>
          </p:cNvPr>
          <p:cNvSpPr txBox="1">
            <a:spLocks noChangeArrowheads="1"/>
          </p:cNvSpPr>
          <p:nvPr/>
        </p:nvSpPr>
        <p:spPr bwMode="auto">
          <a:xfrm>
            <a:off x="5921585" y="230912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a:extLst>
              <a:ext uri="{FF2B5EF4-FFF2-40B4-BE49-F238E27FC236}">
                <a16:creationId xmlns:a16="http://schemas.microsoft.com/office/drawing/2014/main" id="{971EE446-1816-B11F-A440-9B98FA839CEB}"/>
              </a:ext>
            </a:extLst>
          </p:cNvPr>
          <p:cNvCxnSpPr>
            <a:cxnSpLocks noChangeShapeType="1"/>
          </p:cNvCxnSpPr>
          <p:nvPr/>
        </p:nvCxnSpPr>
        <p:spPr bwMode="auto">
          <a:xfrm>
            <a:off x="6338599" y="2552564"/>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a:extLst>
              <a:ext uri="{FF2B5EF4-FFF2-40B4-BE49-F238E27FC236}">
                <a16:creationId xmlns:a16="http://schemas.microsoft.com/office/drawing/2014/main" id="{C2ACB283-DCAA-2545-1E27-63E8FC4091D1}"/>
              </a:ext>
            </a:extLst>
          </p:cNvPr>
          <p:cNvCxnSpPr>
            <a:cxnSpLocks noChangeShapeType="1"/>
          </p:cNvCxnSpPr>
          <p:nvPr/>
        </p:nvCxnSpPr>
        <p:spPr bwMode="auto">
          <a:xfrm>
            <a:off x="6403959" y="2545150"/>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a:extLst>
              <a:ext uri="{FF2B5EF4-FFF2-40B4-BE49-F238E27FC236}">
                <a16:creationId xmlns:a16="http://schemas.microsoft.com/office/drawing/2014/main" id="{8E32C208-7C32-3E3B-AB89-2D9EA6CF3710}"/>
              </a:ext>
            </a:extLst>
          </p:cNvPr>
          <p:cNvCxnSpPr>
            <a:cxnSpLocks noChangeShapeType="1"/>
          </p:cNvCxnSpPr>
          <p:nvPr/>
        </p:nvCxnSpPr>
        <p:spPr bwMode="auto">
          <a:xfrm>
            <a:off x="6469318" y="254144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a:extLst>
              <a:ext uri="{FF2B5EF4-FFF2-40B4-BE49-F238E27FC236}">
                <a16:creationId xmlns:a16="http://schemas.microsoft.com/office/drawing/2014/main" id="{2634F18F-2D0D-6D6D-2DBD-AACD5AD1D870}"/>
              </a:ext>
            </a:extLst>
          </p:cNvPr>
          <p:cNvCxnSpPr>
            <a:cxnSpLocks noChangeShapeType="1"/>
          </p:cNvCxnSpPr>
          <p:nvPr/>
        </p:nvCxnSpPr>
        <p:spPr bwMode="auto">
          <a:xfrm>
            <a:off x="6665397" y="255132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a:extLst>
              <a:ext uri="{FF2B5EF4-FFF2-40B4-BE49-F238E27FC236}">
                <a16:creationId xmlns:a16="http://schemas.microsoft.com/office/drawing/2014/main" id="{730E7251-62BF-82CF-DFA6-32D0D68591AA}"/>
              </a:ext>
            </a:extLst>
          </p:cNvPr>
          <p:cNvCxnSpPr>
            <a:cxnSpLocks noChangeShapeType="1"/>
          </p:cNvCxnSpPr>
          <p:nvPr/>
        </p:nvCxnSpPr>
        <p:spPr bwMode="auto">
          <a:xfrm>
            <a:off x="653467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a:extLst>
              <a:ext uri="{FF2B5EF4-FFF2-40B4-BE49-F238E27FC236}">
                <a16:creationId xmlns:a16="http://schemas.microsoft.com/office/drawing/2014/main" id="{1BB23171-26BC-FBFE-839F-F75D0DB4E85E}"/>
              </a:ext>
            </a:extLst>
          </p:cNvPr>
          <p:cNvCxnSpPr>
            <a:cxnSpLocks noChangeShapeType="1"/>
          </p:cNvCxnSpPr>
          <p:nvPr/>
        </p:nvCxnSpPr>
        <p:spPr bwMode="auto">
          <a:xfrm>
            <a:off x="6600037" y="254885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a:extLst>
              <a:ext uri="{FF2B5EF4-FFF2-40B4-BE49-F238E27FC236}">
                <a16:creationId xmlns:a16="http://schemas.microsoft.com/office/drawing/2014/main" id="{0ABDA2E4-86AA-F572-8EEE-E0730DE78E27}"/>
              </a:ext>
            </a:extLst>
          </p:cNvPr>
          <p:cNvCxnSpPr>
            <a:cxnSpLocks noChangeShapeType="1"/>
          </p:cNvCxnSpPr>
          <p:nvPr/>
        </p:nvCxnSpPr>
        <p:spPr bwMode="auto">
          <a:xfrm>
            <a:off x="6730756"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nvGrpSpPr>
          <p:cNvPr id="113" name="组合 51">
            <a:extLst>
              <a:ext uri="{FF2B5EF4-FFF2-40B4-BE49-F238E27FC236}">
                <a16:creationId xmlns:a16="http://schemas.microsoft.com/office/drawing/2014/main" id="{D2BF23CF-CAF0-F8E7-F6F4-52FAC45D9CA6}"/>
              </a:ext>
            </a:extLst>
          </p:cNvPr>
          <p:cNvGrpSpPr>
            <a:grpSpLocks/>
          </p:cNvGrpSpPr>
          <p:nvPr/>
        </p:nvGrpSpPr>
        <p:grpSpPr bwMode="auto">
          <a:xfrm>
            <a:off x="1902534" y="2714449"/>
            <a:ext cx="5233786" cy="1093647"/>
            <a:chOff x="1938883" y="1375436"/>
            <a:chExt cx="4422775" cy="1405864"/>
          </a:xfrm>
        </p:grpSpPr>
        <p:sp>
          <p:nvSpPr>
            <p:cNvPr id="114" name="Line 2">
              <a:extLst>
                <a:ext uri="{FF2B5EF4-FFF2-40B4-BE49-F238E27FC236}">
                  <a16:creationId xmlns:a16="http://schemas.microsoft.com/office/drawing/2014/main" id="{F0DFFCD1-85B6-90E1-4DA9-1BCB930A76A1}"/>
                </a:ext>
              </a:extLst>
            </p:cNvPr>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a:extLst>
                <a:ext uri="{FF2B5EF4-FFF2-40B4-BE49-F238E27FC236}">
                  <a16:creationId xmlns:a16="http://schemas.microsoft.com/office/drawing/2014/main" id="{1A890FD3-66AC-EED6-4BE1-9B4DE0414311}"/>
                </a:ext>
              </a:extLst>
            </p:cNvPr>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a:extLst>
                <a:ext uri="{FF2B5EF4-FFF2-40B4-BE49-F238E27FC236}">
                  <a16:creationId xmlns:a16="http://schemas.microsoft.com/office/drawing/2014/main" id="{185DA238-CC1A-9B5C-CE05-C124E7EA54A2}"/>
                </a:ext>
              </a:extLst>
            </p:cNvPr>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8" name="Text Box 9">
            <a:extLst>
              <a:ext uri="{FF2B5EF4-FFF2-40B4-BE49-F238E27FC236}">
                <a16:creationId xmlns:a16="http://schemas.microsoft.com/office/drawing/2014/main" id="{A5FFF45E-9988-F73B-74E9-BA5A48E916B7}"/>
              </a:ext>
            </a:extLst>
          </p:cNvPr>
          <p:cNvSpPr txBox="1">
            <a:spLocks noChangeArrowheads="1"/>
          </p:cNvSpPr>
          <p:nvPr/>
        </p:nvSpPr>
        <p:spPr bwMode="auto">
          <a:xfrm>
            <a:off x="6963705" y="3570830"/>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a:extLst>
              <a:ext uri="{FF2B5EF4-FFF2-40B4-BE49-F238E27FC236}">
                <a16:creationId xmlns:a16="http://schemas.microsoft.com/office/drawing/2014/main" id="{C38906BD-91FB-B485-A875-E495CF585851}"/>
              </a:ext>
            </a:extLst>
          </p:cNvPr>
          <p:cNvSpPr>
            <a:spLocks noChangeShapeType="1"/>
          </p:cNvSpPr>
          <p:nvPr/>
        </p:nvSpPr>
        <p:spPr bwMode="auto">
          <a:xfrm>
            <a:off x="5678301" y="2825668"/>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a:extLst>
              <a:ext uri="{FF2B5EF4-FFF2-40B4-BE49-F238E27FC236}">
                <a16:creationId xmlns:a16="http://schemas.microsoft.com/office/drawing/2014/main" id="{3DDF0CD3-A8F1-A7A1-5812-2F21E4713222}"/>
              </a:ext>
            </a:extLst>
          </p:cNvPr>
          <p:cNvSpPr>
            <a:spLocks noChangeShapeType="1"/>
          </p:cNvSpPr>
          <p:nvPr/>
        </p:nvSpPr>
        <p:spPr bwMode="auto">
          <a:xfrm flipH="1">
            <a:off x="6797792" y="2744107"/>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a:extLst>
              <a:ext uri="{FF2B5EF4-FFF2-40B4-BE49-F238E27FC236}">
                <a16:creationId xmlns:a16="http://schemas.microsoft.com/office/drawing/2014/main" id="{CDE0A076-0A33-9937-A980-04DBC4E24490}"/>
              </a:ext>
            </a:extLst>
          </p:cNvPr>
          <p:cNvGrpSpPr>
            <a:grpSpLocks/>
          </p:cNvGrpSpPr>
          <p:nvPr/>
        </p:nvGrpSpPr>
        <p:grpSpPr bwMode="auto">
          <a:xfrm>
            <a:off x="5996750" y="2688780"/>
            <a:ext cx="479245" cy="276999"/>
            <a:chOff x="4887085" y="536328"/>
            <a:chExt cx="454443" cy="356280"/>
          </a:xfrm>
        </p:grpSpPr>
        <p:sp>
          <p:nvSpPr>
            <p:cNvPr id="122" name="矩形 49">
              <a:extLst>
                <a:ext uri="{FF2B5EF4-FFF2-40B4-BE49-F238E27FC236}">
                  <a16:creationId xmlns:a16="http://schemas.microsoft.com/office/drawing/2014/main" id="{8F84D43D-67E7-67DF-0692-BB4EC3722CA9}"/>
                </a:ext>
              </a:extLst>
            </p:cNvPr>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a:extLst>
                <a:ext uri="{FF2B5EF4-FFF2-40B4-BE49-F238E27FC236}">
                  <a16:creationId xmlns:a16="http://schemas.microsoft.com/office/drawing/2014/main" id="{81B48C1A-9FC7-65B1-6CBE-DB0042D066CC}"/>
                </a:ext>
              </a:extLst>
            </p:cNvPr>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a:extLst>
              <a:ext uri="{FF2B5EF4-FFF2-40B4-BE49-F238E27FC236}">
                <a16:creationId xmlns:a16="http://schemas.microsoft.com/office/drawing/2014/main" id="{F770DC5F-BB9D-1860-0DEC-175C30F3C3AC}"/>
              </a:ext>
            </a:extLst>
          </p:cNvPr>
          <p:cNvSpPr>
            <a:spLocks noChangeShapeType="1"/>
          </p:cNvSpPr>
          <p:nvPr/>
        </p:nvSpPr>
        <p:spPr bwMode="auto">
          <a:xfrm>
            <a:off x="2170675" y="2517963"/>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a:extLst>
              <a:ext uri="{FF2B5EF4-FFF2-40B4-BE49-F238E27FC236}">
                <a16:creationId xmlns:a16="http://schemas.microsoft.com/office/drawing/2014/main" id="{64820780-AC20-DF7E-2F4C-70E48CC49B49}"/>
              </a:ext>
            </a:extLst>
          </p:cNvPr>
          <p:cNvSpPr>
            <a:spLocks noChangeShapeType="1"/>
          </p:cNvSpPr>
          <p:nvPr/>
        </p:nvSpPr>
        <p:spPr bwMode="auto">
          <a:xfrm>
            <a:off x="2155592" y="2428988"/>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a:extLst>
              <a:ext uri="{FF2B5EF4-FFF2-40B4-BE49-F238E27FC236}">
                <a16:creationId xmlns:a16="http://schemas.microsoft.com/office/drawing/2014/main" id="{BE22629F-5FBA-C572-0705-32EBB4DF5787}"/>
              </a:ext>
            </a:extLst>
          </p:cNvPr>
          <p:cNvSpPr txBox="1">
            <a:spLocks noChangeArrowheads="1"/>
          </p:cNvSpPr>
          <p:nvPr/>
        </p:nvSpPr>
        <p:spPr bwMode="auto">
          <a:xfrm>
            <a:off x="2140686" y="2261253"/>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sp>
        <p:nvSpPr>
          <p:cNvPr id="127" name="Text Box 9">
            <a:extLst>
              <a:ext uri="{FF2B5EF4-FFF2-40B4-BE49-F238E27FC236}">
                <a16:creationId xmlns:a16="http://schemas.microsoft.com/office/drawing/2014/main" id="{0D40CCC8-ED23-D633-8CDE-1AA115292559}"/>
              </a:ext>
            </a:extLst>
          </p:cNvPr>
          <p:cNvSpPr txBox="1">
            <a:spLocks noChangeArrowheads="1"/>
          </p:cNvSpPr>
          <p:nvPr/>
        </p:nvSpPr>
        <p:spPr bwMode="auto">
          <a:xfrm>
            <a:off x="43308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1</a:t>
            </a:r>
          </a:p>
        </p:txBody>
      </p:sp>
      <p:sp>
        <p:nvSpPr>
          <p:cNvPr id="128" name="Text Box 9">
            <a:extLst>
              <a:ext uri="{FF2B5EF4-FFF2-40B4-BE49-F238E27FC236}">
                <a16:creationId xmlns:a16="http://schemas.microsoft.com/office/drawing/2014/main" id="{75C2025A-947B-A4CB-E982-4D04090B0ABA}"/>
              </a:ext>
            </a:extLst>
          </p:cNvPr>
          <p:cNvSpPr txBox="1">
            <a:spLocks noChangeArrowheads="1"/>
          </p:cNvSpPr>
          <p:nvPr/>
        </p:nvSpPr>
        <p:spPr bwMode="auto">
          <a:xfrm>
            <a:off x="24823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a:extLst>
              <a:ext uri="{FF2B5EF4-FFF2-40B4-BE49-F238E27FC236}">
                <a16:creationId xmlns:a16="http://schemas.microsoft.com/office/drawing/2014/main" id="{2C27DCFB-E472-BDC9-5030-2D8E0E758FAB}"/>
              </a:ext>
            </a:extLst>
          </p:cNvPr>
          <p:cNvSpPr txBox="1">
            <a:spLocks noChangeArrowheads="1"/>
          </p:cNvSpPr>
          <p:nvPr/>
        </p:nvSpPr>
        <p:spPr bwMode="auto">
          <a:xfrm>
            <a:off x="4634225"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2</a:t>
            </a:r>
          </a:p>
        </p:txBody>
      </p:sp>
      <p:sp>
        <p:nvSpPr>
          <p:cNvPr id="5" name="Text Box 97">
            <a:extLst>
              <a:ext uri="{FF2B5EF4-FFF2-40B4-BE49-F238E27FC236}">
                <a16:creationId xmlns:a16="http://schemas.microsoft.com/office/drawing/2014/main" id="{B5EBE3F5-83A1-8AAD-03BB-3E8127511413}"/>
              </a:ext>
            </a:extLst>
          </p:cNvPr>
          <p:cNvSpPr txBox="1">
            <a:spLocks noChangeArrowheads="1"/>
          </p:cNvSpPr>
          <p:nvPr/>
        </p:nvSpPr>
        <p:spPr bwMode="auto">
          <a:xfrm>
            <a:off x="1718818" y="3570830"/>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6" name="Line 106">
            <a:extLst>
              <a:ext uri="{FF2B5EF4-FFF2-40B4-BE49-F238E27FC236}">
                <a16:creationId xmlns:a16="http://schemas.microsoft.com/office/drawing/2014/main" id="{1D6DA839-D791-0608-1E50-B2A1E9EAF702}"/>
              </a:ext>
            </a:extLst>
          </p:cNvPr>
          <p:cNvSpPr>
            <a:spLocks noChangeShapeType="1"/>
          </p:cNvSpPr>
          <p:nvPr/>
        </p:nvSpPr>
        <p:spPr bwMode="auto">
          <a:xfrm>
            <a:off x="4190199" y="3526625"/>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 name="Text Box 9">
            <a:extLst>
              <a:ext uri="{FF2B5EF4-FFF2-40B4-BE49-F238E27FC236}">
                <a16:creationId xmlns:a16="http://schemas.microsoft.com/office/drawing/2014/main" id="{76A5237F-B14E-3CB7-5CD1-360746DBB30A}"/>
              </a:ext>
            </a:extLst>
          </p:cNvPr>
          <p:cNvSpPr txBox="1">
            <a:spLocks noChangeArrowheads="1"/>
          </p:cNvSpPr>
          <p:nvPr/>
        </p:nvSpPr>
        <p:spPr bwMode="auto">
          <a:xfrm>
            <a:off x="4320156" y="3756329"/>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3</a:t>
            </a:r>
          </a:p>
        </p:txBody>
      </p:sp>
      <p:sp>
        <p:nvSpPr>
          <p:cNvPr id="8" name="Text Box 9">
            <a:extLst>
              <a:ext uri="{FF2B5EF4-FFF2-40B4-BE49-F238E27FC236}">
                <a16:creationId xmlns:a16="http://schemas.microsoft.com/office/drawing/2014/main" id="{53F77184-FDA0-FBCA-3130-1161BC458E72}"/>
              </a:ext>
            </a:extLst>
          </p:cNvPr>
          <p:cNvSpPr txBox="1">
            <a:spLocks noChangeArrowheads="1"/>
          </p:cNvSpPr>
          <p:nvPr/>
        </p:nvSpPr>
        <p:spPr bwMode="auto">
          <a:xfrm>
            <a:off x="4780805" y="3756329"/>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4</a:t>
            </a:r>
          </a:p>
        </p:txBody>
      </p:sp>
      <p:sp>
        <p:nvSpPr>
          <p:cNvPr id="9" name="Line 106">
            <a:extLst>
              <a:ext uri="{FF2B5EF4-FFF2-40B4-BE49-F238E27FC236}">
                <a16:creationId xmlns:a16="http://schemas.microsoft.com/office/drawing/2014/main" id="{3471BE75-CB45-DE0E-9AFA-BB463863B938}"/>
              </a:ext>
            </a:extLst>
          </p:cNvPr>
          <p:cNvSpPr>
            <a:spLocks noChangeShapeType="1"/>
          </p:cNvSpPr>
          <p:nvPr/>
        </p:nvSpPr>
        <p:spPr bwMode="auto">
          <a:xfrm>
            <a:off x="5669260" y="2892321"/>
            <a:ext cx="0" cy="93052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 name="Text Box 24">
            <a:extLst>
              <a:ext uri="{FF2B5EF4-FFF2-40B4-BE49-F238E27FC236}">
                <a16:creationId xmlns:a16="http://schemas.microsoft.com/office/drawing/2014/main" id="{41DAA7D6-5210-05E4-7359-0EBE3F7CD428}"/>
              </a:ext>
            </a:extLst>
          </p:cNvPr>
          <p:cNvSpPr txBox="1">
            <a:spLocks noChangeArrowheads="1"/>
          </p:cNvSpPr>
          <p:nvPr/>
        </p:nvSpPr>
        <p:spPr bwMode="auto">
          <a:xfrm>
            <a:off x="4422115" y="3421303"/>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sp>
        <p:nvSpPr>
          <p:cNvPr id="11" name="Line 110">
            <a:extLst>
              <a:ext uri="{FF2B5EF4-FFF2-40B4-BE49-F238E27FC236}">
                <a16:creationId xmlns:a16="http://schemas.microsoft.com/office/drawing/2014/main" id="{BFED340E-C398-F5A9-B411-7DA168AE9A99}"/>
              </a:ext>
            </a:extLst>
          </p:cNvPr>
          <p:cNvSpPr>
            <a:spLocks noChangeShapeType="1"/>
          </p:cNvSpPr>
          <p:nvPr/>
        </p:nvSpPr>
        <p:spPr bwMode="auto">
          <a:xfrm>
            <a:off x="4464701" y="3673316"/>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 name="Line 106">
            <a:extLst>
              <a:ext uri="{FF2B5EF4-FFF2-40B4-BE49-F238E27FC236}">
                <a16:creationId xmlns:a16="http://schemas.microsoft.com/office/drawing/2014/main" id="{450A9055-8846-3F66-C0D0-8CFCB4123825}"/>
              </a:ext>
            </a:extLst>
          </p:cNvPr>
          <p:cNvSpPr>
            <a:spLocks noChangeShapeType="1"/>
          </p:cNvSpPr>
          <p:nvPr/>
        </p:nvSpPr>
        <p:spPr bwMode="auto">
          <a:xfrm>
            <a:off x="4932273" y="3205046"/>
            <a:ext cx="0" cy="60305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 name="Text Box 9">
            <a:extLst>
              <a:ext uri="{FF2B5EF4-FFF2-40B4-BE49-F238E27FC236}">
                <a16:creationId xmlns:a16="http://schemas.microsoft.com/office/drawing/2014/main" id="{E40A25CE-E784-CE92-6777-9DE18061E92A}"/>
              </a:ext>
            </a:extLst>
          </p:cNvPr>
          <p:cNvSpPr txBox="1">
            <a:spLocks noChangeArrowheads="1"/>
          </p:cNvSpPr>
          <p:nvPr/>
        </p:nvSpPr>
        <p:spPr bwMode="auto">
          <a:xfrm>
            <a:off x="5512626" y="3756329"/>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5</a:t>
            </a:r>
          </a:p>
        </p:txBody>
      </p:sp>
      <p:sp>
        <p:nvSpPr>
          <p:cNvPr id="15" name="对话气泡: 矩形 14">
            <a:extLst>
              <a:ext uri="{FF2B5EF4-FFF2-40B4-BE49-F238E27FC236}">
                <a16:creationId xmlns:a16="http://schemas.microsoft.com/office/drawing/2014/main" id="{1EF2D595-E6BE-746B-D08E-B1A756D94303}"/>
              </a:ext>
            </a:extLst>
          </p:cNvPr>
          <p:cNvSpPr/>
          <p:nvPr/>
        </p:nvSpPr>
        <p:spPr>
          <a:xfrm>
            <a:off x="4224527" y="4095701"/>
            <a:ext cx="1022864" cy="468733"/>
          </a:xfrm>
          <a:prstGeom prst="wedgeRectCallout">
            <a:avLst>
              <a:gd name="adj1" fmla="val 20501"/>
              <a:gd name="adj2" fmla="val -71747"/>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信道忙不能发送</a:t>
            </a:r>
          </a:p>
        </p:txBody>
      </p:sp>
      <p:sp>
        <p:nvSpPr>
          <p:cNvPr id="16" name="对话气泡: 矩形 15">
            <a:extLst>
              <a:ext uri="{FF2B5EF4-FFF2-40B4-BE49-F238E27FC236}">
                <a16:creationId xmlns:a16="http://schemas.microsoft.com/office/drawing/2014/main" id="{B53E4A2E-7111-ADFF-B5AD-6F7963153DBB}"/>
              </a:ext>
            </a:extLst>
          </p:cNvPr>
          <p:cNvSpPr/>
          <p:nvPr/>
        </p:nvSpPr>
        <p:spPr>
          <a:xfrm>
            <a:off x="5545051" y="4095700"/>
            <a:ext cx="1120345" cy="468733"/>
          </a:xfrm>
          <a:prstGeom prst="wedgeRectCallout">
            <a:avLst>
              <a:gd name="adj1" fmla="val -33809"/>
              <a:gd name="adj2" fmla="val -69649"/>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信道空闲开始竞争信道</a:t>
            </a:r>
          </a:p>
        </p:txBody>
      </p:sp>
    </p:spTree>
    <p:extLst>
      <p:ext uri="{BB962C8B-B14F-4D97-AF65-F5344CB8AC3E}">
        <p14:creationId xmlns:p14="http://schemas.microsoft.com/office/powerpoint/2010/main" val="603366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1000"/>
                                        <p:tgtEl>
                                          <p:spTgt spid="68"/>
                                        </p:tgtEl>
                                      </p:cBhvr>
                                    </p:animEffect>
                                    <p:anim calcmode="lin" valueType="num">
                                      <p:cBhvr>
                                        <p:cTn id="8" dur="1000" fill="hold"/>
                                        <p:tgtEl>
                                          <p:spTgt spid="68"/>
                                        </p:tgtEl>
                                        <p:attrNameLst>
                                          <p:attrName>ppt_x</p:attrName>
                                        </p:attrNameLst>
                                      </p:cBhvr>
                                      <p:tavLst>
                                        <p:tav tm="0">
                                          <p:val>
                                            <p:strVal val="#ppt_x"/>
                                          </p:val>
                                        </p:tav>
                                        <p:tav tm="100000">
                                          <p:val>
                                            <p:strVal val="#ppt_x"/>
                                          </p:val>
                                        </p:tav>
                                      </p:tavLst>
                                    </p:anim>
                                    <p:anim calcmode="lin" valueType="num">
                                      <p:cBhvr>
                                        <p:cTn id="9" dur="1000" fill="hold"/>
                                        <p:tgtEl>
                                          <p:spTgt spid="6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5" presetClass="emph" presetSubtype="0" repeatCount="3000" fill="hold" grpId="0" nodeType="clickEffect">
                                  <p:stCondLst>
                                    <p:cond delay="0"/>
                                  </p:stCondLst>
                                  <p:childTnLst>
                                    <p:anim calcmode="discrete" valueType="str">
                                      <p:cBhvr>
                                        <p:cTn id="13"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par>
                    <p:cTn id="14" fill="hold">
                      <p:stCondLst>
                        <p:cond delay="indefinite"/>
                      </p:stCondLst>
                      <p:childTnLst>
                        <p:par>
                          <p:cTn id="15" fill="hold">
                            <p:stCondLst>
                              <p:cond delay="0"/>
                            </p:stCondLst>
                            <p:childTnLst>
                              <p:par>
                                <p:cTn id="16" presetID="35" presetClass="emph" presetSubtype="0" repeatCount="3000" fill="hold" grpId="0" nodeType="clickEffect">
                                  <p:stCondLst>
                                    <p:cond delay="0"/>
                                  </p:stCondLst>
                                  <p:childTnLst>
                                    <p:anim calcmode="discrete" valueType="str">
                                      <p:cBhvr>
                                        <p:cTn id="17"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18" fill="hold">
                      <p:stCondLst>
                        <p:cond delay="indefinite"/>
                      </p:stCondLst>
                      <p:childTnLst>
                        <p:par>
                          <p:cTn id="19" fill="hold">
                            <p:stCondLst>
                              <p:cond delay="0"/>
                            </p:stCondLst>
                            <p:childTnLst>
                              <p:par>
                                <p:cTn id="20" presetID="35" presetClass="emph" presetSubtype="0" repeatCount="3000" fill="hold" grpId="0" nodeType="clickEffect">
                                  <p:stCondLst>
                                    <p:cond delay="0"/>
                                  </p:stCondLst>
                                  <p:childTnLst>
                                    <p:anim calcmode="discrete" valueType="str">
                                      <p:cBhvr>
                                        <p:cTn id="21" dur="1000" fill="hold"/>
                                        <p:tgtEl>
                                          <p:spTgt spid="10"/>
                                        </p:tgtEl>
                                        <p:attrNameLst>
                                          <p:attrName>style.visibility</p:attrName>
                                        </p:attrNameLst>
                                      </p:cBhvr>
                                      <p:tavLst>
                                        <p:tav tm="0">
                                          <p:val>
                                            <p:strVal val="hidden"/>
                                          </p:val>
                                        </p:tav>
                                        <p:tav tm="50000">
                                          <p:val>
                                            <p:strVal val="visible"/>
                                          </p:val>
                                        </p:tav>
                                      </p:tavLst>
                                    </p:anim>
                                  </p:childTnLst>
                                </p:cTn>
                              </p:par>
                            </p:childTnLst>
                          </p:cTn>
                        </p:par>
                      </p:childTnLst>
                    </p:cTn>
                  </p:par>
                  <p:par>
                    <p:cTn id="22" fill="hold">
                      <p:stCondLst>
                        <p:cond delay="indefinite"/>
                      </p:stCondLst>
                      <p:childTnLst>
                        <p:par>
                          <p:cTn id="23" fill="hold">
                            <p:stCondLst>
                              <p:cond delay="0"/>
                            </p:stCondLst>
                            <p:childTnLst>
                              <p:par>
                                <p:cTn id="24" presetID="35" presetClass="emph" presetSubtype="0" repeatCount="3000" fill="hold" grpId="0" nodeType="clickEffect">
                                  <p:stCondLst>
                                    <p:cond delay="0"/>
                                  </p:stCondLst>
                                  <p:childTnLst>
                                    <p:anim calcmode="discrete" valueType="str">
                                      <p:cBhvr>
                                        <p:cTn id="25"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grpId="0" nodeType="click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wipe(up)">
                                      <p:cBhvr>
                                        <p:cTn id="30" dur="500"/>
                                        <p:tgtEl>
                                          <p:spTgt spid="15"/>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grpId="0" nodeType="click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wipe(up)">
                                      <p:cBhvr>
                                        <p:cTn id="35"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6" grpId="0" animBg="1"/>
      <p:bldP spid="7" grpId="0"/>
      <p:bldP spid="8" grpId="0"/>
      <p:bldP spid="10" grpId="0"/>
      <p:bldP spid="15" grpId="0" animBg="1"/>
      <p:bldP spid="16"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6" name="Text Box 24"/>
          <p:cNvSpPr txBox="1">
            <a:spLocks noChangeArrowheads="1"/>
          </p:cNvSpPr>
          <p:nvPr/>
        </p:nvSpPr>
        <p:spPr bwMode="auto">
          <a:xfrm>
            <a:off x="5183341" y="2253228"/>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2815579" cy="400110"/>
          </a:xfrm>
          <a:prstGeom prst="rect">
            <a:avLst/>
          </a:prstGeom>
        </p:spPr>
        <p:txBody>
          <a:bodyPr wrap="none">
            <a:spAutoFit/>
          </a:bodyPr>
          <a:lstStyle/>
          <a:p>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比 </a:t>
            </a:r>
            <a:r>
              <a:rPr lang="en-US" altLang="zh-CN" sz="2000" b="1" dirty="0">
                <a:latin typeface="微软雅黑" pitchFamily="34" charset="-122"/>
                <a:ea typeface="微软雅黑" pitchFamily="34" charset="-122"/>
              </a:rPr>
              <a:t>SIFS </a:t>
            </a:r>
            <a:r>
              <a:rPr lang="zh-CN" altLang="en-US" sz="2000" b="1" dirty="0">
                <a:latin typeface="微软雅黑" pitchFamily="34" charset="-122"/>
                <a:ea typeface="微软雅黑" pitchFamily="34" charset="-122"/>
              </a:rPr>
              <a:t>要长得多</a:t>
            </a:r>
          </a:p>
        </p:txBody>
      </p:sp>
      <p:sp>
        <p:nvSpPr>
          <p:cNvPr id="68" name="矩形 67"/>
          <p:cNvSpPr/>
          <p:nvPr/>
        </p:nvSpPr>
        <p:spPr>
          <a:xfrm>
            <a:off x="1306287" y="1120172"/>
            <a:ext cx="6540136" cy="583878"/>
          </a:xfrm>
          <a:prstGeom prst="rect">
            <a:avLst/>
          </a:prstGeom>
          <a:solidFill>
            <a:srgbClr val="00FFFF"/>
          </a:solidFill>
          <a:ln>
            <a:solidFill>
              <a:schemeClr val="tx1"/>
            </a:solidFill>
          </a:ln>
          <a:effectLst/>
        </p:spPr>
        <p:txBody>
          <a:bodyPr wrap="square">
            <a:spAutoFit/>
          </a:bodyPr>
          <a:lstStyle/>
          <a:p>
            <a:pPr>
              <a:lnSpc>
                <a:spcPts val="2000"/>
              </a:lnSpc>
            </a:pPr>
            <a:r>
              <a:rPr lang="zh-CN" altLang="en-US" sz="1400" b="1" dirty="0">
                <a:latin typeface="微软雅黑" pitchFamily="34" charset="-122"/>
                <a:ea typeface="微软雅黑" pitchFamily="34" charset="-122"/>
              </a:rPr>
              <a:t>也许会有多个站点像</a:t>
            </a:r>
            <a:r>
              <a:rPr lang="en-US" altLang="zh-CN" sz="1400" b="1" dirty="0">
                <a:latin typeface="微软雅黑" pitchFamily="34" charset="-122"/>
                <a:ea typeface="微软雅黑" pitchFamily="34" charset="-122"/>
              </a:rPr>
              <a:t>C</a:t>
            </a:r>
            <a:r>
              <a:rPr lang="zh-CN" altLang="en-US" sz="1400" b="1" dirty="0">
                <a:latin typeface="微软雅黑" pitchFamily="34" charset="-122"/>
                <a:ea typeface="微软雅黑" pitchFamily="34" charset="-122"/>
              </a:rPr>
              <a:t>一样在</a:t>
            </a:r>
            <a:r>
              <a:rPr lang="en-US" altLang="zh-CN" sz="1400" b="1" dirty="0">
                <a:latin typeface="微软雅黑" pitchFamily="34" charset="-122"/>
                <a:ea typeface="微软雅黑" pitchFamily="34" charset="-122"/>
              </a:rPr>
              <a:t>A</a:t>
            </a:r>
            <a:r>
              <a:rPr lang="zh-CN" altLang="en-US" sz="1400" b="1" dirty="0">
                <a:latin typeface="微软雅黑" pitchFamily="34" charset="-122"/>
                <a:ea typeface="微软雅黑" pitchFamily="34" charset="-122"/>
              </a:rPr>
              <a:t>发送数据期间想要发送数据，如果不采取措施，一监听到信道空闲超过一个</a:t>
            </a:r>
            <a:r>
              <a:rPr lang="en-US" altLang="zh-CN" sz="1400" b="1" dirty="0">
                <a:latin typeface="微软雅黑" pitchFamily="34" charset="-122"/>
                <a:ea typeface="微软雅黑" pitchFamily="34" charset="-122"/>
              </a:rPr>
              <a:t>DIFS</a:t>
            </a:r>
            <a:r>
              <a:rPr lang="zh-CN" altLang="en-US" sz="1400" b="1" dirty="0">
                <a:latin typeface="微软雅黑" pitchFamily="34" charset="-122"/>
                <a:ea typeface="微软雅黑" pitchFamily="34" charset="-122"/>
              </a:rPr>
              <a:t>就发送数据，则它们必然会发生碰撞。</a:t>
            </a:r>
          </a:p>
        </p:txBody>
      </p:sp>
      <p:sp>
        <p:nvSpPr>
          <p:cNvPr id="74" name="Freeform 13"/>
          <p:cNvSpPr>
            <a:spLocks/>
          </p:cNvSpPr>
          <p:nvPr/>
        </p:nvSpPr>
        <p:spPr bwMode="auto">
          <a:xfrm>
            <a:off x="2631543" y="2436403"/>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53417"/>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71487"/>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233999"/>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SIFS</a:t>
            </a:r>
          </a:p>
        </p:txBody>
      </p:sp>
      <p:sp>
        <p:nvSpPr>
          <p:cNvPr id="78" name="Line 110"/>
          <p:cNvSpPr>
            <a:spLocks noChangeShapeType="1"/>
          </p:cNvSpPr>
          <p:nvPr/>
        </p:nvSpPr>
        <p:spPr bwMode="auto">
          <a:xfrm>
            <a:off x="4456582" y="2509313"/>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930707"/>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938983"/>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64826"/>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92012"/>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64826"/>
            <a:ext cx="0" cy="138300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517963"/>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451232"/>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7" name="Text Box 9"/>
          <p:cNvSpPr txBox="1">
            <a:spLocks noChangeArrowheads="1"/>
          </p:cNvSpPr>
          <p:nvPr/>
        </p:nvSpPr>
        <p:spPr bwMode="auto">
          <a:xfrm>
            <a:off x="6963705" y="2506842"/>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72723"/>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90" name="Line 106"/>
          <p:cNvSpPr>
            <a:spLocks noChangeShapeType="1"/>
          </p:cNvSpPr>
          <p:nvPr/>
        </p:nvSpPr>
        <p:spPr bwMode="auto">
          <a:xfrm>
            <a:off x="4464811" y="2877571"/>
            <a:ext cx="0" cy="93052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矩形 131"/>
          <p:cNvSpPr>
            <a:spLocks noChangeArrowheads="1"/>
          </p:cNvSpPr>
          <p:nvPr/>
        </p:nvSpPr>
        <p:spPr bwMode="auto">
          <a:xfrm>
            <a:off x="5671597" y="2546386"/>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5380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542678"/>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30912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52564"/>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545150"/>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54144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55132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54885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nvGrpSpPr>
          <p:cNvPr id="113" name="组合 51"/>
          <p:cNvGrpSpPr>
            <a:grpSpLocks/>
          </p:cNvGrpSpPr>
          <p:nvPr/>
        </p:nvGrpSpPr>
        <p:grpSpPr bwMode="auto">
          <a:xfrm>
            <a:off x="1902534" y="2714449"/>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8" name="Text Box 9"/>
          <p:cNvSpPr txBox="1">
            <a:spLocks noChangeArrowheads="1"/>
          </p:cNvSpPr>
          <p:nvPr/>
        </p:nvSpPr>
        <p:spPr bwMode="auto">
          <a:xfrm>
            <a:off x="6963705" y="3570830"/>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825668"/>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744107"/>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88780"/>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517963"/>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428988"/>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61253"/>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sp>
        <p:nvSpPr>
          <p:cNvPr id="127" name="Text Box 9"/>
          <p:cNvSpPr txBox="1">
            <a:spLocks noChangeArrowheads="1"/>
          </p:cNvSpPr>
          <p:nvPr/>
        </p:nvSpPr>
        <p:spPr bwMode="auto">
          <a:xfrm>
            <a:off x="43308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2</a:t>
            </a:r>
          </a:p>
        </p:txBody>
      </p:sp>
      <p:sp>
        <p:nvSpPr>
          <p:cNvPr id="5" name="Text Box 97">
            <a:extLst>
              <a:ext uri="{FF2B5EF4-FFF2-40B4-BE49-F238E27FC236}">
                <a16:creationId xmlns:a16="http://schemas.microsoft.com/office/drawing/2014/main" id="{4739DD22-A538-8256-2007-A49225AF573E}"/>
              </a:ext>
            </a:extLst>
          </p:cNvPr>
          <p:cNvSpPr txBox="1">
            <a:spLocks noChangeArrowheads="1"/>
          </p:cNvSpPr>
          <p:nvPr/>
        </p:nvSpPr>
        <p:spPr bwMode="auto">
          <a:xfrm>
            <a:off x="1718818" y="3570830"/>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6" name="Line 106">
            <a:extLst>
              <a:ext uri="{FF2B5EF4-FFF2-40B4-BE49-F238E27FC236}">
                <a16:creationId xmlns:a16="http://schemas.microsoft.com/office/drawing/2014/main" id="{8DC49AAE-FFEF-30B9-94B7-BE2C4E137210}"/>
              </a:ext>
            </a:extLst>
          </p:cNvPr>
          <p:cNvSpPr>
            <a:spLocks noChangeShapeType="1"/>
          </p:cNvSpPr>
          <p:nvPr/>
        </p:nvSpPr>
        <p:spPr bwMode="auto">
          <a:xfrm>
            <a:off x="4190199" y="3526625"/>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 name="Text Box 9">
            <a:extLst>
              <a:ext uri="{FF2B5EF4-FFF2-40B4-BE49-F238E27FC236}">
                <a16:creationId xmlns:a16="http://schemas.microsoft.com/office/drawing/2014/main" id="{82B4E0EB-B122-ED4D-99DA-87517BB5A436}"/>
              </a:ext>
            </a:extLst>
          </p:cNvPr>
          <p:cNvSpPr txBox="1">
            <a:spLocks noChangeArrowheads="1"/>
          </p:cNvSpPr>
          <p:nvPr/>
        </p:nvSpPr>
        <p:spPr bwMode="auto">
          <a:xfrm>
            <a:off x="4320156" y="3756329"/>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3</a:t>
            </a:r>
          </a:p>
        </p:txBody>
      </p:sp>
      <p:sp>
        <p:nvSpPr>
          <p:cNvPr id="8" name="Text Box 9">
            <a:extLst>
              <a:ext uri="{FF2B5EF4-FFF2-40B4-BE49-F238E27FC236}">
                <a16:creationId xmlns:a16="http://schemas.microsoft.com/office/drawing/2014/main" id="{568145E2-79CA-1FAB-0691-DC14DC912899}"/>
              </a:ext>
            </a:extLst>
          </p:cNvPr>
          <p:cNvSpPr txBox="1">
            <a:spLocks noChangeArrowheads="1"/>
          </p:cNvSpPr>
          <p:nvPr/>
        </p:nvSpPr>
        <p:spPr bwMode="auto">
          <a:xfrm>
            <a:off x="4780805" y="3756329"/>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4</a:t>
            </a:r>
          </a:p>
        </p:txBody>
      </p:sp>
      <p:sp>
        <p:nvSpPr>
          <p:cNvPr id="9" name="Line 106">
            <a:extLst>
              <a:ext uri="{FF2B5EF4-FFF2-40B4-BE49-F238E27FC236}">
                <a16:creationId xmlns:a16="http://schemas.microsoft.com/office/drawing/2014/main" id="{BD6C19D5-49E1-2C5D-3D21-CCFF6961B149}"/>
              </a:ext>
            </a:extLst>
          </p:cNvPr>
          <p:cNvSpPr>
            <a:spLocks noChangeShapeType="1"/>
          </p:cNvSpPr>
          <p:nvPr/>
        </p:nvSpPr>
        <p:spPr bwMode="auto">
          <a:xfrm>
            <a:off x="5669260" y="2892321"/>
            <a:ext cx="0" cy="93052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 name="Text Box 24">
            <a:extLst>
              <a:ext uri="{FF2B5EF4-FFF2-40B4-BE49-F238E27FC236}">
                <a16:creationId xmlns:a16="http://schemas.microsoft.com/office/drawing/2014/main" id="{826776F7-504D-20B4-944E-A5B70FECBF8C}"/>
              </a:ext>
            </a:extLst>
          </p:cNvPr>
          <p:cNvSpPr txBox="1">
            <a:spLocks noChangeArrowheads="1"/>
          </p:cNvSpPr>
          <p:nvPr/>
        </p:nvSpPr>
        <p:spPr bwMode="auto">
          <a:xfrm>
            <a:off x="4422115" y="3421303"/>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sp>
        <p:nvSpPr>
          <p:cNvPr id="11" name="Line 110">
            <a:extLst>
              <a:ext uri="{FF2B5EF4-FFF2-40B4-BE49-F238E27FC236}">
                <a16:creationId xmlns:a16="http://schemas.microsoft.com/office/drawing/2014/main" id="{61217121-0DC9-B789-E9A7-C1DAC2849B90}"/>
              </a:ext>
            </a:extLst>
          </p:cNvPr>
          <p:cNvSpPr>
            <a:spLocks noChangeShapeType="1"/>
          </p:cNvSpPr>
          <p:nvPr/>
        </p:nvSpPr>
        <p:spPr bwMode="auto">
          <a:xfrm>
            <a:off x="4464701" y="3673316"/>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 name="Line 106">
            <a:extLst>
              <a:ext uri="{FF2B5EF4-FFF2-40B4-BE49-F238E27FC236}">
                <a16:creationId xmlns:a16="http://schemas.microsoft.com/office/drawing/2014/main" id="{32913C6B-E495-0550-0C9C-00D1D7BB10ED}"/>
              </a:ext>
            </a:extLst>
          </p:cNvPr>
          <p:cNvSpPr>
            <a:spLocks noChangeShapeType="1"/>
          </p:cNvSpPr>
          <p:nvPr/>
        </p:nvSpPr>
        <p:spPr bwMode="auto">
          <a:xfrm>
            <a:off x="4932273" y="3205046"/>
            <a:ext cx="0" cy="60305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 name="Text Box 9">
            <a:extLst>
              <a:ext uri="{FF2B5EF4-FFF2-40B4-BE49-F238E27FC236}">
                <a16:creationId xmlns:a16="http://schemas.microsoft.com/office/drawing/2014/main" id="{7EC429AF-983D-DDE2-8B2B-8C8BD060DD2E}"/>
              </a:ext>
            </a:extLst>
          </p:cNvPr>
          <p:cNvSpPr txBox="1">
            <a:spLocks noChangeArrowheads="1"/>
          </p:cNvSpPr>
          <p:nvPr/>
        </p:nvSpPr>
        <p:spPr bwMode="auto">
          <a:xfrm>
            <a:off x="5512626" y="3756329"/>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5</a:t>
            </a:r>
          </a:p>
        </p:txBody>
      </p:sp>
      <p:grpSp>
        <p:nvGrpSpPr>
          <p:cNvPr id="26" name="组合 25">
            <a:extLst>
              <a:ext uri="{FF2B5EF4-FFF2-40B4-BE49-F238E27FC236}">
                <a16:creationId xmlns:a16="http://schemas.microsoft.com/office/drawing/2014/main" id="{37CBD03A-E7AA-B2FD-CAAA-1ABDD1BB7ADD}"/>
              </a:ext>
            </a:extLst>
          </p:cNvPr>
          <p:cNvGrpSpPr/>
          <p:nvPr/>
        </p:nvGrpSpPr>
        <p:grpSpPr>
          <a:xfrm>
            <a:off x="1716487" y="3862645"/>
            <a:ext cx="5509855" cy="346132"/>
            <a:chOff x="1716487" y="3862645"/>
            <a:chExt cx="5509855" cy="346132"/>
          </a:xfrm>
        </p:grpSpPr>
        <p:sp>
          <p:nvSpPr>
            <p:cNvPr id="17" name="Text Box 9">
              <a:extLst>
                <a:ext uri="{FF2B5EF4-FFF2-40B4-BE49-F238E27FC236}">
                  <a16:creationId xmlns:a16="http://schemas.microsoft.com/office/drawing/2014/main" id="{62301162-372B-B8EC-C067-EBEBF6777C4B}"/>
                </a:ext>
              </a:extLst>
            </p:cNvPr>
            <p:cNvSpPr txBox="1">
              <a:spLocks noChangeArrowheads="1"/>
            </p:cNvSpPr>
            <p:nvPr/>
          </p:nvSpPr>
          <p:spPr bwMode="auto">
            <a:xfrm>
              <a:off x="6963705" y="3906021"/>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p>
          </p:txBody>
        </p:sp>
        <p:sp>
          <p:nvSpPr>
            <p:cNvPr id="18" name="Text Box 97">
              <a:extLst>
                <a:ext uri="{FF2B5EF4-FFF2-40B4-BE49-F238E27FC236}">
                  <a16:creationId xmlns:a16="http://schemas.microsoft.com/office/drawing/2014/main" id="{FA5107D6-19BB-5F82-8DEB-82361CA61AE7}"/>
                </a:ext>
              </a:extLst>
            </p:cNvPr>
            <p:cNvSpPr txBox="1">
              <a:spLocks noChangeArrowheads="1"/>
            </p:cNvSpPr>
            <p:nvPr/>
          </p:nvSpPr>
          <p:spPr bwMode="auto">
            <a:xfrm>
              <a:off x="1716487" y="3931778"/>
              <a:ext cx="3064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D</a:t>
              </a:r>
              <a:endParaRPr lang="zh-CN" altLang="en-US" sz="1200" b="1" dirty="0">
                <a:latin typeface="微软雅黑" panose="020B0503020204020204" pitchFamily="34" charset="-122"/>
                <a:ea typeface="微软雅黑" panose="020B0503020204020204" pitchFamily="34" charset="-122"/>
              </a:endParaRPr>
            </a:p>
          </p:txBody>
        </p:sp>
        <p:sp>
          <p:nvSpPr>
            <p:cNvPr id="19" name="Line 106">
              <a:extLst>
                <a:ext uri="{FF2B5EF4-FFF2-40B4-BE49-F238E27FC236}">
                  <a16:creationId xmlns:a16="http://schemas.microsoft.com/office/drawing/2014/main" id="{F74F7AB8-6B15-9BCD-3AA6-34F1A8BE9FA5}"/>
                </a:ext>
              </a:extLst>
            </p:cNvPr>
            <p:cNvSpPr>
              <a:spLocks noChangeShapeType="1"/>
            </p:cNvSpPr>
            <p:nvPr/>
          </p:nvSpPr>
          <p:spPr bwMode="auto">
            <a:xfrm>
              <a:off x="3845826" y="3862645"/>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 name="Line 95">
              <a:extLst>
                <a:ext uri="{FF2B5EF4-FFF2-40B4-BE49-F238E27FC236}">
                  <a16:creationId xmlns:a16="http://schemas.microsoft.com/office/drawing/2014/main" id="{E70FC274-1394-9DB1-BF52-6D2AFD82AF6A}"/>
                </a:ext>
              </a:extLst>
            </p:cNvPr>
            <p:cNvSpPr>
              <a:spLocks noChangeShapeType="1"/>
            </p:cNvSpPr>
            <p:nvPr/>
          </p:nvSpPr>
          <p:spPr bwMode="auto">
            <a:xfrm>
              <a:off x="1921320" y="4150984"/>
              <a:ext cx="52150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6" name="对话气泡: 矩形 15">
            <a:extLst>
              <a:ext uri="{FF2B5EF4-FFF2-40B4-BE49-F238E27FC236}">
                <a16:creationId xmlns:a16="http://schemas.microsoft.com/office/drawing/2014/main" id="{09B1C352-63AE-768F-14D5-D2F55DA3475B}"/>
              </a:ext>
            </a:extLst>
          </p:cNvPr>
          <p:cNvSpPr/>
          <p:nvPr/>
        </p:nvSpPr>
        <p:spPr>
          <a:xfrm>
            <a:off x="5333487" y="4287029"/>
            <a:ext cx="1974842" cy="468733"/>
          </a:xfrm>
          <a:prstGeom prst="wedgeRectCallout">
            <a:avLst>
              <a:gd name="adj1" fmla="val -32564"/>
              <a:gd name="adj2" fmla="val -112650"/>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若多个站点都在此时发送数据则必然发送碰撞</a:t>
            </a:r>
          </a:p>
        </p:txBody>
      </p:sp>
      <p:sp>
        <p:nvSpPr>
          <p:cNvPr id="28" name="文本框 27">
            <a:extLst>
              <a:ext uri="{FF2B5EF4-FFF2-40B4-BE49-F238E27FC236}">
                <a16:creationId xmlns:a16="http://schemas.microsoft.com/office/drawing/2014/main" id="{504F6AD0-BAD0-355D-0DE9-0B4DD221BF0E}"/>
              </a:ext>
            </a:extLst>
          </p:cNvPr>
          <p:cNvSpPr txBox="1"/>
          <p:nvPr/>
        </p:nvSpPr>
        <p:spPr>
          <a:xfrm>
            <a:off x="1305252" y="1709704"/>
            <a:ext cx="6533496" cy="327397"/>
          </a:xfrm>
          <a:prstGeom prst="rect">
            <a:avLst/>
          </a:prstGeom>
          <a:ln/>
        </p:spPr>
        <p:style>
          <a:lnRef idx="1">
            <a:schemeClr val="accent2"/>
          </a:lnRef>
          <a:fillRef idx="2">
            <a:schemeClr val="accent2"/>
          </a:fillRef>
          <a:effectRef idx="1">
            <a:schemeClr val="accent2"/>
          </a:effectRef>
          <a:fontRef idx="minor">
            <a:schemeClr val="dk1"/>
          </a:fontRef>
        </p:style>
        <p:txBody>
          <a:bodyPr wrap="square">
            <a:spAutoFit/>
          </a:bodyPr>
          <a:lstStyle>
            <a:defPPr>
              <a:defRPr lang="zh-CN"/>
            </a:defPPr>
            <a:lvl1pPr>
              <a:lnSpc>
                <a:spcPts val="2000"/>
              </a:lnSpc>
              <a:defRPr sz="1400" b="1">
                <a:latin typeface="微软雅黑" pitchFamily="34" charset="-122"/>
                <a:ea typeface="微软雅黑" pitchFamily="34" charset="-122"/>
              </a:defRPr>
            </a:lvl1pPr>
          </a:lstStyle>
          <a:p>
            <a:r>
              <a:rPr lang="zh-CN" altLang="en-US" dirty="0"/>
              <a:t>进入争用期竞争发送权的站点，必须执行</a:t>
            </a:r>
            <a:r>
              <a:rPr lang="zh-CN" altLang="en-US" dirty="0">
                <a:solidFill>
                  <a:srgbClr val="C00000"/>
                </a:solidFill>
              </a:rPr>
              <a:t>退避算法</a:t>
            </a:r>
            <a:r>
              <a:rPr lang="zh-CN" altLang="en-US" dirty="0"/>
              <a:t>，分散发送时间以预防碰撞。</a:t>
            </a:r>
          </a:p>
        </p:txBody>
      </p:sp>
    </p:spTree>
    <p:extLst>
      <p:ext uri="{BB962C8B-B14F-4D97-AF65-F5344CB8AC3E}">
        <p14:creationId xmlns:p14="http://schemas.microsoft.com/office/powerpoint/2010/main" val="28126368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1000"/>
                                        <p:tgtEl>
                                          <p:spTgt spid="68"/>
                                        </p:tgtEl>
                                      </p:cBhvr>
                                    </p:animEffect>
                                    <p:anim calcmode="lin" valueType="num">
                                      <p:cBhvr>
                                        <p:cTn id="8" dur="1000" fill="hold"/>
                                        <p:tgtEl>
                                          <p:spTgt spid="68"/>
                                        </p:tgtEl>
                                        <p:attrNameLst>
                                          <p:attrName>ppt_x</p:attrName>
                                        </p:attrNameLst>
                                      </p:cBhvr>
                                      <p:tavLst>
                                        <p:tav tm="0">
                                          <p:val>
                                            <p:strVal val="#ppt_x"/>
                                          </p:val>
                                        </p:tav>
                                        <p:tav tm="100000">
                                          <p:val>
                                            <p:strVal val="#ppt_x"/>
                                          </p:val>
                                        </p:tav>
                                      </p:tavLst>
                                    </p:anim>
                                    <p:anim calcmode="lin" valueType="num">
                                      <p:cBhvr>
                                        <p:cTn id="9" dur="1000" fill="hold"/>
                                        <p:tgtEl>
                                          <p:spTgt spid="68"/>
                                        </p:tgtEl>
                                        <p:attrNameLst>
                                          <p:attrName>ppt_y</p:attrName>
                                        </p:attrNameLst>
                                      </p:cBhvr>
                                      <p:tavLst>
                                        <p:tav tm="0">
                                          <p:val>
                                            <p:strVal val="#ppt_y+.1"/>
                                          </p:val>
                                        </p:tav>
                                        <p:tav tm="100000">
                                          <p:val>
                                            <p:strVal val="#ppt_y"/>
                                          </p:val>
                                        </p:tav>
                                      </p:tavLst>
                                    </p:anim>
                                  </p:childTnLst>
                                </p:cTn>
                              </p:par>
                              <p:par>
                                <p:cTn id="10" presetID="1" presetClass="entr" presetSubtype="0" fill="hold" nodeType="withEffect">
                                  <p:stCondLst>
                                    <p:cond delay="0"/>
                                  </p:stCondLst>
                                  <p:childTnLst>
                                    <p:set>
                                      <p:cBhvr>
                                        <p:cTn id="11" dur="1" fill="hold">
                                          <p:stCondLst>
                                            <p:cond delay="0"/>
                                          </p:stCondLst>
                                        </p:cTn>
                                        <p:tgtEl>
                                          <p:spTgt spid="26"/>
                                        </p:tgtEl>
                                        <p:attrNameLst>
                                          <p:attrName>style.visibility</p:attrName>
                                        </p:attrNameLst>
                                      </p:cBhvr>
                                      <p:to>
                                        <p:strVal val="visible"/>
                                      </p:to>
                                    </p:set>
                                  </p:childTnLst>
                                </p:cTn>
                              </p:par>
                              <p:par>
                                <p:cTn id="12" presetID="35" presetClass="emph" presetSubtype="0" repeatCount="3000" fill="hold" nodeType="withEffect">
                                  <p:stCondLst>
                                    <p:cond delay="0"/>
                                  </p:stCondLst>
                                  <p:childTnLst>
                                    <p:anim calcmode="discrete" valueType="str">
                                      <p:cBhvr>
                                        <p:cTn id="13" dur="1000" fill="hold"/>
                                        <p:tgtEl>
                                          <p:spTgt spid="26"/>
                                        </p:tgtEl>
                                        <p:attrNameLst>
                                          <p:attrName>style.visibility</p:attrName>
                                        </p:attrNameLst>
                                      </p:cBhvr>
                                      <p:tavLst>
                                        <p:tav tm="0">
                                          <p:val>
                                            <p:strVal val="hidden"/>
                                          </p:val>
                                        </p:tav>
                                        <p:tav tm="50000">
                                          <p:val>
                                            <p:strVal val="visible"/>
                                          </p:val>
                                        </p:tav>
                                      </p:tavLst>
                                    </p:anim>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grpId="0" nodeType="click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wipe(up)">
                                      <p:cBhvr>
                                        <p:cTn id="18" dur="500"/>
                                        <p:tgtEl>
                                          <p:spTgt spid="16"/>
                                        </p:tgtEl>
                                      </p:cBhvr>
                                    </p:animEffect>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grpId="0" nodeType="clickEffect">
                                  <p:stCondLst>
                                    <p:cond delay="0"/>
                                  </p:stCondLst>
                                  <p:childTnLst>
                                    <p:set>
                                      <p:cBhvr>
                                        <p:cTn id="22" dur="1" fill="hold">
                                          <p:stCondLst>
                                            <p:cond delay="0"/>
                                          </p:stCondLst>
                                        </p:cTn>
                                        <p:tgtEl>
                                          <p:spTgt spid="28"/>
                                        </p:tgtEl>
                                        <p:attrNameLst>
                                          <p:attrName>style.visibility</p:attrName>
                                        </p:attrNameLst>
                                      </p:cBhvr>
                                      <p:to>
                                        <p:strVal val="visible"/>
                                      </p:to>
                                    </p:set>
                                    <p:anim calcmode="lin" valueType="num">
                                      <p:cBhvr>
                                        <p:cTn id="23" dur="500" fill="hold"/>
                                        <p:tgtEl>
                                          <p:spTgt spid="28"/>
                                        </p:tgtEl>
                                        <p:attrNameLst>
                                          <p:attrName>ppt_w</p:attrName>
                                        </p:attrNameLst>
                                      </p:cBhvr>
                                      <p:tavLst>
                                        <p:tav tm="0">
                                          <p:val>
                                            <p:fltVal val="0"/>
                                          </p:val>
                                        </p:tav>
                                        <p:tav tm="100000">
                                          <p:val>
                                            <p:strVal val="#ppt_w"/>
                                          </p:val>
                                        </p:tav>
                                      </p:tavLst>
                                    </p:anim>
                                    <p:anim calcmode="lin" valueType="num">
                                      <p:cBhvr>
                                        <p:cTn id="24" dur="500" fill="hold"/>
                                        <p:tgtEl>
                                          <p:spTgt spid="28"/>
                                        </p:tgtEl>
                                        <p:attrNameLst>
                                          <p:attrName>ppt_h</p:attrName>
                                        </p:attrNameLst>
                                      </p:cBhvr>
                                      <p:tavLst>
                                        <p:tav tm="0">
                                          <p:val>
                                            <p:fltVal val="0"/>
                                          </p:val>
                                        </p:tav>
                                        <p:tav tm="100000">
                                          <p:val>
                                            <p:strVal val="#ppt_h"/>
                                          </p:val>
                                        </p:tav>
                                      </p:tavLst>
                                    </p:anim>
                                    <p:animEffect transition="in" filter="fade">
                                      <p:cBhvr>
                                        <p:cTn id="25" dur="500"/>
                                        <p:tgtEl>
                                          <p:spTgt spid="28"/>
                                        </p:tgtEl>
                                      </p:cBhvr>
                                    </p:animEffect>
                                  </p:childTnLst>
                                </p:cTn>
                              </p:par>
                            </p:childTnLst>
                          </p:cTn>
                        </p:par>
                        <p:par>
                          <p:cTn id="26" fill="hold">
                            <p:stCondLst>
                              <p:cond delay="500"/>
                            </p:stCondLst>
                            <p:childTnLst>
                              <p:par>
                                <p:cTn id="27" presetID="35" presetClass="emph" presetSubtype="0" repeatCount="3000" fill="hold" grpId="0" nodeType="afterEffect">
                                  <p:stCondLst>
                                    <p:cond delay="0"/>
                                  </p:stCondLst>
                                  <p:childTnLst>
                                    <p:anim calcmode="discrete" valueType="str">
                                      <p:cBhvr>
                                        <p:cTn id="28" dur="1000" fill="hold"/>
                                        <p:tgtEl>
                                          <p:spTgt spid="10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104" grpId="0"/>
      <p:bldP spid="16" grpId="0" animBg="1"/>
      <p:bldP spid="28"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04083"/>
            <a:ext cx="8133857" cy="29844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争用信道的过程</a:t>
            </a:r>
          </a:p>
        </p:txBody>
      </p:sp>
      <p:grpSp>
        <p:nvGrpSpPr>
          <p:cNvPr id="103" name="组合 102"/>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a:spLocks/>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争用期</a:t>
              </a:r>
            </a:p>
          </p:txBody>
        </p: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p>
          </p:txBody>
        </p:sp>
        <p:sp>
          <p:nvSpPr>
            <p:cNvPr id="167" name="Freeform 13"/>
            <p:cNvSpPr>
              <a:spLocks/>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a:grpSpLocks/>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a:spLocks/>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nvGrpSpPr>
            <p:cNvPr id="191" name="组合 99"/>
            <p:cNvGrpSpPr>
              <a:grpSpLocks/>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CW</a:t>
                </a:r>
              </a:p>
            </p:txBody>
          </p:sp>
        </p:grp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headEnd/>
              <a:tailE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headEnd/>
              <a:tailE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headEnd/>
              <a:tailEnd/>
            </a:ln>
          </p:spPr>
        </p:cxnSp>
        <p:grpSp>
          <p:nvGrpSpPr>
            <p:cNvPr id="235" name="组合 151"/>
            <p:cNvGrpSpPr>
              <a:grpSpLocks/>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grpSp>
      <p:sp>
        <p:nvSpPr>
          <p:cNvPr id="80" name="矩形 79"/>
          <p:cNvSpPr/>
          <p:nvPr/>
        </p:nvSpPr>
        <p:spPr>
          <a:xfrm>
            <a:off x="1262743" y="3987657"/>
            <a:ext cx="6872128" cy="656590"/>
          </a:xfrm>
          <a:prstGeom prst="rect">
            <a:avLst/>
          </a:prstGeom>
        </p:spPr>
        <p:txBody>
          <a:bodyPr wrap="square">
            <a:spAutoFit/>
          </a:bodyPr>
          <a:lstStyle/>
          <a:p>
            <a:pPr>
              <a:lnSpc>
                <a:spcPts val="2200"/>
              </a:lnSpc>
            </a:pPr>
            <a:r>
              <a:rPr lang="zh-CN" altLang="zh-CN" sz="1600" b="1" dirty="0">
                <a:latin typeface="微软雅黑" pitchFamily="34" charset="-122"/>
                <a:ea typeface="微软雅黑" pitchFamily="34" charset="-122"/>
              </a:rPr>
              <a:t>在站点</a:t>
            </a:r>
            <a:r>
              <a:rPr lang="en-US" altLang="zh-CN" sz="1600" b="1" dirty="0">
                <a:latin typeface="微软雅黑" pitchFamily="34" charset="-122"/>
                <a:ea typeface="微软雅黑" pitchFamily="34" charset="-122"/>
              </a:rPr>
              <a:t> A </a:t>
            </a:r>
            <a:r>
              <a:rPr lang="zh-CN" altLang="zh-CN" sz="1600" b="1" dirty="0">
                <a:latin typeface="微软雅黑" pitchFamily="34" charset="-122"/>
                <a:ea typeface="微软雅黑" pitchFamily="34" charset="-122"/>
              </a:rPr>
              <a:t>和</a:t>
            </a:r>
            <a:r>
              <a:rPr lang="en-US" altLang="zh-CN" sz="1600" b="1" dirty="0">
                <a:latin typeface="微软雅黑" pitchFamily="34" charset="-122"/>
                <a:ea typeface="微软雅黑" pitchFamily="34" charset="-122"/>
              </a:rPr>
              <a:t> B </a:t>
            </a:r>
            <a:r>
              <a:rPr lang="zh-CN" altLang="zh-CN" sz="1600" b="1" dirty="0">
                <a:latin typeface="微软雅黑" pitchFamily="34" charset="-122"/>
                <a:ea typeface="微软雅黑" pitchFamily="34" charset="-122"/>
              </a:rPr>
              <a:t>通信的过程中，站点</a:t>
            </a:r>
            <a:r>
              <a:rPr lang="en-US" altLang="zh-CN" sz="1600" b="1" dirty="0">
                <a:latin typeface="微软雅黑" pitchFamily="34" charset="-122"/>
                <a:ea typeface="微软雅黑" pitchFamily="34" charset="-122"/>
              </a:rPr>
              <a:t> C </a:t>
            </a:r>
            <a:r>
              <a:rPr lang="zh-CN" altLang="zh-CN" sz="1600" b="1" dirty="0">
                <a:latin typeface="微软雅黑" pitchFamily="34" charset="-122"/>
                <a:ea typeface="微软雅黑" pitchFamily="34" charset="-122"/>
              </a:rPr>
              <a:t>和</a:t>
            </a:r>
            <a:r>
              <a:rPr lang="en-US" altLang="zh-CN" sz="1600" b="1" dirty="0">
                <a:latin typeface="微软雅黑" pitchFamily="34" charset="-122"/>
                <a:ea typeface="微软雅黑" pitchFamily="34" charset="-122"/>
              </a:rPr>
              <a:t> D </a:t>
            </a:r>
            <a:r>
              <a:rPr lang="zh-CN" altLang="zh-CN" sz="1600" b="1" dirty="0">
                <a:latin typeface="微软雅黑" pitchFamily="34" charset="-122"/>
                <a:ea typeface="微软雅黑" pitchFamily="34" charset="-122"/>
              </a:rPr>
              <a:t>也要发送数据。但</a:t>
            </a:r>
            <a:r>
              <a:rPr lang="en-US" altLang="zh-CN" sz="1600" b="1" dirty="0">
                <a:latin typeface="微软雅黑" pitchFamily="34" charset="-122"/>
                <a:ea typeface="微软雅黑" pitchFamily="34" charset="-122"/>
              </a:rPr>
              <a:t> C </a:t>
            </a:r>
            <a:r>
              <a:rPr lang="zh-CN" altLang="zh-CN" sz="1600" b="1" dirty="0">
                <a:latin typeface="微软雅黑" pitchFamily="34" charset="-122"/>
                <a:ea typeface="微软雅黑" pitchFamily="34" charset="-122"/>
              </a:rPr>
              <a:t>和</a:t>
            </a:r>
            <a:r>
              <a:rPr lang="en-US" altLang="zh-CN" sz="1600" b="1" dirty="0">
                <a:latin typeface="微软雅黑" pitchFamily="34" charset="-122"/>
                <a:ea typeface="微软雅黑" pitchFamily="34" charset="-122"/>
              </a:rPr>
              <a:t> D </a:t>
            </a:r>
            <a:r>
              <a:rPr lang="zh-CN" altLang="zh-CN" sz="1600" b="1" dirty="0">
                <a:latin typeface="微软雅黑" pitchFamily="34" charset="-122"/>
                <a:ea typeface="微软雅黑" pitchFamily="34" charset="-122"/>
              </a:rPr>
              <a:t>检测到信道忙，因此必须</a:t>
            </a:r>
            <a:r>
              <a:rPr lang="zh-CN" altLang="zh-CN" sz="1600" b="1" dirty="0">
                <a:solidFill>
                  <a:srgbClr val="C00000"/>
                </a:solidFill>
                <a:latin typeface="微软雅黑" pitchFamily="34" charset="-122"/>
                <a:ea typeface="微软雅黑" pitchFamily="34" charset="-122"/>
              </a:rPr>
              <a:t>推迟接入</a:t>
            </a:r>
            <a:r>
              <a:rPr lang="en-US" altLang="zh-CN" sz="1600" b="1" dirty="0">
                <a:latin typeface="微软雅黑" pitchFamily="34" charset="-122"/>
                <a:ea typeface="微软雅黑" pitchFamily="34" charset="-122"/>
              </a:rPr>
              <a:t>(defer access)</a:t>
            </a:r>
            <a:r>
              <a:rPr lang="zh-CN" altLang="zh-CN" sz="1600" b="1" dirty="0">
                <a:latin typeface="微软雅黑" pitchFamily="34" charset="-122"/>
                <a:ea typeface="微软雅黑" pitchFamily="34" charset="-122"/>
              </a:rPr>
              <a:t>，以免发生碰撞。</a:t>
            </a:r>
            <a:endParaRPr lang="zh-CN" altLang="en-US" sz="1600" b="1" dirty="0">
              <a:latin typeface="微软雅黑" pitchFamily="34" charset="-122"/>
              <a:ea typeface="微软雅黑" pitchFamily="34" charset="-122"/>
            </a:endParaRPr>
          </a:p>
        </p:txBody>
      </p:sp>
      <p:grpSp>
        <p:nvGrpSpPr>
          <p:cNvPr id="147" name="组合 139"/>
          <p:cNvGrpSpPr>
            <a:grpSpLocks/>
          </p:cNvGrpSpPr>
          <p:nvPr/>
        </p:nvGrpSpPr>
        <p:grpSpPr bwMode="auto">
          <a:xfrm>
            <a:off x="2724215" y="3146369"/>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grpSp>
        <p:nvGrpSpPr>
          <p:cNvPr id="150" name="组合 131"/>
          <p:cNvGrpSpPr>
            <a:grpSpLocks/>
          </p:cNvGrpSpPr>
          <p:nvPr/>
        </p:nvGrpSpPr>
        <p:grpSpPr bwMode="auto">
          <a:xfrm>
            <a:off x="3133322" y="2534751"/>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spTree>
    <p:extLst>
      <p:ext uri="{BB962C8B-B14F-4D97-AF65-F5344CB8AC3E}">
        <p14:creationId xmlns:p14="http://schemas.microsoft.com/office/powerpoint/2010/main" val="1769733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80"/>
                                        </p:tgtEl>
                                        <p:attrNameLst>
                                          <p:attrName>style.visibility</p:attrName>
                                        </p:attrNameLst>
                                      </p:cBhvr>
                                      <p:to>
                                        <p:strVal val="visible"/>
                                      </p:to>
                                    </p:set>
                                    <p:animEffect transition="in" filter="fade">
                                      <p:cBhvr>
                                        <p:cTn id="7" dur="1000"/>
                                        <p:tgtEl>
                                          <p:spTgt spid="80"/>
                                        </p:tgtEl>
                                      </p:cBhvr>
                                    </p:animEffect>
                                    <p:anim calcmode="lin" valueType="num">
                                      <p:cBhvr>
                                        <p:cTn id="8" dur="1000" fill="hold"/>
                                        <p:tgtEl>
                                          <p:spTgt spid="80"/>
                                        </p:tgtEl>
                                        <p:attrNameLst>
                                          <p:attrName>ppt_x</p:attrName>
                                        </p:attrNameLst>
                                      </p:cBhvr>
                                      <p:tavLst>
                                        <p:tav tm="0">
                                          <p:val>
                                            <p:strVal val="#ppt_x"/>
                                          </p:val>
                                        </p:tav>
                                        <p:tav tm="100000">
                                          <p:val>
                                            <p:strVal val="#ppt_x"/>
                                          </p:val>
                                        </p:tav>
                                      </p:tavLst>
                                    </p:anim>
                                    <p:anim calcmode="lin" valueType="num">
                                      <p:cBhvr>
                                        <p:cTn id="9" dur="1000" fill="hold"/>
                                        <p:tgtEl>
                                          <p:spTgt spid="8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35" presetClass="emph" presetSubtype="0" repeatCount="3000" fill="hold" nodeType="afterEffect">
                                  <p:stCondLst>
                                    <p:cond delay="0"/>
                                  </p:stCondLst>
                                  <p:childTnLst>
                                    <p:anim calcmode="discrete" valueType="str">
                                      <p:cBhvr>
                                        <p:cTn id="12" dur="1000" fill="hold"/>
                                        <p:tgtEl>
                                          <p:spTgt spid="150"/>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nodeType="withEffect">
                                  <p:stCondLst>
                                    <p:cond delay="0"/>
                                  </p:stCondLst>
                                  <p:childTnLst>
                                    <p:anim calcmode="discrete" valueType="str">
                                      <p:cBhvr>
                                        <p:cTn id="14" dur="1000" fill="hold"/>
                                        <p:tgtEl>
                                          <p:spTgt spid="1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04083"/>
            <a:ext cx="8133857" cy="29844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争用信道的过程</a:t>
            </a:r>
          </a:p>
        </p:txBody>
      </p: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grpSp>
        <p:nvGrpSpPr>
          <p:cNvPr id="3" name="组合 2"/>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a:spLocks/>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grpSp>
          <p:nvGrpSpPr>
            <p:cNvPr id="147" name="组合 139"/>
            <p:cNvGrpSpPr>
              <a:grpSpLocks/>
            </p:cNvGrpSpPr>
            <p:nvPr/>
          </p:nvGrpSpPr>
          <p:grpSpPr bwMode="auto">
            <a:xfrm>
              <a:off x="2767699" y="3122765"/>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grpSp>
          <p:nvGrpSpPr>
            <p:cNvPr id="150" name="组合 131"/>
            <p:cNvGrpSpPr>
              <a:grpSpLocks/>
            </p:cNvGrpSpPr>
            <p:nvPr/>
          </p:nvGrpSpPr>
          <p:grpSpPr bwMode="auto">
            <a:xfrm>
              <a:off x="3097932" y="2535560"/>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p>
          </p:txBody>
        </p:sp>
        <p:sp>
          <p:nvSpPr>
            <p:cNvPr id="167" name="Freeform 13"/>
            <p:cNvSpPr>
              <a:spLocks/>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a:grpSpLocks/>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a:spLocks/>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headEnd/>
              <a:tailE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headEnd/>
              <a:tailE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headEnd/>
              <a:tailEnd/>
            </a:ln>
          </p:spPr>
        </p:cxnSp>
        <p:grpSp>
          <p:nvGrpSpPr>
            <p:cNvPr id="235" name="组合 151"/>
            <p:cNvGrpSpPr>
              <a:grpSpLocks/>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grpSp>
      <p:sp>
        <p:nvSpPr>
          <p:cNvPr id="80" name="矩形 79"/>
          <p:cNvSpPr/>
          <p:nvPr/>
        </p:nvSpPr>
        <p:spPr>
          <a:xfrm>
            <a:off x="1201783" y="3987657"/>
            <a:ext cx="6933087" cy="605294"/>
          </a:xfrm>
          <a:prstGeom prst="rect">
            <a:avLst/>
          </a:prstGeom>
        </p:spPr>
        <p:txBody>
          <a:bodyPr wrap="square">
            <a:spAutoFit/>
          </a:bodyPr>
          <a:lstStyle/>
          <a:p>
            <a:pPr>
              <a:lnSpc>
                <a:spcPts val="2000"/>
              </a:lnSpc>
            </a:pPr>
            <a:r>
              <a:rPr lang="zh-CN" altLang="en-US" sz="1600" b="1" dirty="0">
                <a:latin typeface="微软雅黑" pitchFamily="34" charset="-122"/>
                <a:ea typeface="微软雅黑" pitchFamily="34" charset="-122"/>
              </a:rPr>
              <a:t>争用期也叫做</a:t>
            </a:r>
            <a:r>
              <a:rPr lang="zh-CN" altLang="en-US" sz="1600" b="1" dirty="0">
                <a:solidFill>
                  <a:srgbClr val="C00000"/>
                </a:solidFill>
                <a:latin typeface="微软雅黑" pitchFamily="34" charset="-122"/>
                <a:ea typeface="微软雅黑" pitchFamily="34" charset="-122"/>
              </a:rPr>
              <a:t>争用窗口 </a:t>
            </a:r>
            <a:r>
              <a:rPr lang="en-US" altLang="zh-CN" sz="1600" b="1" dirty="0">
                <a:solidFill>
                  <a:srgbClr val="C00000"/>
                </a:solidFill>
                <a:latin typeface="微软雅黑" pitchFamily="34" charset="-122"/>
                <a:ea typeface="微软雅黑" pitchFamily="34" charset="-122"/>
              </a:rPr>
              <a:t>CW</a:t>
            </a:r>
            <a:r>
              <a:rPr lang="en-US" altLang="zh-CN" sz="1600" b="1" dirty="0">
                <a:latin typeface="微软雅黑" pitchFamily="34" charset="-122"/>
                <a:ea typeface="微软雅黑" pitchFamily="34" charset="-122"/>
              </a:rPr>
              <a:t> (Contention Window)</a:t>
            </a:r>
            <a:r>
              <a:rPr lang="zh-CN" altLang="en-US" sz="1600" b="1" dirty="0">
                <a:latin typeface="微软雅黑" pitchFamily="34" charset="-122"/>
                <a:ea typeface="微软雅黑" pitchFamily="34" charset="-122"/>
              </a:rPr>
              <a:t>。争用窗口由许多时隙 </a:t>
            </a:r>
            <a:r>
              <a:rPr lang="en-US" altLang="zh-CN" sz="1600" b="1" dirty="0">
                <a:latin typeface="微软雅黑" pitchFamily="34" charset="-122"/>
                <a:ea typeface="微软雅黑" pitchFamily="34" charset="-122"/>
              </a:rPr>
              <a:t>(time slot) </a:t>
            </a:r>
            <a:r>
              <a:rPr lang="zh-CN" altLang="en-US" sz="1600" b="1" dirty="0">
                <a:latin typeface="微软雅黑" pitchFamily="34" charset="-122"/>
                <a:ea typeface="微软雅黑" pitchFamily="34" charset="-122"/>
              </a:rPr>
              <a:t>组成。例如，争用窗口 </a:t>
            </a:r>
            <a:r>
              <a:rPr lang="en-US" altLang="zh-CN" sz="1600" b="1" dirty="0">
                <a:latin typeface="微软雅黑" pitchFamily="34" charset="-122"/>
                <a:ea typeface="微软雅黑" pitchFamily="34" charset="-122"/>
              </a:rPr>
              <a:t>CW = 15 </a:t>
            </a:r>
            <a:r>
              <a:rPr lang="zh-CN" altLang="en-US" sz="1600" b="1" dirty="0">
                <a:latin typeface="微软雅黑" pitchFamily="34" charset="-122"/>
                <a:ea typeface="微软雅黑" pitchFamily="34" charset="-122"/>
              </a:rPr>
              <a:t>即窗口大小是 </a:t>
            </a:r>
            <a:r>
              <a:rPr lang="en-US" altLang="zh-CN" sz="1600" b="1" dirty="0">
                <a:latin typeface="微软雅黑" pitchFamily="34" charset="-122"/>
                <a:ea typeface="微软雅黑" pitchFamily="34" charset="-122"/>
              </a:rPr>
              <a:t>15 </a:t>
            </a:r>
            <a:r>
              <a:rPr lang="zh-CN" altLang="en-US" sz="1600" b="1" dirty="0">
                <a:latin typeface="微软雅黑" pitchFamily="34" charset="-122"/>
                <a:ea typeface="微软雅黑" pitchFamily="34" charset="-122"/>
              </a:rPr>
              <a:t>个时隙。</a:t>
            </a:r>
            <a:endParaRPr lang="zh-CN" altLang="en-US" sz="1600" b="1" dirty="0">
              <a:solidFill>
                <a:srgbClr val="C00000"/>
              </a:solidFill>
              <a:latin typeface="微软雅黑" pitchFamily="34" charset="-122"/>
              <a:ea typeface="微软雅黑" pitchFamily="34" charset="-122"/>
            </a:endParaRPr>
          </a:p>
        </p:txBody>
      </p:sp>
      <p:grpSp>
        <p:nvGrpSpPr>
          <p:cNvPr id="191" name="组合 99"/>
          <p:cNvGrpSpPr>
            <a:grpSpLocks/>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990000"/>
                  </a:solidFill>
                  <a:latin typeface="微软雅黑" panose="020B0503020204020204" pitchFamily="34" charset="-122"/>
                  <a:ea typeface="微软雅黑" panose="020B0503020204020204" pitchFamily="34" charset="-122"/>
                </a:rPr>
                <a:t>CW</a:t>
              </a:r>
            </a:p>
          </p:txBody>
        </p:sp>
      </p:grpSp>
    </p:spTree>
    <p:extLst>
      <p:ext uri="{BB962C8B-B14F-4D97-AF65-F5344CB8AC3E}">
        <p14:creationId xmlns:p14="http://schemas.microsoft.com/office/powerpoint/2010/main" val="3994064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80"/>
                                        </p:tgtEl>
                                        <p:attrNameLst>
                                          <p:attrName>style.visibility</p:attrName>
                                        </p:attrNameLst>
                                      </p:cBhvr>
                                      <p:to>
                                        <p:strVal val="visible"/>
                                      </p:to>
                                    </p:set>
                                    <p:animEffect transition="in" filter="fade">
                                      <p:cBhvr>
                                        <p:cTn id="7" dur="1000"/>
                                        <p:tgtEl>
                                          <p:spTgt spid="80"/>
                                        </p:tgtEl>
                                      </p:cBhvr>
                                    </p:animEffect>
                                    <p:anim calcmode="lin" valueType="num">
                                      <p:cBhvr>
                                        <p:cTn id="8" dur="1000" fill="hold"/>
                                        <p:tgtEl>
                                          <p:spTgt spid="80"/>
                                        </p:tgtEl>
                                        <p:attrNameLst>
                                          <p:attrName>ppt_x</p:attrName>
                                        </p:attrNameLst>
                                      </p:cBhvr>
                                      <p:tavLst>
                                        <p:tav tm="0">
                                          <p:val>
                                            <p:strVal val="#ppt_x"/>
                                          </p:val>
                                        </p:tav>
                                        <p:tav tm="100000">
                                          <p:val>
                                            <p:strVal val="#ppt_x"/>
                                          </p:val>
                                        </p:tav>
                                      </p:tavLst>
                                    </p:anim>
                                    <p:anim calcmode="lin" valueType="num">
                                      <p:cBhvr>
                                        <p:cTn id="9" dur="1000" fill="hold"/>
                                        <p:tgtEl>
                                          <p:spTgt spid="8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35" presetClass="emph" presetSubtype="0" repeatCount="3000" fill="hold" grpId="0" nodeType="afterEffect">
                                  <p:stCondLst>
                                    <p:cond delay="0"/>
                                  </p:stCondLst>
                                  <p:childTnLst>
                                    <p:anim calcmode="discrete" valueType="str">
                                      <p:cBhvr>
                                        <p:cTn id="12" dur="1000" fill="hold"/>
                                        <p:tgtEl>
                                          <p:spTgt spid="133"/>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nodeType="withEffect">
                                  <p:stCondLst>
                                    <p:cond delay="0"/>
                                  </p:stCondLst>
                                  <p:childTnLst>
                                    <p:anim calcmode="discrete" valueType="str">
                                      <p:cBhvr>
                                        <p:cTn id="14" dur="1000" fill="hold"/>
                                        <p:tgtEl>
                                          <p:spTgt spid="19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80"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19800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时隙长度的确定</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33857" cy="3054682"/>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方法：</a:t>
            </a:r>
            <a:r>
              <a:rPr lang="zh-CN" altLang="en-US" sz="2000" b="1" dirty="0">
                <a:latin typeface="微软雅黑" pitchFamily="34" charset="-122"/>
                <a:ea typeface="微软雅黑" pitchFamily="34" charset="-122"/>
              </a:rPr>
              <a:t>在下一个时隙开始时，每个站点都能检测出在前一个时隙开始时信道是否忙（这样就可采取适当对策）。</a:t>
            </a: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时隙长短</a:t>
            </a:r>
            <a:r>
              <a:rPr lang="zh-CN" altLang="en-US" sz="2000" b="1" dirty="0">
                <a:solidFill>
                  <a:srgbClr val="0000CC"/>
                </a:solidFill>
                <a:latin typeface="微软雅黑" pitchFamily="34" charset="-122"/>
                <a:ea typeface="微软雅黑" pitchFamily="34" charset="-122"/>
              </a:rPr>
              <a:t>在不同 </a:t>
            </a:r>
            <a:r>
              <a:rPr lang="en-US" altLang="zh-CN" sz="2000" b="1" dirty="0">
                <a:solidFill>
                  <a:srgbClr val="0000CC"/>
                </a:solidFill>
                <a:latin typeface="微软雅黑" pitchFamily="34" charset="-122"/>
                <a:ea typeface="微软雅黑" pitchFamily="34" charset="-122"/>
              </a:rPr>
              <a:t>802.11 </a:t>
            </a:r>
            <a:r>
              <a:rPr lang="zh-CN" altLang="en-US" sz="2000" b="1" dirty="0">
                <a:solidFill>
                  <a:srgbClr val="0000CC"/>
                </a:solidFill>
                <a:latin typeface="微软雅黑" pitchFamily="34" charset="-122"/>
                <a:ea typeface="微软雅黑" pitchFamily="34" charset="-122"/>
              </a:rPr>
              <a:t>标准中可以有不同数值。</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例如：</a:t>
            </a:r>
            <a:r>
              <a:rPr lang="en-US" altLang="zh-CN" sz="2000" b="1" dirty="0">
                <a:latin typeface="微软雅黑" pitchFamily="34" charset="-122"/>
                <a:ea typeface="微软雅黑" pitchFamily="34" charset="-122"/>
              </a:rPr>
              <a:t>802.11g </a:t>
            </a: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一个时隙时间为 </a:t>
            </a:r>
            <a:r>
              <a:rPr lang="en-US" altLang="zh-CN" sz="2000" b="1" dirty="0">
                <a:latin typeface="微软雅黑" pitchFamily="34" charset="-122"/>
                <a:ea typeface="微软雅黑" pitchFamily="34" charset="-122"/>
              </a:rPr>
              <a:t>9us</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SIFS = 10 us</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DIFS = SIFS + (2 * Slot time)</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 28us</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2249186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4">
                                            <p:txEl>
                                              <p:pRg st="3" end="3"/>
                                            </p:txEl>
                                          </p:spTgt>
                                        </p:tgtEl>
                                        <p:attrNameLst>
                                          <p:attrName>style.visibility</p:attrName>
                                        </p:attrNameLst>
                                      </p:cBhvr>
                                      <p:to>
                                        <p:strVal val="visible"/>
                                      </p:to>
                                    </p:set>
                                    <p:animEffect transition="in" filter="fade">
                                      <p:cBhvr>
                                        <p:cTn id="26" dur="1000"/>
                                        <p:tgtEl>
                                          <p:spTgt spid="4">
                                            <p:txEl>
                                              <p:pRg st="3" end="3"/>
                                            </p:txEl>
                                          </p:spTgt>
                                        </p:tgtEl>
                                      </p:cBhvr>
                                    </p:animEffect>
                                    <p:anim calcmode="lin" valueType="num">
                                      <p:cBhvr>
                                        <p:cTn id="27"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28" dur="1000" fill="hold"/>
                                        <p:tgtEl>
                                          <p:spTgt spid="4">
                                            <p:txEl>
                                              <p:pRg st="3" end="3"/>
                                            </p:txEl>
                                          </p:spTgt>
                                        </p:tgtEl>
                                        <p:attrNameLst>
                                          <p:attrName>ppt_y</p:attrName>
                                        </p:attrNameLst>
                                      </p:cBhvr>
                                      <p:tavLst>
                                        <p:tav tm="0">
                                          <p:val>
                                            <p:strVal val="#ppt_y+.1"/>
                                          </p:val>
                                        </p:tav>
                                        <p:tav tm="100000">
                                          <p:val>
                                            <p:strVal val="#ppt_y"/>
                                          </p:val>
                                        </p:tav>
                                      </p:tavLst>
                                    </p:anim>
                                  </p:childTnLst>
                                </p:cTn>
                              </p:par>
                              <p:par>
                                <p:cTn id="29" presetID="42" presetClass="entr" presetSubtype="0" fill="hold" nodeType="withEffect">
                                  <p:stCondLst>
                                    <p:cond delay="0"/>
                                  </p:stCondLst>
                                  <p:childTnLst>
                                    <p:set>
                                      <p:cBhvr>
                                        <p:cTn id="30" dur="1" fill="hold">
                                          <p:stCondLst>
                                            <p:cond delay="0"/>
                                          </p:stCondLst>
                                        </p:cTn>
                                        <p:tgtEl>
                                          <p:spTgt spid="4">
                                            <p:txEl>
                                              <p:pRg st="4" end="4"/>
                                            </p:txEl>
                                          </p:spTgt>
                                        </p:tgtEl>
                                        <p:attrNameLst>
                                          <p:attrName>style.visibility</p:attrName>
                                        </p:attrNameLst>
                                      </p:cBhvr>
                                      <p:to>
                                        <p:strVal val="visible"/>
                                      </p:to>
                                    </p:set>
                                    <p:animEffect transition="in" filter="fade">
                                      <p:cBhvr>
                                        <p:cTn id="31" dur="1000"/>
                                        <p:tgtEl>
                                          <p:spTgt spid="4">
                                            <p:txEl>
                                              <p:pRg st="4" end="4"/>
                                            </p:txEl>
                                          </p:spTgt>
                                        </p:tgtEl>
                                      </p:cBhvr>
                                    </p:animEffect>
                                    <p:anim calcmode="lin" valueType="num">
                                      <p:cBhvr>
                                        <p:cTn id="32" dur="1000" fill="hold"/>
                                        <p:tgtEl>
                                          <p:spTgt spid="4">
                                            <p:txEl>
                                              <p:pRg st="4" end="4"/>
                                            </p:txEl>
                                          </p:spTgt>
                                        </p:tgtEl>
                                        <p:attrNameLst>
                                          <p:attrName>ppt_x</p:attrName>
                                        </p:attrNameLst>
                                      </p:cBhvr>
                                      <p:tavLst>
                                        <p:tav tm="0">
                                          <p:val>
                                            <p:strVal val="#ppt_x"/>
                                          </p:val>
                                        </p:tav>
                                        <p:tav tm="100000">
                                          <p:val>
                                            <p:strVal val="#ppt_x"/>
                                          </p:val>
                                        </p:tav>
                                      </p:tavLst>
                                    </p:anim>
                                    <p:anim calcmode="lin" valueType="num">
                                      <p:cBhvr>
                                        <p:cTn id="33" dur="1000" fill="hold"/>
                                        <p:tgtEl>
                                          <p:spTgt spid="4">
                                            <p:txEl>
                                              <p:pRg st="4" end="4"/>
                                            </p:txEl>
                                          </p:spTgt>
                                        </p:tgtEl>
                                        <p:attrNameLst>
                                          <p:attrName>ppt_y</p:attrName>
                                        </p:attrNameLst>
                                      </p:cBhvr>
                                      <p:tavLst>
                                        <p:tav tm="0">
                                          <p:val>
                                            <p:strVal val="#ppt_y+.1"/>
                                          </p:val>
                                        </p:tav>
                                        <p:tav tm="100000">
                                          <p:val>
                                            <p:strVal val="#ppt_y"/>
                                          </p:val>
                                        </p:tav>
                                      </p:tavLst>
                                    </p:anim>
                                  </p:childTnLst>
                                </p:cTn>
                              </p:par>
                              <p:par>
                                <p:cTn id="34" presetID="42" presetClass="entr" presetSubtype="0" fill="hold" nodeType="withEffect">
                                  <p:stCondLst>
                                    <p:cond delay="0"/>
                                  </p:stCondLst>
                                  <p:childTnLst>
                                    <p:set>
                                      <p:cBhvr>
                                        <p:cTn id="35" dur="1" fill="hold">
                                          <p:stCondLst>
                                            <p:cond delay="0"/>
                                          </p:stCondLst>
                                        </p:cTn>
                                        <p:tgtEl>
                                          <p:spTgt spid="4">
                                            <p:txEl>
                                              <p:pRg st="5" end="5"/>
                                            </p:txEl>
                                          </p:spTgt>
                                        </p:tgtEl>
                                        <p:attrNameLst>
                                          <p:attrName>style.visibility</p:attrName>
                                        </p:attrNameLst>
                                      </p:cBhvr>
                                      <p:to>
                                        <p:strVal val="visible"/>
                                      </p:to>
                                    </p:set>
                                    <p:animEffect transition="in" filter="fade">
                                      <p:cBhvr>
                                        <p:cTn id="36" dur="1000"/>
                                        <p:tgtEl>
                                          <p:spTgt spid="4">
                                            <p:txEl>
                                              <p:pRg st="5" end="5"/>
                                            </p:txEl>
                                          </p:spTgt>
                                        </p:tgtEl>
                                      </p:cBhvr>
                                    </p:animEffect>
                                    <p:anim calcmode="lin" valueType="num">
                                      <p:cBhvr>
                                        <p:cTn id="37" dur="1000" fill="hold"/>
                                        <p:tgtEl>
                                          <p:spTgt spid="4">
                                            <p:txEl>
                                              <p:pRg st="5" end="5"/>
                                            </p:txEl>
                                          </p:spTgt>
                                        </p:tgtEl>
                                        <p:attrNameLst>
                                          <p:attrName>ppt_x</p:attrName>
                                        </p:attrNameLst>
                                      </p:cBhvr>
                                      <p:tavLst>
                                        <p:tav tm="0">
                                          <p:val>
                                            <p:strVal val="#ppt_x"/>
                                          </p:val>
                                        </p:tav>
                                        <p:tav tm="100000">
                                          <p:val>
                                            <p:strVal val="#ppt_x"/>
                                          </p:val>
                                        </p:tav>
                                      </p:tavLst>
                                    </p:anim>
                                    <p:anim calcmode="lin" valueType="num">
                                      <p:cBhvr>
                                        <p:cTn id="38" dur="1000" fill="hold"/>
                                        <p:tgtEl>
                                          <p:spTgt spid="4">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12875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退避算法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33857" cy="2631490"/>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站点在</a:t>
            </a:r>
            <a:r>
              <a:rPr lang="zh-CN" altLang="en-US" sz="2000" b="1" dirty="0">
                <a:solidFill>
                  <a:srgbClr val="C00000"/>
                </a:solidFill>
                <a:latin typeface="微软雅黑" pitchFamily="34" charset="-122"/>
                <a:ea typeface="微软雅黑" pitchFamily="34" charset="-122"/>
              </a:rPr>
              <a:t>进入争用期</a:t>
            </a:r>
            <a:r>
              <a:rPr lang="zh-CN" altLang="en-US" sz="2000" b="1" dirty="0">
                <a:latin typeface="微软雅黑" pitchFamily="34" charset="-122"/>
                <a:ea typeface="微软雅黑" pitchFamily="34" charset="-122"/>
              </a:rPr>
              <a:t>时，应在 </a:t>
            </a:r>
            <a:r>
              <a:rPr lang="en-US" altLang="zh-CN" sz="2000" b="1" dirty="0">
                <a:latin typeface="微软雅黑" pitchFamily="34" charset="-122"/>
                <a:ea typeface="微软雅黑" pitchFamily="34" charset="-122"/>
              </a:rPr>
              <a:t>0 ~ CW </a:t>
            </a:r>
            <a:r>
              <a:rPr lang="zh-CN" altLang="en-US" sz="2000" b="1" dirty="0">
                <a:latin typeface="微软雅黑" pitchFamily="34" charset="-122"/>
                <a:ea typeface="微软雅黑" pitchFamily="34" charset="-122"/>
              </a:rPr>
              <a:t>个时隙中</a:t>
            </a:r>
            <a:r>
              <a:rPr lang="zh-CN" altLang="en-US" sz="2000" b="1" dirty="0">
                <a:solidFill>
                  <a:srgbClr val="C00000"/>
                </a:solidFill>
                <a:latin typeface="微软雅黑" pitchFamily="34" charset="-122"/>
                <a:ea typeface="微软雅黑" pitchFamily="34" charset="-122"/>
              </a:rPr>
              <a:t>随机</a:t>
            </a:r>
            <a:r>
              <a:rPr lang="zh-CN" altLang="en-US" sz="2000" b="1" dirty="0">
                <a:latin typeface="微软雅黑" pitchFamily="34" charset="-122"/>
                <a:ea typeface="微软雅黑" pitchFamily="34" charset="-122"/>
              </a:rPr>
              <a:t>生成一个退避时隙数，并设置</a:t>
            </a:r>
            <a:r>
              <a:rPr lang="zh-CN" altLang="en-US" sz="2000" b="1" dirty="0">
                <a:solidFill>
                  <a:srgbClr val="C00000"/>
                </a:solidFill>
                <a:latin typeface="微软雅黑" pitchFamily="34" charset="-122"/>
                <a:ea typeface="微软雅黑" pitchFamily="34" charset="-122"/>
              </a:rPr>
              <a:t>退避计时器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backoff</a:t>
            </a:r>
            <a:r>
              <a:rPr lang="en-US" altLang="zh-CN" sz="2000" b="1" dirty="0">
                <a:latin typeface="微软雅黑" pitchFamily="34" charset="-122"/>
                <a:ea typeface="微软雅黑" pitchFamily="34" charset="-122"/>
              </a:rPr>
              <a:t> timer)</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当几个站同时争用信道时，计时器</a:t>
            </a:r>
            <a:r>
              <a:rPr lang="zh-CN" altLang="en-US" sz="2000" b="1" dirty="0">
                <a:solidFill>
                  <a:srgbClr val="C00000"/>
                </a:solidFill>
                <a:latin typeface="微软雅黑" pitchFamily="34" charset="-122"/>
                <a:ea typeface="微软雅黑" pitchFamily="34" charset="-122"/>
              </a:rPr>
              <a:t>最先降为零</a:t>
            </a:r>
            <a:r>
              <a:rPr lang="zh-CN" altLang="en-US" sz="2000" b="1" dirty="0">
                <a:latin typeface="微软雅黑" pitchFamily="34" charset="-122"/>
                <a:ea typeface="微软雅黑" pitchFamily="34" charset="-122"/>
              </a:rPr>
              <a:t>的站首先接入媒体，发送数据帧。这时信道转为忙，而其他正在退避的站则</a:t>
            </a:r>
            <a:r>
              <a:rPr lang="zh-CN" altLang="en-US" sz="2000" b="1" dirty="0">
                <a:solidFill>
                  <a:srgbClr val="C00000"/>
                </a:solidFill>
                <a:latin typeface="微软雅黑" pitchFamily="34" charset="-122"/>
                <a:ea typeface="微软雅黑" pitchFamily="34" charset="-122"/>
              </a:rPr>
              <a:t>冻结</a:t>
            </a:r>
            <a:r>
              <a:rPr lang="zh-CN" altLang="en-US" sz="2000" b="1" dirty="0">
                <a:latin typeface="微软雅黑" pitchFamily="34" charset="-122"/>
                <a:ea typeface="微软雅黑" pitchFamily="34" charset="-122"/>
              </a:rPr>
              <a:t>其计时器，保留计时器的数值不变，推迟到下次争用信道时</a:t>
            </a:r>
            <a:r>
              <a:rPr lang="zh-CN" altLang="en-US" sz="2000" b="1" dirty="0">
                <a:solidFill>
                  <a:srgbClr val="C00000"/>
                </a:solidFill>
                <a:latin typeface="微软雅黑" pitchFamily="34" charset="-122"/>
                <a:ea typeface="微软雅黑" pitchFamily="34" charset="-122"/>
              </a:rPr>
              <a:t>接着倒计时。</a:t>
            </a:r>
            <a:endParaRPr lang="en-US" altLang="zh-CN" sz="2000" b="1" dirty="0">
              <a:solidFill>
                <a:srgbClr val="C00000"/>
              </a:solidFill>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这样的规定对所有的站是</a:t>
            </a:r>
            <a:r>
              <a:rPr lang="zh-CN" altLang="en-US" sz="2000" b="1" dirty="0">
                <a:solidFill>
                  <a:srgbClr val="0000CC"/>
                </a:solidFill>
                <a:latin typeface="微软雅黑" pitchFamily="34" charset="-122"/>
                <a:ea typeface="微软雅黑" pitchFamily="34" charset="-122"/>
              </a:rPr>
              <a:t>公平的。</a:t>
            </a:r>
          </a:p>
        </p:txBody>
      </p:sp>
    </p:spTree>
    <p:extLst>
      <p:ext uri="{BB962C8B-B14F-4D97-AF65-F5344CB8AC3E}">
        <p14:creationId xmlns:p14="http://schemas.microsoft.com/office/powerpoint/2010/main" val="191525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598A90-422B-7D47-3D1D-98730DD0A60D}"/>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DD939B34-10CE-C38B-F0BB-0414636A69D8}"/>
              </a:ext>
            </a:extLst>
          </p:cNvPr>
          <p:cNvSpPr/>
          <p:nvPr/>
        </p:nvSpPr>
        <p:spPr>
          <a:xfrm>
            <a:off x="517852" y="1004083"/>
            <a:ext cx="8133857" cy="29844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0" name="AutoShape 5">
            <a:extLst>
              <a:ext uri="{FF2B5EF4-FFF2-40B4-BE49-F238E27FC236}">
                <a16:creationId xmlns:a16="http://schemas.microsoft.com/office/drawing/2014/main" id="{92F0DC4A-BA63-E12D-C9FB-440385FAE308}"/>
              </a:ext>
            </a:extLst>
          </p:cNvPr>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Rectangle 6">
            <a:extLst>
              <a:ext uri="{FF2B5EF4-FFF2-40B4-BE49-F238E27FC236}">
                <a16:creationId xmlns:a16="http://schemas.microsoft.com/office/drawing/2014/main" id="{2BE640D1-09A0-AD13-FC65-385160034957}"/>
              </a:ext>
            </a:extLst>
          </p:cNvPr>
          <p:cNvSpPr>
            <a:spLocks noChangeArrowheads="1"/>
          </p:cNvSpPr>
          <p:nvPr/>
        </p:nvSpPr>
        <p:spPr bwMode="auto">
          <a:xfrm>
            <a:off x="3405901" y="582249"/>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争用信道的过程</a:t>
            </a:r>
          </a:p>
        </p:txBody>
      </p:sp>
      <p:sp>
        <p:nvSpPr>
          <p:cNvPr id="133" name="Text Box 109">
            <a:extLst>
              <a:ext uri="{FF2B5EF4-FFF2-40B4-BE49-F238E27FC236}">
                <a16:creationId xmlns:a16="http://schemas.microsoft.com/office/drawing/2014/main" id="{0FBD181E-2914-97A4-7A68-F7B2AC4D2B90}"/>
              </a:ext>
            </a:extLst>
          </p:cNvPr>
          <p:cNvSpPr txBox="1">
            <a:spLocks noChangeArrowheads="1"/>
          </p:cNvSpPr>
          <p:nvPr/>
        </p:nvSpPr>
        <p:spPr bwMode="auto">
          <a:xfrm>
            <a:off x="4442506" y="1456453"/>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sp>
        <p:nvSpPr>
          <p:cNvPr id="189" name="Text Box 109">
            <a:extLst>
              <a:ext uri="{FF2B5EF4-FFF2-40B4-BE49-F238E27FC236}">
                <a16:creationId xmlns:a16="http://schemas.microsoft.com/office/drawing/2014/main" id="{EE8176A9-14CD-7310-9E62-4E1CF0A0D95C}"/>
              </a:ext>
            </a:extLst>
          </p:cNvPr>
          <p:cNvSpPr txBox="1">
            <a:spLocks noChangeArrowheads="1"/>
          </p:cNvSpPr>
          <p:nvPr/>
        </p:nvSpPr>
        <p:spPr bwMode="auto">
          <a:xfrm>
            <a:off x="4307839" y="259195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sp>
        <p:nvSpPr>
          <p:cNvPr id="185" name="Text Box 109">
            <a:extLst>
              <a:ext uri="{FF2B5EF4-FFF2-40B4-BE49-F238E27FC236}">
                <a16:creationId xmlns:a16="http://schemas.microsoft.com/office/drawing/2014/main" id="{3E69E8CD-1F96-72C4-B6F7-4813E39DBFEC}"/>
              </a:ext>
            </a:extLst>
          </p:cNvPr>
          <p:cNvSpPr txBox="1">
            <a:spLocks noChangeArrowheads="1"/>
          </p:cNvSpPr>
          <p:nvPr/>
        </p:nvSpPr>
        <p:spPr bwMode="auto">
          <a:xfrm>
            <a:off x="4333823" y="1990674"/>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sp>
        <p:nvSpPr>
          <p:cNvPr id="112" name="矩形 111">
            <a:extLst>
              <a:ext uri="{FF2B5EF4-FFF2-40B4-BE49-F238E27FC236}">
                <a16:creationId xmlns:a16="http://schemas.microsoft.com/office/drawing/2014/main" id="{8CD4958C-AE96-3A2D-ACA0-AA140363DC4A}"/>
              </a:ext>
            </a:extLst>
          </p:cNvPr>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a:extLst>
              <a:ext uri="{FF2B5EF4-FFF2-40B4-BE49-F238E27FC236}">
                <a16:creationId xmlns:a16="http://schemas.microsoft.com/office/drawing/2014/main" id="{873A16B0-719D-A49C-A69F-BA6EEC0F46A5}"/>
              </a:ext>
            </a:extLst>
          </p:cNvPr>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a:extLst>
              <a:ext uri="{FF2B5EF4-FFF2-40B4-BE49-F238E27FC236}">
                <a16:creationId xmlns:a16="http://schemas.microsoft.com/office/drawing/2014/main" id="{65CDBB39-A8A7-E7D0-BFF5-FED46579A2D4}"/>
              </a:ext>
            </a:extLst>
          </p:cNvPr>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a:extLst>
              <a:ext uri="{FF2B5EF4-FFF2-40B4-BE49-F238E27FC236}">
                <a16:creationId xmlns:a16="http://schemas.microsoft.com/office/drawing/2014/main" id="{5453280D-0C94-53A8-A6B4-123466E5261F}"/>
              </a:ext>
            </a:extLst>
          </p:cNvPr>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a:extLst>
              <a:ext uri="{FF2B5EF4-FFF2-40B4-BE49-F238E27FC236}">
                <a16:creationId xmlns:a16="http://schemas.microsoft.com/office/drawing/2014/main" id="{EB40B880-D5C4-86C8-1894-229D3052E41B}"/>
              </a:ext>
            </a:extLst>
          </p:cNvPr>
          <p:cNvSpPr>
            <a:spLocks/>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a:extLst>
              <a:ext uri="{FF2B5EF4-FFF2-40B4-BE49-F238E27FC236}">
                <a16:creationId xmlns:a16="http://schemas.microsoft.com/office/drawing/2014/main" id="{A38206DA-1032-FDDA-3FDE-E1F82855ADE1}"/>
              </a:ext>
            </a:extLst>
          </p:cNvPr>
          <p:cNvSpPr txBox="1">
            <a:spLocks noChangeArrowheads="1"/>
          </p:cNvSpPr>
          <p:nvPr/>
        </p:nvSpPr>
        <p:spPr bwMode="auto">
          <a:xfrm>
            <a:off x="1942820" y="1608853"/>
            <a:ext cx="193085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a:extLst>
              <a:ext uri="{FF2B5EF4-FFF2-40B4-BE49-F238E27FC236}">
                <a16:creationId xmlns:a16="http://schemas.microsoft.com/office/drawing/2014/main" id="{2BBB2EED-3EB9-D800-6856-D9DC61587283}"/>
              </a:ext>
            </a:extLst>
          </p:cNvPr>
          <p:cNvSpPr>
            <a:spLocks noChangeShapeType="1"/>
          </p:cNvSpPr>
          <p:nvPr/>
        </p:nvSpPr>
        <p:spPr bwMode="auto">
          <a:xfrm flipH="1" flipV="1">
            <a:off x="3324704" y="1829271"/>
            <a:ext cx="7995" cy="2273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a:extLst>
              <a:ext uri="{FF2B5EF4-FFF2-40B4-BE49-F238E27FC236}">
                <a16:creationId xmlns:a16="http://schemas.microsoft.com/office/drawing/2014/main" id="{FB8CE5FD-FBD1-C64D-8195-E85FC16BD16C}"/>
              </a:ext>
            </a:extLst>
          </p:cNvPr>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a:extLst>
              <a:ext uri="{FF2B5EF4-FFF2-40B4-BE49-F238E27FC236}">
                <a16:creationId xmlns:a16="http://schemas.microsoft.com/office/drawing/2014/main" id="{6D4537F2-3D85-4315-B6A9-6B89ADC32C53}"/>
              </a:ext>
            </a:extLst>
          </p:cNvPr>
          <p:cNvSpPr>
            <a:spLocks noChangeShapeType="1"/>
          </p:cNvSpPr>
          <p:nvPr/>
        </p:nvSpPr>
        <p:spPr bwMode="auto">
          <a:xfrm>
            <a:off x="4288070" y="1834955"/>
            <a:ext cx="2665" cy="10729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a:extLst>
              <a:ext uri="{FF2B5EF4-FFF2-40B4-BE49-F238E27FC236}">
                <a16:creationId xmlns:a16="http://schemas.microsoft.com/office/drawing/2014/main" id="{B085DFCD-4279-86E0-2E8A-08C0E0B96F9E}"/>
              </a:ext>
            </a:extLst>
          </p:cNvPr>
          <p:cNvSpPr txBox="1">
            <a:spLocks noChangeArrowheads="1"/>
          </p:cNvSpPr>
          <p:nvPr/>
        </p:nvSpPr>
        <p:spPr bwMode="auto">
          <a:xfrm>
            <a:off x="3880340" y="1415534"/>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22" name="Text Box 9">
            <a:extLst>
              <a:ext uri="{FF2B5EF4-FFF2-40B4-BE49-F238E27FC236}">
                <a16:creationId xmlns:a16="http://schemas.microsoft.com/office/drawing/2014/main" id="{119706AB-AACB-C200-5A62-B2608C6F6AC3}"/>
              </a:ext>
            </a:extLst>
          </p:cNvPr>
          <p:cNvSpPr txBox="1">
            <a:spLocks noChangeArrowheads="1"/>
          </p:cNvSpPr>
          <p:nvPr/>
        </p:nvSpPr>
        <p:spPr bwMode="auto">
          <a:xfrm>
            <a:off x="8017614" y="1603080"/>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23" name="矩形 131">
            <a:extLst>
              <a:ext uri="{FF2B5EF4-FFF2-40B4-BE49-F238E27FC236}">
                <a16:creationId xmlns:a16="http://schemas.microsoft.com/office/drawing/2014/main" id="{4390451D-6BDA-892E-6F1D-B0B160124F83}"/>
              </a:ext>
            </a:extLst>
          </p:cNvPr>
          <p:cNvSpPr>
            <a:spLocks noChangeArrowheads="1"/>
          </p:cNvSpPr>
          <p:nvPr/>
        </p:nvSpPr>
        <p:spPr bwMode="auto">
          <a:xfrm>
            <a:off x="4290735" y="1674688"/>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a:extLst>
              <a:ext uri="{FF2B5EF4-FFF2-40B4-BE49-F238E27FC236}">
                <a16:creationId xmlns:a16="http://schemas.microsoft.com/office/drawing/2014/main" id="{D39C193D-26C6-B430-518E-4D5D77159786}"/>
              </a:ext>
            </a:extLst>
          </p:cNvPr>
          <p:cNvCxnSpPr>
            <a:cxnSpLocks noChangeShapeType="1"/>
          </p:cNvCxnSpPr>
          <p:nvPr/>
        </p:nvCxnSpPr>
        <p:spPr bwMode="auto">
          <a:xfrm>
            <a:off x="4352028"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5" name="直接连接符 134">
            <a:extLst>
              <a:ext uri="{FF2B5EF4-FFF2-40B4-BE49-F238E27FC236}">
                <a16:creationId xmlns:a16="http://schemas.microsoft.com/office/drawing/2014/main" id="{D78741CA-DC07-9C5E-7EC2-10A4749EF7F5}"/>
              </a:ext>
            </a:extLst>
          </p:cNvPr>
          <p:cNvCxnSpPr>
            <a:cxnSpLocks noChangeShapeType="1"/>
          </p:cNvCxnSpPr>
          <p:nvPr/>
        </p:nvCxnSpPr>
        <p:spPr bwMode="auto">
          <a:xfrm>
            <a:off x="4403993"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6" name="直接连接符 135">
            <a:extLst>
              <a:ext uri="{FF2B5EF4-FFF2-40B4-BE49-F238E27FC236}">
                <a16:creationId xmlns:a16="http://schemas.microsoft.com/office/drawing/2014/main" id="{F7C4A428-0D20-38BA-C0F3-2F916095317D}"/>
              </a:ext>
            </a:extLst>
          </p:cNvPr>
          <p:cNvCxnSpPr>
            <a:cxnSpLocks noChangeShapeType="1"/>
          </p:cNvCxnSpPr>
          <p:nvPr/>
        </p:nvCxnSpPr>
        <p:spPr bwMode="auto">
          <a:xfrm>
            <a:off x="4507925"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7" name="直接连接符 136">
            <a:extLst>
              <a:ext uri="{FF2B5EF4-FFF2-40B4-BE49-F238E27FC236}">
                <a16:creationId xmlns:a16="http://schemas.microsoft.com/office/drawing/2014/main" id="{55CAFFD0-10FD-3623-8316-82140FA722A9}"/>
              </a:ext>
            </a:extLst>
          </p:cNvPr>
          <p:cNvCxnSpPr>
            <a:cxnSpLocks noChangeShapeType="1"/>
          </p:cNvCxnSpPr>
          <p:nvPr/>
        </p:nvCxnSpPr>
        <p:spPr bwMode="auto">
          <a:xfrm>
            <a:off x="4559891"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8" name="直接连接符 137">
            <a:extLst>
              <a:ext uri="{FF2B5EF4-FFF2-40B4-BE49-F238E27FC236}">
                <a16:creationId xmlns:a16="http://schemas.microsoft.com/office/drawing/2014/main" id="{0547A61C-1F60-95FC-B0A3-290AB52EE0F4}"/>
              </a:ext>
            </a:extLst>
          </p:cNvPr>
          <p:cNvCxnSpPr>
            <a:cxnSpLocks noChangeShapeType="1"/>
          </p:cNvCxnSpPr>
          <p:nvPr/>
        </p:nvCxnSpPr>
        <p:spPr bwMode="auto">
          <a:xfrm>
            <a:off x="4611856"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9" name="直接连接符 138">
            <a:extLst>
              <a:ext uri="{FF2B5EF4-FFF2-40B4-BE49-F238E27FC236}">
                <a16:creationId xmlns:a16="http://schemas.microsoft.com/office/drawing/2014/main" id="{673772CF-D04C-220D-C865-1C64B965FDE5}"/>
              </a:ext>
            </a:extLst>
          </p:cNvPr>
          <p:cNvCxnSpPr>
            <a:cxnSpLocks noChangeShapeType="1"/>
          </p:cNvCxnSpPr>
          <p:nvPr/>
        </p:nvCxnSpPr>
        <p:spPr bwMode="auto">
          <a:xfrm>
            <a:off x="4663823" y="168150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9">
            <a:extLst>
              <a:ext uri="{FF2B5EF4-FFF2-40B4-BE49-F238E27FC236}">
                <a16:creationId xmlns:a16="http://schemas.microsoft.com/office/drawing/2014/main" id="{D6A0AE68-0CC9-D3A5-BA2F-E28E2DB77FB8}"/>
              </a:ext>
            </a:extLst>
          </p:cNvPr>
          <p:cNvCxnSpPr>
            <a:cxnSpLocks noChangeShapeType="1"/>
          </p:cNvCxnSpPr>
          <p:nvPr/>
        </p:nvCxnSpPr>
        <p:spPr bwMode="auto">
          <a:xfrm>
            <a:off x="4715788"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1" name="直接连接符 140">
            <a:extLst>
              <a:ext uri="{FF2B5EF4-FFF2-40B4-BE49-F238E27FC236}">
                <a16:creationId xmlns:a16="http://schemas.microsoft.com/office/drawing/2014/main" id="{9C834DE6-C048-6C79-64BB-793FF49AD902}"/>
              </a:ext>
            </a:extLst>
          </p:cNvPr>
          <p:cNvCxnSpPr>
            <a:cxnSpLocks noChangeShapeType="1"/>
          </p:cNvCxnSpPr>
          <p:nvPr/>
        </p:nvCxnSpPr>
        <p:spPr bwMode="auto">
          <a:xfrm>
            <a:off x="4767754"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41">
            <a:extLst>
              <a:ext uri="{FF2B5EF4-FFF2-40B4-BE49-F238E27FC236}">
                <a16:creationId xmlns:a16="http://schemas.microsoft.com/office/drawing/2014/main" id="{4D60E49D-EE23-E091-240E-81570B4F6E8E}"/>
              </a:ext>
            </a:extLst>
          </p:cNvPr>
          <p:cNvCxnSpPr>
            <a:cxnSpLocks noChangeShapeType="1"/>
          </p:cNvCxnSpPr>
          <p:nvPr/>
        </p:nvCxnSpPr>
        <p:spPr bwMode="auto">
          <a:xfrm>
            <a:off x="4455959" y="1671278"/>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4" name="直接连接符 143">
            <a:extLst>
              <a:ext uri="{FF2B5EF4-FFF2-40B4-BE49-F238E27FC236}">
                <a16:creationId xmlns:a16="http://schemas.microsoft.com/office/drawing/2014/main" id="{DB50D736-0540-89AF-AB50-DCA716603121}"/>
              </a:ext>
            </a:extLst>
          </p:cNvPr>
          <p:cNvCxnSpPr>
            <a:cxnSpLocks noChangeShapeType="1"/>
          </p:cNvCxnSpPr>
          <p:nvPr/>
        </p:nvCxnSpPr>
        <p:spPr bwMode="auto">
          <a:xfrm>
            <a:off x="4821052" y="168037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5" name="直接连接符 144">
            <a:extLst>
              <a:ext uri="{FF2B5EF4-FFF2-40B4-BE49-F238E27FC236}">
                <a16:creationId xmlns:a16="http://schemas.microsoft.com/office/drawing/2014/main" id="{813CFE2B-11F5-BFC4-D51C-A8BAB5D999B9}"/>
              </a:ext>
            </a:extLst>
          </p:cNvPr>
          <p:cNvCxnSpPr>
            <a:cxnSpLocks noChangeShapeType="1"/>
          </p:cNvCxnSpPr>
          <p:nvPr/>
        </p:nvCxnSpPr>
        <p:spPr bwMode="auto">
          <a:xfrm>
            <a:off x="4873018" y="1673552"/>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45">
            <a:extLst>
              <a:ext uri="{FF2B5EF4-FFF2-40B4-BE49-F238E27FC236}">
                <a16:creationId xmlns:a16="http://schemas.microsoft.com/office/drawing/2014/main" id="{23C8B848-F496-C8CA-0AAC-D43899AFF6F1}"/>
              </a:ext>
            </a:extLst>
          </p:cNvPr>
          <p:cNvCxnSpPr>
            <a:cxnSpLocks noChangeShapeType="1"/>
          </p:cNvCxnSpPr>
          <p:nvPr/>
        </p:nvCxnSpPr>
        <p:spPr bwMode="auto">
          <a:xfrm>
            <a:off x="4924984" y="167014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46">
            <a:extLst>
              <a:ext uri="{FF2B5EF4-FFF2-40B4-BE49-F238E27FC236}">
                <a16:creationId xmlns:a16="http://schemas.microsoft.com/office/drawing/2014/main" id="{C38FF6EC-70F7-0B9B-B07C-7B35B3B2F370}"/>
              </a:ext>
            </a:extLst>
          </p:cNvPr>
          <p:cNvCxnSpPr>
            <a:cxnSpLocks noChangeShapeType="1"/>
          </p:cNvCxnSpPr>
          <p:nvPr/>
        </p:nvCxnSpPr>
        <p:spPr bwMode="auto">
          <a:xfrm>
            <a:off x="5080881" y="16792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47">
            <a:extLst>
              <a:ext uri="{FF2B5EF4-FFF2-40B4-BE49-F238E27FC236}">
                <a16:creationId xmlns:a16="http://schemas.microsoft.com/office/drawing/2014/main" id="{3C4EAEFF-2C2E-96D8-D43F-7A09A4576EFE}"/>
              </a:ext>
            </a:extLst>
          </p:cNvPr>
          <p:cNvCxnSpPr>
            <a:cxnSpLocks noChangeShapeType="1"/>
          </p:cNvCxnSpPr>
          <p:nvPr/>
        </p:nvCxnSpPr>
        <p:spPr bwMode="auto">
          <a:xfrm>
            <a:off x="4976949"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8">
            <a:extLst>
              <a:ext uri="{FF2B5EF4-FFF2-40B4-BE49-F238E27FC236}">
                <a16:creationId xmlns:a16="http://schemas.microsoft.com/office/drawing/2014/main" id="{113A5226-D777-5546-F2AB-116683166A71}"/>
              </a:ext>
            </a:extLst>
          </p:cNvPr>
          <p:cNvCxnSpPr>
            <a:cxnSpLocks noChangeShapeType="1"/>
          </p:cNvCxnSpPr>
          <p:nvPr/>
        </p:nvCxnSpPr>
        <p:spPr bwMode="auto">
          <a:xfrm>
            <a:off x="5028916" y="167696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40" name="直接连接符 149">
            <a:extLst>
              <a:ext uri="{FF2B5EF4-FFF2-40B4-BE49-F238E27FC236}">
                <a16:creationId xmlns:a16="http://schemas.microsoft.com/office/drawing/2014/main" id="{333AE3A4-7ED8-A537-AB14-55501CE471D5}"/>
              </a:ext>
            </a:extLst>
          </p:cNvPr>
          <p:cNvCxnSpPr>
            <a:cxnSpLocks noChangeShapeType="1"/>
          </p:cNvCxnSpPr>
          <p:nvPr/>
        </p:nvCxnSpPr>
        <p:spPr bwMode="auto">
          <a:xfrm>
            <a:off x="5132847"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1" name="Text Box 9">
            <a:extLst>
              <a:ext uri="{FF2B5EF4-FFF2-40B4-BE49-F238E27FC236}">
                <a16:creationId xmlns:a16="http://schemas.microsoft.com/office/drawing/2014/main" id="{653AD363-130D-0BF2-6237-21BB627E9D52}"/>
              </a:ext>
            </a:extLst>
          </p:cNvPr>
          <p:cNvSpPr txBox="1">
            <a:spLocks noChangeArrowheads="1"/>
          </p:cNvSpPr>
          <p:nvPr/>
        </p:nvSpPr>
        <p:spPr bwMode="auto">
          <a:xfrm>
            <a:off x="8017614" y="2250965"/>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42" name="Text Box 9">
            <a:extLst>
              <a:ext uri="{FF2B5EF4-FFF2-40B4-BE49-F238E27FC236}">
                <a16:creationId xmlns:a16="http://schemas.microsoft.com/office/drawing/2014/main" id="{115A5A2F-037C-79B0-B46F-909C26B04FA0}"/>
              </a:ext>
            </a:extLst>
          </p:cNvPr>
          <p:cNvSpPr txBox="1">
            <a:spLocks noChangeArrowheads="1"/>
          </p:cNvSpPr>
          <p:nvPr/>
        </p:nvSpPr>
        <p:spPr bwMode="auto">
          <a:xfrm>
            <a:off x="8017614" y="2865886"/>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cxnSp>
        <p:nvCxnSpPr>
          <p:cNvPr id="143" name="直接箭头连接符 53">
            <a:extLst>
              <a:ext uri="{FF2B5EF4-FFF2-40B4-BE49-F238E27FC236}">
                <a16:creationId xmlns:a16="http://schemas.microsoft.com/office/drawing/2014/main" id="{29FBE341-BC27-A35C-8CBB-9AF88D1BA8A1}"/>
              </a:ext>
            </a:extLst>
          </p:cNvPr>
          <p:cNvCxnSpPr>
            <a:cxnSpLocks noChangeShapeType="1"/>
          </p:cNvCxnSpPr>
          <p:nvPr/>
        </p:nvCxnSpPr>
        <p:spPr bwMode="auto">
          <a:xfrm flipV="1">
            <a:off x="2236088" y="2865886"/>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4" name="直接箭头连接符 54">
            <a:extLst>
              <a:ext uri="{FF2B5EF4-FFF2-40B4-BE49-F238E27FC236}">
                <a16:creationId xmlns:a16="http://schemas.microsoft.com/office/drawing/2014/main" id="{9C56BB5D-EC2F-4936-EDC2-4B6E6A21A800}"/>
              </a:ext>
            </a:extLst>
          </p:cNvPr>
          <p:cNvCxnSpPr>
            <a:cxnSpLocks noChangeShapeType="1"/>
          </p:cNvCxnSpPr>
          <p:nvPr/>
        </p:nvCxnSpPr>
        <p:spPr bwMode="auto">
          <a:xfrm flipV="1">
            <a:off x="2900983" y="2250965"/>
            <a:ext cx="0" cy="206868"/>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5" name="直接箭头连接符 87">
            <a:extLst>
              <a:ext uri="{FF2B5EF4-FFF2-40B4-BE49-F238E27FC236}">
                <a16:creationId xmlns:a16="http://schemas.microsoft.com/office/drawing/2014/main" id="{7996CD3A-D1E2-7E34-EE93-CAD2B4BE3EB6}"/>
              </a:ext>
            </a:extLst>
          </p:cNvPr>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cxnSp>
        <p:nvCxnSpPr>
          <p:cNvPr id="146" name="直接箭头连接符 87">
            <a:extLst>
              <a:ext uri="{FF2B5EF4-FFF2-40B4-BE49-F238E27FC236}">
                <a16:creationId xmlns:a16="http://schemas.microsoft.com/office/drawing/2014/main" id="{57FDB0D4-BA32-710E-C652-CA75EB162821}"/>
              </a:ext>
            </a:extLst>
          </p:cNvPr>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grpSp>
        <p:nvGrpSpPr>
          <p:cNvPr id="147" name="组合 139">
            <a:extLst>
              <a:ext uri="{FF2B5EF4-FFF2-40B4-BE49-F238E27FC236}">
                <a16:creationId xmlns:a16="http://schemas.microsoft.com/office/drawing/2014/main" id="{158411A4-0F68-40BF-C669-80A443C4387E}"/>
              </a:ext>
            </a:extLst>
          </p:cNvPr>
          <p:cNvGrpSpPr>
            <a:grpSpLocks/>
          </p:cNvGrpSpPr>
          <p:nvPr/>
        </p:nvGrpSpPr>
        <p:grpSpPr bwMode="auto">
          <a:xfrm>
            <a:off x="2767699" y="3122765"/>
            <a:ext cx="748923" cy="269461"/>
            <a:chOff x="2323346" y="4581128"/>
            <a:chExt cx="893685" cy="376345"/>
          </a:xfrm>
        </p:grpSpPr>
        <p:sp>
          <p:nvSpPr>
            <p:cNvPr id="148" name="矩形 138">
              <a:extLst>
                <a:ext uri="{FF2B5EF4-FFF2-40B4-BE49-F238E27FC236}">
                  <a16:creationId xmlns:a16="http://schemas.microsoft.com/office/drawing/2014/main" id="{891547F1-85BB-AC1C-6360-360ECCD2A259}"/>
                </a:ext>
              </a:extLst>
            </p:cNvPr>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a:extLst>
                <a:ext uri="{FF2B5EF4-FFF2-40B4-BE49-F238E27FC236}">
                  <a16:creationId xmlns:a16="http://schemas.microsoft.com/office/drawing/2014/main" id="{9DD04897-7DC3-DB91-D547-8C5D418F752B}"/>
                </a:ext>
              </a:extLst>
            </p:cNvPr>
            <p:cNvSpPr txBox="1">
              <a:spLocks noChangeArrowheads="1"/>
            </p:cNvSpPr>
            <p:nvPr/>
          </p:nvSpPr>
          <p:spPr bwMode="auto">
            <a:xfrm>
              <a:off x="2323346" y="4592092"/>
              <a:ext cx="893685"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grpSp>
        <p:nvGrpSpPr>
          <p:cNvPr id="150" name="组合 131">
            <a:extLst>
              <a:ext uri="{FF2B5EF4-FFF2-40B4-BE49-F238E27FC236}">
                <a16:creationId xmlns:a16="http://schemas.microsoft.com/office/drawing/2014/main" id="{55E103A1-DDE3-3BDD-B7A0-7611FCEDA225}"/>
              </a:ext>
            </a:extLst>
          </p:cNvPr>
          <p:cNvGrpSpPr>
            <a:grpSpLocks/>
          </p:cNvGrpSpPr>
          <p:nvPr/>
        </p:nvGrpSpPr>
        <p:grpSpPr bwMode="auto">
          <a:xfrm>
            <a:off x="3097932" y="2535560"/>
            <a:ext cx="776451" cy="261610"/>
            <a:chOff x="3803421" y="4581735"/>
            <a:chExt cx="925071" cy="365382"/>
          </a:xfrm>
        </p:grpSpPr>
        <p:sp>
          <p:nvSpPr>
            <p:cNvPr id="151" name="矩形 129">
              <a:extLst>
                <a:ext uri="{FF2B5EF4-FFF2-40B4-BE49-F238E27FC236}">
                  <a16:creationId xmlns:a16="http://schemas.microsoft.com/office/drawing/2014/main" id="{4999385E-5EA2-2744-496A-F7C6E7252608}"/>
                </a:ext>
              </a:extLst>
            </p:cNvPr>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a:extLst>
                <a:ext uri="{FF2B5EF4-FFF2-40B4-BE49-F238E27FC236}">
                  <a16:creationId xmlns:a16="http://schemas.microsoft.com/office/drawing/2014/main" id="{F0751FAC-3237-57E8-EAB9-A85933206BFF}"/>
                </a:ext>
              </a:extLst>
            </p:cNvPr>
            <p:cNvSpPr txBox="1">
              <a:spLocks noChangeArrowheads="1"/>
            </p:cNvSpPr>
            <p:nvPr/>
          </p:nvSpPr>
          <p:spPr bwMode="auto">
            <a:xfrm>
              <a:off x="3836219" y="4581735"/>
              <a:ext cx="892273" cy="36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sp>
        <p:nvSpPr>
          <p:cNvPr id="153" name="矩形 131">
            <a:extLst>
              <a:ext uri="{FF2B5EF4-FFF2-40B4-BE49-F238E27FC236}">
                <a16:creationId xmlns:a16="http://schemas.microsoft.com/office/drawing/2014/main" id="{E4F4AC35-96E7-DEF9-B4E0-88394D3E4025}"/>
              </a:ext>
            </a:extLst>
          </p:cNvPr>
          <p:cNvSpPr>
            <a:spLocks noChangeArrowheads="1"/>
          </p:cNvSpPr>
          <p:nvPr/>
        </p:nvSpPr>
        <p:spPr bwMode="auto">
          <a:xfrm>
            <a:off x="4290735" y="2296430"/>
            <a:ext cx="16788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a:extLst>
              <a:ext uri="{FF2B5EF4-FFF2-40B4-BE49-F238E27FC236}">
                <a16:creationId xmlns:a16="http://schemas.microsoft.com/office/drawing/2014/main" id="{3555D33D-A758-DC5D-77D9-FA513DAE308D}"/>
              </a:ext>
            </a:extLst>
          </p:cNvPr>
          <p:cNvCxnSpPr>
            <a:cxnSpLocks noChangeShapeType="1"/>
          </p:cNvCxnSpPr>
          <p:nvPr/>
        </p:nvCxnSpPr>
        <p:spPr bwMode="auto">
          <a:xfrm>
            <a:off x="4352028"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5" name="直接连接符 134">
            <a:extLst>
              <a:ext uri="{FF2B5EF4-FFF2-40B4-BE49-F238E27FC236}">
                <a16:creationId xmlns:a16="http://schemas.microsoft.com/office/drawing/2014/main" id="{3B47DB37-39D6-D06C-C6E7-D0B9B2FCE0C1}"/>
              </a:ext>
            </a:extLst>
          </p:cNvPr>
          <p:cNvCxnSpPr>
            <a:cxnSpLocks noChangeShapeType="1"/>
          </p:cNvCxnSpPr>
          <p:nvPr/>
        </p:nvCxnSpPr>
        <p:spPr bwMode="auto">
          <a:xfrm>
            <a:off x="440399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56" name="矩形 131">
            <a:extLst>
              <a:ext uri="{FF2B5EF4-FFF2-40B4-BE49-F238E27FC236}">
                <a16:creationId xmlns:a16="http://schemas.microsoft.com/office/drawing/2014/main" id="{8FE9FEA4-A2CD-CC26-0B3F-86E06DCCF5E6}"/>
              </a:ext>
            </a:extLst>
          </p:cNvPr>
          <p:cNvSpPr>
            <a:spLocks noChangeArrowheads="1"/>
          </p:cNvSpPr>
          <p:nvPr/>
        </p:nvSpPr>
        <p:spPr bwMode="auto">
          <a:xfrm>
            <a:off x="4290735" y="2910216"/>
            <a:ext cx="47701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a:extLst>
              <a:ext uri="{FF2B5EF4-FFF2-40B4-BE49-F238E27FC236}">
                <a16:creationId xmlns:a16="http://schemas.microsoft.com/office/drawing/2014/main" id="{7CD54ACE-615E-7B50-E131-DBD112C10EAC}"/>
              </a:ext>
            </a:extLst>
          </p:cNvPr>
          <p:cNvCxnSpPr>
            <a:cxnSpLocks noChangeShapeType="1"/>
          </p:cNvCxnSpPr>
          <p:nvPr/>
        </p:nvCxnSpPr>
        <p:spPr bwMode="auto">
          <a:xfrm>
            <a:off x="4352028"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8" name="直接连接符 134">
            <a:extLst>
              <a:ext uri="{FF2B5EF4-FFF2-40B4-BE49-F238E27FC236}">
                <a16:creationId xmlns:a16="http://schemas.microsoft.com/office/drawing/2014/main" id="{6492CD3E-2440-E904-FF5A-83A873EE5CD1}"/>
              </a:ext>
            </a:extLst>
          </p:cNvPr>
          <p:cNvCxnSpPr>
            <a:cxnSpLocks noChangeShapeType="1"/>
          </p:cNvCxnSpPr>
          <p:nvPr/>
        </p:nvCxnSpPr>
        <p:spPr bwMode="auto">
          <a:xfrm>
            <a:off x="4403993"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9" name="直接连接符 135">
            <a:extLst>
              <a:ext uri="{FF2B5EF4-FFF2-40B4-BE49-F238E27FC236}">
                <a16:creationId xmlns:a16="http://schemas.microsoft.com/office/drawing/2014/main" id="{7F220EE7-FF31-9F00-08C6-78AC4DA07D1E}"/>
              </a:ext>
            </a:extLst>
          </p:cNvPr>
          <p:cNvCxnSpPr>
            <a:cxnSpLocks noChangeShapeType="1"/>
          </p:cNvCxnSpPr>
          <p:nvPr/>
        </p:nvCxnSpPr>
        <p:spPr bwMode="auto">
          <a:xfrm>
            <a:off x="4507925"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0" name="直接连接符 136">
            <a:extLst>
              <a:ext uri="{FF2B5EF4-FFF2-40B4-BE49-F238E27FC236}">
                <a16:creationId xmlns:a16="http://schemas.microsoft.com/office/drawing/2014/main" id="{99AF2F0D-A491-380B-8BBB-8B8031ADAF2F}"/>
              </a:ext>
            </a:extLst>
          </p:cNvPr>
          <p:cNvCxnSpPr>
            <a:cxnSpLocks noChangeShapeType="1"/>
          </p:cNvCxnSpPr>
          <p:nvPr/>
        </p:nvCxnSpPr>
        <p:spPr bwMode="auto">
          <a:xfrm>
            <a:off x="4559891"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1" name="直接连接符 137">
            <a:extLst>
              <a:ext uri="{FF2B5EF4-FFF2-40B4-BE49-F238E27FC236}">
                <a16:creationId xmlns:a16="http://schemas.microsoft.com/office/drawing/2014/main" id="{7A963D98-E70B-9196-AA56-3670AEB09AD8}"/>
              </a:ext>
            </a:extLst>
          </p:cNvPr>
          <p:cNvCxnSpPr>
            <a:cxnSpLocks noChangeShapeType="1"/>
          </p:cNvCxnSpPr>
          <p:nvPr/>
        </p:nvCxnSpPr>
        <p:spPr bwMode="auto">
          <a:xfrm>
            <a:off x="4611856"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2" name="直接连接符 138">
            <a:extLst>
              <a:ext uri="{FF2B5EF4-FFF2-40B4-BE49-F238E27FC236}">
                <a16:creationId xmlns:a16="http://schemas.microsoft.com/office/drawing/2014/main" id="{3CD94CCA-E48F-7EF9-00CE-28BC82D62A94}"/>
              </a:ext>
            </a:extLst>
          </p:cNvPr>
          <p:cNvCxnSpPr>
            <a:cxnSpLocks noChangeShapeType="1"/>
          </p:cNvCxnSpPr>
          <p:nvPr/>
        </p:nvCxnSpPr>
        <p:spPr bwMode="auto">
          <a:xfrm>
            <a:off x="4663823" y="29170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3" name="直接连接符 139">
            <a:extLst>
              <a:ext uri="{FF2B5EF4-FFF2-40B4-BE49-F238E27FC236}">
                <a16:creationId xmlns:a16="http://schemas.microsoft.com/office/drawing/2014/main" id="{F5A95315-BF4C-6BFD-196F-3015089FCDAD}"/>
              </a:ext>
            </a:extLst>
          </p:cNvPr>
          <p:cNvCxnSpPr>
            <a:cxnSpLocks noChangeShapeType="1"/>
          </p:cNvCxnSpPr>
          <p:nvPr/>
        </p:nvCxnSpPr>
        <p:spPr bwMode="auto">
          <a:xfrm>
            <a:off x="4715788" y="29136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4" name="直接连接符 141">
            <a:extLst>
              <a:ext uri="{FF2B5EF4-FFF2-40B4-BE49-F238E27FC236}">
                <a16:creationId xmlns:a16="http://schemas.microsoft.com/office/drawing/2014/main" id="{7E3EB247-EA05-89BE-C582-47B09B490538}"/>
              </a:ext>
            </a:extLst>
          </p:cNvPr>
          <p:cNvCxnSpPr>
            <a:cxnSpLocks noChangeShapeType="1"/>
          </p:cNvCxnSpPr>
          <p:nvPr/>
        </p:nvCxnSpPr>
        <p:spPr bwMode="auto">
          <a:xfrm>
            <a:off x="4455959" y="2906805"/>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65" name="Text Box 24">
            <a:extLst>
              <a:ext uri="{FF2B5EF4-FFF2-40B4-BE49-F238E27FC236}">
                <a16:creationId xmlns:a16="http://schemas.microsoft.com/office/drawing/2014/main" id="{2B649D8F-B00B-FC93-CFFB-B00C5F243D1C}"/>
              </a:ext>
            </a:extLst>
          </p:cNvPr>
          <p:cNvSpPr txBox="1">
            <a:spLocks noChangeArrowheads="1"/>
          </p:cNvSpPr>
          <p:nvPr/>
        </p:nvSpPr>
        <p:spPr bwMode="auto">
          <a:xfrm>
            <a:off x="1050202" y="2865886"/>
            <a:ext cx="3064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p>
        </p:txBody>
      </p:sp>
      <p:sp>
        <p:nvSpPr>
          <p:cNvPr id="166" name="Text Box 24">
            <a:extLst>
              <a:ext uri="{FF2B5EF4-FFF2-40B4-BE49-F238E27FC236}">
                <a16:creationId xmlns:a16="http://schemas.microsoft.com/office/drawing/2014/main" id="{8CB31B6A-C943-ED18-2EF3-191CC53EA631}"/>
              </a:ext>
            </a:extLst>
          </p:cNvPr>
          <p:cNvSpPr txBox="1">
            <a:spLocks noChangeArrowheads="1"/>
          </p:cNvSpPr>
          <p:nvPr/>
        </p:nvSpPr>
        <p:spPr bwMode="auto">
          <a:xfrm>
            <a:off x="1050202" y="2225959"/>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p>
        </p:txBody>
      </p:sp>
      <p:sp>
        <p:nvSpPr>
          <p:cNvPr id="167" name="Freeform 13">
            <a:extLst>
              <a:ext uri="{FF2B5EF4-FFF2-40B4-BE49-F238E27FC236}">
                <a16:creationId xmlns:a16="http://schemas.microsoft.com/office/drawing/2014/main" id="{BADB2724-BC15-467E-7834-FC47DEDF0A4E}"/>
              </a:ext>
            </a:extLst>
          </p:cNvPr>
          <p:cNvSpPr>
            <a:spLocks/>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a:extLst>
              <a:ext uri="{FF2B5EF4-FFF2-40B4-BE49-F238E27FC236}">
                <a16:creationId xmlns:a16="http://schemas.microsoft.com/office/drawing/2014/main" id="{B0E145C1-E8E3-56C5-BAEB-4319A26A1A9B}"/>
              </a:ext>
            </a:extLst>
          </p:cNvPr>
          <p:cNvSpPr txBox="1">
            <a:spLocks noChangeArrowheads="1"/>
          </p:cNvSpPr>
          <p:nvPr/>
        </p:nvSpPr>
        <p:spPr bwMode="auto">
          <a:xfrm>
            <a:off x="4525014" y="2233883"/>
            <a:ext cx="170044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a:extLst>
              <a:ext uri="{FF2B5EF4-FFF2-40B4-BE49-F238E27FC236}">
                <a16:creationId xmlns:a16="http://schemas.microsoft.com/office/drawing/2014/main" id="{5627086E-DF9A-4AC1-F767-8D9CE29F9918}"/>
              </a:ext>
            </a:extLst>
          </p:cNvPr>
          <p:cNvGrpSpPr>
            <a:grpSpLocks/>
          </p:cNvGrpSpPr>
          <p:nvPr/>
        </p:nvGrpSpPr>
        <p:grpSpPr bwMode="auto">
          <a:xfrm>
            <a:off x="6654512" y="2903396"/>
            <a:ext cx="322454" cy="162539"/>
            <a:chOff x="6235700" y="3213100"/>
            <a:chExt cx="384175" cy="227013"/>
          </a:xfrm>
        </p:grpSpPr>
        <p:sp>
          <p:nvSpPr>
            <p:cNvPr id="170" name="矩形 131">
              <a:extLst>
                <a:ext uri="{FF2B5EF4-FFF2-40B4-BE49-F238E27FC236}">
                  <a16:creationId xmlns:a16="http://schemas.microsoft.com/office/drawing/2014/main" id="{A741C1AD-2F7C-AF0C-12C4-4BFAC0B34458}"/>
                </a:ext>
              </a:extLst>
            </p:cNvPr>
            <p:cNvSpPr>
              <a:spLocks noChangeArrowheads="1"/>
            </p:cNvSpPr>
            <p:nvPr/>
          </p:nvSpPr>
          <p:spPr bwMode="auto">
            <a:xfrm>
              <a:off x="6235700" y="3217863"/>
              <a:ext cx="3841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a:extLst>
                <a:ext uri="{FF2B5EF4-FFF2-40B4-BE49-F238E27FC236}">
                  <a16:creationId xmlns:a16="http://schemas.microsoft.com/office/drawing/2014/main" id="{8E4F5416-16DE-1881-3284-4594FEE33FEA}"/>
                </a:ext>
              </a:extLst>
            </p:cNvPr>
            <p:cNvCxnSpPr>
              <a:cxnSpLocks noChangeShapeType="1"/>
            </p:cNvCxnSpPr>
            <p:nvPr/>
          </p:nvCxnSpPr>
          <p:spPr bwMode="auto">
            <a:xfrm>
              <a:off x="630872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2" name="直接连接符 134">
              <a:extLst>
                <a:ext uri="{FF2B5EF4-FFF2-40B4-BE49-F238E27FC236}">
                  <a16:creationId xmlns:a16="http://schemas.microsoft.com/office/drawing/2014/main" id="{1C31DD35-8F85-5C45-99BE-BF3719F01EC2}"/>
                </a:ext>
              </a:extLst>
            </p:cNvPr>
            <p:cNvCxnSpPr>
              <a:cxnSpLocks noChangeShapeType="1"/>
            </p:cNvCxnSpPr>
            <p:nvPr/>
          </p:nvCxnSpPr>
          <p:spPr bwMode="auto">
            <a:xfrm>
              <a:off x="6370638"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3" name="直接连接符 135">
              <a:extLst>
                <a:ext uri="{FF2B5EF4-FFF2-40B4-BE49-F238E27FC236}">
                  <a16:creationId xmlns:a16="http://schemas.microsoft.com/office/drawing/2014/main" id="{A1B14E79-B714-3993-A633-E19FDD758813}"/>
                </a:ext>
              </a:extLst>
            </p:cNvPr>
            <p:cNvCxnSpPr>
              <a:cxnSpLocks noChangeShapeType="1"/>
            </p:cNvCxnSpPr>
            <p:nvPr/>
          </p:nvCxnSpPr>
          <p:spPr bwMode="auto">
            <a:xfrm>
              <a:off x="6494463"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4" name="直接连接符 136">
              <a:extLst>
                <a:ext uri="{FF2B5EF4-FFF2-40B4-BE49-F238E27FC236}">
                  <a16:creationId xmlns:a16="http://schemas.microsoft.com/office/drawing/2014/main" id="{33ADD13A-9221-349B-7992-F14951AC1F92}"/>
                </a:ext>
              </a:extLst>
            </p:cNvPr>
            <p:cNvCxnSpPr>
              <a:cxnSpLocks noChangeShapeType="1"/>
            </p:cNvCxnSpPr>
            <p:nvPr/>
          </p:nvCxnSpPr>
          <p:spPr bwMode="auto">
            <a:xfrm>
              <a:off x="655637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5" name="直接连接符 141">
              <a:extLst>
                <a:ext uri="{FF2B5EF4-FFF2-40B4-BE49-F238E27FC236}">
                  <a16:creationId xmlns:a16="http://schemas.microsoft.com/office/drawing/2014/main" id="{65DF927B-2A1E-441C-A326-221715A30DBB}"/>
                </a:ext>
              </a:extLst>
            </p:cNvPr>
            <p:cNvCxnSpPr>
              <a:cxnSpLocks noChangeShapeType="1"/>
            </p:cNvCxnSpPr>
            <p:nvPr/>
          </p:nvCxnSpPr>
          <p:spPr bwMode="auto">
            <a:xfrm>
              <a:off x="6432550" y="3213100"/>
              <a:ext cx="0" cy="2174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76" name="Text Box 109">
            <a:extLst>
              <a:ext uri="{FF2B5EF4-FFF2-40B4-BE49-F238E27FC236}">
                <a16:creationId xmlns:a16="http://schemas.microsoft.com/office/drawing/2014/main" id="{B5AFC6D9-3296-A185-2C65-88F9295AB697}"/>
              </a:ext>
            </a:extLst>
          </p:cNvPr>
          <p:cNvSpPr txBox="1">
            <a:spLocks noChangeArrowheads="1"/>
          </p:cNvSpPr>
          <p:nvPr/>
        </p:nvSpPr>
        <p:spPr bwMode="auto">
          <a:xfrm>
            <a:off x="4896119" y="254080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p>
        </p:txBody>
      </p:sp>
      <p:sp>
        <p:nvSpPr>
          <p:cNvPr id="177" name="Line 110">
            <a:extLst>
              <a:ext uri="{FF2B5EF4-FFF2-40B4-BE49-F238E27FC236}">
                <a16:creationId xmlns:a16="http://schemas.microsoft.com/office/drawing/2014/main" id="{22EB0FC1-80F6-96B9-54D7-8BA1BC675174}"/>
              </a:ext>
            </a:extLst>
          </p:cNvPr>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a:extLst>
              <a:ext uri="{FF2B5EF4-FFF2-40B4-BE49-F238E27FC236}">
                <a16:creationId xmlns:a16="http://schemas.microsoft.com/office/drawing/2014/main" id="{20F5DED7-0671-6678-0C0D-37C03683507C}"/>
              </a:ext>
            </a:extLst>
          </p:cNvPr>
          <p:cNvSpPr>
            <a:spLocks noChangeShapeType="1"/>
          </p:cNvSpPr>
          <p:nvPr/>
        </p:nvSpPr>
        <p:spPr bwMode="auto">
          <a:xfrm flipH="1">
            <a:off x="5186145" y="1857687"/>
            <a:ext cx="5330" cy="14094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a:extLst>
              <a:ext uri="{FF2B5EF4-FFF2-40B4-BE49-F238E27FC236}">
                <a16:creationId xmlns:a16="http://schemas.microsoft.com/office/drawing/2014/main" id="{3FF7CAA8-996F-3018-687C-534E6C0B0178}"/>
              </a:ext>
            </a:extLst>
          </p:cNvPr>
          <p:cNvSpPr>
            <a:spLocks/>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a:extLst>
              <a:ext uri="{FF2B5EF4-FFF2-40B4-BE49-F238E27FC236}">
                <a16:creationId xmlns:a16="http://schemas.microsoft.com/office/drawing/2014/main" id="{554120D5-66C8-FA6F-5EC2-534B4273927E}"/>
              </a:ext>
            </a:extLst>
          </p:cNvPr>
          <p:cNvSpPr>
            <a:spLocks noChangeShapeType="1"/>
          </p:cNvSpPr>
          <p:nvPr/>
        </p:nvSpPr>
        <p:spPr bwMode="auto">
          <a:xfrm>
            <a:off x="1027550" y="1836091"/>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a:extLst>
              <a:ext uri="{FF2B5EF4-FFF2-40B4-BE49-F238E27FC236}">
                <a16:creationId xmlns:a16="http://schemas.microsoft.com/office/drawing/2014/main" id="{4854B43F-185F-BAF9-1890-BC88D45FB528}"/>
              </a:ext>
            </a:extLst>
          </p:cNvPr>
          <p:cNvSpPr>
            <a:spLocks noChangeShapeType="1"/>
          </p:cNvSpPr>
          <p:nvPr/>
        </p:nvSpPr>
        <p:spPr bwMode="auto">
          <a:xfrm>
            <a:off x="1051534" y="2457833"/>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a:extLst>
              <a:ext uri="{FF2B5EF4-FFF2-40B4-BE49-F238E27FC236}">
                <a16:creationId xmlns:a16="http://schemas.microsoft.com/office/drawing/2014/main" id="{763DABA7-FE6C-6097-3434-D2FDD3229F8B}"/>
              </a:ext>
            </a:extLst>
          </p:cNvPr>
          <p:cNvSpPr>
            <a:spLocks noChangeShapeType="1"/>
          </p:cNvSpPr>
          <p:nvPr/>
        </p:nvSpPr>
        <p:spPr bwMode="auto">
          <a:xfrm>
            <a:off x="1091508" y="3077301"/>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a:extLst>
              <a:ext uri="{FF2B5EF4-FFF2-40B4-BE49-F238E27FC236}">
                <a16:creationId xmlns:a16="http://schemas.microsoft.com/office/drawing/2014/main" id="{ED65993C-06A4-2E01-8B9E-E23D862E7395}"/>
              </a:ext>
            </a:extLst>
          </p:cNvPr>
          <p:cNvSpPr txBox="1">
            <a:spLocks noChangeArrowheads="1"/>
          </p:cNvSpPr>
          <p:nvPr/>
        </p:nvSpPr>
        <p:spPr bwMode="auto">
          <a:xfrm>
            <a:off x="7191491" y="2843153"/>
            <a:ext cx="66489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a:extLst>
              <a:ext uri="{FF2B5EF4-FFF2-40B4-BE49-F238E27FC236}">
                <a16:creationId xmlns:a16="http://schemas.microsoft.com/office/drawing/2014/main" id="{7258C6BE-05CA-9E0F-E5F8-3B14878C202F}"/>
              </a:ext>
            </a:extLst>
          </p:cNvPr>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86" name="直接箭头连接符 90">
            <a:extLst>
              <a:ext uri="{FF2B5EF4-FFF2-40B4-BE49-F238E27FC236}">
                <a16:creationId xmlns:a16="http://schemas.microsoft.com/office/drawing/2014/main" id="{DDD4CECA-2BC6-D5D3-E807-DCE4520DADC6}"/>
              </a:ext>
            </a:extLst>
          </p:cNvPr>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87" name="Text Box 109">
            <a:extLst>
              <a:ext uri="{FF2B5EF4-FFF2-40B4-BE49-F238E27FC236}">
                <a16:creationId xmlns:a16="http://schemas.microsoft.com/office/drawing/2014/main" id="{4008F11C-92B4-981D-3D9B-95DF7D360DEA}"/>
              </a:ext>
            </a:extLst>
          </p:cNvPr>
          <p:cNvSpPr txBox="1">
            <a:spLocks noChangeArrowheads="1"/>
          </p:cNvSpPr>
          <p:nvPr/>
        </p:nvSpPr>
        <p:spPr bwMode="auto">
          <a:xfrm>
            <a:off x="6707687" y="2557121"/>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8" name="直接箭头连接符 92">
            <a:extLst>
              <a:ext uri="{FF2B5EF4-FFF2-40B4-BE49-F238E27FC236}">
                <a16:creationId xmlns:a16="http://schemas.microsoft.com/office/drawing/2014/main" id="{0BA7E56A-64CE-404C-6146-E21E301B3DEB}"/>
              </a:ext>
            </a:extLst>
          </p:cNvPr>
          <p:cNvCxnSpPr>
            <a:cxnSpLocks noChangeShapeType="1"/>
          </p:cNvCxnSpPr>
          <p:nvPr/>
        </p:nvCxnSpPr>
        <p:spPr bwMode="auto">
          <a:xfrm flipH="1">
            <a:off x="6782427" y="2764726"/>
            <a:ext cx="90607" cy="1341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0" name="直接箭头连接符 95">
            <a:extLst>
              <a:ext uri="{FF2B5EF4-FFF2-40B4-BE49-F238E27FC236}">
                <a16:creationId xmlns:a16="http://schemas.microsoft.com/office/drawing/2014/main" id="{2830EEF7-0933-283E-B834-749D8F6BF48B}"/>
              </a:ext>
            </a:extLst>
          </p:cNvPr>
          <p:cNvCxnSpPr>
            <a:cxnSpLocks noChangeShapeType="1"/>
          </p:cNvCxnSpPr>
          <p:nvPr/>
        </p:nvCxnSpPr>
        <p:spPr bwMode="auto">
          <a:xfrm flipH="1">
            <a:off x="4352028" y="2793141"/>
            <a:ext cx="109261" cy="129577"/>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4" name="Line 110">
            <a:extLst>
              <a:ext uri="{FF2B5EF4-FFF2-40B4-BE49-F238E27FC236}">
                <a16:creationId xmlns:a16="http://schemas.microsoft.com/office/drawing/2014/main" id="{6AD92185-32A4-1A5C-8070-B3B4174B3F1A}"/>
              </a:ext>
            </a:extLst>
          </p:cNvPr>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a:extLst>
              <a:ext uri="{FF2B5EF4-FFF2-40B4-BE49-F238E27FC236}">
                <a16:creationId xmlns:a16="http://schemas.microsoft.com/office/drawing/2014/main" id="{67A2FE91-4FE2-428C-B626-2DEC052B72A5}"/>
              </a:ext>
            </a:extLst>
          </p:cNvPr>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6" name="Text Box 109">
            <a:extLst>
              <a:ext uri="{FF2B5EF4-FFF2-40B4-BE49-F238E27FC236}">
                <a16:creationId xmlns:a16="http://schemas.microsoft.com/office/drawing/2014/main" id="{AC43E6B6-BE66-DD7F-D963-67A3ED819486}"/>
              </a:ext>
            </a:extLst>
          </p:cNvPr>
          <p:cNvSpPr txBox="1">
            <a:spLocks noChangeArrowheads="1"/>
          </p:cNvSpPr>
          <p:nvPr/>
        </p:nvSpPr>
        <p:spPr bwMode="auto">
          <a:xfrm>
            <a:off x="3608162" y="3410337"/>
            <a:ext cx="1313180"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p>
        </p:txBody>
      </p:sp>
      <p:sp>
        <p:nvSpPr>
          <p:cNvPr id="197" name="Text Box 24">
            <a:extLst>
              <a:ext uri="{FF2B5EF4-FFF2-40B4-BE49-F238E27FC236}">
                <a16:creationId xmlns:a16="http://schemas.microsoft.com/office/drawing/2014/main" id="{67BD846F-4EC5-A046-DBF4-A27E6A96A391}"/>
              </a:ext>
            </a:extLst>
          </p:cNvPr>
          <p:cNvSpPr txBox="1">
            <a:spLocks noChangeArrowheads="1"/>
          </p:cNvSpPr>
          <p:nvPr/>
        </p:nvSpPr>
        <p:spPr bwMode="auto">
          <a:xfrm>
            <a:off x="6228126" y="2047506"/>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98" name="矩形 131">
            <a:extLst>
              <a:ext uri="{FF2B5EF4-FFF2-40B4-BE49-F238E27FC236}">
                <a16:creationId xmlns:a16="http://schemas.microsoft.com/office/drawing/2014/main" id="{9A7A9C3C-5C21-CB61-7A35-3C55C3F7CDD2}"/>
              </a:ext>
            </a:extLst>
          </p:cNvPr>
          <p:cNvSpPr>
            <a:spLocks noChangeArrowheads="1"/>
          </p:cNvSpPr>
          <p:nvPr/>
        </p:nvSpPr>
        <p:spPr bwMode="auto">
          <a:xfrm>
            <a:off x="6658509" y="2296430"/>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a:extLst>
              <a:ext uri="{FF2B5EF4-FFF2-40B4-BE49-F238E27FC236}">
                <a16:creationId xmlns:a16="http://schemas.microsoft.com/office/drawing/2014/main" id="{FBD6F89B-6657-2DA5-DD6D-DB451EFC3842}"/>
              </a:ext>
            </a:extLst>
          </p:cNvPr>
          <p:cNvCxnSpPr>
            <a:cxnSpLocks noChangeShapeType="1"/>
          </p:cNvCxnSpPr>
          <p:nvPr/>
        </p:nvCxnSpPr>
        <p:spPr bwMode="auto">
          <a:xfrm>
            <a:off x="6719802"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0" name="直接连接符 134">
            <a:extLst>
              <a:ext uri="{FF2B5EF4-FFF2-40B4-BE49-F238E27FC236}">
                <a16:creationId xmlns:a16="http://schemas.microsoft.com/office/drawing/2014/main" id="{90A422D8-118B-2EF0-3677-475CC836105A}"/>
              </a:ext>
            </a:extLst>
          </p:cNvPr>
          <p:cNvCxnSpPr>
            <a:cxnSpLocks noChangeShapeType="1"/>
          </p:cNvCxnSpPr>
          <p:nvPr/>
        </p:nvCxnSpPr>
        <p:spPr bwMode="auto">
          <a:xfrm>
            <a:off x="6773100"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1" name="直接连接符 135">
            <a:extLst>
              <a:ext uri="{FF2B5EF4-FFF2-40B4-BE49-F238E27FC236}">
                <a16:creationId xmlns:a16="http://schemas.microsoft.com/office/drawing/2014/main" id="{68D10294-0200-2F11-8722-0801B98C74B6}"/>
              </a:ext>
            </a:extLst>
          </p:cNvPr>
          <p:cNvCxnSpPr>
            <a:cxnSpLocks noChangeShapeType="1"/>
          </p:cNvCxnSpPr>
          <p:nvPr/>
        </p:nvCxnSpPr>
        <p:spPr bwMode="auto">
          <a:xfrm>
            <a:off x="6877031"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2" name="直接连接符 136">
            <a:extLst>
              <a:ext uri="{FF2B5EF4-FFF2-40B4-BE49-F238E27FC236}">
                <a16:creationId xmlns:a16="http://schemas.microsoft.com/office/drawing/2014/main" id="{A150CE8A-23F6-447E-02C9-237A4ADB1274}"/>
              </a:ext>
            </a:extLst>
          </p:cNvPr>
          <p:cNvCxnSpPr>
            <a:cxnSpLocks noChangeShapeType="1"/>
          </p:cNvCxnSpPr>
          <p:nvPr/>
        </p:nvCxnSpPr>
        <p:spPr bwMode="auto">
          <a:xfrm>
            <a:off x="6927665"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3" name="直接连接符 137">
            <a:extLst>
              <a:ext uri="{FF2B5EF4-FFF2-40B4-BE49-F238E27FC236}">
                <a16:creationId xmlns:a16="http://schemas.microsoft.com/office/drawing/2014/main" id="{8EF358AC-DC07-14D9-BBFF-6604300400B1}"/>
              </a:ext>
            </a:extLst>
          </p:cNvPr>
          <p:cNvCxnSpPr>
            <a:cxnSpLocks noChangeShapeType="1"/>
          </p:cNvCxnSpPr>
          <p:nvPr/>
        </p:nvCxnSpPr>
        <p:spPr bwMode="auto">
          <a:xfrm>
            <a:off x="698096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4" name="直接连接符 138">
            <a:extLst>
              <a:ext uri="{FF2B5EF4-FFF2-40B4-BE49-F238E27FC236}">
                <a16:creationId xmlns:a16="http://schemas.microsoft.com/office/drawing/2014/main" id="{090BD0D9-9D0E-5AF0-8CBE-CB18B2B7F65F}"/>
              </a:ext>
            </a:extLst>
          </p:cNvPr>
          <p:cNvCxnSpPr>
            <a:cxnSpLocks noChangeShapeType="1"/>
          </p:cNvCxnSpPr>
          <p:nvPr/>
        </p:nvCxnSpPr>
        <p:spPr bwMode="auto">
          <a:xfrm>
            <a:off x="7031596" y="230325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5" name="直接连接符 139">
            <a:extLst>
              <a:ext uri="{FF2B5EF4-FFF2-40B4-BE49-F238E27FC236}">
                <a16:creationId xmlns:a16="http://schemas.microsoft.com/office/drawing/2014/main" id="{E95AD6B7-16BF-FE79-10BD-74ED31C892C8}"/>
              </a:ext>
            </a:extLst>
          </p:cNvPr>
          <p:cNvCxnSpPr>
            <a:cxnSpLocks noChangeShapeType="1"/>
          </p:cNvCxnSpPr>
          <p:nvPr/>
        </p:nvCxnSpPr>
        <p:spPr bwMode="auto">
          <a:xfrm>
            <a:off x="7084895"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6" name="直接连接符 140">
            <a:extLst>
              <a:ext uri="{FF2B5EF4-FFF2-40B4-BE49-F238E27FC236}">
                <a16:creationId xmlns:a16="http://schemas.microsoft.com/office/drawing/2014/main" id="{7414AB27-645D-040B-6018-EF906D21AEF6}"/>
              </a:ext>
            </a:extLst>
          </p:cNvPr>
          <p:cNvCxnSpPr>
            <a:cxnSpLocks noChangeShapeType="1"/>
          </p:cNvCxnSpPr>
          <p:nvPr/>
        </p:nvCxnSpPr>
        <p:spPr bwMode="auto">
          <a:xfrm>
            <a:off x="7135528"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7" name="直接连接符 141">
            <a:extLst>
              <a:ext uri="{FF2B5EF4-FFF2-40B4-BE49-F238E27FC236}">
                <a16:creationId xmlns:a16="http://schemas.microsoft.com/office/drawing/2014/main" id="{56FBF1E9-196A-4974-36F1-DAFE0B82A372}"/>
              </a:ext>
            </a:extLst>
          </p:cNvPr>
          <p:cNvCxnSpPr>
            <a:cxnSpLocks noChangeShapeType="1"/>
          </p:cNvCxnSpPr>
          <p:nvPr/>
        </p:nvCxnSpPr>
        <p:spPr bwMode="auto">
          <a:xfrm>
            <a:off x="6823733" y="2293020"/>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208" name="Text Box 109">
            <a:extLst>
              <a:ext uri="{FF2B5EF4-FFF2-40B4-BE49-F238E27FC236}">
                <a16:creationId xmlns:a16="http://schemas.microsoft.com/office/drawing/2014/main" id="{AB12C847-0CB9-07AD-D277-3C4C85FAC03D}"/>
              </a:ext>
            </a:extLst>
          </p:cNvPr>
          <p:cNvSpPr txBox="1">
            <a:spLocks noChangeArrowheads="1"/>
          </p:cNvSpPr>
          <p:nvPr/>
        </p:nvSpPr>
        <p:spPr bwMode="auto">
          <a:xfrm>
            <a:off x="6810279" y="2078195"/>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cxnSp>
        <p:nvCxnSpPr>
          <p:cNvPr id="209" name="直接连接符 143">
            <a:extLst>
              <a:ext uri="{FF2B5EF4-FFF2-40B4-BE49-F238E27FC236}">
                <a16:creationId xmlns:a16="http://schemas.microsoft.com/office/drawing/2014/main" id="{40637F30-7265-CC19-0292-E0DA1048E192}"/>
              </a:ext>
            </a:extLst>
          </p:cNvPr>
          <p:cNvCxnSpPr>
            <a:cxnSpLocks noChangeShapeType="1"/>
          </p:cNvCxnSpPr>
          <p:nvPr/>
        </p:nvCxnSpPr>
        <p:spPr bwMode="auto">
          <a:xfrm>
            <a:off x="7188826" y="230211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0" name="直接连接符 144">
            <a:extLst>
              <a:ext uri="{FF2B5EF4-FFF2-40B4-BE49-F238E27FC236}">
                <a16:creationId xmlns:a16="http://schemas.microsoft.com/office/drawing/2014/main" id="{111737E0-422F-4F2F-5BFE-5D3D6EAF4C22}"/>
              </a:ext>
            </a:extLst>
          </p:cNvPr>
          <p:cNvCxnSpPr>
            <a:cxnSpLocks noChangeShapeType="1"/>
          </p:cNvCxnSpPr>
          <p:nvPr/>
        </p:nvCxnSpPr>
        <p:spPr bwMode="auto">
          <a:xfrm>
            <a:off x="7242124" y="2295293"/>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1" name="直接连接符 145">
            <a:extLst>
              <a:ext uri="{FF2B5EF4-FFF2-40B4-BE49-F238E27FC236}">
                <a16:creationId xmlns:a16="http://schemas.microsoft.com/office/drawing/2014/main" id="{7A7196F8-12E7-64C8-45D3-3F8459DED2FE}"/>
              </a:ext>
            </a:extLst>
          </p:cNvPr>
          <p:cNvCxnSpPr>
            <a:cxnSpLocks noChangeShapeType="1"/>
          </p:cNvCxnSpPr>
          <p:nvPr/>
        </p:nvCxnSpPr>
        <p:spPr bwMode="auto">
          <a:xfrm>
            <a:off x="7292758" y="2291884"/>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2" name="直接连接符 146">
            <a:extLst>
              <a:ext uri="{FF2B5EF4-FFF2-40B4-BE49-F238E27FC236}">
                <a16:creationId xmlns:a16="http://schemas.microsoft.com/office/drawing/2014/main" id="{471185D1-C10C-D034-C74B-239E10730584}"/>
              </a:ext>
            </a:extLst>
          </p:cNvPr>
          <p:cNvCxnSpPr>
            <a:cxnSpLocks noChangeShapeType="1"/>
          </p:cNvCxnSpPr>
          <p:nvPr/>
        </p:nvCxnSpPr>
        <p:spPr bwMode="auto">
          <a:xfrm>
            <a:off x="7449987" y="2300977"/>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3" name="直接连接符 147">
            <a:extLst>
              <a:ext uri="{FF2B5EF4-FFF2-40B4-BE49-F238E27FC236}">
                <a16:creationId xmlns:a16="http://schemas.microsoft.com/office/drawing/2014/main" id="{B72275C2-E08D-A2E7-759C-D092C96264CB}"/>
              </a:ext>
            </a:extLst>
          </p:cNvPr>
          <p:cNvCxnSpPr>
            <a:cxnSpLocks noChangeShapeType="1"/>
          </p:cNvCxnSpPr>
          <p:nvPr/>
        </p:nvCxnSpPr>
        <p:spPr bwMode="auto">
          <a:xfrm>
            <a:off x="7346056"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4" name="直接连接符 148">
            <a:extLst>
              <a:ext uri="{FF2B5EF4-FFF2-40B4-BE49-F238E27FC236}">
                <a16:creationId xmlns:a16="http://schemas.microsoft.com/office/drawing/2014/main" id="{E43B1248-C30C-B161-5213-F73DD05B1044}"/>
              </a:ext>
            </a:extLst>
          </p:cNvPr>
          <p:cNvCxnSpPr>
            <a:cxnSpLocks noChangeShapeType="1"/>
          </p:cNvCxnSpPr>
          <p:nvPr/>
        </p:nvCxnSpPr>
        <p:spPr bwMode="auto">
          <a:xfrm>
            <a:off x="7396689" y="229870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5" name="直接连接符 149">
            <a:extLst>
              <a:ext uri="{FF2B5EF4-FFF2-40B4-BE49-F238E27FC236}">
                <a16:creationId xmlns:a16="http://schemas.microsoft.com/office/drawing/2014/main" id="{B06BA33A-9BB9-AD0D-9CC5-F6EF9C5C51CC}"/>
              </a:ext>
            </a:extLst>
          </p:cNvPr>
          <p:cNvCxnSpPr>
            <a:cxnSpLocks noChangeShapeType="1"/>
          </p:cNvCxnSpPr>
          <p:nvPr/>
        </p:nvCxnSpPr>
        <p:spPr bwMode="auto">
          <a:xfrm>
            <a:off x="7500621"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6" name="直接箭头连接符 95">
            <a:extLst>
              <a:ext uri="{FF2B5EF4-FFF2-40B4-BE49-F238E27FC236}">
                <a16:creationId xmlns:a16="http://schemas.microsoft.com/office/drawing/2014/main" id="{BCE3FFBA-57F8-A32D-99F6-198E0BD5227F}"/>
              </a:ext>
            </a:extLst>
          </p:cNvPr>
          <p:cNvCxnSpPr>
            <a:cxnSpLocks noChangeShapeType="1"/>
          </p:cNvCxnSpPr>
          <p:nvPr/>
        </p:nvCxnSpPr>
        <p:spPr bwMode="auto">
          <a:xfrm flipV="1">
            <a:off x="6646517" y="3090941"/>
            <a:ext cx="6662" cy="33189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217" name="Text Box 109">
            <a:extLst>
              <a:ext uri="{FF2B5EF4-FFF2-40B4-BE49-F238E27FC236}">
                <a16:creationId xmlns:a16="http://schemas.microsoft.com/office/drawing/2014/main" id="{44D87F32-BE38-38A6-41F8-70C586EF16BF}"/>
              </a:ext>
            </a:extLst>
          </p:cNvPr>
          <p:cNvSpPr txBox="1">
            <a:spLocks noChangeArrowheads="1"/>
          </p:cNvSpPr>
          <p:nvPr/>
        </p:nvSpPr>
        <p:spPr bwMode="auto">
          <a:xfrm>
            <a:off x="6204855" y="3417157"/>
            <a:ext cx="889987"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p>
        </p:txBody>
      </p:sp>
      <p:sp>
        <p:nvSpPr>
          <p:cNvPr id="218" name="Text Box 109">
            <a:extLst>
              <a:ext uri="{FF2B5EF4-FFF2-40B4-BE49-F238E27FC236}">
                <a16:creationId xmlns:a16="http://schemas.microsoft.com/office/drawing/2014/main" id="{8F1866D5-135A-7FFB-7B2B-F7C9A31E0902}"/>
              </a:ext>
            </a:extLst>
          </p:cNvPr>
          <p:cNvSpPr txBox="1">
            <a:spLocks noChangeArrowheads="1"/>
          </p:cNvSpPr>
          <p:nvPr/>
        </p:nvSpPr>
        <p:spPr bwMode="auto">
          <a:xfrm>
            <a:off x="4942931" y="2024773"/>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p>
        </p:txBody>
      </p:sp>
      <p:sp>
        <p:nvSpPr>
          <p:cNvPr id="219" name="Text Box 109">
            <a:extLst>
              <a:ext uri="{FF2B5EF4-FFF2-40B4-BE49-F238E27FC236}">
                <a16:creationId xmlns:a16="http://schemas.microsoft.com/office/drawing/2014/main" id="{8993877A-E8F2-D40D-B438-0FE16910043F}"/>
              </a:ext>
            </a:extLst>
          </p:cNvPr>
          <p:cNvSpPr txBox="1">
            <a:spLocks noChangeArrowheads="1"/>
          </p:cNvSpPr>
          <p:nvPr/>
        </p:nvSpPr>
        <p:spPr bwMode="auto">
          <a:xfrm>
            <a:off x="7155330" y="2633628"/>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cxnSp>
        <p:nvCxnSpPr>
          <p:cNvPr id="220" name="直接连接符 110">
            <a:extLst>
              <a:ext uri="{FF2B5EF4-FFF2-40B4-BE49-F238E27FC236}">
                <a16:creationId xmlns:a16="http://schemas.microsoft.com/office/drawing/2014/main" id="{B50C5BBF-47E4-00F6-E07B-0C2C8EAACAAE}"/>
              </a:ext>
            </a:extLst>
          </p:cNvPr>
          <p:cNvCxnSpPr>
            <a:cxnSpLocks noChangeShapeType="1"/>
          </p:cNvCxnSpPr>
          <p:nvPr/>
        </p:nvCxnSpPr>
        <p:spPr bwMode="auto">
          <a:xfrm flipV="1">
            <a:off x="7889698" y="2848837"/>
            <a:ext cx="0" cy="21141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21" name="矩形 112">
            <a:extLst>
              <a:ext uri="{FF2B5EF4-FFF2-40B4-BE49-F238E27FC236}">
                <a16:creationId xmlns:a16="http://schemas.microsoft.com/office/drawing/2014/main" id="{0B2ED157-1BA8-FE53-1AD0-9116EA55D7E9}"/>
              </a:ext>
            </a:extLst>
          </p:cNvPr>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a:extLst>
              <a:ext uri="{FF2B5EF4-FFF2-40B4-BE49-F238E27FC236}">
                <a16:creationId xmlns:a16="http://schemas.microsoft.com/office/drawing/2014/main" id="{068AB0C7-B436-101E-67C0-67274D92C591}"/>
              </a:ext>
            </a:extLst>
          </p:cNvPr>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23" name="Text Box 109">
            <a:extLst>
              <a:ext uri="{FF2B5EF4-FFF2-40B4-BE49-F238E27FC236}">
                <a16:creationId xmlns:a16="http://schemas.microsoft.com/office/drawing/2014/main" id="{420D297A-3E05-2C4C-86B1-5F76677E6A9B}"/>
              </a:ext>
            </a:extLst>
          </p:cNvPr>
          <p:cNvSpPr txBox="1">
            <a:spLocks noChangeArrowheads="1"/>
          </p:cNvSpPr>
          <p:nvPr/>
        </p:nvSpPr>
        <p:spPr bwMode="auto">
          <a:xfrm>
            <a:off x="2528520" y="1413261"/>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sp>
        <p:nvSpPr>
          <p:cNvPr id="224" name="Line 110">
            <a:extLst>
              <a:ext uri="{FF2B5EF4-FFF2-40B4-BE49-F238E27FC236}">
                <a16:creationId xmlns:a16="http://schemas.microsoft.com/office/drawing/2014/main" id="{7C57C69A-22E5-6000-CD12-E0F377ED8C64}"/>
              </a:ext>
            </a:extLst>
          </p:cNvPr>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a:extLst>
              <a:ext uri="{FF2B5EF4-FFF2-40B4-BE49-F238E27FC236}">
                <a16:creationId xmlns:a16="http://schemas.microsoft.com/office/drawing/2014/main" id="{775F9E00-3EBA-0663-0740-FF0230D38465}"/>
              </a:ext>
            </a:extLst>
          </p:cNvPr>
          <p:cNvSpPr txBox="1">
            <a:spLocks noChangeArrowheads="1"/>
          </p:cNvSpPr>
          <p:nvPr/>
        </p:nvSpPr>
        <p:spPr bwMode="auto">
          <a:xfrm>
            <a:off x="1471257" y="1410988"/>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p>
        </p:txBody>
      </p:sp>
      <p:cxnSp>
        <p:nvCxnSpPr>
          <p:cNvPr id="226" name="直接箭头连接符 54">
            <a:extLst>
              <a:ext uri="{FF2B5EF4-FFF2-40B4-BE49-F238E27FC236}">
                <a16:creationId xmlns:a16="http://schemas.microsoft.com/office/drawing/2014/main" id="{5F38D72C-C537-9D01-FB6D-621381C28A12}"/>
              </a:ext>
            </a:extLst>
          </p:cNvPr>
          <p:cNvCxnSpPr>
            <a:cxnSpLocks noChangeShapeType="1"/>
          </p:cNvCxnSpPr>
          <p:nvPr/>
        </p:nvCxnSpPr>
        <p:spPr bwMode="auto">
          <a:xfrm flipV="1">
            <a:off x="1505902" y="1538291"/>
            <a:ext cx="2665" cy="305756"/>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27" name="Text Box 24">
            <a:extLst>
              <a:ext uri="{FF2B5EF4-FFF2-40B4-BE49-F238E27FC236}">
                <a16:creationId xmlns:a16="http://schemas.microsoft.com/office/drawing/2014/main" id="{2154278A-C36F-AE30-5814-403DF5801B29}"/>
              </a:ext>
            </a:extLst>
          </p:cNvPr>
          <p:cNvSpPr txBox="1">
            <a:spLocks noChangeArrowheads="1"/>
          </p:cNvSpPr>
          <p:nvPr/>
        </p:nvSpPr>
        <p:spPr bwMode="auto">
          <a:xfrm>
            <a:off x="1050202" y="159285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228" name="Text Box 109">
            <a:extLst>
              <a:ext uri="{FF2B5EF4-FFF2-40B4-BE49-F238E27FC236}">
                <a16:creationId xmlns:a16="http://schemas.microsoft.com/office/drawing/2014/main" id="{465AB071-E82C-50B0-AE1D-DBC9AC6FCC93}"/>
              </a:ext>
            </a:extLst>
          </p:cNvPr>
          <p:cNvSpPr txBox="1">
            <a:spLocks noChangeArrowheads="1"/>
          </p:cNvSpPr>
          <p:nvPr/>
        </p:nvSpPr>
        <p:spPr bwMode="auto">
          <a:xfrm>
            <a:off x="986379" y="3580017"/>
            <a:ext cx="103105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p>
        </p:txBody>
      </p:sp>
      <p:sp>
        <p:nvSpPr>
          <p:cNvPr id="229" name="Text Box 109">
            <a:extLst>
              <a:ext uri="{FF2B5EF4-FFF2-40B4-BE49-F238E27FC236}">
                <a16:creationId xmlns:a16="http://schemas.microsoft.com/office/drawing/2014/main" id="{5098B6B5-1CEE-9040-42A2-A499DE227877}"/>
              </a:ext>
            </a:extLst>
          </p:cNvPr>
          <p:cNvSpPr txBox="1">
            <a:spLocks noChangeArrowheads="1"/>
          </p:cNvSpPr>
          <p:nvPr/>
        </p:nvSpPr>
        <p:spPr bwMode="auto">
          <a:xfrm>
            <a:off x="6306435" y="2468062"/>
            <a:ext cx="3257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p>
        </p:txBody>
      </p:sp>
      <p:cxnSp>
        <p:nvCxnSpPr>
          <p:cNvPr id="230" name="直接箭头连接符 53">
            <a:extLst>
              <a:ext uri="{FF2B5EF4-FFF2-40B4-BE49-F238E27FC236}">
                <a16:creationId xmlns:a16="http://schemas.microsoft.com/office/drawing/2014/main" id="{111B4DAA-6AE7-555E-53D5-B511D4AE7FB5}"/>
              </a:ext>
            </a:extLst>
          </p:cNvPr>
          <p:cNvCxnSpPr>
            <a:cxnSpLocks noChangeShapeType="1"/>
          </p:cNvCxnSpPr>
          <p:nvPr/>
        </p:nvCxnSpPr>
        <p:spPr bwMode="auto">
          <a:xfrm flipV="1">
            <a:off x="2176127" y="3580017"/>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31" name="直接连接符 127">
            <a:extLst>
              <a:ext uri="{FF2B5EF4-FFF2-40B4-BE49-F238E27FC236}">
                <a16:creationId xmlns:a16="http://schemas.microsoft.com/office/drawing/2014/main" id="{23942F72-9BF4-FE84-FB9D-9C36F8A31BFE}"/>
              </a:ext>
            </a:extLst>
          </p:cNvPr>
          <p:cNvCxnSpPr>
            <a:cxnSpLocks noChangeShapeType="1"/>
          </p:cNvCxnSpPr>
          <p:nvPr/>
        </p:nvCxnSpPr>
        <p:spPr bwMode="auto">
          <a:xfrm>
            <a:off x="2902316" y="2488522"/>
            <a:ext cx="0" cy="206868"/>
          </a:xfrm>
          <a:prstGeom prst="line">
            <a:avLst/>
          </a:prstGeom>
          <a:noFill/>
          <a:ln w="9525" algn="ctr">
            <a:solidFill>
              <a:schemeClr val="tx1"/>
            </a:solidFill>
            <a:round/>
            <a:headEnd/>
            <a:tailEnd/>
          </a:ln>
        </p:spPr>
      </p:cxnSp>
      <p:cxnSp>
        <p:nvCxnSpPr>
          <p:cNvPr id="232" name="直接连接符 132">
            <a:extLst>
              <a:ext uri="{FF2B5EF4-FFF2-40B4-BE49-F238E27FC236}">
                <a16:creationId xmlns:a16="http://schemas.microsoft.com/office/drawing/2014/main" id="{F4014C4B-BA53-2512-D879-B6F85B9871C4}"/>
              </a:ext>
            </a:extLst>
          </p:cNvPr>
          <p:cNvCxnSpPr>
            <a:cxnSpLocks noChangeShapeType="1"/>
          </p:cNvCxnSpPr>
          <p:nvPr/>
        </p:nvCxnSpPr>
        <p:spPr bwMode="auto">
          <a:xfrm>
            <a:off x="2236088" y="3109127"/>
            <a:ext cx="0" cy="205732"/>
          </a:xfrm>
          <a:prstGeom prst="line">
            <a:avLst/>
          </a:prstGeom>
          <a:noFill/>
          <a:ln w="9525" algn="ctr">
            <a:solidFill>
              <a:schemeClr val="tx1"/>
            </a:solidFill>
            <a:round/>
            <a:headEnd/>
            <a:tailEnd/>
          </a:ln>
        </p:spPr>
      </p:cxnSp>
      <p:cxnSp>
        <p:nvCxnSpPr>
          <p:cNvPr id="233" name="直接箭头连接符 95">
            <a:extLst>
              <a:ext uri="{FF2B5EF4-FFF2-40B4-BE49-F238E27FC236}">
                <a16:creationId xmlns:a16="http://schemas.microsoft.com/office/drawing/2014/main" id="{A40BE58A-A018-5618-D74F-7E4094D7219A}"/>
              </a:ext>
            </a:extLst>
          </p:cNvPr>
          <p:cNvCxnSpPr>
            <a:cxnSpLocks noChangeShapeType="1"/>
          </p:cNvCxnSpPr>
          <p:nvPr/>
        </p:nvCxnSpPr>
        <p:spPr bwMode="auto">
          <a:xfrm flipH="1">
            <a:off x="4605195" y="2777228"/>
            <a:ext cx="447705" cy="20232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234" name="直接连接符 146">
            <a:extLst>
              <a:ext uri="{FF2B5EF4-FFF2-40B4-BE49-F238E27FC236}">
                <a16:creationId xmlns:a16="http://schemas.microsoft.com/office/drawing/2014/main" id="{C1C1F510-64F1-2D57-1688-6468743F3F62}"/>
              </a:ext>
            </a:extLst>
          </p:cNvPr>
          <p:cNvCxnSpPr>
            <a:cxnSpLocks noChangeShapeType="1"/>
          </p:cNvCxnSpPr>
          <p:nvPr/>
        </p:nvCxnSpPr>
        <p:spPr bwMode="auto">
          <a:xfrm>
            <a:off x="4449297" y="3114811"/>
            <a:ext cx="0" cy="206868"/>
          </a:xfrm>
          <a:prstGeom prst="line">
            <a:avLst/>
          </a:prstGeom>
          <a:noFill/>
          <a:ln w="9525" algn="ctr">
            <a:solidFill>
              <a:schemeClr val="tx1"/>
            </a:solidFill>
            <a:round/>
            <a:headEnd/>
            <a:tailEnd/>
          </a:ln>
        </p:spPr>
      </p:cxnSp>
      <p:grpSp>
        <p:nvGrpSpPr>
          <p:cNvPr id="235" name="组合 151">
            <a:extLst>
              <a:ext uri="{FF2B5EF4-FFF2-40B4-BE49-F238E27FC236}">
                <a16:creationId xmlns:a16="http://schemas.microsoft.com/office/drawing/2014/main" id="{0ACBA4D1-CCD4-C6C7-F27F-CEFCA27F399C}"/>
              </a:ext>
            </a:extLst>
          </p:cNvPr>
          <p:cNvGrpSpPr>
            <a:grpSpLocks/>
          </p:cNvGrpSpPr>
          <p:nvPr/>
        </p:nvGrpSpPr>
        <p:grpSpPr bwMode="auto">
          <a:xfrm>
            <a:off x="5140133" y="3142720"/>
            <a:ext cx="748922" cy="261610"/>
            <a:chOff x="7220595" y="4282864"/>
            <a:chExt cx="892274" cy="365381"/>
          </a:xfrm>
        </p:grpSpPr>
        <p:sp>
          <p:nvSpPr>
            <p:cNvPr id="236" name="矩形 149">
              <a:extLst>
                <a:ext uri="{FF2B5EF4-FFF2-40B4-BE49-F238E27FC236}">
                  <a16:creationId xmlns:a16="http://schemas.microsoft.com/office/drawing/2014/main" id="{ACA8FF59-72CA-AF63-1832-91BAC6094E1C}"/>
                </a:ext>
              </a:extLst>
            </p:cNvPr>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a:extLst>
                <a:ext uri="{FF2B5EF4-FFF2-40B4-BE49-F238E27FC236}">
                  <a16:creationId xmlns:a16="http://schemas.microsoft.com/office/drawing/2014/main" id="{07BBF20F-8607-53B5-E33B-5100AAE804FF}"/>
                </a:ext>
              </a:extLst>
            </p:cNvPr>
            <p:cNvSpPr txBox="1">
              <a:spLocks noChangeArrowheads="1"/>
            </p:cNvSpPr>
            <p:nvPr/>
          </p:nvSpPr>
          <p:spPr bwMode="auto">
            <a:xfrm>
              <a:off x="7220595" y="4282864"/>
              <a:ext cx="892274"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cxnSp>
        <p:nvCxnSpPr>
          <p:cNvPr id="238" name="直接箭头连接符 87">
            <a:extLst>
              <a:ext uri="{FF2B5EF4-FFF2-40B4-BE49-F238E27FC236}">
                <a16:creationId xmlns:a16="http://schemas.microsoft.com/office/drawing/2014/main" id="{5BB70F1C-FAB2-31DD-44A9-18A16610D8A0}"/>
              </a:ext>
            </a:extLst>
          </p:cNvPr>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39" name="矩形 153">
            <a:extLst>
              <a:ext uri="{FF2B5EF4-FFF2-40B4-BE49-F238E27FC236}">
                <a16:creationId xmlns:a16="http://schemas.microsoft.com/office/drawing/2014/main" id="{2C800C80-0B2E-8625-0EF7-17025F3D50BE}"/>
              </a:ext>
            </a:extLst>
          </p:cNvPr>
          <p:cNvSpPr>
            <a:spLocks noChangeArrowheads="1"/>
          </p:cNvSpPr>
          <p:nvPr/>
        </p:nvSpPr>
        <p:spPr bwMode="auto">
          <a:xfrm>
            <a:off x="907629" y="3512957"/>
            <a:ext cx="1449712" cy="36031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a:extLst>
              <a:ext uri="{FF2B5EF4-FFF2-40B4-BE49-F238E27FC236}">
                <a16:creationId xmlns:a16="http://schemas.microsoft.com/office/drawing/2014/main" id="{EEB5BC42-A20B-0CAE-844A-18AAF14E0B2F}"/>
              </a:ext>
            </a:extLst>
          </p:cNvPr>
          <p:cNvSpPr>
            <a:spLocks noChangeShapeType="1"/>
          </p:cNvSpPr>
          <p:nvPr/>
        </p:nvSpPr>
        <p:spPr bwMode="auto">
          <a:xfrm flipH="1">
            <a:off x="6651847" y="2462380"/>
            <a:ext cx="0" cy="4285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a:extLst>
              <a:ext uri="{FF2B5EF4-FFF2-40B4-BE49-F238E27FC236}">
                <a16:creationId xmlns:a16="http://schemas.microsoft.com/office/drawing/2014/main" id="{9F632168-841D-2CF2-BF20-20078DC4C427}"/>
              </a:ext>
            </a:extLst>
          </p:cNvPr>
          <p:cNvSpPr>
            <a:spLocks noChangeShapeType="1"/>
          </p:cNvSpPr>
          <p:nvPr/>
        </p:nvSpPr>
        <p:spPr bwMode="auto">
          <a:xfrm>
            <a:off x="1027550" y="1354156"/>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a:extLst>
              <a:ext uri="{FF2B5EF4-FFF2-40B4-BE49-F238E27FC236}">
                <a16:creationId xmlns:a16="http://schemas.microsoft.com/office/drawing/2014/main" id="{84D2B167-07B9-BC97-020D-ABEE682280D7}"/>
              </a:ext>
            </a:extLst>
          </p:cNvPr>
          <p:cNvSpPr txBox="1">
            <a:spLocks noChangeArrowheads="1"/>
          </p:cNvSpPr>
          <p:nvPr/>
        </p:nvSpPr>
        <p:spPr bwMode="auto">
          <a:xfrm>
            <a:off x="8017614" y="1148424"/>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243" name="Text Box 109">
            <a:extLst>
              <a:ext uri="{FF2B5EF4-FFF2-40B4-BE49-F238E27FC236}">
                <a16:creationId xmlns:a16="http://schemas.microsoft.com/office/drawing/2014/main" id="{150ACC66-05FF-64ED-BCF3-06552F7E67C9}"/>
              </a:ext>
            </a:extLst>
          </p:cNvPr>
          <p:cNvSpPr txBox="1">
            <a:spLocks noChangeArrowheads="1"/>
          </p:cNvSpPr>
          <p:nvPr/>
        </p:nvSpPr>
        <p:spPr bwMode="auto">
          <a:xfrm>
            <a:off x="906579" y="1097275"/>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p>
        </p:txBody>
      </p:sp>
      <p:sp>
        <p:nvSpPr>
          <p:cNvPr id="244" name="Text Box 109">
            <a:extLst>
              <a:ext uri="{FF2B5EF4-FFF2-40B4-BE49-F238E27FC236}">
                <a16:creationId xmlns:a16="http://schemas.microsoft.com/office/drawing/2014/main" id="{6C7324E1-29A1-AB73-63EE-41D8175C40B1}"/>
              </a:ext>
            </a:extLst>
          </p:cNvPr>
          <p:cNvSpPr txBox="1">
            <a:spLocks noChangeArrowheads="1"/>
          </p:cNvSpPr>
          <p:nvPr/>
        </p:nvSpPr>
        <p:spPr bwMode="auto">
          <a:xfrm>
            <a:off x="2507198"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p>
        </p:txBody>
      </p:sp>
      <p:sp>
        <p:nvSpPr>
          <p:cNvPr id="245" name="Text Box 109">
            <a:extLst>
              <a:ext uri="{FF2B5EF4-FFF2-40B4-BE49-F238E27FC236}">
                <a16:creationId xmlns:a16="http://schemas.microsoft.com/office/drawing/2014/main" id="{7103DE07-0B73-50E6-608C-342894C27B4F}"/>
              </a:ext>
            </a:extLst>
          </p:cNvPr>
          <p:cNvSpPr txBox="1">
            <a:spLocks noChangeArrowheads="1"/>
          </p:cNvSpPr>
          <p:nvPr/>
        </p:nvSpPr>
        <p:spPr bwMode="auto">
          <a:xfrm>
            <a:off x="5048191" y="1116614"/>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sp>
        <p:nvSpPr>
          <p:cNvPr id="246" name="Text Box 109">
            <a:extLst>
              <a:ext uri="{FF2B5EF4-FFF2-40B4-BE49-F238E27FC236}">
                <a16:creationId xmlns:a16="http://schemas.microsoft.com/office/drawing/2014/main" id="{CEF851B0-4C1D-D95D-B23A-BEF8ABF12C78}"/>
              </a:ext>
            </a:extLst>
          </p:cNvPr>
          <p:cNvSpPr txBox="1">
            <a:spLocks noChangeArrowheads="1"/>
          </p:cNvSpPr>
          <p:nvPr/>
        </p:nvSpPr>
        <p:spPr bwMode="auto">
          <a:xfrm>
            <a:off x="7137482"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sp>
        <p:nvSpPr>
          <p:cNvPr id="80" name="矩形 79">
            <a:extLst>
              <a:ext uri="{FF2B5EF4-FFF2-40B4-BE49-F238E27FC236}">
                <a16:creationId xmlns:a16="http://schemas.microsoft.com/office/drawing/2014/main" id="{8E60812E-87DD-8EDB-DFD0-45CEC4F6D1AC}"/>
              </a:ext>
            </a:extLst>
          </p:cNvPr>
          <p:cNvSpPr/>
          <p:nvPr/>
        </p:nvSpPr>
        <p:spPr>
          <a:xfrm>
            <a:off x="1201783" y="3987657"/>
            <a:ext cx="6933087" cy="605294"/>
          </a:xfrm>
          <a:prstGeom prst="rect">
            <a:avLst/>
          </a:prstGeom>
        </p:spPr>
        <p:txBody>
          <a:bodyPr wrap="square">
            <a:spAutoFit/>
          </a:bodyPr>
          <a:lstStyle/>
          <a:p>
            <a:pPr>
              <a:lnSpc>
                <a:spcPts val="2000"/>
              </a:lnSpc>
            </a:pPr>
            <a:r>
              <a:rPr lang="zh-CN" altLang="en-US" sz="1600" b="1" dirty="0">
                <a:latin typeface="微软雅黑" pitchFamily="34" charset="-122"/>
                <a:ea typeface="微软雅黑" pitchFamily="34" charset="-122"/>
              </a:rPr>
              <a:t>当信道由空闲转为忙时，所有正在退避的站点冻结其退避计时器，保留计时器的数值不变，推迟到下次争用信道时接着倒计时。</a:t>
            </a:r>
            <a:endParaRPr lang="zh-CN" altLang="en-US" sz="1600" b="1" dirty="0">
              <a:solidFill>
                <a:srgbClr val="C00000"/>
              </a:solidFill>
              <a:latin typeface="微软雅黑" pitchFamily="34" charset="-122"/>
              <a:ea typeface="微软雅黑" pitchFamily="34" charset="-122"/>
            </a:endParaRPr>
          </a:p>
        </p:txBody>
      </p:sp>
      <p:grpSp>
        <p:nvGrpSpPr>
          <p:cNvPr id="191" name="组合 99">
            <a:extLst>
              <a:ext uri="{FF2B5EF4-FFF2-40B4-BE49-F238E27FC236}">
                <a16:creationId xmlns:a16="http://schemas.microsoft.com/office/drawing/2014/main" id="{EA28551D-975A-FEBD-6344-34B7F1318ABE}"/>
              </a:ext>
            </a:extLst>
          </p:cNvPr>
          <p:cNvGrpSpPr>
            <a:grpSpLocks/>
          </p:cNvGrpSpPr>
          <p:nvPr/>
        </p:nvGrpSpPr>
        <p:grpSpPr bwMode="auto">
          <a:xfrm>
            <a:off x="4521249" y="1829271"/>
            <a:ext cx="431529" cy="261610"/>
            <a:chOff x="4860032" y="586828"/>
            <a:chExt cx="514662" cy="365830"/>
          </a:xfrm>
        </p:grpSpPr>
        <p:sp>
          <p:nvSpPr>
            <p:cNvPr id="192" name="矩形 98">
              <a:extLst>
                <a:ext uri="{FF2B5EF4-FFF2-40B4-BE49-F238E27FC236}">
                  <a16:creationId xmlns:a16="http://schemas.microsoft.com/office/drawing/2014/main" id="{5DD7E54D-1FD7-2563-D146-BD38802B39B5}"/>
                </a:ext>
              </a:extLst>
            </p:cNvPr>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a:extLst>
                <a:ext uri="{FF2B5EF4-FFF2-40B4-BE49-F238E27FC236}">
                  <a16:creationId xmlns:a16="http://schemas.microsoft.com/office/drawing/2014/main" id="{B1C20EA5-7BDC-8D06-D80A-F8863F392043}"/>
                </a:ext>
              </a:extLst>
            </p:cNvPr>
            <p:cNvSpPr txBox="1">
              <a:spLocks noChangeArrowheads="1"/>
            </p:cNvSpPr>
            <p:nvPr/>
          </p:nvSpPr>
          <p:spPr bwMode="auto">
            <a:xfrm>
              <a:off x="4860032" y="586828"/>
              <a:ext cx="514662" cy="365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990000"/>
                  </a:solidFill>
                  <a:latin typeface="微软雅黑" panose="020B0503020204020204" pitchFamily="34" charset="-122"/>
                  <a:ea typeface="微软雅黑" panose="020B0503020204020204" pitchFamily="34" charset="-122"/>
                </a:rPr>
                <a:t>CW</a:t>
              </a:r>
            </a:p>
          </p:txBody>
        </p:sp>
      </p:grpSp>
    </p:spTree>
    <p:extLst>
      <p:ext uri="{BB962C8B-B14F-4D97-AF65-F5344CB8AC3E}">
        <p14:creationId xmlns:p14="http://schemas.microsoft.com/office/powerpoint/2010/main" val="496380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85"/>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218"/>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grpId="0" nodeType="clickEffect">
                                  <p:stCondLst>
                                    <p:cond delay="0"/>
                                  </p:stCondLst>
                                  <p:childTnLst>
                                    <p:anim calcmode="discrete" valueType="str">
                                      <p:cBhvr>
                                        <p:cTn id="14" dur="1000" fill="hold"/>
                                        <p:tgtEl>
                                          <p:spTgt spid="176"/>
                                        </p:tgtEl>
                                        <p:attrNameLst>
                                          <p:attrName>style.visibility</p:attrName>
                                        </p:attrNameLst>
                                      </p:cBhvr>
                                      <p:tavLst>
                                        <p:tav tm="0">
                                          <p:val>
                                            <p:strVal val="hidden"/>
                                          </p:val>
                                        </p:tav>
                                        <p:tav tm="50000">
                                          <p:val>
                                            <p:strVal val="visible"/>
                                          </p:val>
                                        </p:tav>
                                      </p:tavLst>
                                    </p:anim>
                                  </p:childTnLst>
                                </p:cTn>
                              </p:par>
                            </p:childTnLst>
                          </p:cTn>
                        </p:par>
                        <p:par>
                          <p:cTn id="15" fill="hold">
                            <p:stCondLst>
                              <p:cond delay="3000"/>
                            </p:stCondLst>
                            <p:childTnLst>
                              <p:par>
                                <p:cTn id="16" presetID="35" presetClass="emph" presetSubtype="0" repeatCount="3000" fill="hold" nodeType="afterEffect">
                                  <p:stCondLst>
                                    <p:cond delay="0"/>
                                  </p:stCondLst>
                                  <p:childTnLst>
                                    <p:anim calcmode="discrete" valueType="str">
                                      <p:cBhvr>
                                        <p:cTn id="17" dur="1000" fill="hold"/>
                                        <p:tgtEl>
                                          <p:spTgt spid="235"/>
                                        </p:tgtEl>
                                        <p:attrNameLst>
                                          <p:attrName>style.visibility</p:attrName>
                                        </p:attrNameLst>
                                      </p:cBhvr>
                                      <p:tavLst>
                                        <p:tav tm="0">
                                          <p:val>
                                            <p:strVal val="hidden"/>
                                          </p:val>
                                        </p:tav>
                                        <p:tav tm="50000">
                                          <p:val>
                                            <p:strVal val="visible"/>
                                          </p:val>
                                        </p:tav>
                                      </p:tavLst>
                                    </p:anim>
                                  </p:childTnLst>
                                </p:cTn>
                              </p:par>
                              <p:par>
                                <p:cTn id="18" presetID="35" presetClass="emph" presetSubtype="0" repeatCount="3000" fill="hold" nodeType="withEffect">
                                  <p:stCondLst>
                                    <p:cond delay="0"/>
                                  </p:stCondLst>
                                  <p:childTnLst>
                                    <p:anim calcmode="discrete" valueType="str">
                                      <p:cBhvr>
                                        <p:cTn id="19" dur="1000" fill="hold"/>
                                        <p:tgtEl>
                                          <p:spTgt spid="222"/>
                                        </p:tgtEl>
                                        <p:attrNameLst>
                                          <p:attrName>style.visibility</p:attrName>
                                        </p:attrNameLst>
                                      </p:cBhvr>
                                      <p:tavLst>
                                        <p:tav tm="0">
                                          <p:val>
                                            <p:strVal val="hidden"/>
                                          </p:val>
                                        </p:tav>
                                        <p:tav tm="50000">
                                          <p:val>
                                            <p:strVal val="visible"/>
                                          </p:val>
                                        </p:tav>
                                      </p:tavLst>
                                    </p:anim>
                                  </p:childTnLst>
                                </p:cTn>
                              </p:par>
                            </p:childTnLst>
                          </p:cTn>
                        </p:par>
                      </p:childTnLst>
                    </p:cTn>
                  </p:par>
                  <p:par>
                    <p:cTn id="20" fill="hold">
                      <p:stCondLst>
                        <p:cond delay="indefinite"/>
                      </p:stCondLst>
                      <p:childTnLst>
                        <p:par>
                          <p:cTn id="21" fill="hold">
                            <p:stCondLst>
                              <p:cond delay="0"/>
                            </p:stCondLst>
                            <p:childTnLst>
                              <p:par>
                                <p:cTn id="22" presetID="35" presetClass="emph" presetSubtype="0" repeatCount="3000" fill="hold" grpId="0" nodeType="clickEffect">
                                  <p:stCondLst>
                                    <p:cond delay="0"/>
                                  </p:stCondLst>
                                  <p:childTnLst>
                                    <p:anim calcmode="discrete" valueType="str">
                                      <p:cBhvr>
                                        <p:cTn id="23" dur="1000" fill="hold"/>
                                        <p:tgtEl>
                                          <p:spTgt spid="187"/>
                                        </p:tgtEl>
                                        <p:attrNameLst>
                                          <p:attrName>style.visibility</p:attrName>
                                        </p:attrNameLst>
                                      </p:cBhvr>
                                      <p:tavLst>
                                        <p:tav tm="0">
                                          <p:val>
                                            <p:strVal val="hidden"/>
                                          </p:val>
                                        </p:tav>
                                        <p:tav tm="50000">
                                          <p:val>
                                            <p:strVal val="visible"/>
                                          </p:val>
                                        </p:tav>
                                      </p:tavLst>
                                    </p:anim>
                                  </p:childTnLst>
                                </p:cTn>
                              </p:par>
                            </p:childTnLst>
                          </p:cTn>
                        </p:par>
                      </p:childTnLst>
                    </p:cTn>
                  </p:par>
                  <p:par>
                    <p:cTn id="24" fill="hold">
                      <p:stCondLst>
                        <p:cond delay="indefinite"/>
                      </p:stCondLst>
                      <p:childTnLst>
                        <p:par>
                          <p:cTn id="25" fill="hold">
                            <p:stCondLst>
                              <p:cond delay="0"/>
                            </p:stCondLst>
                            <p:childTnLst>
                              <p:par>
                                <p:cTn id="26" presetID="35" presetClass="emph" presetSubtype="0" repeatCount="3000" fill="hold" grpId="0" nodeType="clickEffect">
                                  <p:stCondLst>
                                    <p:cond delay="0"/>
                                  </p:stCondLst>
                                  <p:childTnLst>
                                    <p:anim calcmode="discrete" valueType="str">
                                      <p:cBhvr>
                                        <p:cTn id="27" dur="1000" fill="hold"/>
                                        <p:tgtEl>
                                          <p:spTgt spid="21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 grpId="0"/>
      <p:bldP spid="176" grpId="0"/>
      <p:bldP spid="187" grpId="0"/>
      <p:bldP spid="218" grpId="0"/>
      <p:bldP spid="219"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503240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a:t>
            </a:r>
            <a:r>
              <a:rPr lang="zh-CN" altLang="en-US" sz="2000" b="1" dirty="0">
                <a:solidFill>
                  <a:srgbClr val="0000CC"/>
                </a:solidFill>
                <a:latin typeface="微软雅黑" pitchFamily="34" charset="-122"/>
                <a:ea typeface="微软雅黑" pitchFamily="34" charset="-122"/>
              </a:rPr>
              <a:t>推迟接入</a:t>
            </a:r>
            <a:r>
              <a:rPr lang="zh-CN" altLang="en-US" sz="2000" b="1" dirty="0">
                <a:latin typeface="微软雅黑" pitchFamily="34" charset="-122"/>
                <a:ea typeface="微软雅黑" pitchFamily="34" charset="-122"/>
              </a:rPr>
              <a:t>”和“</a:t>
            </a:r>
            <a:r>
              <a:rPr lang="zh-CN" altLang="en-US" sz="2000" b="1" dirty="0">
                <a:solidFill>
                  <a:srgbClr val="0000CC"/>
                </a:solidFill>
                <a:latin typeface="微软雅黑" pitchFamily="34" charset="-122"/>
                <a:ea typeface="微软雅黑" pitchFamily="34" charset="-122"/>
              </a:rPr>
              <a:t>退避 </a:t>
            </a:r>
            <a:r>
              <a:rPr lang="en-US" altLang="zh-CN" sz="2000" b="1" dirty="0">
                <a:solidFill>
                  <a:srgbClr val="0000CC"/>
                </a:solidFill>
                <a:latin typeface="微软雅黑" pitchFamily="34" charset="-122"/>
                <a:ea typeface="微软雅黑" pitchFamily="34" charset="-122"/>
              </a:rPr>
              <a:t>(</a:t>
            </a:r>
            <a:r>
              <a:rPr lang="en-US" altLang="zh-CN" sz="2000" b="1" dirty="0" err="1">
                <a:solidFill>
                  <a:srgbClr val="0000CC"/>
                </a:solidFill>
                <a:latin typeface="微软雅黑" pitchFamily="34" charset="-122"/>
                <a:ea typeface="微软雅黑" pitchFamily="34" charset="-122"/>
              </a:rPr>
              <a:t>backoff</a:t>
            </a:r>
            <a:r>
              <a:rPr lang="en-US" altLang="zh-CN" sz="2000" b="1" dirty="0">
                <a:solidFill>
                  <a:srgbClr val="0000CC"/>
                </a:solidFill>
                <a:latin typeface="微软雅黑" pitchFamily="34" charset="-122"/>
                <a:ea typeface="微软雅黑" pitchFamily="34" charset="-122"/>
              </a:rPr>
              <a: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的区别</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33857" cy="3054682"/>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推迟接入：</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发生在信道处于忙的状态，为的是等待争用期的到来，以便执行退避算法来争用信道。</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这时退避计时器处于冻结状态。</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退避：</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是争用期各站点执行的算法，退避计时器进行倒计时。</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这时信道是空闲的，并且总是出现在时间间隔 </a:t>
            </a:r>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的后面。</a:t>
            </a:r>
          </a:p>
        </p:txBody>
      </p:sp>
    </p:spTree>
    <p:extLst>
      <p:ext uri="{BB962C8B-B14F-4D97-AF65-F5344CB8AC3E}">
        <p14:creationId xmlns:p14="http://schemas.microsoft.com/office/powerpoint/2010/main" val="32378742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4">
                                            <p:txEl>
                                              <p:pRg st="0" end="0"/>
                                            </p:txEl>
                                          </p:spTgt>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1000" fill="hold"/>
                                        <p:tgtEl>
                                          <p:spTgt spid="4">
                                            <p:txEl>
                                              <p:pRg st="3" end="3"/>
                                            </p:txEl>
                                          </p:spTgt>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12105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争用窗口</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96243" cy="3459088"/>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600"/>
              </a:lnSpc>
              <a:buClr>
                <a:srgbClr val="0070C0"/>
              </a:buClr>
              <a:buFont typeface="Wingdings" panose="05000000000000000000" pitchFamily="2" charset="2"/>
              <a:buChar char="l"/>
            </a:pPr>
            <a:r>
              <a:rPr lang="zh-CN" altLang="en-US" b="1" dirty="0">
                <a:solidFill>
                  <a:srgbClr val="C00000"/>
                </a:solidFill>
                <a:latin typeface="微软雅黑" pitchFamily="34" charset="-122"/>
                <a:ea typeface="微软雅黑" pitchFamily="34" charset="-122"/>
              </a:rPr>
              <a:t>建议值： </a:t>
            </a:r>
            <a:r>
              <a:rPr lang="en-US" altLang="zh-CN" b="1" dirty="0">
                <a:solidFill>
                  <a:srgbClr val="0000CC"/>
                </a:solidFill>
                <a:latin typeface="微软雅黑" pitchFamily="34" charset="-122"/>
                <a:ea typeface="微软雅黑" pitchFamily="34" charset="-122"/>
              </a:rPr>
              <a:t>15 (</a:t>
            </a:r>
            <a:r>
              <a:rPr lang="zh-CN" altLang="en-US" b="1" dirty="0">
                <a:solidFill>
                  <a:srgbClr val="0000CC"/>
                </a:solidFill>
                <a:latin typeface="微软雅黑" pitchFamily="34" charset="-122"/>
                <a:ea typeface="微软雅黑" pitchFamily="34" charset="-122"/>
              </a:rPr>
              <a:t>最小</a:t>
            </a:r>
            <a:r>
              <a:rPr lang="en-US" altLang="zh-CN" b="1" dirty="0">
                <a:solidFill>
                  <a:srgbClr val="0000CC"/>
                </a:solidFill>
                <a:latin typeface="微软雅黑" pitchFamily="34" charset="-122"/>
                <a:ea typeface="微软雅黑" pitchFamily="34" charset="-122"/>
              </a:rPr>
              <a:t>) ≤ </a:t>
            </a:r>
            <a:r>
              <a:rPr lang="zh-CN" altLang="en-US" b="1" dirty="0">
                <a:solidFill>
                  <a:srgbClr val="0000CC"/>
                </a:solidFill>
                <a:latin typeface="微软雅黑" pitchFamily="34" charset="-122"/>
                <a:ea typeface="微软雅黑" pitchFamily="34" charset="-122"/>
              </a:rPr>
              <a:t>争用窗口 </a:t>
            </a:r>
            <a:r>
              <a:rPr lang="en-US" altLang="zh-CN" b="1" dirty="0">
                <a:solidFill>
                  <a:srgbClr val="0000CC"/>
                </a:solidFill>
                <a:latin typeface="微软雅黑" pitchFamily="34" charset="-122"/>
                <a:ea typeface="微软雅黑" pitchFamily="34" charset="-122"/>
              </a:rPr>
              <a:t>CW ≤ 1023 (</a:t>
            </a:r>
            <a:r>
              <a:rPr lang="zh-CN" altLang="en-US" b="1" dirty="0">
                <a:solidFill>
                  <a:srgbClr val="0000CC"/>
                </a:solidFill>
                <a:latin typeface="微软雅黑" pitchFamily="34" charset="-122"/>
                <a:ea typeface="微软雅黑" pitchFamily="34" charset="-122"/>
              </a:rPr>
              <a:t>最大</a:t>
            </a:r>
            <a:r>
              <a:rPr lang="en-US" altLang="zh-CN" b="1" dirty="0">
                <a:solidFill>
                  <a:srgbClr val="0000CC"/>
                </a:solidFill>
                <a:latin typeface="微软雅黑" pitchFamily="34" charset="-122"/>
                <a:ea typeface="微软雅黑" pitchFamily="34" charset="-122"/>
              </a:rPr>
              <a:t>)</a:t>
            </a:r>
            <a:r>
              <a:rPr lang="zh-CN" altLang="en-US" b="1" dirty="0">
                <a:solidFill>
                  <a:srgbClr val="0000CC"/>
                </a:solidFill>
                <a:latin typeface="微软雅黑" pitchFamily="34" charset="-122"/>
                <a:ea typeface="微软雅黑" pitchFamily="34" charset="-122"/>
              </a:rPr>
              <a:t>。</a:t>
            </a:r>
            <a:endParaRPr lang="en-US" altLang="zh-CN" b="1" dirty="0">
              <a:solidFill>
                <a:srgbClr val="0000CC"/>
              </a:solidFill>
              <a:latin typeface="微软雅黑" pitchFamily="34" charset="-122"/>
              <a:ea typeface="微软雅黑" pitchFamily="34" charset="-122"/>
            </a:endParaRPr>
          </a:p>
          <a:p>
            <a:pPr marL="342900" indent="-342900" eaLnBrk="0" hangingPunct="0">
              <a:lnSpc>
                <a:spcPts val="2600"/>
              </a:lnSpc>
              <a:buClr>
                <a:srgbClr val="0070C0"/>
              </a:buClr>
              <a:buFont typeface="Wingdings" panose="05000000000000000000" pitchFamily="2" charset="2"/>
              <a:buChar char="l"/>
            </a:pPr>
            <a:r>
              <a:rPr lang="en-US" altLang="zh-CN" b="1" dirty="0">
                <a:solidFill>
                  <a:srgbClr val="C00000"/>
                </a:solidFill>
                <a:latin typeface="微软雅黑" pitchFamily="34" charset="-122"/>
                <a:ea typeface="微软雅黑" pitchFamily="34" charset="-122"/>
              </a:rPr>
              <a:t>CSMA/CA</a:t>
            </a:r>
            <a:r>
              <a:rPr lang="zh-CN" altLang="en-US" b="1" dirty="0">
                <a:solidFill>
                  <a:srgbClr val="C00000"/>
                </a:solidFill>
                <a:latin typeface="微软雅黑" pitchFamily="34" charset="-122"/>
                <a:ea typeface="微软雅黑" pitchFamily="34" charset="-122"/>
              </a:rPr>
              <a:t>规定：</a:t>
            </a:r>
            <a:r>
              <a:rPr lang="zh-CN" altLang="en-US" b="1" dirty="0">
                <a:latin typeface="微软雅黑" pitchFamily="34" charset="-122"/>
                <a:ea typeface="微软雅黑" pitchFamily="34" charset="-122"/>
              </a:rPr>
              <a:t>如果未收到确认帧（可能发生了碰撞或受到干扰），则必须重传。每重传一次，争用窗口的数值就近似加倍（</a:t>
            </a:r>
            <a:r>
              <a:rPr lang="zh-CN" altLang="en-US" b="1" dirty="0">
                <a:solidFill>
                  <a:srgbClr val="C00000"/>
                </a:solidFill>
                <a:latin typeface="微软雅黑" pitchFamily="34" charset="-122"/>
                <a:ea typeface="微软雅黑" pitchFamily="34" charset="-122"/>
              </a:rPr>
              <a:t>原</a:t>
            </a:r>
            <a:r>
              <a:rPr lang="en-US" altLang="zh-CN" b="1" dirty="0">
                <a:solidFill>
                  <a:srgbClr val="C00000"/>
                </a:solidFill>
                <a:latin typeface="微软雅黑" pitchFamily="34" charset="-122"/>
                <a:ea typeface="微软雅黑" pitchFamily="34" charset="-122"/>
              </a:rPr>
              <a:t>CW</a:t>
            </a:r>
            <a:r>
              <a:rPr lang="zh-CN" altLang="en-US" b="1" dirty="0">
                <a:solidFill>
                  <a:srgbClr val="C00000"/>
                </a:solidFill>
                <a:latin typeface="微软雅黑" pitchFamily="34" charset="-122"/>
                <a:ea typeface="微软雅黑" pitchFamily="34" charset="-122"/>
              </a:rPr>
              <a:t>值乘</a:t>
            </a:r>
            <a:r>
              <a:rPr lang="en-US" altLang="zh-CN" b="1" dirty="0">
                <a:solidFill>
                  <a:srgbClr val="C00000"/>
                </a:solidFill>
                <a:latin typeface="微软雅黑" pitchFamily="34" charset="-122"/>
                <a:ea typeface="微软雅黑" pitchFamily="34" charset="-122"/>
              </a:rPr>
              <a:t>2</a:t>
            </a:r>
            <a:r>
              <a:rPr lang="zh-CN" altLang="en-US" b="1" dirty="0">
                <a:solidFill>
                  <a:srgbClr val="C00000"/>
                </a:solidFill>
                <a:latin typeface="微软雅黑" pitchFamily="34" charset="-122"/>
                <a:ea typeface="微软雅黑" pitchFamily="34" charset="-122"/>
              </a:rPr>
              <a:t>加</a:t>
            </a:r>
            <a:r>
              <a:rPr lang="en-US" altLang="zh-CN" b="1" dirty="0">
                <a:solidFill>
                  <a:srgbClr val="C00000"/>
                </a:solidFill>
                <a:latin typeface="微软雅黑" pitchFamily="34" charset="-122"/>
                <a:ea typeface="微软雅黑" pitchFamily="34" charset="-122"/>
              </a:rPr>
              <a:t>1</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342900" indent="-342900" eaLnBrk="0" hangingPunct="0">
              <a:lnSpc>
                <a:spcPts val="2600"/>
              </a:lnSpc>
              <a:buClr>
                <a:srgbClr val="0070C0"/>
              </a:buClr>
              <a:buFont typeface="Wingdings" panose="05000000000000000000" pitchFamily="2" charset="2"/>
              <a:buChar char="l"/>
            </a:pPr>
            <a:r>
              <a:rPr lang="zh-CN" altLang="en-US" b="1" dirty="0">
                <a:solidFill>
                  <a:srgbClr val="0000CC"/>
                </a:solidFill>
                <a:latin typeface="微软雅黑" pitchFamily="34" charset="-122"/>
                <a:ea typeface="微软雅黑" pitchFamily="34" charset="-122"/>
              </a:rPr>
              <a:t>假定：</a:t>
            </a:r>
            <a:r>
              <a:rPr lang="zh-CN" altLang="en-US" b="1" dirty="0">
                <a:latin typeface="微软雅黑" pitchFamily="34" charset="-122"/>
                <a:ea typeface="微软雅黑" pitchFamily="34" charset="-122"/>
              </a:rPr>
              <a:t>选择初始争用窗口 </a:t>
            </a:r>
            <a:r>
              <a:rPr lang="en-US" altLang="zh-CN" b="1" dirty="0">
                <a:latin typeface="微软雅黑" pitchFamily="34" charset="-122"/>
                <a:ea typeface="微软雅黑" pitchFamily="34" charset="-122"/>
              </a:rPr>
              <a:t>CW = 15</a:t>
            </a:r>
            <a:r>
              <a:rPr lang="zh-CN" altLang="en-US" b="1" dirty="0">
                <a:latin typeface="微软雅黑" pitchFamily="34" charset="-122"/>
                <a:ea typeface="微软雅黑" pitchFamily="34" charset="-122"/>
              </a:rPr>
              <a:t>，首次争用随机退避的时隙数应在 </a:t>
            </a:r>
            <a:r>
              <a:rPr lang="en-US" altLang="zh-CN" b="1" dirty="0">
                <a:latin typeface="微软雅黑" pitchFamily="34" charset="-122"/>
                <a:ea typeface="微软雅黑" pitchFamily="34" charset="-122"/>
              </a:rPr>
              <a:t>0 ~ 15 </a:t>
            </a:r>
            <a:r>
              <a:rPr lang="zh-CN" altLang="en-US" b="1" dirty="0">
                <a:latin typeface="微软雅黑" pitchFamily="34" charset="-122"/>
                <a:ea typeface="微软雅黑" pitchFamily="34" charset="-122"/>
              </a:rPr>
              <a:t>之间生成，第 </a:t>
            </a:r>
            <a:r>
              <a:rPr lang="en-US" altLang="zh-CN" b="1" i="1" dirty="0" err="1">
                <a:latin typeface="Times New Roman" pitchFamily="18" charset="0"/>
              </a:rPr>
              <a:t>i</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次重传争用窗口</a:t>
            </a:r>
            <a:r>
              <a:rPr lang="en-US" altLang="zh-CN" b="1" dirty="0">
                <a:latin typeface="微软雅黑" pitchFamily="34" charset="-122"/>
                <a:ea typeface="微软雅黑" pitchFamily="34" charset="-122"/>
              </a:rPr>
              <a:t>CW = (2</a:t>
            </a:r>
            <a:r>
              <a:rPr lang="en-US" altLang="zh-CN" b="1" baseline="30000" dirty="0">
                <a:latin typeface="微软雅黑" pitchFamily="34" charset="-122"/>
                <a:ea typeface="微软雅黑" pitchFamily="34" charset="-122"/>
              </a:rPr>
              <a:t>4+i</a:t>
            </a:r>
            <a:r>
              <a:rPr lang="en-US" altLang="zh-CN" b="1" dirty="0">
                <a:latin typeface="微软雅黑" pitchFamily="34" charset="-122"/>
                <a:ea typeface="微软雅黑" pitchFamily="34" charset="-122"/>
              </a:rPr>
              <a:t> – 1) </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ct val="125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第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次重传时，随机退避的时隙数应在 </a:t>
            </a:r>
            <a:r>
              <a:rPr lang="en-US" altLang="zh-CN" b="1" dirty="0">
                <a:latin typeface="微软雅黑" pitchFamily="34" charset="-122"/>
                <a:ea typeface="微软雅黑" pitchFamily="34" charset="-122"/>
              </a:rPr>
              <a:t>0 ~ 31 </a:t>
            </a:r>
            <a:r>
              <a:rPr lang="zh-CN" altLang="en-US" b="1" dirty="0">
                <a:latin typeface="微软雅黑" pitchFamily="34" charset="-122"/>
                <a:ea typeface="微软雅黑" pitchFamily="34" charset="-122"/>
              </a:rPr>
              <a:t>之间生成。</a:t>
            </a:r>
          </a:p>
          <a:p>
            <a:pPr marL="717550" lvl="1" indent="-342900" eaLnBrk="0" hangingPunct="0">
              <a:lnSpc>
                <a:spcPct val="125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第 </a:t>
            </a:r>
            <a:r>
              <a:rPr lang="en-US" altLang="zh-CN" b="1" dirty="0">
                <a:latin typeface="微软雅黑" pitchFamily="34" charset="-122"/>
                <a:ea typeface="微软雅黑" pitchFamily="34" charset="-122"/>
              </a:rPr>
              <a:t>2 </a:t>
            </a:r>
            <a:r>
              <a:rPr lang="zh-CN" altLang="en-US" b="1" dirty="0">
                <a:latin typeface="微软雅黑" pitchFamily="34" charset="-122"/>
                <a:ea typeface="微软雅黑" pitchFamily="34" charset="-122"/>
              </a:rPr>
              <a:t>次重传时，随机退避的时隙数应在 </a:t>
            </a:r>
            <a:r>
              <a:rPr lang="en-US" altLang="zh-CN" b="1" dirty="0">
                <a:latin typeface="微软雅黑" pitchFamily="34" charset="-122"/>
                <a:ea typeface="微软雅黑" pitchFamily="34" charset="-122"/>
              </a:rPr>
              <a:t>0 ~ 63 </a:t>
            </a:r>
            <a:r>
              <a:rPr lang="zh-CN" altLang="en-US" b="1" dirty="0">
                <a:latin typeface="微软雅黑" pitchFamily="34" charset="-122"/>
                <a:ea typeface="微软雅黑" pitchFamily="34" charset="-122"/>
              </a:rPr>
              <a:t>之间生成。</a:t>
            </a:r>
          </a:p>
          <a:p>
            <a:pPr marL="717550" lvl="1" indent="-342900" eaLnBrk="0" hangingPunct="0">
              <a:lnSpc>
                <a:spcPct val="1250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a:t>
            </a:r>
          </a:p>
          <a:p>
            <a:pPr marL="717550" lvl="1" indent="-342900" eaLnBrk="0" hangingPunct="0">
              <a:lnSpc>
                <a:spcPct val="125000"/>
              </a:lnSpc>
              <a:buClr>
                <a:srgbClr val="9900CC"/>
              </a:buClr>
              <a:buSzPct val="85000"/>
              <a:buFont typeface="Wingdings" panose="05000000000000000000" pitchFamily="2" charset="2"/>
              <a:buChar char="u"/>
            </a:pPr>
            <a:r>
              <a:rPr lang="zh-CN" altLang="en-US" b="1" dirty="0">
                <a:solidFill>
                  <a:srgbClr val="C00000"/>
                </a:solidFill>
                <a:latin typeface="微软雅黑" pitchFamily="34" charset="-122"/>
                <a:ea typeface="微软雅黑" pitchFamily="34" charset="-122"/>
              </a:rPr>
              <a:t>第 </a:t>
            </a:r>
            <a:r>
              <a:rPr lang="en-US" altLang="zh-CN" b="1" dirty="0">
                <a:solidFill>
                  <a:srgbClr val="C00000"/>
                </a:solidFill>
                <a:latin typeface="微软雅黑" pitchFamily="34" charset="-122"/>
                <a:ea typeface="微软雅黑" pitchFamily="34" charset="-122"/>
              </a:rPr>
              <a:t>6 </a:t>
            </a:r>
            <a:r>
              <a:rPr lang="zh-CN" altLang="en-US" b="1" dirty="0">
                <a:solidFill>
                  <a:srgbClr val="C00000"/>
                </a:solidFill>
                <a:latin typeface="微软雅黑" pitchFamily="34" charset="-122"/>
                <a:ea typeface="微软雅黑" pitchFamily="34" charset="-122"/>
              </a:rPr>
              <a:t>次重传后，</a:t>
            </a:r>
            <a:r>
              <a:rPr lang="zh-CN" altLang="en-US" b="1" dirty="0">
                <a:latin typeface="微软雅黑" pitchFamily="34" charset="-122"/>
                <a:ea typeface="微软雅黑" pitchFamily="34" charset="-122"/>
              </a:rPr>
              <a:t>争用窗口 </a:t>
            </a:r>
            <a:r>
              <a:rPr lang="en-US" altLang="zh-CN" b="1" dirty="0">
                <a:latin typeface="微软雅黑" pitchFamily="34" charset="-122"/>
                <a:ea typeface="微软雅黑" pitchFamily="34" charset="-122"/>
              </a:rPr>
              <a:t>CW </a:t>
            </a:r>
            <a:r>
              <a:rPr lang="zh-CN" altLang="en-US" b="1" dirty="0">
                <a:solidFill>
                  <a:srgbClr val="C00000"/>
                </a:solidFill>
                <a:latin typeface="微软雅黑" pitchFamily="34" charset="-122"/>
                <a:ea typeface="微软雅黑" pitchFamily="34" charset="-122"/>
              </a:rPr>
              <a:t>不再增大</a:t>
            </a:r>
            <a:r>
              <a:rPr lang="zh-CN" altLang="en-US" b="1" dirty="0">
                <a:latin typeface="微软雅黑" pitchFamily="34" charset="-122"/>
                <a:ea typeface="微软雅黑" pitchFamily="34" charset="-122"/>
              </a:rPr>
              <a:t>，随机退避的时隙数应在 </a:t>
            </a:r>
            <a:r>
              <a:rPr lang="en-US" altLang="zh-CN" b="1" dirty="0">
                <a:latin typeface="微软雅黑" pitchFamily="34" charset="-122"/>
                <a:ea typeface="微软雅黑" pitchFamily="34" charset="-122"/>
              </a:rPr>
              <a:t>0 ~ 1023 </a:t>
            </a:r>
            <a:r>
              <a:rPr lang="zh-CN" altLang="en-US" b="1" dirty="0">
                <a:latin typeface="微软雅黑" pitchFamily="34" charset="-122"/>
                <a:ea typeface="微软雅黑" pitchFamily="34" charset="-122"/>
              </a:rPr>
              <a:t>之间生成。</a:t>
            </a:r>
          </a:p>
        </p:txBody>
      </p:sp>
    </p:spTree>
    <p:extLst>
      <p:ext uri="{BB962C8B-B14F-4D97-AF65-F5344CB8AC3E}">
        <p14:creationId xmlns:p14="http://schemas.microsoft.com/office/powerpoint/2010/main" val="36448986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4">
                                            <p:txEl>
                                              <p:pRg st="4" end="4"/>
                                            </p:txEl>
                                          </p:spTgt>
                                        </p:tgtEl>
                                        <p:attrNameLst>
                                          <p:attrName>style.visibility</p:attrName>
                                        </p:attrNameLst>
                                      </p:cBhvr>
                                      <p:to>
                                        <p:strVal val="visible"/>
                                      </p:to>
                                    </p:set>
                                    <p:animEffect transition="in" filter="fade">
                                      <p:cBhvr>
                                        <p:cTn id="35" dur="1000"/>
                                        <p:tgtEl>
                                          <p:spTgt spid="4">
                                            <p:txEl>
                                              <p:pRg st="4" end="4"/>
                                            </p:txEl>
                                          </p:spTgt>
                                        </p:tgtEl>
                                      </p:cBhvr>
                                    </p:animEffect>
                                    <p:anim calcmode="lin" valueType="num">
                                      <p:cBhvr>
                                        <p:cTn id="36" dur="1000" fill="hold"/>
                                        <p:tgtEl>
                                          <p:spTgt spid="4">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4">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4">
                                            <p:txEl>
                                              <p:pRg st="5" end="5"/>
                                            </p:txEl>
                                          </p:spTgt>
                                        </p:tgtEl>
                                        <p:attrNameLst>
                                          <p:attrName>style.visibility</p:attrName>
                                        </p:attrNameLst>
                                      </p:cBhvr>
                                      <p:to>
                                        <p:strVal val="visible"/>
                                      </p:to>
                                    </p:set>
                                    <p:animEffect transition="in" filter="fade">
                                      <p:cBhvr>
                                        <p:cTn id="42" dur="1000"/>
                                        <p:tgtEl>
                                          <p:spTgt spid="4">
                                            <p:txEl>
                                              <p:pRg st="5" end="5"/>
                                            </p:txEl>
                                          </p:spTgt>
                                        </p:tgtEl>
                                      </p:cBhvr>
                                    </p:animEffect>
                                    <p:anim calcmode="lin" valueType="num">
                                      <p:cBhvr>
                                        <p:cTn id="43" dur="1000" fill="hold"/>
                                        <p:tgtEl>
                                          <p:spTgt spid="4">
                                            <p:txEl>
                                              <p:pRg st="5" end="5"/>
                                            </p:txEl>
                                          </p:spTgt>
                                        </p:tgtEl>
                                        <p:attrNameLst>
                                          <p:attrName>ppt_x</p:attrName>
                                        </p:attrNameLst>
                                      </p:cBhvr>
                                      <p:tavLst>
                                        <p:tav tm="0">
                                          <p:val>
                                            <p:strVal val="#ppt_x"/>
                                          </p:val>
                                        </p:tav>
                                        <p:tav tm="100000">
                                          <p:val>
                                            <p:strVal val="#ppt_x"/>
                                          </p:val>
                                        </p:tav>
                                      </p:tavLst>
                                    </p:anim>
                                    <p:anim calcmode="lin" valueType="num">
                                      <p:cBhvr>
                                        <p:cTn id="44" dur="1000" fill="hold"/>
                                        <p:tgtEl>
                                          <p:spTgt spid="4">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4">
                                            <p:txEl>
                                              <p:pRg st="6" end="6"/>
                                            </p:txEl>
                                          </p:spTgt>
                                        </p:tgtEl>
                                        <p:attrNameLst>
                                          <p:attrName>style.visibility</p:attrName>
                                        </p:attrNameLst>
                                      </p:cBhvr>
                                      <p:to>
                                        <p:strVal val="visible"/>
                                      </p:to>
                                    </p:set>
                                    <p:animEffect transition="in" filter="fade">
                                      <p:cBhvr>
                                        <p:cTn id="49" dur="1000"/>
                                        <p:tgtEl>
                                          <p:spTgt spid="4">
                                            <p:txEl>
                                              <p:pRg st="6" end="6"/>
                                            </p:txEl>
                                          </p:spTgt>
                                        </p:tgtEl>
                                      </p:cBhvr>
                                    </p:animEffect>
                                    <p:anim calcmode="lin" valueType="num">
                                      <p:cBhvr>
                                        <p:cTn id="50" dur="1000" fill="hold"/>
                                        <p:tgtEl>
                                          <p:spTgt spid="4">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4">
                                            <p:txEl>
                                              <p:pRg st="6" end="6"/>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bldLvl="2"/>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圆角矩形 52"/>
          <p:cNvSpPr/>
          <p:nvPr/>
        </p:nvSpPr>
        <p:spPr>
          <a:xfrm>
            <a:off x="517853" y="2174050"/>
            <a:ext cx="8133857" cy="124417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2"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7754"/>
            <a:ext cx="25699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退避算法的使用场景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27635"/>
            <a:ext cx="8133857" cy="1246495"/>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eaLnBrk="0" hangingPunct="0">
              <a:lnSpc>
                <a:spcPts val="3000"/>
              </a:lnSpc>
              <a:buClr>
                <a:srgbClr val="9900CC"/>
              </a:buClr>
              <a:buFont typeface="+mj-lt"/>
              <a:buAutoNum type="arabicPeriod"/>
            </a:pPr>
            <a:r>
              <a:rPr lang="zh-CN" altLang="en-US" sz="2000" b="1" dirty="0">
                <a:latin typeface="微软雅黑" pitchFamily="34" charset="-122"/>
                <a:ea typeface="微软雅黑" pitchFamily="34" charset="-122"/>
              </a:rPr>
              <a:t>要发送数据时检测到信道忙。</a:t>
            </a:r>
          </a:p>
          <a:p>
            <a:pPr marL="357188" indent="-357188" eaLnBrk="0" hangingPunct="0">
              <a:lnSpc>
                <a:spcPts val="3000"/>
              </a:lnSpc>
              <a:buClr>
                <a:srgbClr val="9900CC"/>
              </a:buClr>
              <a:buFont typeface="+mj-lt"/>
              <a:buAutoNum type="arabicPeriod"/>
            </a:pPr>
            <a:r>
              <a:rPr lang="zh-CN" altLang="en-US" sz="2000" b="1" dirty="0">
                <a:latin typeface="微软雅黑" pitchFamily="34" charset="-122"/>
                <a:ea typeface="微软雅黑" pitchFamily="34" charset="-122"/>
              </a:rPr>
              <a:t>已发出的数据帧未收到确认，重传数据帧。</a:t>
            </a:r>
          </a:p>
          <a:p>
            <a:pPr marL="357188" indent="-357188" eaLnBrk="0" hangingPunct="0">
              <a:lnSpc>
                <a:spcPts val="3000"/>
              </a:lnSpc>
              <a:buClr>
                <a:srgbClr val="9900CC"/>
              </a:buClr>
              <a:buFont typeface="+mj-lt"/>
              <a:buAutoNum type="arabicPeriod"/>
            </a:pPr>
            <a:r>
              <a:rPr lang="zh-CN" altLang="en-US" sz="2000" b="1" dirty="0">
                <a:latin typeface="微软雅黑" pitchFamily="34" charset="-122"/>
                <a:ea typeface="微软雅黑" pitchFamily="34" charset="-122"/>
              </a:rPr>
              <a:t>接着发送后续的数据帧（为了防止一个站长期垄断发送权）。 </a:t>
            </a:r>
          </a:p>
        </p:txBody>
      </p:sp>
      <p:grpSp>
        <p:nvGrpSpPr>
          <p:cNvPr id="52" name="组合 51"/>
          <p:cNvGrpSpPr/>
          <p:nvPr/>
        </p:nvGrpSpPr>
        <p:grpSpPr>
          <a:xfrm>
            <a:off x="1100250" y="2226872"/>
            <a:ext cx="6969061" cy="1153444"/>
            <a:chOff x="677568" y="2108991"/>
            <a:chExt cx="7656591" cy="1543143"/>
          </a:xfrm>
        </p:grpSpPr>
        <p:sp>
          <p:nvSpPr>
            <p:cNvPr id="9" name="Freeform 13"/>
            <p:cNvSpPr>
              <a:spLocks/>
            </p:cNvSpPr>
            <p:nvPr/>
          </p:nvSpPr>
          <p:spPr bwMode="auto">
            <a:xfrm>
              <a:off x="1954090" y="2439840"/>
              <a:ext cx="1223963"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 name="Line 110"/>
            <p:cNvSpPr>
              <a:spLocks noChangeShapeType="1"/>
            </p:cNvSpPr>
            <p:nvPr/>
          </p:nvSpPr>
          <p:spPr bwMode="auto">
            <a:xfrm>
              <a:off x="1508003" y="2438253"/>
              <a:ext cx="442912" cy="158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 name="Text Box 24"/>
            <p:cNvSpPr txBox="1">
              <a:spLocks noChangeArrowheads="1"/>
            </p:cNvSpPr>
            <p:nvPr/>
          </p:nvSpPr>
          <p:spPr bwMode="auto">
            <a:xfrm>
              <a:off x="1455884" y="2108991"/>
              <a:ext cx="5883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 name="Text Box 9"/>
            <p:cNvSpPr txBox="1">
              <a:spLocks noChangeArrowheads="1"/>
            </p:cNvSpPr>
            <p:nvPr/>
          </p:nvSpPr>
          <p:spPr bwMode="auto">
            <a:xfrm>
              <a:off x="8050262" y="2447778"/>
              <a:ext cx="283897" cy="411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i="1" dirty="0">
                  <a:latin typeface="微软雅黑" panose="020B0503020204020204" pitchFamily="34" charset="-122"/>
                  <a:ea typeface="微软雅黑" panose="020B0503020204020204" pitchFamily="34" charset="-122"/>
                </a:rPr>
                <a:t>t</a:t>
              </a:r>
            </a:p>
          </p:txBody>
        </p:sp>
        <p:sp>
          <p:nvSpPr>
            <p:cNvPr id="13" name="矩形 131"/>
            <p:cNvSpPr>
              <a:spLocks noChangeArrowheads="1"/>
            </p:cNvSpPr>
            <p:nvPr/>
          </p:nvSpPr>
          <p:spPr bwMode="auto">
            <a:xfrm>
              <a:off x="3617790" y="2520803"/>
              <a:ext cx="5746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14" name="直接连接符 133"/>
            <p:cNvCxnSpPr>
              <a:cxnSpLocks noChangeShapeType="1"/>
            </p:cNvCxnSpPr>
            <p:nvPr/>
          </p:nvCxnSpPr>
          <p:spPr bwMode="auto">
            <a:xfrm>
              <a:off x="3690815" y="252080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 name="直接连接符 134"/>
            <p:cNvCxnSpPr>
              <a:cxnSpLocks noChangeShapeType="1"/>
            </p:cNvCxnSpPr>
            <p:nvPr/>
          </p:nvCxnSpPr>
          <p:spPr bwMode="auto">
            <a:xfrm>
              <a:off x="3752728"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 name="直接连接符 135"/>
            <p:cNvCxnSpPr>
              <a:cxnSpLocks noChangeShapeType="1"/>
            </p:cNvCxnSpPr>
            <p:nvPr/>
          </p:nvCxnSpPr>
          <p:spPr bwMode="auto">
            <a:xfrm>
              <a:off x="3876553"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 name="直接连接符 136"/>
            <p:cNvCxnSpPr>
              <a:cxnSpLocks noChangeShapeType="1"/>
            </p:cNvCxnSpPr>
            <p:nvPr/>
          </p:nvCxnSpPr>
          <p:spPr bwMode="auto">
            <a:xfrm>
              <a:off x="3938465" y="252080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8" name="直接连接符 137"/>
            <p:cNvCxnSpPr>
              <a:cxnSpLocks noChangeShapeType="1"/>
            </p:cNvCxnSpPr>
            <p:nvPr/>
          </p:nvCxnSpPr>
          <p:spPr bwMode="auto">
            <a:xfrm>
              <a:off x="4000378"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9" name="直接连接符 138"/>
            <p:cNvCxnSpPr>
              <a:cxnSpLocks noChangeShapeType="1"/>
            </p:cNvCxnSpPr>
            <p:nvPr/>
          </p:nvCxnSpPr>
          <p:spPr bwMode="auto">
            <a:xfrm>
              <a:off x="4062290" y="2530328"/>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 name="直接连接符 139"/>
            <p:cNvCxnSpPr>
              <a:cxnSpLocks noChangeShapeType="1"/>
            </p:cNvCxnSpPr>
            <p:nvPr/>
          </p:nvCxnSpPr>
          <p:spPr bwMode="auto">
            <a:xfrm>
              <a:off x="4124203" y="2525565"/>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 name="直接连接符 141"/>
            <p:cNvCxnSpPr>
              <a:cxnSpLocks noChangeShapeType="1"/>
            </p:cNvCxnSpPr>
            <p:nvPr/>
          </p:nvCxnSpPr>
          <p:spPr bwMode="auto">
            <a:xfrm>
              <a:off x="3814640" y="2516040"/>
              <a:ext cx="0" cy="2174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2" name="直接箭头连接符 53"/>
            <p:cNvCxnSpPr>
              <a:cxnSpLocks noChangeShapeType="1"/>
            </p:cNvCxnSpPr>
            <p:nvPr/>
          </p:nvCxnSpPr>
          <p:spPr bwMode="auto">
            <a:xfrm flipV="1">
              <a:off x="1508003" y="2460478"/>
              <a:ext cx="0" cy="285750"/>
            </a:xfrm>
            <a:prstGeom prst="straightConnector1">
              <a:avLst/>
            </a:prstGeom>
            <a:noFill/>
            <a:ln w="2857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3" name="Text Box 24"/>
            <p:cNvSpPr txBox="1">
              <a:spLocks noChangeArrowheads="1"/>
            </p:cNvSpPr>
            <p:nvPr/>
          </p:nvSpPr>
          <p:spPr bwMode="auto">
            <a:xfrm>
              <a:off x="994551" y="2409678"/>
              <a:ext cx="350820" cy="411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a:t>
              </a:r>
            </a:p>
          </p:txBody>
        </p:sp>
        <p:sp>
          <p:nvSpPr>
            <p:cNvPr id="24" name="Text Box 109"/>
            <p:cNvSpPr txBox="1">
              <a:spLocks noChangeArrowheads="1"/>
            </p:cNvSpPr>
            <p:nvPr/>
          </p:nvSpPr>
          <p:spPr bwMode="auto">
            <a:xfrm>
              <a:off x="2151755" y="2412203"/>
              <a:ext cx="8791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a:t>
              </a:r>
            </a:p>
          </p:txBody>
        </p:sp>
        <p:sp>
          <p:nvSpPr>
            <p:cNvPr id="25" name="Line 110"/>
            <p:cNvSpPr>
              <a:spLocks noChangeShapeType="1"/>
            </p:cNvSpPr>
            <p:nvPr/>
          </p:nvSpPr>
          <p:spPr bwMode="auto">
            <a:xfrm>
              <a:off x="3184403" y="2438253"/>
              <a:ext cx="442912" cy="158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Text Box 24"/>
            <p:cNvSpPr txBox="1">
              <a:spLocks noChangeArrowheads="1"/>
            </p:cNvSpPr>
            <p:nvPr/>
          </p:nvSpPr>
          <p:spPr bwMode="auto">
            <a:xfrm>
              <a:off x="3105297" y="2116929"/>
              <a:ext cx="5883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27" name="Text Box 24"/>
            <p:cNvSpPr txBox="1">
              <a:spLocks noChangeArrowheads="1"/>
            </p:cNvSpPr>
            <p:nvPr/>
          </p:nvSpPr>
          <p:spPr bwMode="auto">
            <a:xfrm>
              <a:off x="3634985" y="2224878"/>
              <a:ext cx="498756"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28" name="Freeform 13"/>
            <p:cNvSpPr>
              <a:spLocks/>
            </p:cNvSpPr>
            <p:nvPr/>
          </p:nvSpPr>
          <p:spPr bwMode="auto">
            <a:xfrm>
              <a:off x="4194053" y="2449365"/>
              <a:ext cx="1698625"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Text Box 109"/>
            <p:cNvSpPr txBox="1">
              <a:spLocks noChangeArrowheads="1"/>
            </p:cNvSpPr>
            <p:nvPr/>
          </p:nvSpPr>
          <p:spPr bwMode="auto">
            <a:xfrm>
              <a:off x="4588567" y="2420140"/>
              <a:ext cx="8791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占用信道</a:t>
              </a:r>
            </a:p>
          </p:txBody>
        </p:sp>
        <p:sp>
          <p:nvSpPr>
            <p:cNvPr id="30" name="Line 106"/>
            <p:cNvSpPr>
              <a:spLocks noChangeShapeType="1"/>
            </p:cNvSpPr>
            <p:nvPr/>
          </p:nvSpPr>
          <p:spPr bwMode="auto">
            <a:xfrm flipH="1">
              <a:off x="3616203" y="2414440"/>
              <a:ext cx="0" cy="3317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10"/>
            <p:cNvSpPr>
              <a:spLocks noChangeShapeType="1"/>
            </p:cNvSpPr>
            <p:nvPr/>
          </p:nvSpPr>
          <p:spPr bwMode="auto">
            <a:xfrm>
              <a:off x="5900615" y="2458890"/>
              <a:ext cx="442913" cy="1588"/>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Text Box 24"/>
            <p:cNvSpPr txBox="1">
              <a:spLocks noChangeArrowheads="1"/>
            </p:cNvSpPr>
            <p:nvPr/>
          </p:nvSpPr>
          <p:spPr bwMode="auto">
            <a:xfrm>
              <a:off x="5818332" y="2147089"/>
              <a:ext cx="5883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cxnSp>
          <p:nvCxnSpPr>
            <p:cNvPr id="33" name="直接连接符 41"/>
            <p:cNvCxnSpPr>
              <a:cxnSpLocks noChangeShapeType="1"/>
            </p:cNvCxnSpPr>
            <p:nvPr/>
          </p:nvCxnSpPr>
          <p:spPr bwMode="auto">
            <a:xfrm>
              <a:off x="3616203" y="2771628"/>
              <a:ext cx="0" cy="26352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34" name="Text Box 24"/>
            <p:cNvSpPr txBox="1">
              <a:spLocks noChangeArrowheads="1"/>
            </p:cNvSpPr>
            <p:nvPr/>
          </p:nvSpPr>
          <p:spPr bwMode="auto">
            <a:xfrm>
              <a:off x="3322515" y="2963715"/>
              <a:ext cx="647700" cy="672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争用</a:t>
              </a:r>
              <a:endParaRPr lang="en-US" altLang="zh-CN" sz="1400" b="1" dirty="0">
                <a:solidFill>
                  <a:srgbClr val="C00000"/>
                </a:solidFill>
                <a:latin typeface="微软雅黑" panose="020B0503020204020204" pitchFamily="34" charset="-122"/>
                <a:ea typeface="微软雅黑" panose="020B0503020204020204" pitchFamily="34" charset="-122"/>
              </a:endParaRPr>
            </a:p>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信道                        </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35" name="矩形 131"/>
            <p:cNvSpPr>
              <a:spLocks noChangeArrowheads="1"/>
            </p:cNvSpPr>
            <p:nvPr/>
          </p:nvSpPr>
          <p:spPr bwMode="auto">
            <a:xfrm>
              <a:off x="6343528" y="2522390"/>
              <a:ext cx="4476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36" name="直接连接符 133"/>
            <p:cNvCxnSpPr>
              <a:cxnSpLocks noChangeShapeType="1"/>
            </p:cNvCxnSpPr>
            <p:nvPr/>
          </p:nvCxnSpPr>
          <p:spPr bwMode="auto">
            <a:xfrm>
              <a:off x="6416553"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7" name="直接连接符 134"/>
            <p:cNvCxnSpPr>
              <a:cxnSpLocks noChangeShapeType="1"/>
            </p:cNvCxnSpPr>
            <p:nvPr/>
          </p:nvCxnSpPr>
          <p:spPr bwMode="auto">
            <a:xfrm>
              <a:off x="6478465" y="2523978"/>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8" name="直接连接符 135"/>
            <p:cNvCxnSpPr>
              <a:cxnSpLocks noChangeShapeType="1"/>
            </p:cNvCxnSpPr>
            <p:nvPr/>
          </p:nvCxnSpPr>
          <p:spPr bwMode="auto">
            <a:xfrm>
              <a:off x="6602290" y="2523978"/>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9" name="直接连接符 136"/>
            <p:cNvCxnSpPr>
              <a:cxnSpLocks noChangeShapeType="1"/>
            </p:cNvCxnSpPr>
            <p:nvPr/>
          </p:nvCxnSpPr>
          <p:spPr bwMode="auto">
            <a:xfrm>
              <a:off x="6664203"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0" name="直接连接符 137"/>
            <p:cNvCxnSpPr>
              <a:cxnSpLocks noChangeShapeType="1"/>
            </p:cNvCxnSpPr>
            <p:nvPr/>
          </p:nvCxnSpPr>
          <p:spPr bwMode="auto">
            <a:xfrm>
              <a:off x="6726115" y="2523978"/>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1" name="直接连接符 141"/>
            <p:cNvCxnSpPr>
              <a:cxnSpLocks noChangeShapeType="1"/>
            </p:cNvCxnSpPr>
            <p:nvPr/>
          </p:nvCxnSpPr>
          <p:spPr bwMode="auto">
            <a:xfrm>
              <a:off x="6540378" y="2517628"/>
              <a:ext cx="0" cy="21748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42" name="Text Box 24"/>
            <p:cNvSpPr txBox="1">
              <a:spLocks noChangeArrowheads="1"/>
            </p:cNvSpPr>
            <p:nvPr/>
          </p:nvSpPr>
          <p:spPr bwMode="auto">
            <a:xfrm>
              <a:off x="6360721" y="2226466"/>
              <a:ext cx="498756"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sp>
          <p:nvSpPr>
            <p:cNvPr id="43" name="Line 106"/>
            <p:cNvSpPr>
              <a:spLocks noChangeShapeType="1"/>
            </p:cNvSpPr>
            <p:nvPr/>
          </p:nvSpPr>
          <p:spPr bwMode="auto">
            <a:xfrm flipH="1">
              <a:off x="6341940" y="2416028"/>
              <a:ext cx="0" cy="3317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44" name="直接连接符 41"/>
            <p:cNvCxnSpPr>
              <a:cxnSpLocks noChangeShapeType="1"/>
            </p:cNvCxnSpPr>
            <p:nvPr/>
          </p:nvCxnSpPr>
          <p:spPr bwMode="auto">
            <a:xfrm>
              <a:off x="6337178" y="2762103"/>
              <a:ext cx="0" cy="26352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45" name="Text Box 24"/>
            <p:cNvSpPr txBox="1">
              <a:spLocks noChangeArrowheads="1"/>
            </p:cNvSpPr>
            <p:nvPr/>
          </p:nvSpPr>
          <p:spPr bwMode="auto">
            <a:xfrm>
              <a:off x="6037141" y="2979590"/>
              <a:ext cx="647700" cy="672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a:solidFill>
                    <a:srgbClr val="C00000"/>
                  </a:solidFill>
                  <a:latin typeface="微软雅黑" panose="020B0503020204020204" pitchFamily="34" charset="-122"/>
                  <a:ea typeface="微软雅黑" panose="020B0503020204020204" pitchFamily="34" charset="-122"/>
                </a:rPr>
                <a:t>争用</a:t>
              </a:r>
              <a:endParaRPr lang="en-US" altLang="zh-CN" sz="1400" b="1">
                <a:solidFill>
                  <a:srgbClr val="C00000"/>
                </a:solidFill>
                <a:latin typeface="微软雅黑" panose="020B0503020204020204" pitchFamily="34" charset="-122"/>
                <a:ea typeface="微软雅黑" panose="020B0503020204020204" pitchFamily="34" charset="-122"/>
              </a:endParaRPr>
            </a:p>
            <a:p>
              <a:pPr eaLnBrk="1" hangingPunct="1">
                <a:lnSpc>
                  <a:spcPts val="1600"/>
                </a:lnSpc>
              </a:pPr>
              <a:r>
                <a:rPr lang="zh-CN" altLang="en-US" sz="1400" b="1">
                  <a:solidFill>
                    <a:srgbClr val="C00000"/>
                  </a:solidFill>
                  <a:latin typeface="微软雅黑" panose="020B0503020204020204" pitchFamily="34" charset="-122"/>
                  <a:ea typeface="微软雅黑" panose="020B0503020204020204" pitchFamily="34" charset="-122"/>
                </a:rPr>
                <a:t>信道                        </a:t>
              </a:r>
              <a:endParaRPr lang="en-US" altLang="zh-CN" sz="1400" b="1">
                <a:solidFill>
                  <a:srgbClr val="C00000"/>
                </a:solidFill>
                <a:latin typeface="微软雅黑" panose="020B0503020204020204" pitchFamily="34" charset="-122"/>
                <a:ea typeface="微软雅黑" panose="020B0503020204020204" pitchFamily="34" charset="-122"/>
              </a:endParaRPr>
            </a:p>
          </p:txBody>
        </p:sp>
        <p:sp>
          <p:nvSpPr>
            <p:cNvPr id="46" name="Freeform 13"/>
            <p:cNvSpPr>
              <a:spLocks/>
            </p:cNvSpPr>
            <p:nvPr/>
          </p:nvSpPr>
          <p:spPr bwMode="auto">
            <a:xfrm>
              <a:off x="6799140" y="2433490"/>
              <a:ext cx="1152525"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7" name="Line 2"/>
            <p:cNvSpPr>
              <a:spLocks noChangeShapeType="1"/>
            </p:cNvSpPr>
            <p:nvPr/>
          </p:nvSpPr>
          <p:spPr bwMode="auto">
            <a:xfrm flipV="1">
              <a:off x="1292103" y="2746228"/>
              <a:ext cx="6856412" cy="15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Text Box 109"/>
            <p:cNvSpPr txBox="1">
              <a:spLocks noChangeArrowheads="1"/>
            </p:cNvSpPr>
            <p:nvPr/>
          </p:nvSpPr>
          <p:spPr bwMode="auto">
            <a:xfrm>
              <a:off x="6917431" y="2418552"/>
              <a:ext cx="8791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占用信道</a:t>
              </a:r>
            </a:p>
          </p:txBody>
        </p:sp>
        <p:sp>
          <p:nvSpPr>
            <p:cNvPr id="49" name="Text Box 24"/>
            <p:cNvSpPr txBox="1">
              <a:spLocks noChangeArrowheads="1"/>
            </p:cNvSpPr>
            <p:nvPr/>
          </p:nvSpPr>
          <p:spPr bwMode="auto">
            <a:xfrm>
              <a:off x="677568" y="2752578"/>
              <a:ext cx="982663" cy="6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要发送</a:t>
              </a:r>
              <a:endParaRPr lang="en-US" altLang="zh-CN" sz="1400" b="1" dirty="0">
                <a:latin typeface="微软雅黑" panose="020B0503020204020204" pitchFamily="34" charset="-122"/>
                <a:ea typeface="微软雅黑" panose="020B0503020204020204" pitchFamily="34" charset="-122"/>
              </a:endParaRPr>
            </a:p>
            <a:p>
              <a:pPr algn="ctr" eaLnBrk="1" hangingPunct="1"/>
              <a:r>
                <a:rPr lang="zh-CN" altLang="en-US" sz="1400" b="1" dirty="0">
                  <a:latin typeface="微软雅黑" panose="020B0503020204020204" pitchFamily="34" charset="-122"/>
                  <a:ea typeface="微软雅黑" panose="020B0503020204020204" pitchFamily="34" charset="-122"/>
                </a:rPr>
                <a:t>数据                       </a:t>
              </a:r>
              <a:endParaRPr lang="en-US" altLang="zh-CN" sz="1400" b="1" dirty="0">
                <a:latin typeface="微软雅黑" panose="020B0503020204020204" pitchFamily="34" charset="-122"/>
                <a:ea typeface="微软雅黑" panose="020B0503020204020204" pitchFamily="34" charset="-122"/>
              </a:endParaRPr>
            </a:p>
          </p:txBody>
        </p:sp>
        <p:cxnSp>
          <p:nvCxnSpPr>
            <p:cNvPr id="50" name="直接连接符 41"/>
            <p:cNvCxnSpPr>
              <a:cxnSpLocks noChangeShapeType="1"/>
            </p:cNvCxnSpPr>
            <p:nvPr/>
          </p:nvCxnSpPr>
          <p:spPr bwMode="auto">
            <a:xfrm>
              <a:off x="1946153" y="2747815"/>
              <a:ext cx="0" cy="26352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51" name="Text Box 24"/>
            <p:cNvSpPr txBox="1">
              <a:spLocks noChangeArrowheads="1"/>
            </p:cNvSpPr>
            <p:nvPr/>
          </p:nvSpPr>
          <p:spPr bwMode="auto">
            <a:xfrm>
              <a:off x="1504828" y="2966889"/>
              <a:ext cx="863600" cy="672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不争用</a:t>
              </a:r>
              <a:endParaRPr lang="en-US" altLang="zh-CN" sz="14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信道                        </a:t>
              </a:r>
              <a:endParaRPr lang="en-US" altLang="zh-CN" sz="1400" b="1" dirty="0">
                <a:solidFill>
                  <a:srgbClr val="0000CC"/>
                </a:solidFill>
                <a:latin typeface="微软雅黑" panose="020B0503020204020204" pitchFamily="34" charset="-122"/>
                <a:ea typeface="微软雅黑" panose="020B0503020204020204" pitchFamily="34" charset="-122"/>
              </a:endParaRPr>
            </a:p>
          </p:txBody>
        </p:sp>
      </p:grpSp>
      <p:sp>
        <p:nvSpPr>
          <p:cNvPr id="54" name="矩形 53"/>
          <p:cNvSpPr/>
          <p:nvPr/>
        </p:nvSpPr>
        <p:spPr>
          <a:xfrm>
            <a:off x="1540085" y="3561806"/>
            <a:ext cx="6479768" cy="759182"/>
          </a:xfrm>
          <a:prstGeom prst="rect">
            <a:avLst/>
          </a:prstGeom>
        </p:spPr>
        <p:txBody>
          <a:bodyPr wrap="square">
            <a:spAutoFit/>
          </a:bodyPr>
          <a:lstStyle/>
          <a:p>
            <a:pPr>
              <a:lnSpc>
                <a:spcPts val="2600"/>
              </a:lnSpc>
              <a:spcBef>
                <a:spcPts val="600"/>
              </a:spcBef>
            </a:pPr>
            <a:r>
              <a:rPr lang="zh-CN" altLang="en-US" b="1" dirty="0">
                <a:latin typeface="微软雅黑" pitchFamily="34" charset="-122"/>
                <a:ea typeface="微软雅黑" pitchFamily="34" charset="-122"/>
              </a:rPr>
              <a:t>当站点想发送数据时就检测到信道</a:t>
            </a:r>
            <a:r>
              <a:rPr lang="zh-CN" altLang="en-US" b="1" dirty="0">
                <a:solidFill>
                  <a:srgbClr val="0000CC"/>
                </a:solidFill>
                <a:latin typeface="微软雅黑" pitchFamily="34" charset="-122"/>
                <a:ea typeface="微软雅黑" pitchFamily="34" charset="-122"/>
              </a:rPr>
              <a:t>连续空闲时间超过 </a:t>
            </a:r>
            <a:r>
              <a:rPr lang="en-US" altLang="zh-CN" b="1" dirty="0">
                <a:solidFill>
                  <a:srgbClr val="0000CC"/>
                </a:solidFill>
                <a:latin typeface="微软雅黑" pitchFamily="34" charset="-122"/>
                <a:ea typeface="微软雅黑" pitchFamily="34" charset="-122"/>
              </a:rPr>
              <a:t>DIFS </a:t>
            </a:r>
            <a:r>
              <a:rPr lang="zh-CN" altLang="en-US" b="1" dirty="0">
                <a:solidFill>
                  <a:srgbClr val="0000CC"/>
                </a:solidFill>
                <a:latin typeface="微软雅黑" pitchFamily="34" charset="-122"/>
                <a:ea typeface="微软雅黑" pitchFamily="34" charset="-122"/>
              </a:rPr>
              <a:t>时，</a:t>
            </a:r>
            <a:r>
              <a:rPr lang="zh-CN" altLang="en-US" b="1" dirty="0">
                <a:latin typeface="微软雅黑" pitchFamily="34" charset="-122"/>
                <a:ea typeface="微软雅黑" pitchFamily="34" charset="-122"/>
              </a:rPr>
              <a:t>即可立即发送数据，而</a:t>
            </a:r>
            <a:r>
              <a:rPr lang="zh-CN" altLang="en-US" b="1" dirty="0">
                <a:solidFill>
                  <a:srgbClr val="0000CC"/>
                </a:solidFill>
                <a:latin typeface="微软雅黑" pitchFamily="34" charset="-122"/>
                <a:ea typeface="微软雅黑" pitchFamily="34" charset="-122"/>
              </a:rPr>
              <a:t>不必经过争用期。</a:t>
            </a:r>
          </a:p>
        </p:txBody>
      </p:sp>
    </p:spTree>
    <p:extLst>
      <p:ext uri="{BB962C8B-B14F-4D97-AF65-F5344CB8AC3E}">
        <p14:creationId xmlns:p14="http://schemas.microsoft.com/office/powerpoint/2010/main" val="30107893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54"/>
                                        </p:tgtEl>
                                        <p:attrNameLst>
                                          <p:attrName>style.visibility</p:attrName>
                                        </p:attrNameLst>
                                      </p:cBhvr>
                                      <p:to>
                                        <p:strVal val="visible"/>
                                      </p:to>
                                    </p:set>
                                    <p:anim calcmode="lin" valueType="num">
                                      <p:cBhvr>
                                        <p:cTn id="28" dur="500" fill="hold"/>
                                        <p:tgtEl>
                                          <p:spTgt spid="54"/>
                                        </p:tgtEl>
                                        <p:attrNameLst>
                                          <p:attrName>ppt_w</p:attrName>
                                        </p:attrNameLst>
                                      </p:cBhvr>
                                      <p:tavLst>
                                        <p:tav tm="0">
                                          <p:val>
                                            <p:fltVal val="0"/>
                                          </p:val>
                                        </p:tav>
                                        <p:tav tm="100000">
                                          <p:val>
                                            <p:strVal val="#ppt_w"/>
                                          </p:val>
                                        </p:tav>
                                      </p:tavLst>
                                    </p:anim>
                                    <p:anim calcmode="lin" valueType="num">
                                      <p:cBhvr>
                                        <p:cTn id="29" dur="500" fill="hold"/>
                                        <p:tgtEl>
                                          <p:spTgt spid="54"/>
                                        </p:tgtEl>
                                        <p:attrNameLst>
                                          <p:attrName>ppt_h</p:attrName>
                                        </p:attrNameLst>
                                      </p:cBhvr>
                                      <p:tavLst>
                                        <p:tav tm="0">
                                          <p:val>
                                            <p:fltVal val="0"/>
                                          </p:val>
                                        </p:tav>
                                        <p:tav tm="100000">
                                          <p:val>
                                            <p:strVal val="#ppt_h"/>
                                          </p:val>
                                        </p:tav>
                                      </p:tavLst>
                                    </p:anim>
                                    <p:animEffect transition="in" filter="fade">
                                      <p:cBhvr>
                                        <p:cTn id="30"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圆角矩形 196">
            <a:extLst>
              <a:ext uri="{FF2B5EF4-FFF2-40B4-BE49-F238E27FC236}">
                <a16:creationId xmlns:a16="http://schemas.microsoft.com/office/drawing/2014/main" id="{1A1A453C-E5DC-305A-AC5B-760005E57AC4}"/>
              </a:ext>
            </a:extLst>
          </p:cNvPr>
          <p:cNvSpPr/>
          <p:nvPr/>
        </p:nvSpPr>
        <p:spPr>
          <a:xfrm>
            <a:off x="517853" y="1003120"/>
            <a:ext cx="8133857" cy="282654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212475"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1071466" y="2942525"/>
            <a:ext cx="13402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RTS </a:t>
            </a:r>
            <a:r>
              <a:rPr lang="zh-CN" altLang="en-US" sz="1200" b="1">
                <a:latin typeface="微软雅黑" panose="020B0503020204020204" pitchFamily="34" charset="-122"/>
                <a:ea typeface="微软雅黑" panose="020B0503020204020204" pitchFamily="34" charset="-122"/>
              </a:rPr>
              <a:t>帧的站</a:t>
            </a:r>
          </a:p>
        </p:txBody>
      </p:sp>
      <p:sp>
        <p:nvSpPr>
          <p:cNvPr id="123" name="Text Box 94"/>
          <p:cNvSpPr txBox="1">
            <a:spLocks noChangeArrowheads="1"/>
          </p:cNvSpPr>
          <p:nvPr/>
        </p:nvSpPr>
        <p:spPr bwMode="auto">
          <a:xfrm>
            <a:off x="1734220" y="3206562"/>
            <a:ext cx="13404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CTS </a:t>
            </a:r>
            <a:r>
              <a:rPr lang="zh-CN" altLang="en-US" sz="1200" b="1">
                <a:latin typeface="微软雅黑" panose="020B0503020204020204" pitchFamily="34" charset="-122"/>
                <a:ea typeface="微软雅黑" panose="020B0503020204020204" pitchFamily="34" charset="-122"/>
              </a:rPr>
              <a:t>帧的站</a:t>
            </a: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grpSp>
        <p:nvGrpSpPr>
          <p:cNvPr id="2" name="组合 1">
            <a:extLst>
              <a:ext uri="{FF2B5EF4-FFF2-40B4-BE49-F238E27FC236}">
                <a16:creationId xmlns:a16="http://schemas.microsoft.com/office/drawing/2014/main" id="{8D750DE6-05DD-AFCE-A744-DF65337C5954}"/>
              </a:ext>
            </a:extLst>
          </p:cNvPr>
          <p:cNvGrpSpPr/>
          <p:nvPr/>
        </p:nvGrpSpPr>
        <p:grpSpPr>
          <a:xfrm>
            <a:off x="2044144" y="1327549"/>
            <a:ext cx="1868219" cy="676224"/>
            <a:chOff x="2044144" y="1327549"/>
            <a:chExt cx="1868219" cy="676224"/>
          </a:xfrm>
        </p:grpSpPr>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grp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3" name="组合 2">
            <a:extLst>
              <a:ext uri="{FF2B5EF4-FFF2-40B4-BE49-F238E27FC236}">
                <a16:creationId xmlns:a16="http://schemas.microsoft.com/office/drawing/2014/main" id="{CB2E35D5-064B-1DC2-DF17-DFDA64A12643}"/>
              </a:ext>
            </a:extLst>
          </p:cNvPr>
          <p:cNvGrpSpPr/>
          <p:nvPr/>
        </p:nvGrpSpPr>
        <p:grpSpPr>
          <a:xfrm>
            <a:off x="6231554" y="1448039"/>
            <a:ext cx="1545288" cy="423778"/>
            <a:chOff x="6231554" y="1448039"/>
            <a:chExt cx="1545288" cy="423778"/>
          </a:xfrm>
        </p:grpSpPr>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9" name="矩形 8"/>
          <p:cNvSpPr/>
          <p:nvPr/>
        </p:nvSpPr>
        <p:spPr>
          <a:xfrm>
            <a:off x="1281167" y="3863086"/>
            <a:ext cx="6845503" cy="656590"/>
          </a:xfrm>
          <a:prstGeom prst="rect">
            <a:avLst/>
          </a:prstGeom>
        </p:spPr>
        <p:txBody>
          <a:bodyPr wrap="square">
            <a:spAutoFit/>
          </a:bodyPr>
          <a:lstStyle/>
          <a:p>
            <a:pPr>
              <a:lnSpc>
                <a:spcPts val="2200"/>
              </a:lnSpc>
            </a:pPr>
            <a:r>
              <a:rPr lang="zh-CN" altLang="en-US" sz="1600" b="1" dirty="0">
                <a:solidFill>
                  <a:srgbClr val="C00000"/>
                </a:solidFill>
                <a:latin typeface="微软雅黑" pitchFamily="34" charset="-122"/>
                <a:ea typeface="微软雅黑" pitchFamily="34" charset="-122"/>
              </a:rPr>
              <a:t>隐蔽站问题：</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站或 </a:t>
            </a:r>
            <a:r>
              <a:rPr lang="en-US" altLang="zh-CN" sz="1600" b="1" dirty="0">
                <a:latin typeface="微软雅黑" pitchFamily="34" charset="-122"/>
                <a:ea typeface="微软雅黑" pitchFamily="34" charset="-122"/>
              </a:rPr>
              <a:t>B </a:t>
            </a:r>
            <a:r>
              <a:rPr lang="zh-CN" altLang="en-US" sz="1600" b="1" dirty="0">
                <a:latin typeface="微软雅黑" pitchFamily="34" charset="-122"/>
                <a:ea typeface="微软雅黑" pitchFamily="34" charset="-122"/>
              </a:rPr>
              <a:t>站向接入点 </a:t>
            </a:r>
            <a:r>
              <a:rPr lang="en-US" altLang="zh-CN" sz="1600" b="1" dirty="0">
                <a:latin typeface="微软雅黑" pitchFamily="34" charset="-122"/>
                <a:ea typeface="微软雅黑" pitchFamily="34" charset="-122"/>
              </a:rPr>
              <a:t>AP </a:t>
            </a:r>
            <a:r>
              <a:rPr lang="zh-CN" altLang="en-US" sz="1600" b="1" dirty="0">
                <a:latin typeface="微软雅黑" pitchFamily="34" charset="-122"/>
                <a:ea typeface="微软雅黑" pitchFamily="34" charset="-122"/>
              </a:rPr>
              <a:t>发送数据时， </a:t>
            </a:r>
            <a:r>
              <a:rPr lang="en-US" altLang="zh-CN" sz="1600" b="1" dirty="0">
                <a:latin typeface="微软雅黑" pitchFamily="34" charset="-122"/>
                <a:ea typeface="微软雅黑" pitchFamily="34" charset="-122"/>
              </a:rPr>
              <a:t>C </a:t>
            </a:r>
            <a:r>
              <a:rPr lang="zh-CN" altLang="en-US" sz="1600" b="1" dirty="0">
                <a:latin typeface="微软雅黑" pitchFamily="34" charset="-122"/>
                <a:ea typeface="微软雅黑" pitchFamily="34" charset="-122"/>
              </a:rPr>
              <a:t>站接收不到这些信号。</a:t>
            </a:r>
            <a:r>
              <a:rPr lang="en-US" altLang="zh-CN" sz="1600" b="1" dirty="0">
                <a:latin typeface="微软雅黑" pitchFamily="34" charset="-122"/>
                <a:ea typeface="微软雅黑" pitchFamily="34" charset="-122"/>
              </a:rPr>
              <a:t>C </a:t>
            </a:r>
            <a:r>
              <a:rPr lang="zh-CN" altLang="en-US" sz="1600" b="1" dirty="0">
                <a:latin typeface="微软雅黑" pitchFamily="34" charset="-122"/>
                <a:ea typeface="微软雅黑" pitchFamily="34" charset="-122"/>
              </a:rPr>
              <a:t>站向 </a:t>
            </a:r>
            <a:r>
              <a:rPr lang="en-US" altLang="zh-CN" sz="1600" b="1" dirty="0">
                <a:latin typeface="微软雅黑" pitchFamily="34" charset="-122"/>
                <a:ea typeface="微软雅黑" pitchFamily="34" charset="-122"/>
              </a:rPr>
              <a:t>AP </a:t>
            </a:r>
            <a:r>
              <a:rPr lang="zh-CN" altLang="en-US" sz="1600" b="1" dirty="0">
                <a:latin typeface="微软雅黑" pitchFamily="34" charset="-122"/>
                <a:ea typeface="微软雅黑" pitchFamily="34" charset="-122"/>
              </a:rPr>
              <a:t>发送的信号也传播不到远处的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站或 </a:t>
            </a:r>
            <a:r>
              <a:rPr lang="en-US" altLang="zh-CN" sz="1600" b="1" dirty="0">
                <a:latin typeface="微软雅黑" pitchFamily="34" charset="-122"/>
                <a:ea typeface="微软雅黑" pitchFamily="34" charset="-122"/>
              </a:rPr>
              <a:t>B </a:t>
            </a:r>
            <a:r>
              <a:rPr lang="zh-CN" altLang="en-US" sz="1600" b="1" dirty="0">
                <a:latin typeface="微软雅黑" pitchFamily="34" charset="-122"/>
                <a:ea typeface="微软雅黑" pitchFamily="34" charset="-122"/>
              </a:rPr>
              <a:t>站。</a:t>
            </a:r>
          </a:p>
        </p:txBody>
      </p:sp>
      <p:grpSp>
        <p:nvGrpSpPr>
          <p:cNvPr id="5" name="组合 4">
            <a:extLst>
              <a:ext uri="{FF2B5EF4-FFF2-40B4-BE49-F238E27FC236}">
                <a16:creationId xmlns:a16="http://schemas.microsoft.com/office/drawing/2014/main" id="{058EC2E2-3051-5F5F-D4A3-831AB2B973A4}"/>
              </a:ext>
            </a:extLst>
          </p:cNvPr>
          <p:cNvGrpSpPr/>
          <p:nvPr/>
        </p:nvGrpSpPr>
        <p:grpSpPr>
          <a:xfrm>
            <a:off x="5563556" y="2559262"/>
            <a:ext cx="2929610" cy="1117015"/>
            <a:chOff x="5563556" y="2559262"/>
            <a:chExt cx="2929610" cy="1117015"/>
          </a:xfrm>
        </p:grpSpPr>
        <p:sp>
          <p:nvSpPr>
            <p:cNvPr id="194" name="矩形 193"/>
            <p:cNvSpPr/>
            <p:nvPr/>
          </p:nvSpPr>
          <p:spPr bwMode="auto">
            <a:xfrm>
              <a:off x="5666511" y="3427590"/>
              <a:ext cx="815172" cy="217442"/>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5" name="Text Box 94"/>
            <p:cNvSpPr txBox="1">
              <a:spLocks noChangeArrowheads="1"/>
            </p:cNvSpPr>
            <p:nvPr/>
          </p:nvSpPr>
          <p:spPr bwMode="auto">
            <a:xfrm>
              <a:off x="5563556" y="3399278"/>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4" name="Line 130">
              <a:extLst>
                <a:ext uri="{FF2B5EF4-FFF2-40B4-BE49-F238E27FC236}">
                  <a16:creationId xmlns:a16="http://schemas.microsoft.com/office/drawing/2014/main" id="{2CC5FFE0-9AE4-0AAB-252D-174C469A178A}"/>
                </a:ext>
              </a:extLst>
            </p:cNvPr>
            <p:cNvSpPr>
              <a:spLocks noChangeShapeType="1"/>
            </p:cNvSpPr>
            <p:nvPr/>
          </p:nvSpPr>
          <p:spPr bwMode="auto">
            <a:xfrm>
              <a:off x="5670329" y="2559262"/>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0" name="Text Box 94">
            <a:extLst>
              <a:ext uri="{FF2B5EF4-FFF2-40B4-BE49-F238E27FC236}">
                <a16:creationId xmlns:a16="http://schemas.microsoft.com/office/drawing/2014/main" id="{7CE68DB8-67D0-2A90-947B-537B466D6638}"/>
              </a:ext>
            </a:extLst>
          </p:cNvPr>
          <p:cNvSpPr txBox="1">
            <a:spLocks noChangeArrowheads="1"/>
          </p:cNvSpPr>
          <p:nvPr/>
        </p:nvSpPr>
        <p:spPr bwMode="auto">
          <a:xfrm>
            <a:off x="4051611" y="3405737"/>
            <a:ext cx="147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帧的站</a:t>
            </a:r>
          </a:p>
        </p:txBody>
      </p:sp>
    </p:spTree>
    <p:extLst>
      <p:ext uri="{BB962C8B-B14F-4D97-AF65-F5344CB8AC3E}">
        <p14:creationId xmlns:p14="http://schemas.microsoft.com/office/powerpoint/2010/main" val="34587640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10C128-8D31-1917-2D38-80D45B4FDB5D}"/>
            </a:ext>
          </a:extLst>
        </p:cNvPr>
        <p:cNvGrpSpPr/>
        <p:nvPr/>
      </p:nvGrpSpPr>
      <p:grpSpPr>
        <a:xfrm>
          <a:off x="0" y="0"/>
          <a:ext cx="0" cy="0"/>
          <a:chOff x="0" y="0"/>
          <a:chExt cx="0" cy="0"/>
        </a:xfrm>
      </p:grpSpPr>
      <p:sp>
        <p:nvSpPr>
          <p:cNvPr id="14" name="圆角矩形 196">
            <a:extLst>
              <a:ext uri="{FF2B5EF4-FFF2-40B4-BE49-F238E27FC236}">
                <a16:creationId xmlns:a16="http://schemas.microsoft.com/office/drawing/2014/main" id="{2E18A466-234A-4D6B-55AA-552B1308A683}"/>
              </a:ext>
            </a:extLst>
          </p:cNvPr>
          <p:cNvSpPr/>
          <p:nvPr/>
        </p:nvSpPr>
        <p:spPr>
          <a:xfrm>
            <a:off x="517853" y="1003120"/>
            <a:ext cx="8133857" cy="282654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a:extLst>
              <a:ext uri="{FF2B5EF4-FFF2-40B4-BE49-F238E27FC236}">
                <a16:creationId xmlns:a16="http://schemas.microsoft.com/office/drawing/2014/main" id="{26585536-D97D-4070-8859-7F84B4976CEC}"/>
              </a:ext>
            </a:extLst>
          </p:cNvPr>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a:extLst>
              <a:ext uri="{FF2B5EF4-FFF2-40B4-BE49-F238E27FC236}">
                <a16:creationId xmlns:a16="http://schemas.microsoft.com/office/drawing/2014/main" id="{89B84441-AA40-CA2C-315F-9D30F7067345}"/>
              </a:ext>
            </a:extLst>
          </p:cNvPr>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a:extLst>
              <a:ext uri="{FF2B5EF4-FFF2-40B4-BE49-F238E27FC236}">
                <a16:creationId xmlns:a16="http://schemas.microsoft.com/office/drawing/2014/main" id="{7498359E-C61F-C92D-1E37-EF26845E5405}"/>
              </a:ext>
            </a:extLst>
          </p:cNvPr>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a:extLst>
              <a:ext uri="{FF2B5EF4-FFF2-40B4-BE49-F238E27FC236}">
                <a16:creationId xmlns:a16="http://schemas.microsoft.com/office/drawing/2014/main" id="{D5FBE23B-AFF0-91BA-CF49-347329D56981}"/>
              </a:ext>
            </a:extLst>
          </p:cNvPr>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a:extLst>
              <a:ext uri="{FF2B5EF4-FFF2-40B4-BE49-F238E27FC236}">
                <a16:creationId xmlns:a16="http://schemas.microsoft.com/office/drawing/2014/main" id="{2C0E457C-20B6-CEA8-2916-BD851E5557A6}"/>
              </a:ext>
            </a:extLst>
          </p:cNvPr>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a:extLst>
              <a:ext uri="{FF2B5EF4-FFF2-40B4-BE49-F238E27FC236}">
                <a16:creationId xmlns:a16="http://schemas.microsoft.com/office/drawing/2014/main" id="{09A083D6-F441-8EC4-88CF-BA27D9742742}"/>
              </a:ext>
            </a:extLst>
          </p:cNvPr>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a:extLst>
              <a:ext uri="{FF2B5EF4-FFF2-40B4-BE49-F238E27FC236}">
                <a16:creationId xmlns:a16="http://schemas.microsoft.com/office/drawing/2014/main" id="{A84D6A78-ECAC-3D94-C9E8-AF984A5EF7D5}"/>
              </a:ext>
            </a:extLst>
          </p:cNvPr>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a:extLst>
              <a:ext uri="{FF2B5EF4-FFF2-40B4-BE49-F238E27FC236}">
                <a16:creationId xmlns:a16="http://schemas.microsoft.com/office/drawing/2014/main" id="{4F430232-5D50-D87D-CCE3-5FC36429E146}"/>
              </a:ext>
            </a:extLst>
          </p:cNvPr>
          <p:cNvSpPr txBox="1">
            <a:spLocks noChangeArrowheads="1"/>
          </p:cNvSpPr>
          <p:nvPr/>
        </p:nvSpPr>
        <p:spPr bwMode="auto">
          <a:xfrm>
            <a:off x="1212475"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74" name="Text Box 96">
            <a:extLst>
              <a:ext uri="{FF2B5EF4-FFF2-40B4-BE49-F238E27FC236}">
                <a16:creationId xmlns:a16="http://schemas.microsoft.com/office/drawing/2014/main" id="{28062F6C-5187-B9FF-94F1-79E7E9764510}"/>
              </a:ext>
            </a:extLst>
          </p:cNvPr>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a:extLst>
              <a:ext uri="{FF2B5EF4-FFF2-40B4-BE49-F238E27FC236}">
                <a16:creationId xmlns:a16="http://schemas.microsoft.com/office/drawing/2014/main" id="{86FF6277-499E-15B3-EC4A-86A688EBB51D}"/>
              </a:ext>
            </a:extLst>
          </p:cNvPr>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a:extLst>
              <a:ext uri="{FF2B5EF4-FFF2-40B4-BE49-F238E27FC236}">
                <a16:creationId xmlns:a16="http://schemas.microsoft.com/office/drawing/2014/main" id="{5032C9DC-0B4C-0ED8-387D-031589FDBFFE}"/>
              </a:ext>
            </a:extLst>
          </p:cNvPr>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a:extLst>
              <a:ext uri="{FF2B5EF4-FFF2-40B4-BE49-F238E27FC236}">
                <a16:creationId xmlns:a16="http://schemas.microsoft.com/office/drawing/2014/main" id="{89212780-35FE-7D53-DBA9-B6BD10171D9D}"/>
              </a:ext>
            </a:extLst>
          </p:cNvPr>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a:extLst>
              <a:ext uri="{FF2B5EF4-FFF2-40B4-BE49-F238E27FC236}">
                <a16:creationId xmlns:a16="http://schemas.microsoft.com/office/drawing/2014/main" id="{6A51DB0D-1C2E-1E34-6063-E1C4DC6692DD}"/>
              </a:ext>
            </a:extLst>
          </p:cNvPr>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a:extLst>
              <a:ext uri="{FF2B5EF4-FFF2-40B4-BE49-F238E27FC236}">
                <a16:creationId xmlns:a16="http://schemas.microsoft.com/office/drawing/2014/main" id="{98CD83F9-310E-03A7-076E-EDAB84E2DDC2}"/>
              </a:ext>
            </a:extLst>
          </p:cNvPr>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a:extLst>
              <a:ext uri="{FF2B5EF4-FFF2-40B4-BE49-F238E27FC236}">
                <a16:creationId xmlns:a16="http://schemas.microsoft.com/office/drawing/2014/main" id="{02798950-1832-1E96-D0E6-2200BBE2BD54}"/>
              </a:ext>
            </a:extLst>
          </p:cNvPr>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a:extLst>
              <a:ext uri="{FF2B5EF4-FFF2-40B4-BE49-F238E27FC236}">
                <a16:creationId xmlns:a16="http://schemas.microsoft.com/office/drawing/2014/main" id="{E0DBC9AD-F35D-25F8-0B4B-8D09B924EF5A}"/>
              </a:ext>
            </a:extLst>
          </p:cNvPr>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a:extLst>
              <a:ext uri="{FF2B5EF4-FFF2-40B4-BE49-F238E27FC236}">
                <a16:creationId xmlns:a16="http://schemas.microsoft.com/office/drawing/2014/main" id="{26A1599A-1FD1-85C0-43DA-3CF1E9219BF7}"/>
              </a:ext>
            </a:extLst>
          </p:cNvPr>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a:extLst>
              <a:ext uri="{FF2B5EF4-FFF2-40B4-BE49-F238E27FC236}">
                <a16:creationId xmlns:a16="http://schemas.microsoft.com/office/drawing/2014/main" id="{3180860D-7025-8C21-3543-25DC19FC6C48}"/>
              </a:ext>
            </a:extLst>
          </p:cNvPr>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a:extLst>
              <a:ext uri="{FF2B5EF4-FFF2-40B4-BE49-F238E27FC236}">
                <a16:creationId xmlns:a16="http://schemas.microsoft.com/office/drawing/2014/main" id="{590895E0-3E52-C72D-9EB5-3BF5511B607F}"/>
              </a:ext>
            </a:extLst>
          </p:cNvPr>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a:extLst>
              <a:ext uri="{FF2B5EF4-FFF2-40B4-BE49-F238E27FC236}">
                <a16:creationId xmlns:a16="http://schemas.microsoft.com/office/drawing/2014/main" id="{327904BE-3AB6-224B-E709-318BAED78E38}"/>
              </a:ext>
            </a:extLst>
          </p:cNvPr>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a:extLst>
              <a:ext uri="{FF2B5EF4-FFF2-40B4-BE49-F238E27FC236}">
                <a16:creationId xmlns:a16="http://schemas.microsoft.com/office/drawing/2014/main" id="{38CB5A9C-F5D0-80BD-A95E-79C1D7422C0B}"/>
              </a:ext>
            </a:extLst>
          </p:cNvPr>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a:extLst>
              <a:ext uri="{FF2B5EF4-FFF2-40B4-BE49-F238E27FC236}">
                <a16:creationId xmlns:a16="http://schemas.microsoft.com/office/drawing/2014/main" id="{ED1A8C19-CE78-4941-95B6-50B205D928E5}"/>
              </a:ext>
            </a:extLst>
          </p:cNvPr>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a:extLst>
              <a:ext uri="{FF2B5EF4-FFF2-40B4-BE49-F238E27FC236}">
                <a16:creationId xmlns:a16="http://schemas.microsoft.com/office/drawing/2014/main" id="{8DE9F72F-A7C2-D58B-CE9D-EE6DB72A9EDD}"/>
              </a:ext>
            </a:extLst>
          </p:cNvPr>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a:extLst>
              <a:ext uri="{FF2B5EF4-FFF2-40B4-BE49-F238E27FC236}">
                <a16:creationId xmlns:a16="http://schemas.microsoft.com/office/drawing/2014/main" id="{95D7A97F-D7AC-ACA8-135F-709DCC82D2D9}"/>
              </a:ext>
            </a:extLst>
          </p:cNvPr>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a:extLst>
              <a:ext uri="{FF2B5EF4-FFF2-40B4-BE49-F238E27FC236}">
                <a16:creationId xmlns:a16="http://schemas.microsoft.com/office/drawing/2014/main" id="{7A79629B-2A16-D9C4-6D8B-B1D2A2CA5358}"/>
              </a:ext>
            </a:extLst>
          </p:cNvPr>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a:extLst>
              <a:ext uri="{FF2B5EF4-FFF2-40B4-BE49-F238E27FC236}">
                <a16:creationId xmlns:a16="http://schemas.microsoft.com/office/drawing/2014/main" id="{A0CFDE77-5389-F475-FF51-5DC181C5D1AA}"/>
              </a:ext>
            </a:extLst>
          </p:cNvPr>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a:extLst>
              <a:ext uri="{FF2B5EF4-FFF2-40B4-BE49-F238E27FC236}">
                <a16:creationId xmlns:a16="http://schemas.microsoft.com/office/drawing/2014/main" id="{24128D6F-C3EB-511C-F048-C379C5250B1B}"/>
              </a:ext>
            </a:extLst>
          </p:cNvPr>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a:extLst>
              <a:ext uri="{FF2B5EF4-FFF2-40B4-BE49-F238E27FC236}">
                <a16:creationId xmlns:a16="http://schemas.microsoft.com/office/drawing/2014/main" id="{DA716B9B-A8B9-8BE3-99D8-31475B6C2A3E}"/>
              </a:ext>
            </a:extLst>
          </p:cNvPr>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a:extLst>
              <a:ext uri="{FF2B5EF4-FFF2-40B4-BE49-F238E27FC236}">
                <a16:creationId xmlns:a16="http://schemas.microsoft.com/office/drawing/2014/main" id="{7C3BE3F0-4566-78E9-636D-F591E0D21504}"/>
              </a:ext>
            </a:extLst>
          </p:cNvPr>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a:extLst>
              <a:ext uri="{FF2B5EF4-FFF2-40B4-BE49-F238E27FC236}">
                <a16:creationId xmlns:a16="http://schemas.microsoft.com/office/drawing/2014/main" id="{5DABE646-7912-5361-3F3A-40E3168696F4}"/>
              </a:ext>
            </a:extLst>
          </p:cNvPr>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a:extLst>
              <a:ext uri="{FF2B5EF4-FFF2-40B4-BE49-F238E27FC236}">
                <a16:creationId xmlns:a16="http://schemas.microsoft.com/office/drawing/2014/main" id="{DE7C5A3E-A011-8F62-DB68-35AE09380AD8}"/>
              </a:ext>
            </a:extLst>
          </p:cNvPr>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a:extLst>
              <a:ext uri="{FF2B5EF4-FFF2-40B4-BE49-F238E27FC236}">
                <a16:creationId xmlns:a16="http://schemas.microsoft.com/office/drawing/2014/main" id="{6255E91E-5AE9-BCF0-DA2A-341035AF38A1}"/>
              </a:ext>
            </a:extLst>
          </p:cNvPr>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a:extLst>
              <a:ext uri="{FF2B5EF4-FFF2-40B4-BE49-F238E27FC236}">
                <a16:creationId xmlns:a16="http://schemas.microsoft.com/office/drawing/2014/main" id="{83012A6D-188F-7AEB-ADF9-B22B8706D083}"/>
              </a:ext>
            </a:extLst>
          </p:cNvPr>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a:extLst>
              <a:ext uri="{FF2B5EF4-FFF2-40B4-BE49-F238E27FC236}">
                <a16:creationId xmlns:a16="http://schemas.microsoft.com/office/drawing/2014/main" id="{20EA94D7-41F0-A13B-D7EF-3ED7586DBCBE}"/>
              </a:ext>
            </a:extLst>
          </p:cNvPr>
          <p:cNvSpPr txBox="1">
            <a:spLocks noChangeArrowheads="1"/>
          </p:cNvSpPr>
          <p:nvPr/>
        </p:nvSpPr>
        <p:spPr bwMode="auto">
          <a:xfrm>
            <a:off x="1071466" y="2942525"/>
            <a:ext cx="13402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RTS </a:t>
            </a:r>
            <a:r>
              <a:rPr lang="zh-CN" altLang="en-US" sz="1200" b="1">
                <a:latin typeface="微软雅黑" panose="020B0503020204020204" pitchFamily="34" charset="-122"/>
                <a:ea typeface="微软雅黑" panose="020B0503020204020204" pitchFamily="34" charset="-122"/>
              </a:rPr>
              <a:t>帧的站</a:t>
            </a:r>
          </a:p>
        </p:txBody>
      </p:sp>
      <p:sp>
        <p:nvSpPr>
          <p:cNvPr id="123" name="Text Box 94">
            <a:extLst>
              <a:ext uri="{FF2B5EF4-FFF2-40B4-BE49-F238E27FC236}">
                <a16:creationId xmlns:a16="http://schemas.microsoft.com/office/drawing/2014/main" id="{5363EDE1-BA3E-A3E4-9498-1181786DFD8F}"/>
              </a:ext>
            </a:extLst>
          </p:cNvPr>
          <p:cNvSpPr txBox="1">
            <a:spLocks noChangeArrowheads="1"/>
          </p:cNvSpPr>
          <p:nvPr/>
        </p:nvSpPr>
        <p:spPr bwMode="auto">
          <a:xfrm>
            <a:off x="1734220" y="3206562"/>
            <a:ext cx="13404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CTS </a:t>
            </a:r>
            <a:r>
              <a:rPr lang="zh-CN" altLang="en-US" sz="1200" b="1">
                <a:latin typeface="微软雅黑" panose="020B0503020204020204" pitchFamily="34" charset="-122"/>
                <a:ea typeface="微软雅黑" panose="020B0503020204020204" pitchFamily="34" charset="-122"/>
              </a:rPr>
              <a:t>帧的站</a:t>
            </a:r>
          </a:p>
        </p:txBody>
      </p:sp>
      <p:sp>
        <p:nvSpPr>
          <p:cNvPr id="124" name="Line 130">
            <a:extLst>
              <a:ext uri="{FF2B5EF4-FFF2-40B4-BE49-F238E27FC236}">
                <a16:creationId xmlns:a16="http://schemas.microsoft.com/office/drawing/2014/main" id="{C21C3816-7726-35F9-2BE8-3CA049C05064}"/>
              </a:ext>
            </a:extLst>
          </p:cNvPr>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a:extLst>
              <a:ext uri="{FF2B5EF4-FFF2-40B4-BE49-F238E27FC236}">
                <a16:creationId xmlns:a16="http://schemas.microsoft.com/office/drawing/2014/main" id="{BBEDAF93-E90B-6C43-F3ED-8B07D113AEE1}"/>
              </a:ext>
            </a:extLst>
          </p:cNvPr>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a:extLst>
              <a:ext uri="{FF2B5EF4-FFF2-40B4-BE49-F238E27FC236}">
                <a16:creationId xmlns:a16="http://schemas.microsoft.com/office/drawing/2014/main" id="{F5D1A8FC-6FB9-A3FF-DAB5-6447B0FD3E23}"/>
              </a:ext>
            </a:extLst>
          </p:cNvPr>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a:extLst>
              <a:ext uri="{FF2B5EF4-FFF2-40B4-BE49-F238E27FC236}">
                <a16:creationId xmlns:a16="http://schemas.microsoft.com/office/drawing/2014/main" id="{43A0D7FB-9A6C-34CD-1D4D-DD7149BD17FA}"/>
              </a:ext>
            </a:extLst>
          </p:cNvPr>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a:extLst>
              <a:ext uri="{FF2B5EF4-FFF2-40B4-BE49-F238E27FC236}">
                <a16:creationId xmlns:a16="http://schemas.microsoft.com/office/drawing/2014/main" id="{4D72832E-EC13-4C14-1907-25DE1B8617D9}"/>
              </a:ext>
            </a:extLst>
          </p:cNvPr>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4">
            <a:extLst>
              <a:ext uri="{FF2B5EF4-FFF2-40B4-BE49-F238E27FC236}">
                <a16:creationId xmlns:a16="http://schemas.microsoft.com/office/drawing/2014/main" id="{B0DB4824-C469-4896-EB78-5E7F0A8B4FA3}"/>
              </a:ext>
            </a:extLst>
          </p:cNvPr>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35">
            <a:extLst>
              <a:ext uri="{FF2B5EF4-FFF2-40B4-BE49-F238E27FC236}">
                <a16:creationId xmlns:a16="http://schemas.microsoft.com/office/drawing/2014/main" id="{D3B4B2B5-1F98-9BD5-C7BB-F8E3C753450A}"/>
              </a:ext>
            </a:extLst>
          </p:cNvPr>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3" name="直接连接符 136">
            <a:extLst>
              <a:ext uri="{FF2B5EF4-FFF2-40B4-BE49-F238E27FC236}">
                <a16:creationId xmlns:a16="http://schemas.microsoft.com/office/drawing/2014/main" id="{694BCFEA-3D04-D9F7-61F7-3AC05AB4BA35}"/>
              </a:ext>
            </a:extLst>
          </p:cNvPr>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37">
            <a:extLst>
              <a:ext uri="{FF2B5EF4-FFF2-40B4-BE49-F238E27FC236}">
                <a16:creationId xmlns:a16="http://schemas.microsoft.com/office/drawing/2014/main" id="{3EA5877C-B481-41C6-25A5-EFC8279B018F}"/>
              </a:ext>
            </a:extLst>
          </p:cNvPr>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38">
            <a:extLst>
              <a:ext uri="{FF2B5EF4-FFF2-40B4-BE49-F238E27FC236}">
                <a16:creationId xmlns:a16="http://schemas.microsoft.com/office/drawing/2014/main" id="{E6F68CB2-44F1-0251-08C8-BA0F27F69C98}"/>
              </a:ext>
            </a:extLst>
          </p:cNvPr>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39">
            <a:extLst>
              <a:ext uri="{FF2B5EF4-FFF2-40B4-BE49-F238E27FC236}">
                <a16:creationId xmlns:a16="http://schemas.microsoft.com/office/drawing/2014/main" id="{45F08390-CF6B-0A04-27E9-DBD4C3EA1269}"/>
              </a:ext>
            </a:extLst>
          </p:cNvPr>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1">
            <a:extLst>
              <a:ext uri="{FF2B5EF4-FFF2-40B4-BE49-F238E27FC236}">
                <a16:creationId xmlns:a16="http://schemas.microsoft.com/office/drawing/2014/main" id="{0CB2A5A0-E11C-F07D-5B5B-3BAFF907095E}"/>
              </a:ext>
            </a:extLst>
          </p:cNvPr>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0" name="Text Box 24">
            <a:extLst>
              <a:ext uri="{FF2B5EF4-FFF2-40B4-BE49-F238E27FC236}">
                <a16:creationId xmlns:a16="http://schemas.microsoft.com/office/drawing/2014/main" id="{49911940-51BE-D2A8-D079-928F2224DCD0}"/>
              </a:ext>
            </a:extLst>
          </p:cNvPr>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a:extLst>
              <a:ext uri="{FF2B5EF4-FFF2-40B4-BE49-F238E27FC236}">
                <a16:creationId xmlns:a16="http://schemas.microsoft.com/office/drawing/2014/main" id="{D9AE2C3E-48F3-D24D-9927-DDC5D5677413}"/>
              </a:ext>
            </a:extLst>
          </p:cNvPr>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a:extLst>
              <a:ext uri="{FF2B5EF4-FFF2-40B4-BE49-F238E27FC236}">
                <a16:creationId xmlns:a16="http://schemas.microsoft.com/office/drawing/2014/main" id="{F1B5E188-64E9-4170-E698-9CC20A003CE3}"/>
              </a:ext>
            </a:extLst>
          </p:cNvPr>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a:extLst>
              <a:ext uri="{FF2B5EF4-FFF2-40B4-BE49-F238E27FC236}">
                <a16:creationId xmlns:a16="http://schemas.microsoft.com/office/drawing/2014/main" id="{0B977F2B-972A-C77D-3BFD-EB585121F78E}"/>
              </a:ext>
            </a:extLst>
          </p:cNvPr>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a:extLst>
              <a:ext uri="{FF2B5EF4-FFF2-40B4-BE49-F238E27FC236}">
                <a16:creationId xmlns:a16="http://schemas.microsoft.com/office/drawing/2014/main" id="{15E0296C-10CB-3C0B-AA10-2F8780E062C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a:extLst>
              <a:ext uri="{FF2B5EF4-FFF2-40B4-BE49-F238E27FC236}">
                <a16:creationId xmlns:a16="http://schemas.microsoft.com/office/drawing/2014/main" id="{03A143BE-A3C1-9613-1D25-D8272BC34A54}"/>
              </a:ext>
            </a:extLst>
          </p:cNvPr>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a:extLst>
              <a:ext uri="{FF2B5EF4-FFF2-40B4-BE49-F238E27FC236}">
                <a16:creationId xmlns:a16="http://schemas.microsoft.com/office/drawing/2014/main" id="{05242586-9FE7-76F3-C1B7-A308AB16B151}"/>
              </a:ext>
            </a:extLst>
          </p:cNvPr>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1" name="Text Box 94">
            <a:extLst>
              <a:ext uri="{FF2B5EF4-FFF2-40B4-BE49-F238E27FC236}">
                <a16:creationId xmlns:a16="http://schemas.microsoft.com/office/drawing/2014/main" id="{1CA57605-D797-DCBC-DC52-E40D8C103938}"/>
              </a:ext>
            </a:extLst>
          </p:cNvPr>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4" name="直接箭头连接符 97">
            <a:extLst>
              <a:ext uri="{FF2B5EF4-FFF2-40B4-BE49-F238E27FC236}">
                <a16:creationId xmlns:a16="http://schemas.microsoft.com/office/drawing/2014/main" id="{B4748685-E88F-4C90-9C64-86EE8EBDC049}"/>
              </a:ext>
            </a:extLst>
          </p:cNvPr>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grpSp>
        <p:nvGrpSpPr>
          <p:cNvPr id="2" name="组合 1">
            <a:extLst>
              <a:ext uri="{FF2B5EF4-FFF2-40B4-BE49-F238E27FC236}">
                <a16:creationId xmlns:a16="http://schemas.microsoft.com/office/drawing/2014/main" id="{AF327FD2-C9DA-40E8-F8D6-CCAB2A8CB214}"/>
              </a:ext>
            </a:extLst>
          </p:cNvPr>
          <p:cNvGrpSpPr/>
          <p:nvPr/>
        </p:nvGrpSpPr>
        <p:grpSpPr>
          <a:xfrm>
            <a:off x="2044144" y="1327549"/>
            <a:ext cx="1868219" cy="676224"/>
            <a:chOff x="2044144" y="1327549"/>
            <a:chExt cx="1868219" cy="676224"/>
          </a:xfrm>
        </p:grpSpPr>
        <p:cxnSp>
          <p:nvCxnSpPr>
            <p:cNvPr id="182" name="直接箭头连接符 90">
              <a:extLst>
                <a:ext uri="{FF2B5EF4-FFF2-40B4-BE49-F238E27FC236}">
                  <a16:creationId xmlns:a16="http://schemas.microsoft.com/office/drawing/2014/main" id="{591AE200-8625-BF5C-EF41-C5D8C361A850}"/>
                </a:ext>
              </a:extLst>
            </p:cNvPr>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83" name="直接箭头连接符 92">
              <a:extLst>
                <a:ext uri="{FF2B5EF4-FFF2-40B4-BE49-F238E27FC236}">
                  <a16:creationId xmlns:a16="http://schemas.microsoft.com/office/drawing/2014/main" id="{DBCB4645-E762-8507-9419-6A8A0915ACE4}"/>
                </a:ext>
              </a:extLst>
            </p:cNvPr>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cxnSp>
          <p:nvCxnSpPr>
            <p:cNvPr id="191" name="直接箭头连接符 90">
              <a:extLst>
                <a:ext uri="{FF2B5EF4-FFF2-40B4-BE49-F238E27FC236}">
                  <a16:creationId xmlns:a16="http://schemas.microsoft.com/office/drawing/2014/main" id="{38221E63-26FF-4A06-D168-15868A7FA3B3}"/>
                </a:ext>
              </a:extLst>
            </p:cNvPr>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2" name="直接箭头连接符 92">
              <a:extLst>
                <a:ext uri="{FF2B5EF4-FFF2-40B4-BE49-F238E27FC236}">
                  <a16:creationId xmlns:a16="http://schemas.microsoft.com/office/drawing/2014/main" id="{A6110E3A-1708-18C5-FB58-CB7AA43E5D0A}"/>
                </a:ext>
              </a:extLst>
            </p:cNvPr>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grpSp>
      <p:sp>
        <p:nvSpPr>
          <p:cNvPr id="193" name="Line 130">
            <a:extLst>
              <a:ext uri="{FF2B5EF4-FFF2-40B4-BE49-F238E27FC236}">
                <a16:creationId xmlns:a16="http://schemas.microsoft.com/office/drawing/2014/main" id="{F101336E-53B1-67D7-261F-C57A5056E0F5}"/>
              </a:ext>
            </a:extLst>
          </p:cNvPr>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98" name="组合 197">
            <a:extLst>
              <a:ext uri="{FF2B5EF4-FFF2-40B4-BE49-F238E27FC236}">
                <a16:creationId xmlns:a16="http://schemas.microsoft.com/office/drawing/2014/main" id="{D81630A5-2FFF-492F-CECA-5C3E88C07304}"/>
              </a:ext>
            </a:extLst>
          </p:cNvPr>
          <p:cNvGrpSpPr/>
          <p:nvPr/>
        </p:nvGrpSpPr>
        <p:grpSpPr>
          <a:xfrm>
            <a:off x="1581100" y="1709798"/>
            <a:ext cx="614662" cy="423778"/>
            <a:chOff x="4406004" y="4260453"/>
            <a:chExt cx="558674" cy="429804"/>
          </a:xfrm>
        </p:grpSpPr>
        <p:grpSp>
          <p:nvGrpSpPr>
            <p:cNvPr id="199" name="Group 460">
              <a:extLst>
                <a:ext uri="{FF2B5EF4-FFF2-40B4-BE49-F238E27FC236}">
                  <a16:creationId xmlns:a16="http://schemas.microsoft.com/office/drawing/2014/main" id="{3941EAB4-CF5C-87A5-EC8B-0AD498C61A89}"/>
                </a:ext>
              </a:extLst>
            </p:cNvPr>
            <p:cNvGrpSpPr>
              <a:grpSpLocks/>
            </p:cNvGrpSpPr>
            <p:nvPr/>
          </p:nvGrpSpPr>
          <p:grpSpPr bwMode="auto">
            <a:xfrm>
              <a:off x="4543772" y="4322623"/>
              <a:ext cx="420906" cy="367634"/>
              <a:chOff x="657" y="1570"/>
              <a:chExt cx="318" cy="318"/>
            </a:xfrm>
          </p:grpSpPr>
          <p:sp>
            <p:nvSpPr>
              <p:cNvPr id="207" name="Line 461">
                <a:extLst>
                  <a:ext uri="{FF2B5EF4-FFF2-40B4-BE49-F238E27FC236}">
                    <a16:creationId xmlns:a16="http://schemas.microsoft.com/office/drawing/2014/main" id="{64B300B3-1B3F-4B58-04C5-6E8547B8B52A}"/>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a:extLst>
                  <a:ext uri="{FF2B5EF4-FFF2-40B4-BE49-F238E27FC236}">
                    <a16:creationId xmlns:a16="http://schemas.microsoft.com/office/drawing/2014/main" id="{6168FE8B-03C2-5697-FBF5-970390E2F00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a:extLst>
                <a:ext uri="{FF2B5EF4-FFF2-40B4-BE49-F238E27FC236}">
                  <a16:creationId xmlns:a16="http://schemas.microsoft.com/office/drawing/2014/main" id="{84A405E2-7DD4-4D69-21D3-0ED8A409DD47}"/>
                </a:ext>
              </a:extLst>
            </p:cNvPr>
            <p:cNvGrpSpPr>
              <a:grpSpLocks/>
            </p:cNvGrpSpPr>
            <p:nvPr/>
          </p:nvGrpSpPr>
          <p:grpSpPr bwMode="auto">
            <a:xfrm>
              <a:off x="4406004" y="4260453"/>
              <a:ext cx="405022" cy="119404"/>
              <a:chOff x="748" y="2251"/>
              <a:chExt cx="306" cy="90"/>
            </a:xfrm>
            <a:solidFill>
              <a:srgbClr val="0066FF"/>
            </a:solidFill>
          </p:grpSpPr>
          <p:sp>
            <p:nvSpPr>
              <p:cNvPr id="201" name="AutoShape 464">
                <a:extLst>
                  <a:ext uri="{FF2B5EF4-FFF2-40B4-BE49-F238E27FC236}">
                    <a16:creationId xmlns:a16="http://schemas.microsoft.com/office/drawing/2014/main" id="{E6086342-731E-ACAC-F888-C103AA46C02E}"/>
                  </a:ext>
                </a:extLst>
              </p:cNvPr>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a:extLst>
                  <a:ext uri="{FF2B5EF4-FFF2-40B4-BE49-F238E27FC236}">
                    <a16:creationId xmlns:a16="http://schemas.microsoft.com/office/drawing/2014/main" id="{45A77140-ABBC-97F8-C384-D5C3C94D189E}"/>
                  </a:ext>
                </a:extLst>
              </p:cNvPr>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a:extLst>
                  <a:ext uri="{FF2B5EF4-FFF2-40B4-BE49-F238E27FC236}">
                    <a16:creationId xmlns:a16="http://schemas.microsoft.com/office/drawing/2014/main" id="{7F9A123E-DE4A-39B2-F2D2-90ECC0F04025}"/>
                  </a:ext>
                </a:extLst>
              </p:cNvPr>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a:extLst>
                  <a:ext uri="{FF2B5EF4-FFF2-40B4-BE49-F238E27FC236}">
                    <a16:creationId xmlns:a16="http://schemas.microsoft.com/office/drawing/2014/main" id="{165D4E3E-2F7A-E8C5-36C5-E43DC7AD54F4}"/>
                  </a:ext>
                </a:extLst>
              </p:cNvPr>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a:extLst>
                  <a:ext uri="{FF2B5EF4-FFF2-40B4-BE49-F238E27FC236}">
                    <a16:creationId xmlns:a16="http://schemas.microsoft.com/office/drawing/2014/main" id="{24A0108B-2846-AB72-7838-C4FEC7BE5CEA}"/>
                  </a:ext>
                </a:extLst>
              </p:cNvPr>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a:extLst>
                  <a:ext uri="{FF2B5EF4-FFF2-40B4-BE49-F238E27FC236}">
                    <a16:creationId xmlns:a16="http://schemas.microsoft.com/office/drawing/2014/main" id="{4F49E723-3F84-A556-4565-59ADAAC9C288}"/>
                  </a:ext>
                </a:extLst>
              </p:cNvPr>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a:extLst>
              <a:ext uri="{FF2B5EF4-FFF2-40B4-BE49-F238E27FC236}">
                <a16:creationId xmlns:a16="http://schemas.microsoft.com/office/drawing/2014/main" id="{2860CC50-1DA2-0303-A379-5B4607DC4914}"/>
              </a:ext>
            </a:extLst>
          </p:cNvPr>
          <p:cNvGrpSpPr/>
          <p:nvPr/>
        </p:nvGrpSpPr>
        <p:grpSpPr>
          <a:xfrm>
            <a:off x="1600326" y="1107878"/>
            <a:ext cx="597186" cy="423778"/>
            <a:chOff x="4406004" y="4260453"/>
            <a:chExt cx="542790" cy="429804"/>
          </a:xfrm>
        </p:grpSpPr>
        <p:grpSp>
          <p:nvGrpSpPr>
            <p:cNvPr id="210" name="Group 460">
              <a:extLst>
                <a:ext uri="{FF2B5EF4-FFF2-40B4-BE49-F238E27FC236}">
                  <a16:creationId xmlns:a16="http://schemas.microsoft.com/office/drawing/2014/main" id="{E0260FEC-BE20-344A-825A-4F817CD91F83}"/>
                </a:ext>
              </a:extLst>
            </p:cNvPr>
            <p:cNvGrpSpPr>
              <a:grpSpLocks/>
            </p:cNvGrpSpPr>
            <p:nvPr/>
          </p:nvGrpSpPr>
          <p:grpSpPr bwMode="auto">
            <a:xfrm>
              <a:off x="4527888" y="4322623"/>
              <a:ext cx="420906" cy="367634"/>
              <a:chOff x="645" y="1570"/>
              <a:chExt cx="318" cy="318"/>
            </a:xfrm>
          </p:grpSpPr>
          <p:sp>
            <p:nvSpPr>
              <p:cNvPr id="218" name="Line 461">
                <a:extLst>
                  <a:ext uri="{FF2B5EF4-FFF2-40B4-BE49-F238E27FC236}">
                    <a16:creationId xmlns:a16="http://schemas.microsoft.com/office/drawing/2014/main" id="{48DE1B3C-E01B-E7DD-8D45-984DECCF6B9C}"/>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a:extLst>
                  <a:ext uri="{FF2B5EF4-FFF2-40B4-BE49-F238E27FC236}">
                    <a16:creationId xmlns:a16="http://schemas.microsoft.com/office/drawing/2014/main" id="{AE1EE680-7AA2-7998-58F1-45BC583C623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a:extLst>
                <a:ext uri="{FF2B5EF4-FFF2-40B4-BE49-F238E27FC236}">
                  <a16:creationId xmlns:a16="http://schemas.microsoft.com/office/drawing/2014/main" id="{F20593A1-0230-856C-1B14-185E5B664B2A}"/>
                </a:ext>
              </a:extLst>
            </p:cNvPr>
            <p:cNvGrpSpPr>
              <a:grpSpLocks/>
            </p:cNvGrpSpPr>
            <p:nvPr/>
          </p:nvGrpSpPr>
          <p:grpSpPr bwMode="auto">
            <a:xfrm>
              <a:off x="4406004" y="4260453"/>
              <a:ext cx="405022" cy="119404"/>
              <a:chOff x="748" y="2251"/>
              <a:chExt cx="306" cy="90"/>
            </a:xfrm>
            <a:solidFill>
              <a:srgbClr val="0066FF"/>
            </a:solidFill>
          </p:grpSpPr>
          <p:sp>
            <p:nvSpPr>
              <p:cNvPr id="212" name="AutoShape 464">
                <a:extLst>
                  <a:ext uri="{FF2B5EF4-FFF2-40B4-BE49-F238E27FC236}">
                    <a16:creationId xmlns:a16="http://schemas.microsoft.com/office/drawing/2014/main" id="{E698E8AC-C002-8443-FF09-5651421AD8DB}"/>
                  </a:ext>
                </a:extLst>
              </p:cNvPr>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a:extLst>
                  <a:ext uri="{FF2B5EF4-FFF2-40B4-BE49-F238E27FC236}">
                    <a16:creationId xmlns:a16="http://schemas.microsoft.com/office/drawing/2014/main" id="{B08E1542-12A8-2D0E-AEB1-60ADAC6D621C}"/>
                  </a:ext>
                </a:extLst>
              </p:cNvPr>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a:extLst>
                  <a:ext uri="{FF2B5EF4-FFF2-40B4-BE49-F238E27FC236}">
                    <a16:creationId xmlns:a16="http://schemas.microsoft.com/office/drawing/2014/main" id="{D46C7675-95E5-4D6B-A882-126964C2D86D}"/>
                  </a:ext>
                </a:extLst>
              </p:cNvPr>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a:extLst>
                  <a:ext uri="{FF2B5EF4-FFF2-40B4-BE49-F238E27FC236}">
                    <a16:creationId xmlns:a16="http://schemas.microsoft.com/office/drawing/2014/main" id="{516F7F6A-7AAA-625B-6246-30E594FCCB57}"/>
                  </a:ext>
                </a:extLst>
              </p:cNvPr>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a:extLst>
                  <a:ext uri="{FF2B5EF4-FFF2-40B4-BE49-F238E27FC236}">
                    <a16:creationId xmlns:a16="http://schemas.microsoft.com/office/drawing/2014/main" id="{D11606B4-9926-357A-DA8E-BB005C72B3F4}"/>
                  </a:ext>
                </a:extLst>
              </p:cNvPr>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a:extLst>
                  <a:ext uri="{FF2B5EF4-FFF2-40B4-BE49-F238E27FC236}">
                    <a16:creationId xmlns:a16="http://schemas.microsoft.com/office/drawing/2014/main" id="{72089742-0D3D-0B59-7449-B4DB5B8C163E}"/>
                  </a:ext>
                </a:extLst>
              </p:cNvPr>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3" name="组合 2">
            <a:extLst>
              <a:ext uri="{FF2B5EF4-FFF2-40B4-BE49-F238E27FC236}">
                <a16:creationId xmlns:a16="http://schemas.microsoft.com/office/drawing/2014/main" id="{68BF6484-8271-5FDB-1720-80CAB977DEF8}"/>
              </a:ext>
            </a:extLst>
          </p:cNvPr>
          <p:cNvGrpSpPr/>
          <p:nvPr/>
        </p:nvGrpSpPr>
        <p:grpSpPr>
          <a:xfrm>
            <a:off x="6231554" y="1448039"/>
            <a:ext cx="1545288" cy="423778"/>
            <a:chOff x="6231554" y="1448039"/>
            <a:chExt cx="1545288" cy="423778"/>
          </a:xfrm>
        </p:grpSpPr>
        <p:sp>
          <p:nvSpPr>
            <p:cNvPr id="180" name="Text Box 94">
              <a:extLst>
                <a:ext uri="{FF2B5EF4-FFF2-40B4-BE49-F238E27FC236}">
                  <a16:creationId xmlns:a16="http://schemas.microsoft.com/office/drawing/2014/main" id="{16CC93A4-5FB4-1123-C5E4-50C852FDE026}"/>
                </a:ext>
              </a:extLst>
            </p:cNvPr>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grpSp>
          <p:nvGrpSpPr>
            <p:cNvPr id="220" name="组合 219">
              <a:extLst>
                <a:ext uri="{FF2B5EF4-FFF2-40B4-BE49-F238E27FC236}">
                  <a16:creationId xmlns:a16="http://schemas.microsoft.com/office/drawing/2014/main" id="{6F407927-E0A5-F721-0767-FC37240D163F}"/>
                </a:ext>
              </a:extLst>
            </p:cNvPr>
            <p:cNvGrpSpPr/>
            <p:nvPr/>
          </p:nvGrpSpPr>
          <p:grpSpPr>
            <a:xfrm>
              <a:off x="6231554" y="1448039"/>
              <a:ext cx="597186" cy="423778"/>
              <a:chOff x="4406004" y="4260453"/>
              <a:chExt cx="542790" cy="429804"/>
            </a:xfrm>
          </p:grpSpPr>
          <p:grpSp>
            <p:nvGrpSpPr>
              <p:cNvPr id="221" name="Group 460">
                <a:extLst>
                  <a:ext uri="{FF2B5EF4-FFF2-40B4-BE49-F238E27FC236}">
                    <a16:creationId xmlns:a16="http://schemas.microsoft.com/office/drawing/2014/main" id="{99D61B2F-AF36-F263-3581-3FA7927A9914}"/>
                  </a:ext>
                </a:extLst>
              </p:cNvPr>
              <p:cNvGrpSpPr>
                <a:grpSpLocks/>
              </p:cNvGrpSpPr>
              <p:nvPr/>
            </p:nvGrpSpPr>
            <p:grpSpPr bwMode="auto">
              <a:xfrm>
                <a:off x="4527888" y="4322623"/>
                <a:ext cx="420906" cy="367634"/>
                <a:chOff x="645" y="1570"/>
                <a:chExt cx="318" cy="318"/>
              </a:xfrm>
            </p:grpSpPr>
            <p:sp>
              <p:nvSpPr>
                <p:cNvPr id="229" name="Line 461">
                  <a:extLst>
                    <a:ext uri="{FF2B5EF4-FFF2-40B4-BE49-F238E27FC236}">
                      <a16:creationId xmlns:a16="http://schemas.microsoft.com/office/drawing/2014/main" id="{A01ECD3D-F48C-6643-DE7F-56811BC3CB4B}"/>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a:extLst>
                    <a:ext uri="{FF2B5EF4-FFF2-40B4-BE49-F238E27FC236}">
                      <a16:creationId xmlns:a16="http://schemas.microsoft.com/office/drawing/2014/main" id="{F5B6EF16-6B97-61A9-C404-772B83B780B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a:extLst>
                  <a:ext uri="{FF2B5EF4-FFF2-40B4-BE49-F238E27FC236}">
                    <a16:creationId xmlns:a16="http://schemas.microsoft.com/office/drawing/2014/main" id="{68BB4B3C-94F1-A6B6-E29E-7785538D0152}"/>
                  </a:ext>
                </a:extLst>
              </p:cNvPr>
              <p:cNvGrpSpPr>
                <a:grpSpLocks/>
              </p:cNvGrpSpPr>
              <p:nvPr/>
            </p:nvGrpSpPr>
            <p:grpSpPr bwMode="auto">
              <a:xfrm>
                <a:off x="4406004" y="4260453"/>
                <a:ext cx="405022" cy="119404"/>
                <a:chOff x="748" y="2251"/>
                <a:chExt cx="306" cy="90"/>
              </a:xfrm>
              <a:solidFill>
                <a:srgbClr val="0066FF"/>
              </a:solidFill>
            </p:grpSpPr>
            <p:sp>
              <p:nvSpPr>
                <p:cNvPr id="223" name="AutoShape 464">
                  <a:extLst>
                    <a:ext uri="{FF2B5EF4-FFF2-40B4-BE49-F238E27FC236}">
                      <a16:creationId xmlns:a16="http://schemas.microsoft.com/office/drawing/2014/main" id="{8E0A5DC8-392A-5A6B-DB32-F7DBB03D7F99}"/>
                    </a:ext>
                  </a:extLst>
                </p:cNvPr>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a:extLst>
                    <a:ext uri="{FF2B5EF4-FFF2-40B4-BE49-F238E27FC236}">
                      <a16:creationId xmlns:a16="http://schemas.microsoft.com/office/drawing/2014/main" id="{FBD06AAA-2A53-CC20-1FC4-C747E5A0C273}"/>
                    </a:ext>
                  </a:extLst>
                </p:cNvPr>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a:extLst>
                    <a:ext uri="{FF2B5EF4-FFF2-40B4-BE49-F238E27FC236}">
                      <a16:creationId xmlns:a16="http://schemas.microsoft.com/office/drawing/2014/main" id="{BE3FD62A-2B84-E425-C011-6FA6800273B9}"/>
                    </a:ext>
                  </a:extLst>
                </p:cNvPr>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a:extLst>
                    <a:ext uri="{FF2B5EF4-FFF2-40B4-BE49-F238E27FC236}">
                      <a16:creationId xmlns:a16="http://schemas.microsoft.com/office/drawing/2014/main" id="{E9A0F42E-E06D-077B-CCBD-D808B4DEAB12}"/>
                    </a:ext>
                  </a:extLst>
                </p:cNvPr>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a:extLst>
                    <a:ext uri="{FF2B5EF4-FFF2-40B4-BE49-F238E27FC236}">
                      <a16:creationId xmlns:a16="http://schemas.microsoft.com/office/drawing/2014/main" id="{B1EFB590-6908-EFC2-E1FC-ACD979569D9F}"/>
                    </a:ext>
                  </a:extLst>
                </p:cNvPr>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a:extLst>
                    <a:ext uri="{FF2B5EF4-FFF2-40B4-BE49-F238E27FC236}">
                      <a16:creationId xmlns:a16="http://schemas.microsoft.com/office/drawing/2014/main" id="{D854EA09-CFEE-CEF6-D46E-BC9F51ED46E9}"/>
                    </a:ext>
                  </a:extLst>
                </p:cNvPr>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sp>
        <p:nvSpPr>
          <p:cNvPr id="121" name="Text Box 94">
            <a:extLst>
              <a:ext uri="{FF2B5EF4-FFF2-40B4-BE49-F238E27FC236}">
                <a16:creationId xmlns:a16="http://schemas.microsoft.com/office/drawing/2014/main" id="{422F04DA-F258-0622-AD82-6D380B81B90C}"/>
              </a:ext>
            </a:extLst>
          </p:cNvPr>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9" name="矩形 8">
            <a:extLst>
              <a:ext uri="{FF2B5EF4-FFF2-40B4-BE49-F238E27FC236}">
                <a16:creationId xmlns:a16="http://schemas.microsoft.com/office/drawing/2014/main" id="{958763DE-0843-E3C4-328A-7E28C9197588}"/>
              </a:ext>
            </a:extLst>
          </p:cNvPr>
          <p:cNvSpPr/>
          <p:nvPr/>
        </p:nvSpPr>
        <p:spPr>
          <a:xfrm>
            <a:off x="1405482" y="3861676"/>
            <a:ext cx="6887032" cy="634917"/>
          </a:xfrm>
          <a:prstGeom prst="rect">
            <a:avLst/>
          </a:prstGeom>
        </p:spPr>
        <p:txBody>
          <a:bodyPr wrap="square">
            <a:spAutoFit/>
          </a:bodyPr>
          <a:lstStyle/>
          <a:p>
            <a:pPr>
              <a:lnSpc>
                <a:spcPts val="2200"/>
              </a:lnSpc>
            </a:pPr>
            <a:r>
              <a:rPr lang="zh-CN" altLang="en-US" sz="1600" b="1" dirty="0">
                <a:latin typeface="微软雅黑" pitchFamily="34" charset="-122"/>
                <a:ea typeface="微软雅黑" pitchFamily="34" charset="-122"/>
              </a:rPr>
              <a:t>发送数据帧之前，先发送一个控制帧</a:t>
            </a:r>
            <a:r>
              <a:rPr lang="zh-CN" altLang="en-US" sz="1600" b="1" dirty="0">
                <a:solidFill>
                  <a:srgbClr val="C00000"/>
                </a:solidFill>
                <a:latin typeface="微软雅黑" pitchFamily="34" charset="-122"/>
                <a:ea typeface="微软雅黑" pitchFamily="34" charset="-122"/>
              </a:rPr>
              <a:t>请求发送</a:t>
            </a:r>
            <a:r>
              <a:rPr lang="en-US" altLang="zh-CN" sz="1600" b="1" dirty="0">
                <a:solidFill>
                  <a:srgbClr val="C00000"/>
                </a:solidFill>
                <a:latin typeface="微软雅黑" pitchFamily="34" charset="-122"/>
                <a:ea typeface="微软雅黑" pitchFamily="34" charset="-122"/>
              </a:rPr>
              <a:t>RTS </a:t>
            </a:r>
            <a:r>
              <a:rPr lang="en-US" altLang="zh-CN" sz="1600" b="1" dirty="0">
                <a:latin typeface="微软雅黑" pitchFamily="34" charset="-122"/>
                <a:ea typeface="微软雅黑" pitchFamily="34" charset="-122"/>
              </a:rPr>
              <a:t>(Request To Send)</a:t>
            </a:r>
            <a:r>
              <a:rPr lang="zh-CN" altLang="en-US" sz="1600" b="1" dirty="0">
                <a:latin typeface="微软雅黑" pitchFamily="34" charset="-122"/>
                <a:ea typeface="微软雅黑" pitchFamily="34" charset="-122"/>
              </a:rPr>
              <a:t>，其首部写入将要占用信道的时间</a:t>
            </a:r>
            <a:r>
              <a:rPr lang="en-US" altLang="zh-CN" sz="1600" b="1" dirty="0">
                <a:latin typeface="微软雅黑" pitchFamily="34" charset="-122"/>
                <a:ea typeface="微软雅黑" pitchFamily="34" charset="-122"/>
              </a:rPr>
              <a:t>SIFS+CTS+SIFS+DATA+SIFS+ACK</a:t>
            </a:r>
            <a:r>
              <a:rPr lang="zh-CN" altLang="en-US" sz="1600" b="1" dirty="0">
                <a:latin typeface="微软雅黑" pitchFamily="34" charset="-122"/>
                <a:ea typeface="微软雅黑" pitchFamily="34" charset="-122"/>
              </a:rPr>
              <a:t>。</a:t>
            </a:r>
          </a:p>
        </p:txBody>
      </p:sp>
      <p:sp>
        <p:nvSpPr>
          <p:cNvPr id="4" name="对话气泡: 矩形 3">
            <a:extLst>
              <a:ext uri="{FF2B5EF4-FFF2-40B4-BE49-F238E27FC236}">
                <a16:creationId xmlns:a16="http://schemas.microsoft.com/office/drawing/2014/main" id="{21826B7F-8FA5-2468-9263-C9A048FF15DF}"/>
              </a:ext>
            </a:extLst>
          </p:cNvPr>
          <p:cNvSpPr/>
          <p:nvPr/>
        </p:nvSpPr>
        <p:spPr>
          <a:xfrm>
            <a:off x="1974655" y="1596848"/>
            <a:ext cx="2041974" cy="603302"/>
          </a:xfrm>
          <a:prstGeom prst="wedgeRectCallout">
            <a:avLst>
              <a:gd name="adj1" fmla="val -29521"/>
              <a:gd name="adj2" fmla="val 73909"/>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en-US" altLang="zh-CN" sz="1400" b="1" dirty="0">
                <a:latin typeface="微软雅黑" panose="020B0503020204020204" pitchFamily="34" charset="-122"/>
                <a:ea typeface="微软雅黑" panose="020B0503020204020204" pitchFamily="34" charset="-122"/>
              </a:rPr>
              <a:t>A</a:t>
            </a:r>
            <a:r>
              <a:rPr lang="zh-CN" altLang="en-US" sz="1400" b="1" dirty="0">
                <a:latin typeface="微软雅黑" panose="020B0503020204020204" pitchFamily="34" charset="-122"/>
                <a:ea typeface="微软雅黑" panose="020B0503020204020204" pitchFamily="34" charset="-122"/>
              </a:rPr>
              <a:t>发送的</a:t>
            </a:r>
            <a:r>
              <a:rPr lang="en-US" altLang="zh-CN" sz="1400" b="1" dirty="0">
                <a:latin typeface="微软雅黑" panose="020B0503020204020204" pitchFamily="34" charset="-122"/>
                <a:ea typeface="微软雅黑" panose="020B0503020204020204" pitchFamily="34" charset="-122"/>
              </a:rPr>
              <a:t>RTS</a:t>
            </a:r>
            <a:r>
              <a:rPr lang="zh-CN" altLang="en-US" sz="1400" b="1" dirty="0">
                <a:latin typeface="微软雅黑" panose="020B0503020204020204" pitchFamily="34" charset="-122"/>
                <a:ea typeface="微软雅黑" panose="020B0503020204020204" pitchFamily="34" charset="-122"/>
              </a:rPr>
              <a:t>帧，</a:t>
            </a:r>
            <a:r>
              <a:rPr lang="en-US" altLang="zh-CN" sz="1400" b="1" dirty="0">
                <a:latin typeface="微软雅黑" panose="020B0503020204020204" pitchFamily="34" charset="-122"/>
                <a:ea typeface="微软雅黑" panose="020B0503020204020204" pitchFamily="34" charset="-122"/>
              </a:rPr>
              <a:t>B</a:t>
            </a:r>
            <a:r>
              <a:rPr lang="zh-CN" altLang="en-US" sz="1400" b="1" dirty="0">
                <a:latin typeface="微软雅黑" panose="020B0503020204020204" pitchFamily="34" charset="-122"/>
                <a:ea typeface="微软雅黑" panose="020B0503020204020204" pitchFamily="34" charset="-122"/>
              </a:rPr>
              <a:t>和</a:t>
            </a:r>
            <a:r>
              <a:rPr lang="en-US" altLang="zh-CN" sz="1400" b="1" dirty="0">
                <a:latin typeface="微软雅黑" panose="020B0503020204020204" pitchFamily="34" charset="-122"/>
                <a:ea typeface="微软雅黑" panose="020B0503020204020204" pitchFamily="34" charset="-122"/>
              </a:rPr>
              <a:t>AP</a:t>
            </a:r>
            <a:r>
              <a:rPr lang="zh-CN" altLang="en-US" sz="1400" b="1" dirty="0">
                <a:latin typeface="微软雅黑" panose="020B0503020204020204" pitchFamily="34" charset="-122"/>
                <a:ea typeface="微软雅黑" panose="020B0503020204020204" pitchFamily="34" charset="-122"/>
              </a:rPr>
              <a:t>能够收到，</a:t>
            </a:r>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收不到</a:t>
            </a:r>
          </a:p>
        </p:txBody>
      </p:sp>
      <p:grpSp>
        <p:nvGrpSpPr>
          <p:cNvPr id="5" name="组合 4">
            <a:extLst>
              <a:ext uri="{FF2B5EF4-FFF2-40B4-BE49-F238E27FC236}">
                <a16:creationId xmlns:a16="http://schemas.microsoft.com/office/drawing/2014/main" id="{1E7036BB-C644-B7A3-8C43-CC67CBB3A763}"/>
              </a:ext>
            </a:extLst>
          </p:cNvPr>
          <p:cNvGrpSpPr/>
          <p:nvPr/>
        </p:nvGrpSpPr>
        <p:grpSpPr>
          <a:xfrm>
            <a:off x="5563556" y="2559262"/>
            <a:ext cx="2929610" cy="1117015"/>
            <a:chOff x="5563556" y="2559262"/>
            <a:chExt cx="2929610" cy="1117015"/>
          </a:xfrm>
        </p:grpSpPr>
        <p:sp>
          <p:nvSpPr>
            <p:cNvPr id="10" name="矩形 9">
              <a:extLst>
                <a:ext uri="{FF2B5EF4-FFF2-40B4-BE49-F238E27FC236}">
                  <a16:creationId xmlns:a16="http://schemas.microsoft.com/office/drawing/2014/main" id="{A8B3F63D-125B-6786-9B7B-5F3E7CAA92EB}"/>
                </a:ext>
              </a:extLst>
            </p:cNvPr>
            <p:cNvSpPr/>
            <p:nvPr/>
          </p:nvSpPr>
          <p:spPr bwMode="auto">
            <a:xfrm>
              <a:off x="5666511" y="3427590"/>
              <a:ext cx="815172" cy="217442"/>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 name="Text Box 94">
              <a:extLst>
                <a:ext uri="{FF2B5EF4-FFF2-40B4-BE49-F238E27FC236}">
                  <a16:creationId xmlns:a16="http://schemas.microsoft.com/office/drawing/2014/main" id="{08935E66-EDFC-9825-1D08-19F65F0F402E}"/>
                </a:ext>
              </a:extLst>
            </p:cNvPr>
            <p:cNvSpPr txBox="1">
              <a:spLocks noChangeArrowheads="1"/>
            </p:cNvSpPr>
            <p:nvPr/>
          </p:nvSpPr>
          <p:spPr bwMode="auto">
            <a:xfrm>
              <a:off x="5563556" y="3399278"/>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 name="Line 130">
              <a:extLst>
                <a:ext uri="{FF2B5EF4-FFF2-40B4-BE49-F238E27FC236}">
                  <a16:creationId xmlns:a16="http://schemas.microsoft.com/office/drawing/2014/main" id="{18050C78-7225-63F5-5A4F-56BBDC2178B6}"/>
                </a:ext>
              </a:extLst>
            </p:cNvPr>
            <p:cNvSpPr>
              <a:spLocks noChangeShapeType="1"/>
            </p:cNvSpPr>
            <p:nvPr/>
          </p:nvSpPr>
          <p:spPr bwMode="auto">
            <a:xfrm>
              <a:off x="5670329" y="2559262"/>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3" name="Text Box 94">
            <a:extLst>
              <a:ext uri="{FF2B5EF4-FFF2-40B4-BE49-F238E27FC236}">
                <a16:creationId xmlns:a16="http://schemas.microsoft.com/office/drawing/2014/main" id="{7D0085BC-5102-8023-F791-D2E2185BC79A}"/>
              </a:ext>
            </a:extLst>
          </p:cNvPr>
          <p:cNvSpPr txBox="1">
            <a:spLocks noChangeArrowheads="1"/>
          </p:cNvSpPr>
          <p:nvPr/>
        </p:nvSpPr>
        <p:spPr bwMode="auto">
          <a:xfrm>
            <a:off x="4051611" y="3405737"/>
            <a:ext cx="147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帧的站</a:t>
            </a:r>
          </a:p>
        </p:txBody>
      </p:sp>
    </p:spTree>
    <p:extLst>
      <p:ext uri="{BB962C8B-B14F-4D97-AF65-F5344CB8AC3E}">
        <p14:creationId xmlns:p14="http://schemas.microsoft.com/office/powerpoint/2010/main" val="10142792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83"/>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up)">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P spid="4"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0D813C-51BC-2A60-D9DB-CAD0E3D7E9F2}"/>
            </a:ext>
          </a:extLst>
        </p:cNvPr>
        <p:cNvGrpSpPr/>
        <p:nvPr/>
      </p:nvGrpSpPr>
      <p:grpSpPr>
        <a:xfrm>
          <a:off x="0" y="0"/>
          <a:ext cx="0" cy="0"/>
          <a:chOff x="0" y="0"/>
          <a:chExt cx="0" cy="0"/>
        </a:xfrm>
      </p:grpSpPr>
      <p:sp>
        <p:nvSpPr>
          <p:cNvPr id="13" name="圆角矩形 196">
            <a:extLst>
              <a:ext uri="{FF2B5EF4-FFF2-40B4-BE49-F238E27FC236}">
                <a16:creationId xmlns:a16="http://schemas.microsoft.com/office/drawing/2014/main" id="{A1CB6C90-A833-9912-A8AC-6AF06F1416B8}"/>
              </a:ext>
            </a:extLst>
          </p:cNvPr>
          <p:cNvSpPr/>
          <p:nvPr/>
        </p:nvSpPr>
        <p:spPr>
          <a:xfrm>
            <a:off x="517853" y="1003120"/>
            <a:ext cx="8133857" cy="282654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a:extLst>
              <a:ext uri="{FF2B5EF4-FFF2-40B4-BE49-F238E27FC236}">
                <a16:creationId xmlns:a16="http://schemas.microsoft.com/office/drawing/2014/main" id="{A79326DD-68EA-6801-A1D2-C9943A5C008C}"/>
              </a:ext>
            </a:extLst>
          </p:cNvPr>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a:extLst>
              <a:ext uri="{FF2B5EF4-FFF2-40B4-BE49-F238E27FC236}">
                <a16:creationId xmlns:a16="http://schemas.microsoft.com/office/drawing/2014/main" id="{A422D1F7-0B3D-C231-92EE-9F172F43458C}"/>
              </a:ext>
            </a:extLst>
          </p:cNvPr>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a:extLst>
              <a:ext uri="{FF2B5EF4-FFF2-40B4-BE49-F238E27FC236}">
                <a16:creationId xmlns:a16="http://schemas.microsoft.com/office/drawing/2014/main" id="{86D214D7-5004-1E39-541D-42C24668577D}"/>
              </a:ext>
            </a:extLst>
          </p:cNvPr>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a:extLst>
              <a:ext uri="{FF2B5EF4-FFF2-40B4-BE49-F238E27FC236}">
                <a16:creationId xmlns:a16="http://schemas.microsoft.com/office/drawing/2014/main" id="{9CE54259-DE17-A29D-E526-8A08D702385B}"/>
              </a:ext>
            </a:extLst>
          </p:cNvPr>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a:extLst>
              <a:ext uri="{FF2B5EF4-FFF2-40B4-BE49-F238E27FC236}">
                <a16:creationId xmlns:a16="http://schemas.microsoft.com/office/drawing/2014/main" id="{239F3D97-426F-82ED-8589-97FED7BF532C}"/>
              </a:ext>
            </a:extLst>
          </p:cNvPr>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a:extLst>
              <a:ext uri="{FF2B5EF4-FFF2-40B4-BE49-F238E27FC236}">
                <a16:creationId xmlns:a16="http://schemas.microsoft.com/office/drawing/2014/main" id="{111B8C3E-1AFD-EEA3-0DA5-42E75DA33285}"/>
              </a:ext>
            </a:extLst>
          </p:cNvPr>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a:extLst>
              <a:ext uri="{FF2B5EF4-FFF2-40B4-BE49-F238E27FC236}">
                <a16:creationId xmlns:a16="http://schemas.microsoft.com/office/drawing/2014/main" id="{2C37495E-AFA1-DD5B-6841-3E255D7A1A82}"/>
              </a:ext>
            </a:extLst>
          </p:cNvPr>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a:extLst>
              <a:ext uri="{FF2B5EF4-FFF2-40B4-BE49-F238E27FC236}">
                <a16:creationId xmlns:a16="http://schemas.microsoft.com/office/drawing/2014/main" id="{E66CEE66-B639-2846-3910-6A6B4BAAD06B}"/>
              </a:ext>
            </a:extLst>
          </p:cNvPr>
          <p:cNvSpPr txBox="1">
            <a:spLocks noChangeArrowheads="1"/>
          </p:cNvSpPr>
          <p:nvPr/>
        </p:nvSpPr>
        <p:spPr bwMode="auto">
          <a:xfrm>
            <a:off x="1212475"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74" name="Text Box 96">
            <a:extLst>
              <a:ext uri="{FF2B5EF4-FFF2-40B4-BE49-F238E27FC236}">
                <a16:creationId xmlns:a16="http://schemas.microsoft.com/office/drawing/2014/main" id="{9EE4DC1A-BE59-65F7-BF40-A0361F583182}"/>
              </a:ext>
            </a:extLst>
          </p:cNvPr>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a:extLst>
              <a:ext uri="{FF2B5EF4-FFF2-40B4-BE49-F238E27FC236}">
                <a16:creationId xmlns:a16="http://schemas.microsoft.com/office/drawing/2014/main" id="{36D96007-9C39-C300-0908-47F920DDE250}"/>
              </a:ext>
            </a:extLst>
          </p:cNvPr>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a:extLst>
              <a:ext uri="{FF2B5EF4-FFF2-40B4-BE49-F238E27FC236}">
                <a16:creationId xmlns:a16="http://schemas.microsoft.com/office/drawing/2014/main" id="{F730244C-E762-C8C0-BA91-DFA401E57CBF}"/>
              </a:ext>
            </a:extLst>
          </p:cNvPr>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a:extLst>
              <a:ext uri="{FF2B5EF4-FFF2-40B4-BE49-F238E27FC236}">
                <a16:creationId xmlns:a16="http://schemas.microsoft.com/office/drawing/2014/main" id="{BE49DE3F-ED0C-9FA7-3DEB-599AA6DD7D23}"/>
              </a:ext>
            </a:extLst>
          </p:cNvPr>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a:extLst>
              <a:ext uri="{FF2B5EF4-FFF2-40B4-BE49-F238E27FC236}">
                <a16:creationId xmlns:a16="http://schemas.microsoft.com/office/drawing/2014/main" id="{84A1E843-AC42-A1D7-9047-C8235E694FA4}"/>
              </a:ext>
            </a:extLst>
          </p:cNvPr>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a:extLst>
              <a:ext uri="{FF2B5EF4-FFF2-40B4-BE49-F238E27FC236}">
                <a16:creationId xmlns:a16="http://schemas.microsoft.com/office/drawing/2014/main" id="{CAF72D78-583C-8B7B-B20A-EA6299F3C0E2}"/>
              </a:ext>
            </a:extLst>
          </p:cNvPr>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a:extLst>
              <a:ext uri="{FF2B5EF4-FFF2-40B4-BE49-F238E27FC236}">
                <a16:creationId xmlns:a16="http://schemas.microsoft.com/office/drawing/2014/main" id="{1BB184B3-F429-D154-6529-DE6D32969D3C}"/>
              </a:ext>
            </a:extLst>
          </p:cNvPr>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a:extLst>
              <a:ext uri="{FF2B5EF4-FFF2-40B4-BE49-F238E27FC236}">
                <a16:creationId xmlns:a16="http://schemas.microsoft.com/office/drawing/2014/main" id="{7676E7DC-0B87-8B2E-88FB-7641FB843091}"/>
              </a:ext>
            </a:extLst>
          </p:cNvPr>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a:extLst>
              <a:ext uri="{FF2B5EF4-FFF2-40B4-BE49-F238E27FC236}">
                <a16:creationId xmlns:a16="http://schemas.microsoft.com/office/drawing/2014/main" id="{A1D1A121-187E-8D94-B669-773646A3C873}"/>
              </a:ext>
            </a:extLst>
          </p:cNvPr>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a:extLst>
              <a:ext uri="{FF2B5EF4-FFF2-40B4-BE49-F238E27FC236}">
                <a16:creationId xmlns:a16="http://schemas.microsoft.com/office/drawing/2014/main" id="{7656AE61-7B1A-F9B0-10B1-B08F71BB2DB0}"/>
              </a:ext>
            </a:extLst>
          </p:cNvPr>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a:extLst>
              <a:ext uri="{FF2B5EF4-FFF2-40B4-BE49-F238E27FC236}">
                <a16:creationId xmlns:a16="http://schemas.microsoft.com/office/drawing/2014/main" id="{B15FB2C4-7EDE-5E03-F35A-5F547905F67C}"/>
              </a:ext>
            </a:extLst>
          </p:cNvPr>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a:extLst>
              <a:ext uri="{FF2B5EF4-FFF2-40B4-BE49-F238E27FC236}">
                <a16:creationId xmlns:a16="http://schemas.microsoft.com/office/drawing/2014/main" id="{914B7312-46F8-C95B-6C97-A1DD0E7EAC44}"/>
              </a:ext>
            </a:extLst>
          </p:cNvPr>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a:extLst>
              <a:ext uri="{FF2B5EF4-FFF2-40B4-BE49-F238E27FC236}">
                <a16:creationId xmlns:a16="http://schemas.microsoft.com/office/drawing/2014/main" id="{B86FA138-D56C-61A2-7CA6-050248A2D0B6}"/>
              </a:ext>
            </a:extLst>
          </p:cNvPr>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a:extLst>
              <a:ext uri="{FF2B5EF4-FFF2-40B4-BE49-F238E27FC236}">
                <a16:creationId xmlns:a16="http://schemas.microsoft.com/office/drawing/2014/main" id="{6150E505-35B9-64A2-23CE-DA8F8B6B3DDA}"/>
              </a:ext>
            </a:extLst>
          </p:cNvPr>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a:extLst>
              <a:ext uri="{FF2B5EF4-FFF2-40B4-BE49-F238E27FC236}">
                <a16:creationId xmlns:a16="http://schemas.microsoft.com/office/drawing/2014/main" id="{F64E14F7-6B3E-0229-BA83-8AB5983F3DAF}"/>
              </a:ext>
            </a:extLst>
          </p:cNvPr>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a:extLst>
              <a:ext uri="{FF2B5EF4-FFF2-40B4-BE49-F238E27FC236}">
                <a16:creationId xmlns:a16="http://schemas.microsoft.com/office/drawing/2014/main" id="{19C0DA31-4262-A43F-9D2E-CC4C3ABE99B5}"/>
              </a:ext>
            </a:extLst>
          </p:cNvPr>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a:extLst>
              <a:ext uri="{FF2B5EF4-FFF2-40B4-BE49-F238E27FC236}">
                <a16:creationId xmlns:a16="http://schemas.microsoft.com/office/drawing/2014/main" id="{476BBF8C-9845-7553-EA92-5E0EA890EC52}"/>
              </a:ext>
            </a:extLst>
          </p:cNvPr>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a:extLst>
              <a:ext uri="{FF2B5EF4-FFF2-40B4-BE49-F238E27FC236}">
                <a16:creationId xmlns:a16="http://schemas.microsoft.com/office/drawing/2014/main" id="{984067D3-8DD7-6065-C8C1-E6A29CAF35DA}"/>
              </a:ext>
            </a:extLst>
          </p:cNvPr>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a:extLst>
              <a:ext uri="{FF2B5EF4-FFF2-40B4-BE49-F238E27FC236}">
                <a16:creationId xmlns:a16="http://schemas.microsoft.com/office/drawing/2014/main" id="{DBFC0229-94E4-8A4E-54C1-F2C7A3F978E2}"/>
              </a:ext>
            </a:extLst>
          </p:cNvPr>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a:extLst>
              <a:ext uri="{FF2B5EF4-FFF2-40B4-BE49-F238E27FC236}">
                <a16:creationId xmlns:a16="http://schemas.microsoft.com/office/drawing/2014/main" id="{FA714AB5-1A75-38B0-483C-F8C720701C09}"/>
              </a:ext>
            </a:extLst>
          </p:cNvPr>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a:extLst>
              <a:ext uri="{FF2B5EF4-FFF2-40B4-BE49-F238E27FC236}">
                <a16:creationId xmlns:a16="http://schemas.microsoft.com/office/drawing/2014/main" id="{02922512-42AB-CEC7-CF67-05EC1096B45A}"/>
              </a:ext>
            </a:extLst>
          </p:cNvPr>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a:extLst>
              <a:ext uri="{FF2B5EF4-FFF2-40B4-BE49-F238E27FC236}">
                <a16:creationId xmlns:a16="http://schemas.microsoft.com/office/drawing/2014/main" id="{38DEE495-3CCB-0DCA-E8E3-3DFEBAE3BA21}"/>
              </a:ext>
            </a:extLst>
          </p:cNvPr>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a:extLst>
              <a:ext uri="{FF2B5EF4-FFF2-40B4-BE49-F238E27FC236}">
                <a16:creationId xmlns:a16="http://schemas.microsoft.com/office/drawing/2014/main" id="{D415BA01-BA19-4704-1777-CAE6E22C2A76}"/>
              </a:ext>
            </a:extLst>
          </p:cNvPr>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a:extLst>
              <a:ext uri="{FF2B5EF4-FFF2-40B4-BE49-F238E27FC236}">
                <a16:creationId xmlns:a16="http://schemas.microsoft.com/office/drawing/2014/main" id="{D1BA7C08-349D-37F9-DDEA-7E1256257B2B}"/>
              </a:ext>
            </a:extLst>
          </p:cNvPr>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a:extLst>
              <a:ext uri="{FF2B5EF4-FFF2-40B4-BE49-F238E27FC236}">
                <a16:creationId xmlns:a16="http://schemas.microsoft.com/office/drawing/2014/main" id="{9134DCA1-A250-41E8-EABE-0730A0FEF42E}"/>
              </a:ext>
            </a:extLst>
          </p:cNvPr>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a:extLst>
              <a:ext uri="{FF2B5EF4-FFF2-40B4-BE49-F238E27FC236}">
                <a16:creationId xmlns:a16="http://schemas.microsoft.com/office/drawing/2014/main" id="{CCA9ABF5-47BB-DF1C-68A6-58C62632B78F}"/>
              </a:ext>
            </a:extLst>
          </p:cNvPr>
          <p:cNvSpPr txBox="1">
            <a:spLocks noChangeArrowheads="1"/>
          </p:cNvSpPr>
          <p:nvPr/>
        </p:nvSpPr>
        <p:spPr bwMode="auto">
          <a:xfrm>
            <a:off x="1071466" y="2942525"/>
            <a:ext cx="13402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RTS </a:t>
            </a:r>
            <a:r>
              <a:rPr lang="zh-CN" altLang="en-US" sz="1200" b="1">
                <a:latin typeface="微软雅黑" panose="020B0503020204020204" pitchFamily="34" charset="-122"/>
                <a:ea typeface="微软雅黑" panose="020B0503020204020204" pitchFamily="34" charset="-122"/>
              </a:rPr>
              <a:t>帧的站</a:t>
            </a:r>
          </a:p>
        </p:txBody>
      </p:sp>
      <p:sp>
        <p:nvSpPr>
          <p:cNvPr id="123" name="Text Box 94">
            <a:extLst>
              <a:ext uri="{FF2B5EF4-FFF2-40B4-BE49-F238E27FC236}">
                <a16:creationId xmlns:a16="http://schemas.microsoft.com/office/drawing/2014/main" id="{9283A533-A152-0C46-7F6C-AD9440AF3896}"/>
              </a:ext>
            </a:extLst>
          </p:cNvPr>
          <p:cNvSpPr txBox="1">
            <a:spLocks noChangeArrowheads="1"/>
          </p:cNvSpPr>
          <p:nvPr/>
        </p:nvSpPr>
        <p:spPr bwMode="auto">
          <a:xfrm>
            <a:off x="1734220" y="3206562"/>
            <a:ext cx="13404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CTS </a:t>
            </a:r>
            <a:r>
              <a:rPr lang="zh-CN" altLang="en-US" sz="1200" b="1">
                <a:latin typeface="微软雅黑" panose="020B0503020204020204" pitchFamily="34" charset="-122"/>
                <a:ea typeface="微软雅黑" panose="020B0503020204020204" pitchFamily="34" charset="-122"/>
              </a:rPr>
              <a:t>帧的站</a:t>
            </a:r>
          </a:p>
        </p:txBody>
      </p:sp>
      <p:sp>
        <p:nvSpPr>
          <p:cNvPr id="124" name="Line 130">
            <a:extLst>
              <a:ext uri="{FF2B5EF4-FFF2-40B4-BE49-F238E27FC236}">
                <a16:creationId xmlns:a16="http://schemas.microsoft.com/office/drawing/2014/main" id="{529E05A8-70D3-5DB7-D9D5-422BCC18EC7B}"/>
              </a:ext>
            </a:extLst>
          </p:cNvPr>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a:extLst>
              <a:ext uri="{FF2B5EF4-FFF2-40B4-BE49-F238E27FC236}">
                <a16:creationId xmlns:a16="http://schemas.microsoft.com/office/drawing/2014/main" id="{69BE669D-BF9D-C0CE-6E33-8F0CFFECE754}"/>
              </a:ext>
            </a:extLst>
          </p:cNvPr>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a:extLst>
              <a:ext uri="{FF2B5EF4-FFF2-40B4-BE49-F238E27FC236}">
                <a16:creationId xmlns:a16="http://schemas.microsoft.com/office/drawing/2014/main" id="{076C9A39-10EE-D68D-184C-51F591670E63}"/>
              </a:ext>
            </a:extLst>
          </p:cNvPr>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a:extLst>
              <a:ext uri="{FF2B5EF4-FFF2-40B4-BE49-F238E27FC236}">
                <a16:creationId xmlns:a16="http://schemas.microsoft.com/office/drawing/2014/main" id="{7BA56732-C53F-E4C7-1470-A5893C924710}"/>
              </a:ext>
            </a:extLst>
          </p:cNvPr>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a:extLst>
              <a:ext uri="{FF2B5EF4-FFF2-40B4-BE49-F238E27FC236}">
                <a16:creationId xmlns:a16="http://schemas.microsoft.com/office/drawing/2014/main" id="{D4C0718C-7730-FD76-D0AB-F81ACCCC2FAA}"/>
              </a:ext>
            </a:extLst>
          </p:cNvPr>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4">
            <a:extLst>
              <a:ext uri="{FF2B5EF4-FFF2-40B4-BE49-F238E27FC236}">
                <a16:creationId xmlns:a16="http://schemas.microsoft.com/office/drawing/2014/main" id="{BD93A00B-A611-8CBD-F3C5-5DA1E88FE59B}"/>
              </a:ext>
            </a:extLst>
          </p:cNvPr>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35">
            <a:extLst>
              <a:ext uri="{FF2B5EF4-FFF2-40B4-BE49-F238E27FC236}">
                <a16:creationId xmlns:a16="http://schemas.microsoft.com/office/drawing/2014/main" id="{C71D83F9-7D0E-7432-4B4B-8C0B4719275D}"/>
              </a:ext>
            </a:extLst>
          </p:cNvPr>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3" name="直接连接符 136">
            <a:extLst>
              <a:ext uri="{FF2B5EF4-FFF2-40B4-BE49-F238E27FC236}">
                <a16:creationId xmlns:a16="http://schemas.microsoft.com/office/drawing/2014/main" id="{AC4720E7-57D1-39C4-EE49-707286984A42}"/>
              </a:ext>
            </a:extLst>
          </p:cNvPr>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37">
            <a:extLst>
              <a:ext uri="{FF2B5EF4-FFF2-40B4-BE49-F238E27FC236}">
                <a16:creationId xmlns:a16="http://schemas.microsoft.com/office/drawing/2014/main" id="{DB6048FF-29FB-36F1-1891-41D91EB535B4}"/>
              </a:ext>
            </a:extLst>
          </p:cNvPr>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38">
            <a:extLst>
              <a:ext uri="{FF2B5EF4-FFF2-40B4-BE49-F238E27FC236}">
                <a16:creationId xmlns:a16="http://schemas.microsoft.com/office/drawing/2014/main" id="{491B034F-4F5E-C460-ED41-786EABA3D3A2}"/>
              </a:ext>
            </a:extLst>
          </p:cNvPr>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39">
            <a:extLst>
              <a:ext uri="{FF2B5EF4-FFF2-40B4-BE49-F238E27FC236}">
                <a16:creationId xmlns:a16="http://schemas.microsoft.com/office/drawing/2014/main" id="{D9162381-0F8E-5303-125E-10B3F1033D62}"/>
              </a:ext>
            </a:extLst>
          </p:cNvPr>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1">
            <a:extLst>
              <a:ext uri="{FF2B5EF4-FFF2-40B4-BE49-F238E27FC236}">
                <a16:creationId xmlns:a16="http://schemas.microsoft.com/office/drawing/2014/main" id="{02543C83-49DB-7241-9B38-9A92D64A86F3}"/>
              </a:ext>
            </a:extLst>
          </p:cNvPr>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0" name="Text Box 24">
            <a:extLst>
              <a:ext uri="{FF2B5EF4-FFF2-40B4-BE49-F238E27FC236}">
                <a16:creationId xmlns:a16="http://schemas.microsoft.com/office/drawing/2014/main" id="{7F973561-2EB3-2F52-16D1-126B8206E2C7}"/>
              </a:ext>
            </a:extLst>
          </p:cNvPr>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a:extLst>
              <a:ext uri="{FF2B5EF4-FFF2-40B4-BE49-F238E27FC236}">
                <a16:creationId xmlns:a16="http://schemas.microsoft.com/office/drawing/2014/main" id="{8552D3EA-6D2E-21D3-69AD-87200A5F183A}"/>
              </a:ext>
            </a:extLst>
          </p:cNvPr>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a:extLst>
              <a:ext uri="{FF2B5EF4-FFF2-40B4-BE49-F238E27FC236}">
                <a16:creationId xmlns:a16="http://schemas.microsoft.com/office/drawing/2014/main" id="{09319D70-7E06-2160-1D2F-5226A375D9BB}"/>
              </a:ext>
            </a:extLst>
          </p:cNvPr>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a:extLst>
              <a:ext uri="{FF2B5EF4-FFF2-40B4-BE49-F238E27FC236}">
                <a16:creationId xmlns:a16="http://schemas.microsoft.com/office/drawing/2014/main" id="{10D8851C-46AD-BE56-DF64-F3F2FCD04810}"/>
              </a:ext>
            </a:extLst>
          </p:cNvPr>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a:extLst>
              <a:ext uri="{FF2B5EF4-FFF2-40B4-BE49-F238E27FC236}">
                <a16:creationId xmlns:a16="http://schemas.microsoft.com/office/drawing/2014/main" id="{77E9D293-E9A2-4E89-C973-FF89450215D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a:extLst>
              <a:ext uri="{FF2B5EF4-FFF2-40B4-BE49-F238E27FC236}">
                <a16:creationId xmlns:a16="http://schemas.microsoft.com/office/drawing/2014/main" id="{339F4654-6681-A350-A963-D10B7FC45075}"/>
              </a:ext>
            </a:extLst>
          </p:cNvPr>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a:extLst>
              <a:ext uri="{FF2B5EF4-FFF2-40B4-BE49-F238E27FC236}">
                <a16:creationId xmlns:a16="http://schemas.microsoft.com/office/drawing/2014/main" id="{AC4D5EE6-C4E1-0E5B-80DB-F8E9EF396420}"/>
              </a:ext>
            </a:extLst>
          </p:cNvPr>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1" name="Text Box 94">
            <a:extLst>
              <a:ext uri="{FF2B5EF4-FFF2-40B4-BE49-F238E27FC236}">
                <a16:creationId xmlns:a16="http://schemas.microsoft.com/office/drawing/2014/main" id="{6E161749-3122-6CCD-D994-88A0A8D15BF6}"/>
              </a:ext>
            </a:extLst>
          </p:cNvPr>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4" name="直接箭头连接符 97">
            <a:extLst>
              <a:ext uri="{FF2B5EF4-FFF2-40B4-BE49-F238E27FC236}">
                <a16:creationId xmlns:a16="http://schemas.microsoft.com/office/drawing/2014/main" id="{F73D46C3-2D39-D3AC-C24C-013683F66000}"/>
              </a:ext>
            </a:extLst>
          </p:cNvPr>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grpSp>
        <p:nvGrpSpPr>
          <p:cNvPr id="2" name="组合 1">
            <a:extLst>
              <a:ext uri="{FF2B5EF4-FFF2-40B4-BE49-F238E27FC236}">
                <a16:creationId xmlns:a16="http://schemas.microsoft.com/office/drawing/2014/main" id="{EAE90B70-3BB5-141D-E005-FE925263A988}"/>
              </a:ext>
            </a:extLst>
          </p:cNvPr>
          <p:cNvGrpSpPr/>
          <p:nvPr/>
        </p:nvGrpSpPr>
        <p:grpSpPr>
          <a:xfrm>
            <a:off x="2044144" y="1327549"/>
            <a:ext cx="1868219" cy="676224"/>
            <a:chOff x="2044144" y="1327549"/>
            <a:chExt cx="1868219" cy="676224"/>
          </a:xfrm>
        </p:grpSpPr>
        <p:cxnSp>
          <p:nvCxnSpPr>
            <p:cNvPr id="182" name="直接箭头连接符 90">
              <a:extLst>
                <a:ext uri="{FF2B5EF4-FFF2-40B4-BE49-F238E27FC236}">
                  <a16:creationId xmlns:a16="http://schemas.microsoft.com/office/drawing/2014/main" id="{09248070-4912-7608-1C6C-B794D29A510D}"/>
                </a:ext>
              </a:extLst>
            </p:cNvPr>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83" name="直接箭头连接符 92">
              <a:extLst>
                <a:ext uri="{FF2B5EF4-FFF2-40B4-BE49-F238E27FC236}">
                  <a16:creationId xmlns:a16="http://schemas.microsoft.com/office/drawing/2014/main" id="{FDB71F1B-133C-09CB-3045-1DE436D0A27F}"/>
                </a:ext>
              </a:extLst>
            </p:cNvPr>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cxnSp>
          <p:nvCxnSpPr>
            <p:cNvPr id="191" name="直接箭头连接符 90">
              <a:extLst>
                <a:ext uri="{FF2B5EF4-FFF2-40B4-BE49-F238E27FC236}">
                  <a16:creationId xmlns:a16="http://schemas.microsoft.com/office/drawing/2014/main" id="{80061B97-EEF2-10A5-A58C-DD8D65A7CB25}"/>
                </a:ext>
              </a:extLst>
            </p:cNvPr>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2" name="直接箭头连接符 92">
              <a:extLst>
                <a:ext uri="{FF2B5EF4-FFF2-40B4-BE49-F238E27FC236}">
                  <a16:creationId xmlns:a16="http://schemas.microsoft.com/office/drawing/2014/main" id="{767EBA59-564C-8259-4751-557B891EEFF6}"/>
                </a:ext>
              </a:extLst>
            </p:cNvPr>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grpSp>
      <p:sp>
        <p:nvSpPr>
          <p:cNvPr id="193" name="Line 130">
            <a:extLst>
              <a:ext uri="{FF2B5EF4-FFF2-40B4-BE49-F238E27FC236}">
                <a16:creationId xmlns:a16="http://schemas.microsoft.com/office/drawing/2014/main" id="{0834639A-A240-1F90-0699-1ED54BA38B97}"/>
              </a:ext>
            </a:extLst>
          </p:cNvPr>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98" name="组合 197">
            <a:extLst>
              <a:ext uri="{FF2B5EF4-FFF2-40B4-BE49-F238E27FC236}">
                <a16:creationId xmlns:a16="http://schemas.microsoft.com/office/drawing/2014/main" id="{FF54957F-8517-378F-EB18-1499CFD94CFD}"/>
              </a:ext>
            </a:extLst>
          </p:cNvPr>
          <p:cNvGrpSpPr/>
          <p:nvPr/>
        </p:nvGrpSpPr>
        <p:grpSpPr>
          <a:xfrm>
            <a:off x="1581100" y="1709798"/>
            <a:ext cx="614662" cy="423778"/>
            <a:chOff x="4406004" y="4260453"/>
            <a:chExt cx="558674" cy="429804"/>
          </a:xfrm>
        </p:grpSpPr>
        <p:grpSp>
          <p:nvGrpSpPr>
            <p:cNvPr id="199" name="Group 460">
              <a:extLst>
                <a:ext uri="{FF2B5EF4-FFF2-40B4-BE49-F238E27FC236}">
                  <a16:creationId xmlns:a16="http://schemas.microsoft.com/office/drawing/2014/main" id="{50D86F38-9A81-7111-3A29-A9B47044FB2F}"/>
                </a:ext>
              </a:extLst>
            </p:cNvPr>
            <p:cNvGrpSpPr>
              <a:grpSpLocks/>
            </p:cNvGrpSpPr>
            <p:nvPr/>
          </p:nvGrpSpPr>
          <p:grpSpPr bwMode="auto">
            <a:xfrm>
              <a:off x="4543772" y="4322623"/>
              <a:ext cx="420906" cy="367634"/>
              <a:chOff x="657" y="1570"/>
              <a:chExt cx="318" cy="318"/>
            </a:xfrm>
          </p:grpSpPr>
          <p:sp>
            <p:nvSpPr>
              <p:cNvPr id="207" name="Line 461">
                <a:extLst>
                  <a:ext uri="{FF2B5EF4-FFF2-40B4-BE49-F238E27FC236}">
                    <a16:creationId xmlns:a16="http://schemas.microsoft.com/office/drawing/2014/main" id="{9D503C80-323C-92A6-0C66-3002A30BF35B}"/>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a:extLst>
                  <a:ext uri="{FF2B5EF4-FFF2-40B4-BE49-F238E27FC236}">
                    <a16:creationId xmlns:a16="http://schemas.microsoft.com/office/drawing/2014/main" id="{AED44929-03D2-07C8-6520-073BAFF7EA0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a:extLst>
                <a:ext uri="{FF2B5EF4-FFF2-40B4-BE49-F238E27FC236}">
                  <a16:creationId xmlns:a16="http://schemas.microsoft.com/office/drawing/2014/main" id="{E711611C-9050-5020-6F12-D62A03AD7C5D}"/>
                </a:ext>
              </a:extLst>
            </p:cNvPr>
            <p:cNvGrpSpPr>
              <a:grpSpLocks/>
            </p:cNvGrpSpPr>
            <p:nvPr/>
          </p:nvGrpSpPr>
          <p:grpSpPr bwMode="auto">
            <a:xfrm>
              <a:off x="4406004" y="4260453"/>
              <a:ext cx="405022" cy="119404"/>
              <a:chOff x="748" y="2251"/>
              <a:chExt cx="306" cy="90"/>
            </a:xfrm>
            <a:solidFill>
              <a:srgbClr val="0066FF"/>
            </a:solidFill>
          </p:grpSpPr>
          <p:sp>
            <p:nvSpPr>
              <p:cNvPr id="201" name="AutoShape 464">
                <a:extLst>
                  <a:ext uri="{FF2B5EF4-FFF2-40B4-BE49-F238E27FC236}">
                    <a16:creationId xmlns:a16="http://schemas.microsoft.com/office/drawing/2014/main" id="{F1C7BFC9-469B-CFAC-50F5-405013004A52}"/>
                  </a:ext>
                </a:extLst>
              </p:cNvPr>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a:extLst>
                  <a:ext uri="{FF2B5EF4-FFF2-40B4-BE49-F238E27FC236}">
                    <a16:creationId xmlns:a16="http://schemas.microsoft.com/office/drawing/2014/main" id="{4F8E2126-A925-CEC6-5E74-C2E808DF2DF0}"/>
                  </a:ext>
                </a:extLst>
              </p:cNvPr>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a:extLst>
                  <a:ext uri="{FF2B5EF4-FFF2-40B4-BE49-F238E27FC236}">
                    <a16:creationId xmlns:a16="http://schemas.microsoft.com/office/drawing/2014/main" id="{F0898920-C479-4C50-6053-C050DE704B8F}"/>
                  </a:ext>
                </a:extLst>
              </p:cNvPr>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a:extLst>
                  <a:ext uri="{FF2B5EF4-FFF2-40B4-BE49-F238E27FC236}">
                    <a16:creationId xmlns:a16="http://schemas.microsoft.com/office/drawing/2014/main" id="{E242F07E-CA22-569C-2C8F-6A2EF80C0690}"/>
                  </a:ext>
                </a:extLst>
              </p:cNvPr>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a:extLst>
                  <a:ext uri="{FF2B5EF4-FFF2-40B4-BE49-F238E27FC236}">
                    <a16:creationId xmlns:a16="http://schemas.microsoft.com/office/drawing/2014/main" id="{506767A3-EFD2-82F3-27C7-6B0E9017597A}"/>
                  </a:ext>
                </a:extLst>
              </p:cNvPr>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a:extLst>
                  <a:ext uri="{FF2B5EF4-FFF2-40B4-BE49-F238E27FC236}">
                    <a16:creationId xmlns:a16="http://schemas.microsoft.com/office/drawing/2014/main" id="{9BBB3BB4-6282-BB53-6406-DBF8C5C23D7D}"/>
                  </a:ext>
                </a:extLst>
              </p:cNvPr>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a:extLst>
              <a:ext uri="{FF2B5EF4-FFF2-40B4-BE49-F238E27FC236}">
                <a16:creationId xmlns:a16="http://schemas.microsoft.com/office/drawing/2014/main" id="{7115ACD4-CD03-8F95-A178-39821219513A}"/>
              </a:ext>
            </a:extLst>
          </p:cNvPr>
          <p:cNvGrpSpPr/>
          <p:nvPr/>
        </p:nvGrpSpPr>
        <p:grpSpPr>
          <a:xfrm>
            <a:off x="1600326" y="1107878"/>
            <a:ext cx="597186" cy="423778"/>
            <a:chOff x="4406004" y="4260453"/>
            <a:chExt cx="542790" cy="429804"/>
          </a:xfrm>
        </p:grpSpPr>
        <p:grpSp>
          <p:nvGrpSpPr>
            <p:cNvPr id="210" name="Group 460">
              <a:extLst>
                <a:ext uri="{FF2B5EF4-FFF2-40B4-BE49-F238E27FC236}">
                  <a16:creationId xmlns:a16="http://schemas.microsoft.com/office/drawing/2014/main" id="{0D13EFB5-EBF9-2BF2-D92E-449DDE6BFC26}"/>
                </a:ext>
              </a:extLst>
            </p:cNvPr>
            <p:cNvGrpSpPr>
              <a:grpSpLocks/>
            </p:cNvGrpSpPr>
            <p:nvPr/>
          </p:nvGrpSpPr>
          <p:grpSpPr bwMode="auto">
            <a:xfrm>
              <a:off x="4527888" y="4322623"/>
              <a:ext cx="420906" cy="367634"/>
              <a:chOff x="645" y="1570"/>
              <a:chExt cx="318" cy="318"/>
            </a:xfrm>
          </p:grpSpPr>
          <p:sp>
            <p:nvSpPr>
              <p:cNvPr id="218" name="Line 461">
                <a:extLst>
                  <a:ext uri="{FF2B5EF4-FFF2-40B4-BE49-F238E27FC236}">
                    <a16:creationId xmlns:a16="http://schemas.microsoft.com/office/drawing/2014/main" id="{381A7535-C31A-ED80-B293-482CF08C418C}"/>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a:extLst>
                  <a:ext uri="{FF2B5EF4-FFF2-40B4-BE49-F238E27FC236}">
                    <a16:creationId xmlns:a16="http://schemas.microsoft.com/office/drawing/2014/main" id="{D1CCCFA0-EBC2-E489-69BF-E5C6C9652B6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a:extLst>
                <a:ext uri="{FF2B5EF4-FFF2-40B4-BE49-F238E27FC236}">
                  <a16:creationId xmlns:a16="http://schemas.microsoft.com/office/drawing/2014/main" id="{B3FEF413-EF7E-9C3A-0440-94ED4529DB78}"/>
                </a:ext>
              </a:extLst>
            </p:cNvPr>
            <p:cNvGrpSpPr>
              <a:grpSpLocks/>
            </p:cNvGrpSpPr>
            <p:nvPr/>
          </p:nvGrpSpPr>
          <p:grpSpPr bwMode="auto">
            <a:xfrm>
              <a:off x="4406004" y="4260453"/>
              <a:ext cx="405022" cy="119404"/>
              <a:chOff x="748" y="2251"/>
              <a:chExt cx="306" cy="90"/>
            </a:xfrm>
            <a:solidFill>
              <a:srgbClr val="0066FF"/>
            </a:solidFill>
          </p:grpSpPr>
          <p:sp>
            <p:nvSpPr>
              <p:cNvPr id="212" name="AutoShape 464">
                <a:extLst>
                  <a:ext uri="{FF2B5EF4-FFF2-40B4-BE49-F238E27FC236}">
                    <a16:creationId xmlns:a16="http://schemas.microsoft.com/office/drawing/2014/main" id="{00EDA673-7EEF-3344-8DA0-5C3C25C83A31}"/>
                  </a:ext>
                </a:extLst>
              </p:cNvPr>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a:extLst>
                  <a:ext uri="{FF2B5EF4-FFF2-40B4-BE49-F238E27FC236}">
                    <a16:creationId xmlns:a16="http://schemas.microsoft.com/office/drawing/2014/main" id="{035C726D-E363-2251-3FB7-BB1B43C1B57B}"/>
                  </a:ext>
                </a:extLst>
              </p:cNvPr>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a:extLst>
                  <a:ext uri="{FF2B5EF4-FFF2-40B4-BE49-F238E27FC236}">
                    <a16:creationId xmlns:a16="http://schemas.microsoft.com/office/drawing/2014/main" id="{E19EB2F9-0260-D81F-0D39-F79B4012F357}"/>
                  </a:ext>
                </a:extLst>
              </p:cNvPr>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a:extLst>
                  <a:ext uri="{FF2B5EF4-FFF2-40B4-BE49-F238E27FC236}">
                    <a16:creationId xmlns:a16="http://schemas.microsoft.com/office/drawing/2014/main" id="{4774F99E-EA79-8A3D-949D-DD916466F821}"/>
                  </a:ext>
                </a:extLst>
              </p:cNvPr>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a:extLst>
                  <a:ext uri="{FF2B5EF4-FFF2-40B4-BE49-F238E27FC236}">
                    <a16:creationId xmlns:a16="http://schemas.microsoft.com/office/drawing/2014/main" id="{A2D4FA80-4CCD-BF70-938B-2C9D0976BB86}"/>
                  </a:ext>
                </a:extLst>
              </p:cNvPr>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a:extLst>
                  <a:ext uri="{FF2B5EF4-FFF2-40B4-BE49-F238E27FC236}">
                    <a16:creationId xmlns:a16="http://schemas.microsoft.com/office/drawing/2014/main" id="{0630B3BB-9D62-0214-7599-CAF5BCF6CB70}"/>
                  </a:ext>
                </a:extLst>
              </p:cNvPr>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3" name="组合 2">
            <a:extLst>
              <a:ext uri="{FF2B5EF4-FFF2-40B4-BE49-F238E27FC236}">
                <a16:creationId xmlns:a16="http://schemas.microsoft.com/office/drawing/2014/main" id="{E6299E06-2165-B9FA-8ECE-EC73DB4E5095}"/>
              </a:ext>
            </a:extLst>
          </p:cNvPr>
          <p:cNvGrpSpPr/>
          <p:nvPr/>
        </p:nvGrpSpPr>
        <p:grpSpPr>
          <a:xfrm>
            <a:off x="6231554" y="1448039"/>
            <a:ext cx="1545288" cy="423778"/>
            <a:chOff x="6231554" y="1448039"/>
            <a:chExt cx="1545288" cy="423778"/>
          </a:xfrm>
        </p:grpSpPr>
        <p:sp>
          <p:nvSpPr>
            <p:cNvPr id="180" name="Text Box 94">
              <a:extLst>
                <a:ext uri="{FF2B5EF4-FFF2-40B4-BE49-F238E27FC236}">
                  <a16:creationId xmlns:a16="http://schemas.microsoft.com/office/drawing/2014/main" id="{B9812076-4F3D-0444-9313-CBED69A6B29B}"/>
                </a:ext>
              </a:extLst>
            </p:cNvPr>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grpSp>
          <p:nvGrpSpPr>
            <p:cNvPr id="220" name="组合 219">
              <a:extLst>
                <a:ext uri="{FF2B5EF4-FFF2-40B4-BE49-F238E27FC236}">
                  <a16:creationId xmlns:a16="http://schemas.microsoft.com/office/drawing/2014/main" id="{E0280203-8FF2-5764-DD9E-96952FC2D91F}"/>
                </a:ext>
              </a:extLst>
            </p:cNvPr>
            <p:cNvGrpSpPr/>
            <p:nvPr/>
          </p:nvGrpSpPr>
          <p:grpSpPr>
            <a:xfrm>
              <a:off x="6231554" y="1448039"/>
              <a:ext cx="597186" cy="423778"/>
              <a:chOff x="4406004" y="4260453"/>
              <a:chExt cx="542790" cy="429804"/>
            </a:xfrm>
          </p:grpSpPr>
          <p:grpSp>
            <p:nvGrpSpPr>
              <p:cNvPr id="221" name="Group 460">
                <a:extLst>
                  <a:ext uri="{FF2B5EF4-FFF2-40B4-BE49-F238E27FC236}">
                    <a16:creationId xmlns:a16="http://schemas.microsoft.com/office/drawing/2014/main" id="{AFC2FE89-83F2-A523-8C5A-E71C5B873F2D}"/>
                  </a:ext>
                </a:extLst>
              </p:cNvPr>
              <p:cNvGrpSpPr>
                <a:grpSpLocks/>
              </p:cNvGrpSpPr>
              <p:nvPr/>
            </p:nvGrpSpPr>
            <p:grpSpPr bwMode="auto">
              <a:xfrm>
                <a:off x="4527888" y="4322623"/>
                <a:ext cx="420906" cy="367634"/>
                <a:chOff x="645" y="1570"/>
                <a:chExt cx="318" cy="318"/>
              </a:xfrm>
            </p:grpSpPr>
            <p:sp>
              <p:nvSpPr>
                <p:cNvPr id="229" name="Line 461">
                  <a:extLst>
                    <a:ext uri="{FF2B5EF4-FFF2-40B4-BE49-F238E27FC236}">
                      <a16:creationId xmlns:a16="http://schemas.microsoft.com/office/drawing/2014/main" id="{C04CB26B-C8D8-B082-7DFF-F1A4310A5830}"/>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a:extLst>
                    <a:ext uri="{FF2B5EF4-FFF2-40B4-BE49-F238E27FC236}">
                      <a16:creationId xmlns:a16="http://schemas.microsoft.com/office/drawing/2014/main" id="{4724792C-D6D0-F294-3992-99C70B3ECBE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a:extLst>
                  <a:ext uri="{FF2B5EF4-FFF2-40B4-BE49-F238E27FC236}">
                    <a16:creationId xmlns:a16="http://schemas.microsoft.com/office/drawing/2014/main" id="{9E43E0E0-F46E-375F-F196-BDA2BF40C103}"/>
                  </a:ext>
                </a:extLst>
              </p:cNvPr>
              <p:cNvGrpSpPr>
                <a:grpSpLocks/>
              </p:cNvGrpSpPr>
              <p:nvPr/>
            </p:nvGrpSpPr>
            <p:grpSpPr bwMode="auto">
              <a:xfrm>
                <a:off x="4406004" y="4260453"/>
                <a:ext cx="405022" cy="119404"/>
                <a:chOff x="748" y="2251"/>
                <a:chExt cx="306" cy="90"/>
              </a:xfrm>
              <a:solidFill>
                <a:srgbClr val="0066FF"/>
              </a:solidFill>
            </p:grpSpPr>
            <p:sp>
              <p:nvSpPr>
                <p:cNvPr id="223" name="AutoShape 464">
                  <a:extLst>
                    <a:ext uri="{FF2B5EF4-FFF2-40B4-BE49-F238E27FC236}">
                      <a16:creationId xmlns:a16="http://schemas.microsoft.com/office/drawing/2014/main" id="{78208722-1776-317F-D469-CD6CA039C64B}"/>
                    </a:ext>
                  </a:extLst>
                </p:cNvPr>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a:extLst>
                    <a:ext uri="{FF2B5EF4-FFF2-40B4-BE49-F238E27FC236}">
                      <a16:creationId xmlns:a16="http://schemas.microsoft.com/office/drawing/2014/main" id="{4E3DAD2A-91AC-7475-4B1F-AB36429E58FF}"/>
                    </a:ext>
                  </a:extLst>
                </p:cNvPr>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a:extLst>
                    <a:ext uri="{FF2B5EF4-FFF2-40B4-BE49-F238E27FC236}">
                      <a16:creationId xmlns:a16="http://schemas.microsoft.com/office/drawing/2014/main" id="{5C4A6171-0F06-90EE-A650-8AD59415F79C}"/>
                    </a:ext>
                  </a:extLst>
                </p:cNvPr>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a:extLst>
                    <a:ext uri="{FF2B5EF4-FFF2-40B4-BE49-F238E27FC236}">
                      <a16:creationId xmlns:a16="http://schemas.microsoft.com/office/drawing/2014/main" id="{C3988835-0541-7AFF-9078-2E8C557C9D11}"/>
                    </a:ext>
                  </a:extLst>
                </p:cNvPr>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a:extLst>
                    <a:ext uri="{FF2B5EF4-FFF2-40B4-BE49-F238E27FC236}">
                      <a16:creationId xmlns:a16="http://schemas.microsoft.com/office/drawing/2014/main" id="{772B21D2-F8EA-02DF-F9E4-D2828FCD3FA2}"/>
                    </a:ext>
                  </a:extLst>
                </p:cNvPr>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a:extLst>
                    <a:ext uri="{FF2B5EF4-FFF2-40B4-BE49-F238E27FC236}">
                      <a16:creationId xmlns:a16="http://schemas.microsoft.com/office/drawing/2014/main" id="{7B2A7364-F7B9-FD35-9706-C0BF2A4EE770}"/>
                    </a:ext>
                  </a:extLst>
                </p:cNvPr>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sp>
        <p:nvSpPr>
          <p:cNvPr id="121" name="Text Box 94">
            <a:extLst>
              <a:ext uri="{FF2B5EF4-FFF2-40B4-BE49-F238E27FC236}">
                <a16:creationId xmlns:a16="http://schemas.microsoft.com/office/drawing/2014/main" id="{C49C943E-32EB-48CA-A5AA-F308D5D6BB31}"/>
              </a:ext>
            </a:extLst>
          </p:cNvPr>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9" name="矩形 8">
            <a:extLst>
              <a:ext uri="{FF2B5EF4-FFF2-40B4-BE49-F238E27FC236}">
                <a16:creationId xmlns:a16="http://schemas.microsoft.com/office/drawing/2014/main" id="{759314F7-8564-20EB-A78F-97F8E86E89DE}"/>
              </a:ext>
            </a:extLst>
          </p:cNvPr>
          <p:cNvSpPr/>
          <p:nvPr/>
        </p:nvSpPr>
        <p:spPr>
          <a:xfrm>
            <a:off x="1343136" y="3846992"/>
            <a:ext cx="6887032" cy="634917"/>
          </a:xfrm>
          <a:prstGeom prst="rect">
            <a:avLst/>
          </a:prstGeom>
        </p:spPr>
        <p:txBody>
          <a:bodyPr wrap="square">
            <a:spAutoFit/>
          </a:bodyPr>
          <a:lstStyle/>
          <a:p>
            <a:pPr>
              <a:lnSpc>
                <a:spcPts val="2200"/>
              </a:lnSpc>
            </a:pPr>
            <a:r>
              <a:rPr lang="zh-CN" altLang="en-US" sz="1600" b="1" dirty="0">
                <a:latin typeface="微软雅黑" pitchFamily="34" charset="-122"/>
                <a:ea typeface="微软雅黑" pitchFamily="34" charset="-122"/>
              </a:rPr>
              <a:t>接收站点收到</a:t>
            </a:r>
            <a:r>
              <a:rPr lang="en-US" altLang="zh-CN" sz="1600" b="1" dirty="0">
                <a:latin typeface="微软雅黑" pitchFamily="34" charset="-122"/>
                <a:ea typeface="微软雅黑" pitchFamily="34" charset="-122"/>
              </a:rPr>
              <a:t>RTS</a:t>
            </a:r>
            <a:r>
              <a:rPr lang="zh-CN" altLang="en-US" sz="1600" b="1" dirty="0">
                <a:latin typeface="微软雅黑" pitchFamily="34" charset="-122"/>
                <a:ea typeface="微软雅黑" pitchFamily="34" charset="-122"/>
              </a:rPr>
              <a:t>帧，回送一个</a:t>
            </a:r>
            <a:r>
              <a:rPr lang="zh-CN" altLang="en-US" sz="1600" b="1" dirty="0">
                <a:solidFill>
                  <a:srgbClr val="C00000"/>
                </a:solidFill>
                <a:latin typeface="微软雅黑" pitchFamily="34" charset="-122"/>
                <a:ea typeface="微软雅黑" pitchFamily="34" charset="-122"/>
              </a:rPr>
              <a:t>允许发送</a:t>
            </a:r>
            <a:r>
              <a:rPr lang="en-US" altLang="zh-CN" sz="1600" b="1" dirty="0">
                <a:solidFill>
                  <a:srgbClr val="C00000"/>
                </a:solidFill>
                <a:latin typeface="微软雅黑" pitchFamily="34" charset="-122"/>
                <a:ea typeface="微软雅黑" pitchFamily="34" charset="-122"/>
              </a:rPr>
              <a:t>CTS </a:t>
            </a:r>
            <a:r>
              <a:rPr lang="en-US" altLang="zh-CN" sz="1600" b="1" dirty="0">
                <a:latin typeface="微软雅黑" pitchFamily="34" charset="-122"/>
                <a:ea typeface="微软雅黑" pitchFamily="34" charset="-122"/>
              </a:rPr>
              <a:t>(Clear To Send) </a:t>
            </a:r>
            <a:r>
              <a:rPr lang="zh-CN" altLang="en-US" sz="1600" b="1" dirty="0">
                <a:latin typeface="微软雅黑" pitchFamily="34" charset="-122"/>
                <a:ea typeface="微软雅黑" pitchFamily="34" charset="-122"/>
              </a:rPr>
              <a:t>控制帧，首部中写入后续通信占用信道的时间</a:t>
            </a:r>
            <a:r>
              <a:rPr lang="en-US" altLang="zh-CN" sz="1600" b="1" dirty="0">
                <a:latin typeface="微软雅黑" pitchFamily="34" charset="-122"/>
                <a:ea typeface="微软雅黑" pitchFamily="34" charset="-122"/>
              </a:rPr>
              <a:t>SIFS+DATA+SIFS+ACK</a:t>
            </a:r>
            <a:r>
              <a:rPr lang="zh-CN" altLang="en-US" sz="1600" b="1" dirty="0">
                <a:latin typeface="微软雅黑" pitchFamily="34" charset="-122"/>
                <a:ea typeface="微软雅黑" pitchFamily="34" charset="-122"/>
              </a:rPr>
              <a:t>。</a:t>
            </a:r>
          </a:p>
        </p:txBody>
      </p:sp>
      <p:sp>
        <p:nvSpPr>
          <p:cNvPr id="4" name="对话气泡: 矩形 3">
            <a:extLst>
              <a:ext uri="{FF2B5EF4-FFF2-40B4-BE49-F238E27FC236}">
                <a16:creationId xmlns:a16="http://schemas.microsoft.com/office/drawing/2014/main" id="{88BE87E9-4610-FEA0-2A08-7191A5628FF1}"/>
              </a:ext>
            </a:extLst>
          </p:cNvPr>
          <p:cNvSpPr/>
          <p:nvPr/>
        </p:nvSpPr>
        <p:spPr>
          <a:xfrm>
            <a:off x="2044144" y="1667027"/>
            <a:ext cx="1829268" cy="603302"/>
          </a:xfrm>
          <a:prstGeom prst="wedgeRectCallout">
            <a:avLst>
              <a:gd name="adj1" fmla="val 6824"/>
              <a:gd name="adj2" fmla="val 103244"/>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en-US" altLang="zh-CN" sz="1400" b="1" dirty="0">
                <a:latin typeface="微软雅黑" panose="020B0503020204020204" pitchFamily="34" charset="-122"/>
                <a:ea typeface="微软雅黑" panose="020B0503020204020204" pitchFamily="34" charset="-122"/>
              </a:rPr>
              <a:t>AP</a:t>
            </a:r>
            <a:r>
              <a:rPr lang="zh-CN" altLang="en-US" sz="1400" b="1" dirty="0">
                <a:latin typeface="微软雅黑" panose="020B0503020204020204" pitchFamily="34" charset="-122"/>
                <a:ea typeface="微软雅黑" panose="020B0503020204020204" pitchFamily="34" charset="-122"/>
              </a:rPr>
              <a:t>发送的</a:t>
            </a:r>
            <a:r>
              <a:rPr lang="en-US" altLang="zh-CN" sz="1400" b="1" dirty="0">
                <a:latin typeface="微软雅黑" panose="020B0503020204020204" pitchFamily="34" charset="-122"/>
                <a:ea typeface="微软雅黑" panose="020B0503020204020204" pitchFamily="34" charset="-122"/>
              </a:rPr>
              <a:t>CTS</a:t>
            </a:r>
            <a:r>
              <a:rPr lang="zh-CN" altLang="en-US" sz="1400" b="1" dirty="0">
                <a:latin typeface="微软雅黑" panose="020B0503020204020204" pitchFamily="34" charset="-122"/>
                <a:ea typeface="微软雅黑" panose="020B0503020204020204" pitchFamily="34" charset="-122"/>
              </a:rPr>
              <a:t>帧，</a:t>
            </a:r>
            <a:r>
              <a:rPr lang="en-US" altLang="zh-CN" sz="1400" b="1" dirty="0">
                <a:latin typeface="微软雅黑" panose="020B0503020204020204" pitchFamily="34" charset="-122"/>
                <a:ea typeface="微软雅黑" panose="020B0503020204020204" pitchFamily="34" charset="-122"/>
              </a:rPr>
              <a:t>A, B</a:t>
            </a:r>
            <a:r>
              <a:rPr lang="zh-CN" altLang="en-US" sz="1400" b="1" dirty="0">
                <a:latin typeface="微软雅黑" panose="020B0503020204020204" pitchFamily="34" charset="-122"/>
                <a:ea typeface="微软雅黑" panose="020B0503020204020204" pitchFamily="34" charset="-122"/>
              </a:rPr>
              <a:t>以及</a:t>
            </a:r>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都能够收到。</a:t>
            </a:r>
          </a:p>
        </p:txBody>
      </p:sp>
      <p:grpSp>
        <p:nvGrpSpPr>
          <p:cNvPr id="5" name="组合 4">
            <a:extLst>
              <a:ext uri="{FF2B5EF4-FFF2-40B4-BE49-F238E27FC236}">
                <a16:creationId xmlns:a16="http://schemas.microsoft.com/office/drawing/2014/main" id="{5E9D9B2A-5C4E-C78E-69BE-FD6853ABEC80}"/>
              </a:ext>
            </a:extLst>
          </p:cNvPr>
          <p:cNvGrpSpPr/>
          <p:nvPr/>
        </p:nvGrpSpPr>
        <p:grpSpPr>
          <a:xfrm>
            <a:off x="5563556" y="2559262"/>
            <a:ext cx="2929610" cy="1117015"/>
            <a:chOff x="5563556" y="2559262"/>
            <a:chExt cx="2929610" cy="1117015"/>
          </a:xfrm>
        </p:grpSpPr>
        <p:sp>
          <p:nvSpPr>
            <p:cNvPr id="10" name="矩形 9">
              <a:extLst>
                <a:ext uri="{FF2B5EF4-FFF2-40B4-BE49-F238E27FC236}">
                  <a16:creationId xmlns:a16="http://schemas.microsoft.com/office/drawing/2014/main" id="{8B3F6DC2-09DF-3531-933E-696AF805B2C6}"/>
                </a:ext>
              </a:extLst>
            </p:cNvPr>
            <p:cNvSpPr/>
            <p:nvPr/>
          </p:nvSpPr>
          <p:spPr bwMode="auto">
            <a:xfrm>
              <a:off x="5666511" y="3427590"/>
              <a:ext cx="815172" cy="217442"/>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 name="Text Box 94">
              <a:extLst>
                <a:ext uri="{FF2B5EF4-FFF2-40B4-BE49-F238E27FC236}">
                  <a16:creationId xmlns:a16="http://schemas.microsoft.com/office/drawing/2014/main" id="{FC2AD5F9-105C-866D-5235-30C1AAB1EBB9}"/>
                </a:ext>
              </a:extLst>
            </p:cNvPr>
            <p:cNvSpPr txBox="1">
              <a:spLocks noChangeArrowheads="1"/>
            </p:cNvSpPr>
            <p:nvPr/>
          </p:nvSpPr>
          <p:spPr bwMode="auto">
            <a:xfrm>
              <a:off x="5563556" y="3399278"/>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 name="Line 130">
              <a:extLst>
                <a:ext uri="{FF2B5EF4-FFF2-40B4-BE49-F238E27FC236}">
                  <a16:creationId xmlns:a16="http://schemas.microsoft.com/office/drawing/2014/main" id="{B338A904-14AE-561C-E691-92407AF6CD1F}"/>
                </a:ext>
              </a:extLst>
            </p:cNvPr>
            <p:cNvSpPr>
              <a:spLocks noChangeShapeType="1"/>
            </p:cNvSpPr>
            <p:nvPr/>
          </p:nvSpPr>
          <p:spPr bwMode="auto">
            <a:xfrm>
              <a:off x="5670329" y="2559262"/>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4" name="Text Box 94">
            <a:extLst>
              <a:ext uri="{FF2B5EF4-FFF2-40B4-BE49-F238E27FC236}">
                <a16:creationId xmlns:a16="http://schemas.microsoft.com/office/drawing/2014/main" id="{364CE56D-9CF4-E91C-62A0-5D3D1F38DFF2}"/>
              </a:ext>
            </a:extLst>
          </p:cNvPr>
          <p:cNvSpPr txBox="1">
            <a:spLocks noChangeArrowheads="1"/>
          </p:cNvSpPr>
          <p:nvPr/>
        </p:nvSpPr>
        <p:spPr bwMode="auto">
          <a:xfrm>
            <a:off x="4051611" y="3405737"/>
            <a:ext cx="147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帧的站</a:t>
            </a:r>
          </a:p>
        </p:txBody>
      </p:sp>
    </p:spTree>
    <p:extLst>
      <p:ext uri="{BB962C8B-B14F-4D97-AF65-F5344CB8AC3E}">
        <p14:creationId xmlns:p14="http://schemas.microsoft.com/office/powerpoint/2010/main" val="2048262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90"/>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up)">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4"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94D466-B600-1939-7414-DE8CB7D44F3A}"/>
            </a:ext>
          </a:extLst>
        </p:cNvPr>
        <p:cNvGrpSpPr/>
        <p:nvPr/>
      </p:nvGrpSpPr>
      <p:grpSpPr>
        <a:xfrm>
          <a:off x="0" y="0"/>
          <a:ext cx="0" cy="0"/>
          <a:chOff x="0" y="0"/>
          <a:chExt cx="0" cy="0"/>
        </a:xfrm>
      </p:grpSpPr>
      <p:sp>
        <p:nvSpPr>
          <p:cNvPr id="13" name="圆角矩形 196">
            <a:extLst>
              <a:ext uri="{FF2B5EF4-FFF2-40B4-BE49-F238E27FC236}">
                <a16:creationId xmlns:a16="http://schemas.microsoft.com/office/drawing/2014/main" id="{B984D8E5-71D3-B0B5-AD2B-06DE94ABF900}"/>
              </a:ext>
            </a:extLst>
          </p:cNvPr>
          <p:cNvSpPr/>
          <p:nvPr/>
        </p:nvSpPr>
        <p:spPr>
          <a:xfrm>
            <a:off x="517853" y="1003120"/>
            <a:ext cx="8133857" cy="282654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a:extLst>
              <a:ext uri="{FF2B5EF4-FFF2-40B4-BE49-F238E27FC236}">
                <a16:creationId xmlns:a16="http://schemas.microsoft.com/office/drawing/2014/main" id="{A4EB1F88-A6CF-C10B-0EDC-9B14C830F37E}"/>
              </a:ext>
            </a:extLst>
          </p:cNvPr>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a:extLst>
              <a:ext uri="{FF2B5EF4-FFF2-40B4-BE49-F238E27FC236}">
                <a16:creationId xmlns:a16="http://schemas.microsoft.com/office/drawing/2014/main" id="{384B2B65-AB68-B8E3-3786-9BB697288A0A}"/>
              </a:ext>
            </a:extLst>
          </p:cNvPr>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a:extLst>
              <a:ext uri="{FF2B5EF4-FFF2-40B4-BE49-F238E27FC236}">
                <a16:creationId xmlns:a16="http://schemas.microsoft.com/office/drawing/2014/main" id="{A371C417-108B-F351-A077-07BC716E19CD}"/>
              </a:ext>
            </a:extLst>
          </p:cNvPr>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a:extLst>
              <a:ext uri="{FF2B5EF4-FFF2-40B4-BE49-F238E27FC236}">
                <a16:creationId xmlns:a16="http://schemas.microsoft.com/office/drawing/2014/main" id="{E57EF1C3-C608-90B4-EC48-3F768BDD2842}"/>
              </a:ext>
            </a:extLst>
          </p:cNvPr>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a:extLst>
              <a:ext uri="{FF2B5EF4-FFF2-40B4-BE49-F238E27FC236}">
                <a16:creationId xmlns:a16="http://schemas.microsoft.com/office/drawing/2014/main" id="{C5B445A3-10F1-04A6-2264-893FA9CCA5D0}"/>
              </a:ext>
            </a:extLst>
          </p:cNvPr>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a:extLst>
              <a:ext uri="{FF2B5EF4-FFF2-40B4-BE49-F238E27FC236}">
                <a16:creationId xmlns:a16="http://schemas.microsoft.com/office/drawing/2014/main" id="{B4CD4AF9-C180-6796-1508-17DC61E5A860}"/>
              </a:ext>
            </a:extLst>
          </p:cNvPr>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a:extLst>
              <a:ext uri="{FF2B5EF4-FFF2-40B4-BE49-F238E27FC236}">
                <a16:creationId xmlns:a16="http://schemas.microsoft.com/office/drawing/2014/main" id="{AD5DC424-5A3E-34EA-0D1D-7F76DD2BB267}"/>
              </a:ext>
            </a:extLst>
          </p:cNvPr>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a:extLst>
              <a:ext uri="{FF2B5EF4-FFF2-40B4-BE49-F238E27FC236}">
                <a16:creationId xmlns:a16="http://schemas.microsoft.com/office/drawing/2014/main" id="{B8D85DCC-AA6F-7100-2DE2-D7A37F8FD411}"/>
              </a:ext>
            </a:extLst>
          </p:cNvPr>
          <p:cNvSpPr txBox="1">
            <a:spLocks noChangeArrowheads="1"/>
          </p:cNvSpPr>
          <p:nvPr/>
        </p:nvSpPr>
        <p:spPr bwMode="auto">
          <a:xfrm>
            <a:off x="1212475"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74" name="Text Box 96">
            <a:extLst>
              <a:ext uri="{FF2B5EF4-FFF2-40B4-BE49-F238E27FC236}">
                <a16:creationId xmlns:a16="http://schemas.microsoft.com/office/drawing/2014/main" id="{53CA41A0-B22A-8AB5-E1D1-910D16C537F8}"/>
              </a:ext>
            </a:extLst>
          </p:cNvPr>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a:extLst>
              <a:ext uri="{FF2B5EF4-FFF2-40B4-BE49-F238E27FC236}">
                <a16:creationId xmlns:a16="http://schemas.microsoft.com/office/drawing/2014/main" id="{7030DE91-AFDB-8E23-EC3A-8EF3280D227F}"/>
              </a:ext>
            </a:extLst>
          </p:cNvPr>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a:extLst>
              <a:ext uri="{FF2B5EF4-FFF2-40B4-BE49-F238E27FC236}">
                <a16:creationId xmlns:a16="http://schemas.microsoft.com/office/drawing/2014/main" id="{EC9887E8-73A2-DE21-C43D-B3E82DCCE080}"/>
              </a:ext>
            </a:extLst>
          </p:cNvPr>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a:extLst>
              <a:ext uri="{FF2B5EF4-FFF2-40B4-BE49-F238E27FC236}">
                <a16:creationId xmlns:a16="http://schemas.microsoft.com/office/drawing/2014/main" id="{F5813336-6850-C98D-067F-C0D22468D522}"/>
              </a:ext>
            </a:extLst>
          </p:cNvPr>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a:extLst>
              <a:ext uri="{FF2B5EF4-FFF2-40B4-BE49-F238E27FC236}">
                <a16:creationId xmlns:a16="http://schemas.microsoft.com/office/drawing/2014/main" id="{CC6E6E10-B022-E8D9-7B13-9C9749B0B704}"/>
              </a:ext>
            </a:extLst>
          </p:cNvPr>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a:extLst>
              <a:ext uri="{FF2B5EF4-FFF2-40B4-BE49-F238E27FC236}">
                <a16:creationId xmlns:a16="http://schemas.microsoft.com/office/drawing/2014/main" id="{4B715C78-E24A-2756-44CB-6638138919A3}"/>
              </a:ext>
            </a:extLst>
          </p:cNvPr>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a:extLst>
              <a:ext uri="{FF2B5EF4-FFF2-40B4-BE49-F238E27FC236}">
                <a16:creationId xmlns:a16="http://schemas.microsoft.com/office/drawing/2014/main" id="{35DADE8B-7E43-07A3-6D37-56F1D772F4DB}"/>
              </a:ext>
            </a:extLst>
          </p:cNvPr>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a:extLst>
              <a:ext uri="{FF2B5EF4-FFF2-40B4-BE49-F238E27FC236}">
                <a16:creationId xmlns:a16="http://schemas.microsoft.com/office/drawing/2014/main" id="{C05CCDE2-56D1-BAEB-39FC-3894D931BC80}"/>
              </a:ext>
            </a:extLst>
          </p:cNvPr>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a:extLst>
              <a:ext uri="{FF2B5EF4-FFF2-40B4-BE49-F238E27FC236}">
                <a16:creationId xmlns:a16="http://schemas.microsoft.com/office/drawing/2014/main" id="{DF2D1D52-B90C-7234-AB33-A5E38A4893B0}"/>
              </a:ext>
            </a:extLst>
          </p:cNvPr>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a:extLst>
              <a:ext uri="{FF2B5EF4-FFF2-40B4-BE49-F238E27FC236}">
                <a16:creationId xmlns:a16="http://schemas.microsoft.com/office/drawing/2014/main" id="{EA21C870-C669-E09E-350B-02AB1C6C2CB8}"/>
              </a:ext>
            </a:extLst>
          </p:cNvPr>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a:extLst>
              <a:ext uri="{FF2B5EF4-FFF2-40B4-BE49-F238E27FC236}">
                <a16:creationId xmlns:a16="http://schemas.microsoft.com/office/drawing/2014/main" id="{099BC936-1683-C292-C3CC-1A707866D194}"/>
              </a:ext>
            </a:extLst>
          </p:cNvPr>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a:extLst>
              <a:ext uri="{FF2B5EF4-FFF2-40B4-BE49-F238E27FC236}">
                <a16:creationId xmlns:a16="http://schemas.microsoft.com/office/drawing/2014/main" id="{862CFC7C-2A31-279F-9122-5ECA293E209C}"/>
              </a:ext>
            </a:extLst>
          </p:cNvPr>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a:extLst>
              <a:ext uri="{FF2B5EF4-FFF2-40B4-BE49-F238E27FC236}">
                <a16:creationId xmlns:a16="http://schemas.microsoft.com/office/drawing/2014/main" id="{3565679B-7675-46E5-134D-A33B10F3381C}"/>
              </a:ext>
            </a:extLst>
          </p:cNvPr>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a:extLst>
              <a:ext uri="{FF2B5EF4-FFF2-40B4-BE49-F238E27FC236}">
                <a16:creationId xmlns:a16="http://schemas.microsoft.com/office/drawing/2014/main" id="{38C8BD1B-5A9B-0EE9-5C21-92A8B311FA3B}"/>
              </a:ext>
            </a:extLst>
          </p:cNvPr>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a:extLst>
              <a:ext uri="{FF2B5EF4-FFF2-40B4-BE49-F238E27FC236}">
                <a16:creationId xmlns:a16="http://schemas.microsoft.com/office/drawing/2014/main" id="{38BC40DA-B92F-05BC-9920-CB3D56DDDAC3}"/>
              </a:ext>
            </a:extLst>
          </p:cNvPr>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a:extLst>
              <a:ext uri="{FF2B5EF4-FFF2-40B4-BE49-F238E27FC236}">
                <a16:creationId xmlns:a16="http://schemas.microsoft.com/office/drawing/2014/main" id="{47834699-9BDC-7946-0525-C65638BE32AF}"/>
              </a:ext>
            </a:extLst>
          </p:cNvPr>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a:extLst>
              <a:ext uri="{FF2B5EF4-FFF2-40B4-BE49-F238E27FC236}">
                <a16:creationId xmlns:a16="http://schemas.microsoft.com/office/drawing/2014/main" id="{9BAA4BC0-5A96-F887-8133-49514458962E}"/>
              </a:ext>
            </a:extLst>
          </p:cNvPr>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a:extLst>
              <a:ext uri="{FF2B5EF4-FFF2-40B4-BE49-F238E27FC236}">
                <a16:creationId xmlns:a16="http://schemas.microsoft.com/office/drawing/2014/main" id="{8789CF07-C1BB-86C6-8BDF-1865B52456FB}"/>
              </a:ext>
            </a:extLst>
          </p:cNvPr>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a:extLst>
              <a:ext uri="{FF2B5EF4-FFF2-40B4-BE49-F238E27FC236}">
                <a16:creationId xmlns:a16="http://schemas.microsoft.com/office/drawing/2014/main" id="{6E2FE7C6-287C-2380-AB38-9A2E57A4E333}"/>
              </a:ext>
            </a:extLst>
          </p:cNvPr>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a:extLst>
              <a:ext uri="{FF2B5EF4-FFF2-40B4-BE49-F238E27FC236}">
                <a16:creationId xmlns:a16="http://schemas.microsoft.com/office/drawing/2014/main" id="{63E7BCE1-815A-BED3-147E-C3E881014189}"/>
              </a:ext>
            </a:extLst>
          </p:cNvPr>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a:extLst>
              <a:ext uri="{FF2B5EF4-FFF2-40B4-BE49-F238E27FC236}">
                <a16:creationId xmlns:a16="http://schemas.microsoft.com/office/drawing/2014/main" id="{B087B9EF-C0BD-5A43-7A5D-19D16478C3E1}"/>
              </a:ext>
            </a:extLst>
          </p:cNvPr>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a:extLst>
              <a:ext uri="{FF2B5EF4-FFF2-40B4-BE49-F238E27FC236}">
                <a16:creationId xmlns:a16="http://schemas.microsoft.com/office/drawing/2014/main" id="{B167A586-121A-5807-7623-E06483E0245A}"/>
              </a:ext>
            </a:extLst>
          </p:cNvPr>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a:extLst>
              <a:ext uri="{FF2B5EF4-FFF2-40B4-BE49-F238E27FC236}">
                <a16:creationId xmlns:a16="http://schemas.microsoft.com/office/drawing/2014/main" id="{7FAC7129-499F-6D17-3897-FFF1385F8E43}"/>
              </a:ext>
            </a:extLst>
          </p:cNvPr>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a:extLst>
              <a:ext uri="{FF2B5EF4-FFF2-40B4-BE49-F238E27FC236}">
                <a16:creationId xmlns:a16="http://schemas.microsoft.com/office/drawing/2014/main" id="{51FD6B10-1F10-32BA-06D2-382171848DC8}"/>
              </a:ext>
            </a:extLst>
          </p:cNvPr>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a:extLst>
              <a:ext uri="{FF2B5EF4-FFF2-40B4-BE49-F238E27FC236}">
                <a16:creationId xmlns:a16="http://schemas.microsoft.com/office/drawing/2014/main" id="{6E61BF44-30E7-FD99-390E-E07F7A0DF691}"/>
              </a:ext>
            </a:extLst>
          </p:cNvPr>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a:extLst>
              <a:ext uri="{FF2B5EF4-FFF2-40B4-BE49-F238E27FC236}">
                <a16:creationId xmlns:a16="http://schemas.microsoft.com/office/drawing/2014/main" id="{BB06F2B5-7CD5-DB87-BB01-975D9C261D85}"/>
              </a:ext>
            </a:extLst>
          </p:cNvPr>
          <p:cNvSpPr txBox="1">
            <a:spLocks noChangeArrowheads="1"/>
          </p:cNvSpPr>
          <p:nvPr/>
        </p:nvSpPr>
        <p:spPr bwMode="auto">
          <a:xfrm>
            <a:off x="1071466" y="2942525"/>
            <a:ext cx="13402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RTS </a:t>
            </a:r>
            <a:r>
              <a:rPr lang="zh-CN" altLang="en-US" sz="1200" b="1">
                <a:latin typeface="微软雅黑" panose="020B0503020204020204" pitchFamily="34" charset="-122"/>
                <a:ea typeface="微软雅黑" panose="020B0503020204020204" pitchFamily="34" charset="-122"/>
              </a:rPr>
              <a:t>帧的站</a:t>
            </a:r>
          </a:p>
        </p:txBody>
      </p:sp>
      <p:sp>
        <p:nvSpPr>
          <p:cNvPr id="123" name="Text Box 94">
            <a:extLst>
              <a:ext uri="{FF2B5EF4-FFF2-40B4-BE49-F238E27FC236}">
                <a16:creationId xmlns:a16="http://schemas.microsoft.com/office/drawing/2014/main" id="{FDD13E3E-9325-2385-1A47-F2DAE2527C41}"/>
              </a:ext>
            </a:extLst>
          </p:cNvPr>
          <p:cNvSpPr txBox="1">
            <a:spLocks noChangeArrowheads="1"/>
          </p:cNvSpPr>
          <p:nvPr/>
        </p:nvSpPr>
        <p:spPr bwMode="auto">
          <a:xfrm>
            <a:off x="1734220" y="3206562"/>
            <a:ext cx="13404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CTS </a:t>
            </a:r>
            <a:r>
              <a:rPr lang="zh-CN" altLang="en-US" sz="1200" b="1">
                <a:latin typeface="微软雅黑" panose="020B0503020204020204" pitchFamily="34" charset="-122"/>
                <a:ea typeface="微软雅黑" panose="020B0503020204020204" pitchFamily="34" charset="-122"/>
              </a:rPr>
              <a:t>帧的站</a:t>
            </a:r>
          </a:p>
        </p:txBody>
      </p:sp>
      <p:sp>
        <p:nvSpPr>
          <p:cNvPr id="124" name="Line 130">
            <a:extLst>
              <a:ext uri="{FF2B5EF4-FFF2-40B4-BE49-F238E27FC236}">
                <a16:creationId xmlns:a16="http://schemas.microsoft.com/office/drawing/2014/main" id="{0605EC50-9EB8-B69B-0CB2-7C756DC30EB0}"/>
              </a:ext>
            </a:extLst>
          </p:cNvPr>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a:extLst>
              <a:ext uri="{FF2B5EF4-FFF2-40B4-BE49-F238E27FC236}">
                <a16:creationId xmlns:a16="http://schemas.microsoft.com/office/drawing/2014/main" id="{8F614ED3-7E69-1C34-D8C0-7969AF88F584}"/>
              </a:ext>
            </a:extLst>
          </p:cNvPr>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a:extLst>
              <a:ext uri="{FF2B5EF4-FFF2-40B4-BE49-F238E27FC236}">
                <a16:creationId xmlns:a16="http://schemas.microsoft.com/office/drawing/2014/main" id="{14393AD2-5E7F-FBFB-03F0-6B9EF54E6C0B}"/>
              </a:ext>
            </a:extLst>
          </p:cNvPr>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a:extLst>
              <a:ext uri="{FF2B5EF4-FFF2-40B4-BE49-F238E27FC236}">
                <a16:creationId xmlns:a16="http://schemas.microsoft.com/office/drawing/2014/main" id="{49923475-E133-27ED-41BB-67121F5039EA}"/>
              </a:ext>
            </a:extLst>
          </p:cNvPr>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a:extLst>
              <a:ext uri="{FF2B5EF4-FFF2-40B4-BE49-F238E27FC236}">
                <a16:creationId xmlns:a16="http://schemas.microsoft.com/office/drawing/2014/main" id="{7618A36A-D8B9-CEF1-DA00-DB491731751A}"/>
              </a:ext>
            </a:extLst>
          </p:cNvPr>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4">
            <a:extLst>
              <a:ext uri="{FF2B5EF4-FFF2-40B4-BE49-F238E27FC236}">
                <a16:creationId xmlns:a16="http://schemas.microsoft.com/office/drawing/2014/main" id="{7D2947C1-906E-C65F-4AC8-63468E464AFF}"/>
              </a:ext>
            </a:extLst>
          </p:cNvPr>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35">
            <a:extLst>
              <a:ext uri="{FF2B5EF4-FFF2-40B4-BE49-F238E27FC236}">
                <a16:creationId xmlns:a16="http://schemas.microsoft.com/office/drawing/2014/main" id="{8210D865-3C47-BCEF-5F4D-22F8B704895E}"/>
              </a:ext>
            </a:extLst>
          </p:cNvPr>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3" name="直接连接符 136">
            <a:extLst>
              <a:ext uri="{FF2B5EF4-FFF2-40B4-BE49-F238E27FC236}">
                <a16:creationId xmlns:a16="http://schemas.microsoft.com/office/drawing/2014/main" id="{BDCEF14F-2887-0D89-5670-876602C0010C}"/>
              </a:ext>
            </a:extLst>
          </p:cNvPr>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37">
            <a:extLst>
              <a:ext uri="{FF2B5EF4-FFF2-40B4-BE49-F238E27FC236}">
                <a16:creationId xmlns:a16="http://schemas.microsoft.com/office/drawing/2014/main" id="{059CB1E5-DF85-D300-30A2-67F8153B663A}"/>
              </a:ext>
            </a:extLst>
          </p:cNvPr>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38">
            <a:extLst>
              <a:ext uri="{FF2B5EF4-FFF2-40B4-BE49-F238E27FC236}">
                <a16:creationId xmlns:a16="http://schemas.microsoft.com/office/drawing/2014/main" id="{CD73400D-306C-0255-56E1-2AD7D861C486}"/>
              </a:ext>
            </a:extLst>
          </p:cNvPr>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39">
            <a:extLst>
              <a:ext uri="{FF2B5EF4-FFF2-40B4-BE49-F238E27FC236}">
                <a16:creationId xmlns:a16="http://schemas.microsoft.com/office/drawing/2014/main" id="{A22023C6-B8D7-C068-A1D0-853ECB6F86C9}"/>
              </a:ext>
            </a:extLst>
          </p:cNvPr>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1">
            <a:extLst>
              <a:ext uri="{FF2B5EF4-FFF2-40B4-BE49-F238E27FC236}">
                <a16:creationId xmlns:a16="http://schemas.microsoft.com/office/drawing/2014/main" id="{702CD321-5027-71EE-AC7D-94F1E9B087C2}"/>
              </a:ext>
            </a:extLst>
          </p:cNvPr>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0" name="Text Box 24">
            <a:extLst>
              <a:ext uri="{FF2B5EF4-FFF2-40B4-BE49-F238E27FC236}">
                <a16:creationId xmlns:a16="http://schemas.microsoft.com/office/drawing/2014/main" id="{34C982D8-3FEF-D7F0-1EA1-3C0FF39E8C31}"/>
              </a:ext>
            </a:extLst>
          </p:cNvPr>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a:extLst>
              <a:ext uri="{FF2B5EF4-FFF2-40B4-BE49-F238E27FC236}">
                <a16:creationId xmlns:a16="http://schemas.microsoft.com/office/drawing/2014/main" id="{65D8F29F-0E00-D4CE-4715-F148FF49CCDF}"/>
              </a:ext>
            </a:extLst>
          </p:cNvPr>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a:extLst>
              <a:ext uri="{FF2B5EF4-FFF2-40B4-BE49-F238E27FC236}">
                <a16:creationId xmlns:a16="http://schemas.microsoft.com/office/drawing/2014/main" id="{F3F5581C-A129-CBD8-A877-CE98E02AE17C}"/>
              </a:ext>
            </a:extLst>
          </p:cNvPr>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a:extLst>
              <a:ext uri="{FF2B5EF4-FFF2-40B4-BE49-F238E27FC236}">
                <a16:creationId xmlns:a16="http://schemas.microsoft.com/office/drawing/2014/main" id="{F5190FA1-F07F-64C7-94F7-B9DAA6772215}"/>
              </a:ext>
            </a:extLst>
          </p:cNvPr>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a:extLst>
              <a:ext uri="{FF2B5EF4-FFF2-40B4-BE49-F238E27FC236}">
                <a16:creationId xmlns:a16="http://schemas.microsoft.com/office/drawing/2014/main" id="{FE25F8B1-DEE5-342D-EDEA-D9F37E9B63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a:extLst>
              <a:ext uri="{FF2B5EF4-FFF2-40B4-BE49-F238E27FC236}">
                <a16:creationId xmlns:a16="http://schemas.microsoft.com/office/drawing/2014/main" id="{E2ED7904-71C6-4943-992E-CDC854448D95}"/>
              </a:ext>
            </a:extLst>
          </p:cNvPr>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a:extLst>
              <a:ext uri="{FF2B5EF4-FFF2-40B4-BE49-F238E27FC236}">
                <a16:creationId xmlns:a16="http://schemas.microsoft.com/office/drawing/2014/main" id="{22849249-77D1-D144-464A-061E0AAA60E1}"/>
              </a:ext>
            </a:extLst>
          </p:cNvPr>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1" name="Text Box 94">
            <a:extLst>
              <a:ext uri="{FF2B5EF4-FFF2-40B4-BE49-F238E27FC236}">
                <a16:creationId xmlns:a16="http://schemas.microsoft.com/office/drawing/2014/main" id="{80241243-76D1-3602-92E3-0E5B8CE21871}"/>
              </a:ext>
            </a:extLst>
          </p:cNvPr>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4" name="直接箭头连接符 97">
            <a:extLst>
              <a:ext uri="{FF2B5EF4-FFF2-40B4-BE49-F238E27FC236}">
                <a16:creationId xmlns:a16="http://schemas.microsoft.com/office/drawing/2014/main" id="{D9572AC9-A05F-3AB9-DC92-80A06C07AD6E}"/>
              </a:ext>
            </a:extLst>
          </p:cNvPr>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grpSp>
        <p:nvGrpSpPr>
          <p:cNvPr id="2" name="组合 1">
            <a:extLst>
              <a:ext uri="{FF2B5EF4-FFF2-40B4-BE49-F238E27FC236}">
                <a16:creationId xmlns:a16="http://schemas.microsoft.com/office/drawing/2014/main" id="{48EADCC5-8F27-C9DE-96FB-428D5727FE41}"/>
              </a:ext>
            </a:extLst>
          </p:cNvPr>
          <p:cNvGrpSpPr/>
          <p:nvPr/>
        </p:nvGrpSpPr>
        <p:grpSpPr>
          <a:xfrm>
            <a:off x="2044144" y="1327549"/>
            <a:ext cx="1868219" cy="676224"/>
            <a:chOff x="2044144" y="1327549"/>
            <a:chExt cx="1868219" cy="676224"/>
          </a:xfrm>
        </p:grpSpPr>
        <p:cxnSp>
          <p:nvCxnSpPr>
            <p:cNvPr id="182" name="直接箭头连接符 90">
              <a:extLst>
                <a:ext uri="{FF2B5EF4-FFF2-40B4-BE49-F238E27FC236}">
                  <a16:creationId xmlns:a16="http://schemas.microsoft.com/office/drawing/2014/main" id="{F29D7817-5FA2-C7AC-C63B-7C77C24AFF63}"/>
                </a:ext>
              </a:extLst>
            </p:cNvPr>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83" name="直接箭头连接符 92">
              <a:extLst>
                <a:ext uri="{FF2B5EF4-FFF2-40B4-BE49-F238E27FC236}">
                  <a16:creationId xmlns:a16="http://schemas.microsoft.com/office/drawing/2014/main" id="{B3809748-F5E2-F243-3FD0-1CC357062CC1}"/>
                </a:ext>
              </a:extLst>
            </p:cNvPr>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cxnSp>
          <p:nvCxnSpPr>
            <p:cNvPr id="191" name="直接箭头连接符 90">
              <a:extLst>
                <a:ext uri="{FF2B5EF4-FFF2-40B4-BE49-F238E27FC236}">
                  <a16:creationId xmlns:a16="http://schemas.microsoft.com/office/drawing/2014/main" id="{BEF42B77-102D-C6B1-C4C7-639E53A74574}"/>
                </a:ext>
              </a:extLst>
            </p:cNvPr>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2" name="直接箭头连接符 92">
              <a:extLst>
                <a:ext uri="{FF2B5EF4-FFF2-40B4-BE49-F238E27FC236}">
                  <a16:creationId xmlns:a16="http://schemas.microsoft.com/office/drawing/2014/main" id="{B7E4DE76-7A15-799A-E577-CAE232297757}"/>
                </a:ext>
              </a:extLst>
            </p:cNvPr>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grpSp>
      <p:sp>
        <p:nvSpPr>
          <p:cNvPr id="193" name="Line 130">
            <a:extLst>
              <a:ext uri="{FF2B5EF4-FFF2-40B4-BE49-F238E27FC236}">
                <a16:creationId xmlns:a16="http://schemas.microsoft.com/office/drawing/2014/main" id="{7694014A-9C64-5530-FB88-AC3F3D0CD34F}"/>
              </a:ext>
            </a:extLst>
          </p:cNvPr>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98" name="组合 197">
            <a:extLst>
              <a:ext uri="{FF2B5EF4-FFF2-40B4-BE49-F238E27FC236}">
                <a16:creationId xmlns:a16="http://schemas.microsoft.com/office/drawing/2014/main" id="{E7BDEBB0-FA23-3933-6429-8880F1823466}"/>
              </a:ext>
            </a:extLst>
          </p:cNvPr>
          <p:cNvGrpSpPr/>
          <p:nvPr/>
        </p:nvGrpSpPr>
        <p:grpSpPr>
          <a:xfrm>
            <a:off x="1581100" y="1709798"/>
            <a:ext cx="614662" cy="423778"/>
            <a:chOff x="4406004" y="4260453"/>
            <a:chExt cx="558674" cy="429804"/>
          </a:xfrm>
        </p:grpSpPr>
        <p:grpSp>
          <p:nvGrpSpPr>
            <p:cNvPr id="199" name="Group 460">
              <a:extLst>
                <a:ext uri="{FF2B5EF4-FFF2-40B4-BE49-F238E27FC236}">
                  <a16:creationId xmlns:a16="http://schemas.microsoft.com/office/drawing/2014/main" id="{489780F8-FE9A-2EE8-DA58-2E5B72420805}"/>
                </a:ext>
              </a:extLst>
            </p:cNvPr>
            <p:cNvGrpSpPr>
              <a:grpSpLocks/>
            </p:cNvGrpSpPr>
            <p:nvPr/>
          </p:nvGrpSpPr>
          <p:grpSpPr bwMode="auto">
            <a:xfrm>
              <a:off x="4543772" y="4322623"/>
              <a:ext cx="420906" cy="367634"/>
              <a:chOff x="657" y="1570"/>
              <a:chExt cx="318" cy="318"/>
            </a:xfrm>
          </p:grpSpPr>
          <p:sp>
            <p:nvSpPr>
              <p:cNvPr id="207" name="Line 461">
                <a:extLst>
                  <a:ext uri="{FF2B5EF4-FFF2-40B4-BE49-F238E27FC236}">
                    <a16:creationId xmlns:a16="http://schemas.microsoft.com/office/drawing/2014/main" id="{02F29E0A-4B5C-225D-97E8-0FB1014A1673}"/>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a:extLst>
                  <a:ext uri="{FF2B5EF4-FFF2-40B4-BE49-F238E27FC236}">
                    <a16:creationId xmlns:a16="http://schemas.microsoft.com/office/drawing/2014/main" id="{C4FB91B7-3399-B0D8-AFF2-2965EC1C681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a:extLst>
                <a:ext uri="{FF2B5EF4-FFF2-40B4-BE49-F238E27FC236}">
                  <a16:creationId xmlns:a16="http://schemas.microsoft.com/office/drawing/2014/main" id="{C1AA9C57-F435-6767-8BA4-637BC27060E5}"/>
                </a:ext>
              </a:extLst>
            </p:cNvPr>
            <p:cNvGrpSpPr>
              <a:grpSpLocks/>
            </p:cNvGrpSpPr>
            <p:nvPr/>
          </p:nvGrpSpPr>
          <p:grpSpPr bwMode="auto">
            <a:xfrm>
              <a:off x="4406004" y="4260453"/>
              <a:ext cx="405022" cy="119404"/>
              <a:chOff x="748" y="2251"/>
              <a:chExt cx="306" cy="90"/>
            </a:xfrm>
            <a:solidFill>
              <a:srgbClr val="0066FF"/>
            </a:solidFill>
          </p:grpSpPr>
          <p:sp>
            <p:nvSpPr>
              <p:cNvPr id="201" name="AutoShape 464">
                <a:extLst>
                  <a:ext uri="{FF2B5EF4-FFF2-40B4-BE49-F238E27FC236}">
                    <a16:creationId xmlns:a16="http://schemas.microsoft.com/office/drawing/2014/main" id="{5E43027A-1FB7-675B-210F-B992CCFB8157}"/>
                  </a:ext>
                </a:extLst>
              </p:cNvPr>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a:extLst>
                  <a:ext uri="{FF2B5EF4-FFF2-40B4-BE49-F238E27FC236}">
                    <a16:creationId xmlns:a16="http://schemas.microsoft.com/office/drawing/2014/main" id="{A3C30F9D-ACE1-8C41-851A-3C522F8FA970}"/>
                  </a:ext>
                </a:extLst>
              </p:cNvPr>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a:extLst>
                  <a:ext uri="{FF2B5EF4-FFF2-40B4-BE49-F238E27FC236}">
                    <a16:creationId xmlns:a16="http://schemas.microsoft.com/office/drawing/2014/main" id="{AE7C52E1-2B7A-DD46-8A48-6B9DFB1F672F}"/>
                  </a:ext>
                </a:extLst>
              </p:cNvPr>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a:extLst>
                  <a:ext uri="{FF2B5EF4-FFF2-40B4-BE49-F238E27FC236}">
                    <a16:creationId xmlns:a16="http://schemas.microsoft.com/office/drawing/2014/main" id="{E506EACA-9EA6-D251-3D33-7594A451DAE2}"/>
                  </a:ext>
                </a:extLst>
              </p:cNvPr>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a:extLst>
                  <a:ext uri="{FF2B5EF4-FFF2-40B4-BE49-F238E27FC236}">
                    <a16:creationId xmlns:a16="http://schemas.microsoft.com/office/drawing/2014/main" id="{4E1D2ACA-BE7C-2AF7-7DF8-D046DAF9D588}"/>
                  </a:ext>
                </a:extLst>
              </p:cNvPr>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a:extLst>
                  <a:ext uri="{FF2B5EF4-FFF2-40B4-BE49-F238E27FC236}">
                    <a16:creationId xmlns:a16="http://schemas.microsoft.com/office/drawing/2014/main" id="{CDC4EC77-FE74-4B10-6A6A-B5BE13CE48C1}"/>
                  </a:ext>
                </a:extLst>
              </p:cNvPr>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a:extLst>
              <a:ext uri="{FF2B5EF4-FFF2-40B4-BE49-F238E27FC236}">
                <a16:creationId xmlns:a16="http://schemas.microsoft.com/office/drawing/2014/main" id="{189BDD7C-532F-4BF1-74BC-BC4B2DC7CA3D}"/>
              </a:ext>
            </a:extLst>
          </p:cNvPr>
          <p:cNvGrpSpPr/>
          <p:nvPr/>
        </p:nvGrpSpPr>
        <p:grpSpPr>
          <a:xfrm>
            <a:off x="1600326" y="1107878"/>
            <a:ext cx="597186" cy="423778"/>
            <a:chOff x="4406004" y="4260453"/>
            <a:chExt cx="542790" cy="429804"/>
          </a:xfrm>
        </p:grpSpPr>
        <p:grpSp>
          <p:nvGrpSpPr>
            <p:cNvPr id="210" name="Group 460">
              <a:extLst>
                <a:ext uri="{FF2B5EF4-FFF2-40B4-BE49-F238E27FC236}">
                  <a16:creationId xmlns:a16="http://schemas.microsoft.com/office/drawing/2014/main" id="{4405651F-6C37-5CAC-AE38-E8644B8998AF}"/>
                </a:ext>
              </a:extLst>
            </p:cNvPr>
            <p:cNvGrpSpPr>
              <a:grpSpLocks/>
            </p:cNvGrpSpPr>
            <p:nvPr/>
          </p:nvGrpSpPr>
          <p:grpSpPr bwMode="auto">
            <a:xfrm>
              <a:off x="4527888" y="4322623"/>
              <a:ext cx="420906" cy="367634"/>
              <a:chOff x="645" y="1570"/>
              <a:chExt cx="318" cy="318"/>
            </a:xfrm>
          </p:grpSpPr>
          <p:sp>
            <p:nvSpPr>
              <p:cNvPr id="218" name="Line 461">
                <a:extLst>
                  <a:ext uri="{FF2B5EF4-FFF2-40B4-BE49-F238E27FC236}">
                    <a16:creationId xmlns:a16="http://schemas.microsoft.com/office/drawing/2014/main" id="{C0A2D660-C375-C5AB-3729-FD8FEB655DC0}"/>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a:extLst>
                  <a:ext uri="{FF2B5EF4-FFF2-40B4-BE49-F238E27FC236}">
                    <a16:creationId xmlns:a16="http://schemas.microsoft.com/office/drawing/2014/main" id="{5E306477-9ACB-DCF5-14F8-80265E26F6C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a:extLst>
                <a:ext uri="{FF2B5EF4-FFF2-40B4-BE49-F238E27FC236}">
                  <a16:creationId xmlns:a16="http://schemas.microsoft.com/office/drawing/2014/main" id="{844B34F9-F39A-9CE8-C895-728C393FF694}"/>
                </a:ext>
              </a:extLst>
            </p:cNvPr>
            <p:cNvGrpSpPr>
              <a:grpSpLocks/>
            </p:cNvGrpSpPr>
            <p:nvPr/>
          </p:nvGrpSpPr>
          <p:grpSpPr bwMode="auto">
            <a:xfrm>
              <a:off x="4406004" y="4260453"/>
              <a:ext cx="405022" cy="119404"/>
              <a:chOff x="748" y="2251"/>
              <a:chExt cx="306" cy="90"/>
            </a:xfrm>
            <a:solidFill>
              <a:srgbClr val="0066FF"/>
            </a:solidFill>
          </p:grpSpPr>
          <p:sp>
            <p:nvSpPr>
              <p:cNvPr id="212" name="AutoShape 464">
                <a:extLst>
                  <a:ext uri="{FF2B5EF4-FFF2-40B4-BE49-F238E27FC236}">
                    <a16:creationId xmlns:a16="http://schemas.microsoft.com/office/drawing/2014/main" id="{A2432950-AA52-D848-2129-76049610710F}"/>
                  </a:ext>
                </a:extLst>
              </p:cNvPr>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a:extLst>
                  <a:ext uri="{FF2B5EF4-FFF2-40B4-BE49-F238E27FC236}">
                    <a16:creationId xmlns:a16="http://schemas.microsoft.com/office/drawing/2014/main" id="{DF37B328-C45D-63B0-C1D5-428C88867344}"/>
                  </a:ext>
                </a:extLst>
              </p:cNvPr>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a:extLst>
                  <a:ext uri="{FF2B5EF4-FFF2-40B4-BE49-F238E27FC236}">
                    <a16:creationId xmlns:a16="http://schemas.microsoft.com/office/drawing/2014/main" id="{C915BD6E-8DDE-2BD7-5D3A-4667C46D4133}"/>
                  </a:ext>
                </a:extLst>
              </p:cNvPr>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a:extLst>
                  <a:ext uri="{FF2B5EF4-FFF2-40B4-BE49-F238E27FC236}">
                    <a16:creationId xmlns:a16="http://schemas.microsoft.com/office/drawing/2014/main" id="{96B59158-A109-69F7-394E-12D1157DF17D}"/>
                  </a:ext>
                </a:extLst>
              </p:cNvPr>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a:extLst>
                  <a:ext uri="{FF2B5EF4-FFF2-40B4-BE49-F238E27FC236}">
                    <a16:creationId xmlns:a16="http://schemas.microsoft.com/office/drawing/2014/main" id="{64EAB168-EC58-D40B-B2C0-F416EF1F5E7F}"/>
                  </a:ext>
                </a:extLst>
              </p:cNvPr>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a:extLst>
                  <a:ext uri="{FF2B5EF4-FFF2-40B4-BE49-F238E27FC236}">
                    <a16:creationId xmlns:a16="http://schemas.microsoft.com/office/drawing/2014/main" id="{DD4783D9-2687-E83C-4338-1F3A9F5A8D8D}"/>
                  </a:ext>
                </a:extLst>
              </p:cNvPr>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3" name="组合 2">
            <a:extLst>
              <a:ext uri="{FF2B5EF4-FFF2-40B4-BE49-F238E27FC236}">
                <a16:creationId xmlns:a16="http://schemas.microsoft.com/office/drawing/2014/main" id="{BB81EF3B-C6FE-AA50-535C-6173122BF5FC}"/>
              </a:ext>
            </a:extLst>
          </p:cNvPr>
          <p:cNvGrpSpPr/>
          <p:nvPr/>
        </p:nvGrpSpPr>
        <p:grpSpPr>
          <a:xfrm>
            <a:off x="6231554" y="1448039"/>
            <a:ext cx="1545288" cy="423778"/>
            <a:chOff x="6231554" y="1448039"/>
            <a:chExt cx="1545288" cy="423778"/>
          </a:xfrm>
        </p:grpSpPr>
        <p:sp>
          <p:nvSpPr>
            <p:cNvPr id="180" name="Text Box 94">
              <a:extLst>
                <a:ext uri="{FF2B5EF4-FFF2-40B4-BE49-F238E27FC236}">
                  <a16:creationId xmlns:a16="http://schemas.microsoft.com/office/drawing/2014/main" id="{69B65789-41FC-9F57-6F74-8CCD5980FB59}"/>
                </a:ext>
              </a:extLst>
            </p:cNvPr>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grpSp>
          <p:nvGrpSpPr>
            <p:cNvPr id="220" name="组合 219">
              <a:extLst>
                <a:ext uri="{FF2B5EF4-FFF2-40B4-BE49-F238E27FC236}">
                  <a16:creationId xmlns:a16="http://schemas.microsoft.com/office/drawing/2014/main" id="{46161246-6E27-F807-2EC8-00DA4F461A71}"/>
                </a:ext>
              </a:extLst>
            </p:cNvPr>
            <p:cNvGrpSpPr/>
            <p:nvPr/>
          </p:nvGrpSpPr>
          <p:grpSpPr>
            <a:xfrm>
              <a:off x="6231554" y="1448039"/>
              <a:ext cx="597186" cy="423778"/>
              <a:chOff x="4406004" y="4260453"/>
              <a:chExt cx="542790" cy="429804"/>
            </a:xfrm>
          </p:grpSpPr>
          <p:grpSp>
            <p:nvGrpSpPr>
              <p:cNvPr id="221" name="Group 460">
                <a:extLst>
                  <a:ext uri="{FF2B5EF4-FFF2-40B4-BE49-F238E27FC236}">
                    <a16:creationId xmlns:a16="http://schemas.microsoft.com/office/drawing/2014/main" id="{558FF1BC-2899-0FEE-994A-DD8715036D8A}"/>
                  </a:ext>
                </a:extLst>
              </p:cNvPr>
              <p:cNvGrpSpPr>
                <a:grpSpLocks/>
              </p:cNvGrpSpPr>
              <p:nvPr/>
            </p:nvGrpSpPr>
            <p:grpSpPr bwMode="auto">
              <a:xfrm>
                <a:off x="4527888" y="4322623"/>
                <a:ext cx="420906" cy="367634"/>
                <a:chOff x="645" y="1570"/>
                <a:chExt cx="318" cy="318"/>
              </a:xfrm>
            </p:grpSpPr>
            <p:sp>
              <p:nvSpPr>
                <p:cNvPr id="229" name="Line 461">
                  <a:extLst>
                    <a:ext uri="{FF2B5EF4-FFF2-40B4-BE49-F238E27FC236}">
                      <a16:creationId xmlns:a16="http://schemas.microsoft.com/office/drawing/2014/main" id="{6EE4E6F7-3FAB-AD3F-79E1-2EED0AF0DE83}"/>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a:extLst>
                    <a:ext uri="{FF2B5EF4-FFF2-40B4-BE49-F238E27FC236}">
                      <a16:creationId xmlns:a16="http://schemas.microsoft.com/office/drawing/2014/main" id="{109FCF4F-CA59-FB01-6F38-7F8105A6A3D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a:extLst>
                  <a:ext uri="{FF2B5EF4-FFF2-40B4-BE49-F238E27FC236}">
                    <a16:creationId xmlns:a16="http://schemas.microsoft.com/office/drawing/2014/main" id="{C5C8DAEC-01E5-718B-4820-4724E5E1772B}"/>
                  </a:ext>
                </a:extLst>
              </p:cNvPr>
              <p:cNvGrpSpPr>
                <a:grpSpLocks/>
              </p:cNvGrpSpPr>
              <p:nvPr/>
            </p:nvGrpSpPr>
            <p:grpSpPr bwMode="auto">
              <a:xfrm>
                <a:off x="4406004" y="4260453"/>
                <a:ext cx="405022" cy="119404"/>
                <a:chOff x="748" y="2251"/>
                <a:chExt cx="306" cy="90"/>
              </a:xfrm>
              <a:solidFill>
                <a:srgbClr val="0066FF"/>
              </a:solidFill>
            </p:grpSpPr>
            <p:sp>
              <p:nvSpPr>
                <p:cNvPr id="223" name="AutoShape 464">
                  <a:extLst>
                    <a:ext uri="{FF2B5EF4-FFF2-40B4-BE49-F238E27FC236}">
                      <a16:creationId xmlns:a16="http://schemas.microsoft.com/office/drawing/2014/main" id="{930485C4-9BDE-691A-1DD0-8A55CE343480}"/>
                    </a:ext>
                  </a:extLst>
                </p:cNvPr>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a:extLst>
                    <a:ext uri="{FF2B5EF4-FFF2-40B4-BE49-F238E27FC236}">
                      <a16:creationId xmlns:a16="http://schemas.microsoft.com/office/drawing/2014/main" id="{ED38F1B4-97D7-3EFE-3778-EDB90CA53F81}"/>
                    </a:ext>
                  </a:extLst>
                </p:cNvPr>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a:extLst>
                    <a:ext uri="{FF2B5EF4-FFF2-40B4-BE49-F238E27FC236}">
                      <a16:creationId xmlns:a16="http://schemas.microsoft.com/office/drawing/2014/main" id="{380D17FA-8982-27B6-F417-582C3C8F79D6}"/>
                    </a:ext>
                  </a:extLst>
                </p:cNvPr>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a:extLst>
                    <a:ext uri="{FF2B5EF4-FFF2-40B4-BE49-F238E27FC236}">
                      <a16:creationId xmlns:a16="http://schemas.microsoft.com/office/drawing/2014/main" id="{033312A3-F41B-CBCD-DE70-34914386A6D5}"/>
                    </a:ext>
                  </a:extLst>
                </p:cNvPr>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a:extLst>
                    <a:ext uri="{FF2B5EF4-FFF2-40B4-BE49-F238E27FC236}">
                      <a16:creationId xmlns:a16="http://schemas.microsoft.com/office/drawing/2014/main" id="{9EAD00E6-E2A3-FF98-523A-D40BEDA508CE}"/>
                    </a:ext>
                  </a:extLst>
                </p:cNvPr>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a:extLst>
                    <a:ext uri="{FF2B5EF4-FFF2-40B4-BE49-F238E27FC236}">
                      <a16:creationId xmlns:a16="http://schemas.microsoft.com/office/drawing/2014/main" id="{60556E8E-D8CE-8263-0595-46CAEEB9D640}"/>
                    </a:ext>
                  </a:extLst>
                </p:cNvPr>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sp>
        <p:nvSpPr>
          <p:cNvPr id="121" name="Text Box 94">
            <a:extLst>
              <a:ext uri="{FF2B5EF4-FFF2-40B4-BE49-F238E27FC236}">
                <a16:creationId xmlns:a16="http://schemas.microsoft.com/office/drawing/2014/main" id="{B6EF3117-E2FC-5AC8-D009-3A31E1DA2FCD}"/>
              </a:ext>
            </a:extLst>
          </p:cNvPr>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9" name="矩形 8">
            <a:extLst>
              <a:ext uri="{FF2B5EF4-FFF2-40B4-BE49-F238E27FC236}">
                <a16:creationId xmlns:a16="http://schemas.microsoft.com/office/drawing/2014/main" id="{C689DA1B-8385-795E-4439-6C2E0660CA7E}"/>
              </a:ext>
            </a:extLst>
          </p:cNvPr>
          <p:cNvSpPr/>
          <p:nvPr/>
        </p:nvSpPr>
        <p:spPr>
          <a:xfrm>
            <a:off x="1362516" y="3854956"/>
            <a:ext cx="6887032" cy="634917"/>
          </a:xfrm>
          <a:prstGeom prst="rect">
            <a:avLst/>
          </a:prstGeom>
        </p:spPr>
        <p:txBody>
          <a:bodyPr wrap="square">
            <a:spAutoFit/>
          </a:bodyPr>
          <a:lstStyle/>
          <a:p>
            <a:pPr>
              <a:lnSpc>
                <a:spcPts val="2200"/>
              </a:lnSpc>
            </a:pPr>
            <a:r>
              <a:rPr lang="zh-CN" altLang="en-US" sz="1600" b="1" dirty="0">
                <a:latin typeface="微软雅黑" pitchFamily="34" charset="-122"/>
                <a:ea typeface="微软雅黑" pitchFamily="34" charset="-122"/>
              </a:rPr>
              <a:t>在随后</a:t>
            </a:r>
            <a:r>
              <a:rPr lang="en-US" altLang="zh-CN" sz="1600" b="1" dirty="0">
                <a:latin typeface="微软雅黑" pitchFamily="34" charset="-122"/>
                <a:ea typeface="微软雅黑" pitchFamily="34" charset="-122"/>
              </a:rPr>
              <a:t>A</a:t>
            </a:r>
            <a:r>
              <a:rPr lang="zh-CN" altLang="en-US" sz="1600" b="1" dirty="0">
                <a:latin typeface="微软雅黑" pitchFamily="34" charset="-122"/>
                <a:ea typeface="微软雅黑" pitchFamily="34" charset="-122"/>
              </a:rPr>
              <a:t>发送的</a:t>
            </a:r>
            <a:r>
              <a:rPr lang="en-US" altLang="zh-CN" sz="1600" b="1" dirty="0">
                <a:latin typeface="微软雅黑" pitchFamily="34" charset="-122"/>
                <a:ea typeface="微软雅黑" pitchFamily="34" charset="-122"/>
              </a:rPr>
              <a:t>DATA</a:t>
            </a:r>
            <a:r>
              <a:rPr lang="zh-CN" altLang="en-US" sz="1600" b="1" dirty="0">
                <a:latin typeface="微软雅黑" pitchFamily="34" charset="-122"/>
                <a:ea typeface="微软雅黑" pitchFamily="34" charset="-122"/>
              </a:rPr>
              <a:t>帧的首部中，也写入了时间</a:t>
            </a:r>
            <a:r>
              <a:rPr lang="en-US" altLang="zh-CN" sz="1600" b="1" dirty="0">
                <a:latin typeface="微软雅黑" pitchFamily="34" charset="-122"/>
                <a:ea typeface="微软雅黑" pitchFamily="34" charset="-122"/>
              </a:rPr>
              <a:t>SIFS+ACK</a:t>
            </a:r>
            <a:r>
              <a:rPr lang="zh-CN" altLang="en-US" sz="1600" b="1" dirty="0">
                <a:latin typeface="微软雅黑" pitchFamily="34" charset="-122"/>
                <a:ea typeface="微软雅黑" pitchFamily="34" charset="-122"/>
              </a:rPr>
              <a:t>。如果有的站点没有收到</a:t>
            </a:r>
            <a:r>
              <a:rPr lang="en-US" altLang="zh-CN" sz="1600" b="1" dirty="0">
                <a:latin typeface="微软雅黑" pitchFamily="34" charset="-122"/>
                <a:ea typeface="微软雅黑" pitchFamily="34" charset="-122"/>
              </a:rPr>
              <a:t>RTS</a:t>
            </a:r>
            <a:r>
              <a:rPr lang="zh-CN" altLang="en-US" sz="1600" b="1" dirty="0">
                <a:latin typeface="微软雅黑" pitchFamily="34" charset="-122"/>
                <a:ea typeface="微软雅黑" pitchFamily="34" charset="-122"/>
              </a:rPr>
              <a:t>和</a:t>
            </a:r>
            <a:r>
              <a:rPr lang="en-US" altLang="zh-CN" sz="1600" b="1" dirty="0">
                <a:latin typeface="微软雅黑" pitchFamily="34" charset="-122"/>
                <a:ea typeface="微软雅黑" pitchFamily="34" charset="-122"/>
              </a:rPr>
              <a:t>CTS</a:t>
            </a:r>
            <a:r>
              <a:rPr lang="zh-CN" altLang="en-US" sz="1600" b="1" dirty="0">
                <a:latin typeface="微软雅黑" pitchFamily="34" charset="-122"/>
                <a:ea typeface="微软雅黑" pitchFamily="34" charset="-122"/>
              </a:rPr>
              <a:t>帧，那么收到</a:t>
            </a:r>
            <a:r>
              <a:rPr lang="en-US" altLang="zh-CN" sz="1600" b="1" dirty="0">
                <a:latin typeface="微软雅黑" pitchFamily="34" charset="-122"/>
                <a:ea typeface="微软雅黑" pitchFamily="34" charset="-122"/>
              </a:rPr>
              <a:t>DATA</a:t>
            </a:r>
            <a:r>
              <a:rPr lang="zh-CN" altLang="en-US" sz="1600" b="1" dirty="0">
                <a:latin typeface="微软雅黑" pitchFamily="34" charset="-122"/>
                <a:ea typeface="微软雅黑" pitchFamily="34" charset="-122"/>
              </a:rPr>
              <a:t>帧后，也能设置其</a:t>
            </a:r>
            <a:r>
              <a:rPr lang="en-US" altLang="zh-CN" sz="1600" b="1" dirty="0">
                <a:latin typeface="微软雅黑" pitchFamily="34" charset="-122"/>
                <a:ea typeface="微软雅黑" pitchFamily="34" charset="-122"/>
              </a:rPr>
              <a:t>NAV</a:t>
            </a:r>
            <a:r>
              <a:rPr lang="zh-CN" altLang="en-US" sz="1600" b="1" dirty="0">
                <a:latin typeface="微软雅黑" pitchFamily="34" charset="-122"/>
                <a:ea typeface="微软雅黑" pitchFamily="34" charset="-122"/>
              </a:rPr>
              <a:t>。</a:t>
            </a:r>
          </a:p>
        </p:txBody>
      </p:sp>
      <p:grpSp>
        <p:nvGrpSpPr>
          <p:cNvPr id="5" name="组合 4">
            <a:extLst>
              <a:ext uri="{FF2B5EF4-FFF2-40B4-BE49-F238E27FC236}">
                <a16:creationId xmlns:a16="http://schemas.microsoft.com/office/drawing/2014/main" id="{41638B48-1170-32A5-DE39-1FFDB0C9539A}"/>
              </a:ext>
            </a:extLst>
          </p:cNvPr>
          <p:cNvGrpSpPr/>
          <p:nvPr/>
        </p:nvGrpSpPr>
        <p:grpSpPr>
          <a:xfrm>
            <a:off x="5563556" y="2559262"/>
            <a:ext cx="2929610" cy="1117015"/>
            <a:chOff x="5563556" y="2559262"/>
            <a:chExt cx="2929610" cy="1117015"/>
          </a:xfrm>
        </p:grpSpPr>
        <p:sp>
          <p:nvSpPr>
            <p:cNvPr id="10" name="矩形 9">
              <a:extLst>
                <a:ext uri="{FF2B5EF4-FFF2-40B4-BE49-F238E27FC236}">
                  <a16:creationId xmlns:a16="http://schemas.microsoft.com/office/drawing/2014/main" id="{403BC5C5-8365-002A-34AC-D9B74D2E247E}"/>
                </a:ext>
              </a:extLst>
            </p:cNvPr>
            <p:cNvSpPr/>
            <p:nvPr/>
          </p:nvSpPr>
          <p:spPr bwMode="auto">
            <a:xfrm>
              <a:off x="5666511" y="3427590"/>
              <a:ext cx="815172" cy="217442"/>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 name="Text Box 94">
              <a:extLst>
                <a:ext uri="{FF2B5EF4-FFF2-40B4-BE49-F238E27FC236}">
                  <a16:creationId xmlns:a16="http://schemas.microsoft.com/office/drawing/2014/main" id="{040A0C31-7289-D359-FFC5-1982A4A1AA09}"/>
                </a:ext>
              </a:extLst>
            </p:cNvPr>
            <p:cNvSpPr txBox="1">
              <a:spLocks noChangeArrowheads="1"/>
            </p:cNvSpPr>
            <p:nvPr/>
          </p:nvSpPr>
          <p:spPr bwMode="auto">
            <a:xfrm>
              <a:off x="5563556" y="3399278"/>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 name="Line 130">
              <a:extLst>
                <a:ext uri="{FF2B5EF4-FFF2-40B4-BE49-F238E27FC236}">
                  <a16:creationId xmlns:a16="http://schemas.microsoft.com/office/drawing/2014/main" id="{0E07A02E-E6B7-2BD2-E2CA-4E64DEFFDECF}"/>
                </a:ext>
              </a:extLst>
            </p:cNvPr>
            <p:cNvSpPr>
              <a:spLocks noChangeShapeType="1"/>
            </p:cNvSpPr>
            <p:nvPr/>
          </p:nvSpPr>
          <p:spPr bwMode="auto">
            <a:xfrm>
              <a:off x="5670329" y="2559262"/>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5" name="Text Box 94">
            <a:extLst>
              <a:ext uri="{FF2B5EF4-FFF2-40B4-BE49-F238E27FC236}">
                <a16:creationId xmlns:a16="http://schemas.microsoft.com/office/drawing/2014/main" id="{07F8C0F1-C288-0504-0B44-0349A6A407A1}"/>
              </a:ext>
            </a:extLst>
          </p:cNvPr>
          <p:cNvSpPr txBox="1">
            <a:spLocks noChangeArrowheads="1"/>
          </p:cNvSpPr>
          <p:nvPr/>
        </p:nvSpPr>
        <p:spPr bwMode="auto">
          <a:xfrm>
            <a:off x="4051611" y="3405737"/>
            <a:ext cx="147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帧的站</a:t>
            </a:r>
          </a:p>
        </p:txBody>
      </p:sp>
    </p:spTree>
    <p:extLst>
      <p:ext uri="{BB962C8B-B14F-4D97-AF65-F5344CB8AC3E}">
        <p14:creationId xmlns:p14="http://schemas.microsoft.com/office/powerpoint/2010/main" val="7167826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9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圆角矩形 196"/>
          <p:cNvSpPr/>
          <p:nvPr/>
        </p:nvSpPr>
        <p:spPr>
          <a:xfrm>
            <a:off x="517853" y="1003120"/>
            <a:ext cx="8133857" cy="282654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168930"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a:t>
            </a:r>
            <a:endParaRPr lang="zh-CN" altLang="en-US" sz="1200" b="1" dirty="0">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796669" y="2942525"/>
            <a:ext cx="16111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帧的站 </a:t>
            </a:r>
            <a:r>
              <a:rPr lang="en-US" altLang="zh-CN" sz="1200" b="1" dirty="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123" name="Text Box 94"/>
          <p:cNvSpPr txBox="1">
            <a:spLocks noChangeArrowheads="1"/>
          </p:cNvSpPr>
          <p:nvPr/>
        </p:nvSpPr>
        <p:spPr bwMode="auto">
          <a:xfrm>
            <a:off x="992777" y="3206562"/>
            <a:ext cx="20818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帧的站</a:t>
            </a:r>
            <a:r>
              <a:rPr lang="en-US" altLang="zh-CN" sz="1200" b="1" dirty="0">
                <a:latin typeface="微软雅黑" panose="020B0503020204020204" pitchFamily="34" charset="-122"/>
                <a:ea typeface="微软雅黑" panose="020B0503020204020204" pitchFamily="34" charset="-122"/>
              </a:rPr>
              <a:t>(A</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B</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2" name="矩形 1"/>
          <p:cNvSpPr/>
          <p:nvPr/>
        </p:nvSpPr>
        <p:spPr>
          <a:xfrm>
            <a:off x="1341151" y="3891299"/>
            <a:ext cx="6819346" cy="605294"/>
          </a:xfrm>
          <a:prstGeom prst="rect">
            <a:avLst/>
          </a:prstGeom>
        </p:spPr>
        <p:txBody>
          <a:bodyPr wrap="square">
            <a:spAutoFit/>
          </a:bodyPr>
          <a:lstStyle/>
          <a:p>
            <a:pPr>
              <a:lnSpc>
                <a:spcPts val="2000"/>
              </a:lnSpc>
            </a:pPr>
            <a:r>
              <a:rPr lang="zh-CN" altLang="en-US" sz="1600" b="1" dirty="0">
                <a:latin typeface="微软雅黑" pitchFamily="34" charset="-122"/>
                <a:ea typeface="微软雅黑" pitchFamily="34" charset="-122"/>
              </a:rPr>
              <a:t>以上措施使得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站和接入点 </a:t>
            </a:r>
            <a:r>
              <a:rPr lang="en-US" altLang="zh-CN" sz="1600" b="1" dirty="0">
                <a:latin typeface="微软雅黑" pitchFamily="34" charset="-122"/>
                <a:ea typeface="微软雅黑" pitchFamily="34" charset="-122"/>
              </a:rPr>
              <a:t>AP</a:t>
            </a:r>
            <a:r>
              <a:rPr lang="zh-CN" altLang="en-US" sz="1600" b="1" dirty="0">
                <a:latin typeface="微软雅黑" pitchFamily="34" charset="-122"/>
                <a:ea typeface="微软雅黑" pitchFamily="34" charset="-122"/>
              </a:rPr>
              <a:t>（以及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站和 </a:t>
            </a:r>
            <a:r>
              <a:rPr lang="en-US" altLang="zh-CN" sz="1600" b="1" dirty="0">
                <a:latin typeface="微软雅黑" pitchFamily="34" charset="-122"/>
                <a:ea typeface="微软雅黑" pitchFamily="34" charset="-122"/>
              </a:rPr>
              <a:t>B </a:t>
            </a:r>
            <a:r>
              <a:rPr lang="zh-CN" altLang="en-US" sz="1600" b="1" dirty="0">
                <a:latin typeface="微软雅黑" pitchFamily="34" charset="-122"/>
                <a:ea typeface="微软雅黑" pitchFamily="34" charset="-122"/>
              </a:rPr>
              <a:t>站）的通信过程中，发生碰撞的概率大大降低，特别是减少了隐蔽站的干扰问题。</a:t>
            </a:r>
          </a:p>
        </p:txBody>
      </p:sp>
      <p:grpSp>
        <p:nvGrpSpPr>
          <p:cNvPr id="3" name="组合 2">
            <a:extLst>
              <a:ext uri="{FF2B5EF4-FFF2-40B4-BE49-F238E27FC236}">
                <a16:creationId xmlns:a16="http://schemas.microsoft.com/office/drawing/2014/main" id="{51AD12FE-23B4-8DA7-5894-CE58752A03F3}"/>
              </a:ext>
            </a:extLst>
          </p:cNvPr>
          <p:cNvGrpSpPr/>
          <p:nvPr/>
        </p:nvGrpSpPr>
        <p:grpSpPr>
          <a:xfrm>
            <a:off x="5563556" y="2559262"/>
            <a:ext cx="2929610" cy="1117015"/>
            <a:chOff x="5563556" y="2559262"/>
            <a:chExt cx="2929610" cy="1117015"/>
          </a:xfrm>
        </p:grpSpPr>
        <p:sp>
          <p:nvSpPr>
            <p:cNvPr id="4" name="矩形 3">
              <a:extLst>
                <a:ext uri="{FF2B5EF4-FFF2-40B4-BE49-F238E27FC236}">
                  <a16:creationId xmlns:a16="http://schemas.microsoft.com/office/drawing/2014/main" id="{37A4B761-DB73-A4B6-6D14-E8521A40D1F6}"/>
                </a:ext>
              </a:extLst>
            </p:cNvPr>
            <p:cNvSpPr/>
            <p:nvPr/>
          </p:nvSpPr>
          <p:spPr bwMode="auto">
            <a:xfrm>
              <a:off x="5666511" y="3427590"/>
              <a:ext cx="815172" cy="217442"/>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5" name="Text Box 94">
              <a:extLst>
                <a:ext uri="{FF2B5EF4-FFF2-40B4-BE49-F238E27FC236}">
                  <a16:creationId xmlns:a16="http://schemas.microsoft.com/office/drawing/2014/main" id="{84EF4998-0A68-18F6-08EF-15B2D895919D}"/>
                </a:ext>
              </a:extLst>
            </p:cNvPr>
            <p:cNvSpPr txBox="1">
              <a:spLocks noChangeArrowheads="1"/>
            </p:cNvSpPr>
            <p:nvPr/>
          </p:nvSpPr>
          <p:spPr bwMode="auto">
            <a:xfrm>
              <a:off x="5563556" y="3399278"/>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9" name="Line 130">
              <a:extLst>
                <a:ext uri="{FF2B5EF4-FFF2-40B4-BE49-F238E27FC236}">
                  <a16:creationId xmlns:a16="http://schemas.microsoft.com/office/drawing/2014/main" id="{53F39857-6215-A194-5CB2-A74F6884C37A}"/>
                </a:ext>
              </a:extLst>
            </p:cNvPr>
            <p:cNvSpPr>
              <a:spLocks noChangeShapeType="1"/>
            </p:cNvSpPr>
            <p:nvPr/>
          </p:nvSpPr>
          <p:spPr bwMode="auto">
            <a:xfrm>
              <a:off x="5670329" y="2559262"/>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0" name="Text Box 94">
            <a:extLst>
              <a:ext uri="{FF2B5EF4-FFF2-40B4-BE49-F238E27FC236}">
                <a16:creationId xmlns:a16="http://schemas.microsoft.com/office/drawing/2014/main" id="{857B0EB2-595B-A320-3CFE-3A0AB534B8C2}"/>
              </a:ext>
            </a:extLst>
          </p:cNvPr>
          <p:cNvSpPr txBox="1">
            <a:spLocks noChangeArrowheads="1"/>
          </p:cNvSpPr>
          <p:nvPr/>
        </p:nvSpPr>
        <p:spPr bwMode="auto">
          <a:xfrm>
            <a:off x="4051611" y="3405737"/>
            <a:ext cx="147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帧的站</a:t>
            </a:r>
          </a:p>
        </p:txBody>
      </p:sp>
    </p:spTree>
    <p:extLst>
      <p:ext uri="{BB962C8B-B14F-4D97-AF65-F5344CB8AC3E}">
        <p14:creationId xmlns:p14="http://schemas.microsoft.com/office/powerpoint/2010/main" val="3636013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93"/>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2"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36196" y="928130"/>
            <a:ext cx="8185110" cy="35196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帧和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帧会使整个网络的通信效率有所下降，多浪费信道的时间 </a:t>
            </a:r>
            <a:r>
              <a:rPr lang="en-US" altLang="zh-CN" sz="2000" b="1" dirty="0">
                <a:solidFill>
                  <a:srgbClr val="C00000"/>
                </a:solidFill>
                <a:latin typeface="微软雅黑" pitchFamily="34" charset="-122"/>
                <a:ea typeface="微软雅黑" pitchFamily="34" charset="-122"/>
              </a:rPr>
              <a:t>[RTS + SIFS + CTS + SIFS]</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但与数据帧相比，开销不算大。这两种控制帧都很短，其长度分别为 </a:t>
            </a:r>
            <a:r>
              <a:rPr lang="en-US" altLang="zh-CN" sz="2000" b="1" dirty="0">
                <a:latin typeface="微软雅黑" pitchFamily="34" charset="-122"/>
                <a:ea typeface="微软雅黑" pitchFamily="34" charset="-122"/>
              </a:rPr>
              <a:t>20 </a:t>
            </a:r>
            <a:r>
              <a:rPr lang="zh-CN" altLang="en-US" sz="2000" b="1" dirty="0">
                <a:latin typeface="微软雅黑" pitchFamily="34" charset="-122"/>
                <a:ea typeface="微软雅黑" pitchFamily="34" charset="-122"/>
              </a:rPr>
              <a:t>字节和 </a:t>
            </a:r>
            <a:r>
              <a:rPr lang="en-US" altLang="zh-CN" sz="2000" b="1" dirty="0">
                <a:latin typeface="微软雅黑" pitchFamily="34" charset="-122"/>
                <a:ea typeface="微软雅黑" pitchFamily="34" charset="-122"/>
              </a:rPr>
              <a:t>14 </a:t>
            </a:r>
            <a:r>
              <a:rPr lang="zh-CN" altLang="en-US" sz="2000" b="1" dirty="0">
                <a:latin typeface="微软雅黑" pitchFamily="34" charset="-122"/>
                <a:ea typeface="微软雅黑" pitchFamily="34" charset="-122"/>
              </a:rPr>
              <a:t>字节。而数据帧最长可达 </a:t>
            </a:r>
            <a:r>
              <a:rPr lang="en-US" altLang="zh-CN" sz="2000" b="1" dirty="0">
                <a:latin typeface="微软雅黑" pitchFamily="34" charset="-122"/>
                <a:ea typeface="微软雅黑" pitchFamily="34" charset="-122"/>
              </a:rPr>
              <a:t>2346 </a:t>
            </a:r>
            <a:r>
              <a:rPr lang="zh-CN" altLang="en-US" sz="2000" b="1" dirty="0">
                <a:latin typeface="微软雅黑" pitchFamily="34" charset="-122"/>
                <a:ea typeface="微软雅黑" pitchFamily="34" charset="-122"/>
              </a:rPr>
              <a:t>字节。</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若不使用这种控制帧，一旦发生碰撞而导致数据帧重发，浪费的时间就更多。</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当然，</a:t>
            </a:r>
            <a:r>
              <a:rPr lang="en-US" altLang="zh-CN" sz="2000" b="1" dirty="0">
                <a:latin typeface="微软雅黑" pitchFamily="34" charset="-122"/>
                <a:ea typeface="微软雅黑" pitchFamily="34" charset="-122"/>
              </a:rPr>
              <a:t>RTS</a:t>
            </a:r>
            <a:r>
              <a:rPr lang="zh-CN" altLang="en-US" sz="2000" b="1" dirty="0">
                <a:latin typeface="微软雅黑" pitchFamily="34" charset="-122"/>
                <a:ea typeface="微软雅黑" pitchFamily="34" charset="-122"/>
              </a:rPr>
              <a:t>帧和</a:t>
            </a:r>
            <a:r>
              <a:rPr lang="en-US" altLang="zh-CN" sz="2000" b="1" dirty="0">
                <a:latin typeface="微软雅黑" pitchFamily="34" charset="-122"/>
                <a:ea typeface="微软雅黑" pitchFamily="34" charset="-122"/>
              </a:rPr>
              <a:t>CTS</a:t>
            </a:r>
            <a:r>
              <a:rPr lang="zh-CN" altLang="en-US" sz="2000" b="1" dirty="0">
                <a:latin typeface="微软雅黑" pitchFamily="34" charset="-122"/>
                <a:ea typeface="微软雅黑" pitchFamily="34" charset="-122"/>
              </a:rPr>
              <a:t>帧也可能会发生碰撞，发送</a:t>
            </a:r>
            <a:r>
              <a:rPr lang="en-US" altLang="zh-CN" sz="2000" b="1" dirty="0">
                <a:latin typeface="微软雅黑" pitchFamily="34" charset="-122"/>
                <a:ea typeface="微软雅黑" pitchFamily="34" charset="-122"/>
              </a:rPr>
              <a:t>RTS</a:t>
            </a:r>
            <a:r>
              <a:rPr lang="zh-CN" altLang="en-US" sz="2000" b="1" dirty="0">
                <a:latin typeface="微软雅黑" pitchFamily="34" charset="-122"/>
                <a:ea typeface="微软雅黑" pitchFamily="34" charset="-122"/>
              </a:rPr>
              <a:t>帧的站点若收不到</a:t>
            </a:r>
            <a:r>
              <a:rPr lang="en-US" altLang="zh-CN" sz="2000" b="1" dirty="0">
                <a:latin typeface="微软雅黑" pitchFamily="34" charset="-122"/>
                <a:ea typeface="微软雅黑" pitchFamily="34" charset="-122"/>
              </a:rPr>
              <a:t>CTS</a:t>
            </a:r>
            <a:r>
              <a:rPr lang="zh-CN" altLang="en-US" sz="2000" b="1" dirty="0">
                <a:latin typeface="微软雅黑" pitchFamily="34" charset="-122"/>
                <a:ea typeface="微软雅黑" pitchFamily="34" charset="-122"/>
              </a:rPr>
              <a:t>帧，就不能发送数据帧，而必须重传</a:t>
            </a:r>
            <a:r>
              <a:rPr lang="en-US" altLang="zh-CN" sz="2000" b="1" dirty="0">
                <a:latin typeface="微软雅黑" pitchFamily="34" charset="-122"/>
                <a:ea typeface="微软雅黑" pitchFamily="34" charset="-122"/>
              </a:rPr>
              <a:t>RTS</a:t>
            </a:r>
            <a:r>
              <a:rPr lang="zh-CN" altLang="en-US" sz="2000" b="1" dirty="0">
                <a:latin typeface="微软雅黑" pitchFamily="34" charset="-122"/>
                <a:ea typeface="微软雅黑" pitchFamily="34" charset="-122"/>
              </a:rPr>
              <a:t>帧，但由于这两个控制帧很短，信道资源的浪费很少。</a:t>
            </a:r>
            <a:endParaRPr lang="en-US" altLang="zh-CN" sz="2000" b="1" dirty="0">
              <a:latin typeface="微软雅黑" pitchFamily="34" charset="-122"/>
              <a:ea typeface="微软雅黑"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4"/>
          <p:cNvSpPr>
            <a:spLocks noChangeArrowheads="1"/>
          </p:cNvSpPr>
          <p:nvPr/>
        </p:nvSpPr>
        <p:spPr bwMode="auto">
          <a:xfrm>
            <a:off x="635844" y="567754"/>
            <a:ext cx="39361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zh-CN" altLang="en-US" sz="2000" b="1" dirty="0">
                <a:latin typeface="微软雅黑" pitchFamily="34" charset="-122"/>
                <a:ea typeface="微软雅黑" pitchFamily="34" charset="-122"/>
              </a:rPr>
              <a:t>信道预约的代价</a:t>
            </a:r>
          </a:p>
        </p:txBody>
      </p:sp>
    </p:spTree>
    <p:extLst>
      <p:ext uri="{BB962C8B-B14F-4D97-AF65-F5344CB8AC3E}">
        <p14:creationId xmlns:p14="http://schemas.microsoft.com/office/powerpoint/2010/main" val="107789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1000"/>
                                        <p:tgtEl>
                                          <p:spTgt spid="5">
                                            <p:txEl>
                                              <p:pRg st="0" end="0"/>
                                            </p:txEl>
                                          </p:spTgt>
                                        </p:tgtEl>
                                      </p:cBhvr>
                                    </p:animEffect>
                                    <p:anim calcmode="lin" valueType="num">
                                      <p:cBhvr>
                                        <p:cTn id="8"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5">
                                            <p:txEl>
                                              <p:pRg st="1" end="1"/>
                                            </p:txEl>
                                          </p:spTgt>
                                        </p:tgtEl>
                                        <p:attrNameLst>
                                          <p:attrName>style.visibility</p:attrName>
                                        </p:attrNameLst>
                                      </p:cBhvr>
                                      <p:to>
                                        <p:strVal val="visible"/>
                                      </p:to>
                                    </p:set>
                                    <p:animEffect transition="in" filter="fade">
                                      <p:cBhvr>
                                        <p:cTn id="14" dur="1000"/>
                                        <p:tgtEl>
                                          <p:spTgt spid="5">
                                            <p:txEl>
                                              <p:pRg st="1" end="1"/>
                                            </p:txEl>
                                          </p:spTgt>
                                        </p:tgtEl>
                                      </p:cBhvr>
                                    </p:animEffect>
                                    <p:anim calcmode="lin" valueType="num">
                                      <p:cBhvr>
                                        <p:cTn id="15"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
                                            <p:txEl>
                                              <p:pRg st="2" end="2"/>
                                            </p:txEl>
                                          </p:spTgt>
                                        </p:tgtEl>
                                        <p:attrNameLst>
                                          <p:attrName>style.visibility</p:attrName>
                                        </p:attrNameLst>
                                      </p:cBhvr>
                                      <p:to>
                                        <p:strVal val="visible"/>
                                      </p:to>
                                    </p:set>
                                    <p:animEffect transition="in" filter="fade">
                                      <p:cBhvr>
                                        <p:cTn id="21" dur="1000"/>
                                        <p:tgtEl>
                                          <p:spTgt spid="5">
                                            <p:txEl>
                                              <p:pRg st="2" end="2"/>
                                            </p:txEl>
                                          </p:spTgt>
                                        </p:tgtEl>
                                      </p:cBhvr>
                                    </p:animEffect>
                                    <p:anim calcmode="lin" valueType="num">
                                      <p:cBhvr>
                                        <p:cTn id="22" dur="1000" fill="hold"/>
                                        <p:tgtEl>
                                          <p:spTgt spid="5">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5">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5">
                                            <p:txEl>
                                              <p:pRg st="3" end="3"/>
                                            </p:txEl>
                                          </p:spTgt>
                                        </p:tgtEl>
                                        <p:attrNameLst>
                                          <p:attrName>style.visibility</p:attrName>
                                        </p:attrNameLst>
                                      </p:cBhvr>
                                      <p:to>
                                        <p:strVal val="visible"/>
                                      </p:to>
                                    </p:set>
                                    <p:animEffect transition="in" filter="fade">
                                      <p:cBhvr>
                                        <p:cTn id="28" dur="1000"/>
                                        <p:tgtEl>
                                          <p:spTgt spid="5">
                                            <p:txEl>
                                              <p:pRg st="3" end="3"/>
                                            </p:txEl>
                                          </p:spTgt>
                                        </p:tgtEl>
                                      </p:cBhvr>
                                    </p:animEffect>
                                    <p:anim calcmode="lin" valueType="num">
                                      <p:cBhvr>
                                        <p:cTn id="29" dur="1000" fill="hold"/>
                                        <p:tgtEl>
                                          <p:spTgt spid="5">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5">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17853" y="928130"/>
            <a:ext cx="8133857" cy="15960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信道预约</a:t>
            </a:r>
            <a:r>
              <a:rPr lang="zh-CN" altLang="en-US" sz="2000" b="1" dirty="0">
                <a:solidFill>
                  <a:srgbClr val="C00000"/>
                </a:solidFill>
                <a:latin typeface="微软雅黑" pitchFamily="34" charset="-122"/>
                <a:ea typeface="微软雅黑" pitchFamily="34" charset="-122"/>
              </a:rPr>
              <a:t>不是强制性</a:t>
            </a:r>
            <a:r>
              <a:rPr lang="zh-CN" altLang="en-US" sz="2000" b="1" dirty="0">
                <a:latin typeface="微软雅黑" pitchFamily="34" charset="-122"/>
                <a:ea typeface="微软雅黑" pitchFamily="34" charset="-122"/>
              </a:rPr>
              <a:t>规定。各站可以自己决定使用或不使用信道预约。</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只有当数据帧的长度</a:t>
            </a:r>
            <a:r>
              <a:rPr lang="zh-CN" altLang="en-US" sz="2000" b="1" dirty="0">
                <a:solidFill>
                  <a:srgbClr val="C00000"/>
                </a:solidFill>
                <a:latin typeface="微软雅黑" pitchFamily="34" charset="-122"/>
                <a:ea typeface="微软雅黑" pitchFamily="34" charset="-122"/>
              </a:rPr>
              <a:t>超过</a:t>
            </a:r>
            <a:r>
              <a:rPr lang="zh-CN" altLang="en-US" sz="2000" b="1" dirty="0">
                <a:latin typeface="微软雅黑" pitchFamily="34" charset="-122"/>
                <a:ea typeface="微软雅黑" pitchFamily="34" charset="-122"/>
              </a:rPr>
              <a:t>某一数值时，使用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帧和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帧才比较合适。</a:t>
            </a:r>
            <a:endParaRPr lang="en-US" altLang="zh-CN" sz="2000" b="1" dirty="0">
              <a:latin typeface="微软雅黑" pitchFamily="34" charset="-122"/>
              <a:ea typeface="微软雅黑"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4"/>
          <p:cNvSpPr>
            <a:spLocks noChangeArrowheads="1"/>
          </p:cNvSpPr>
          <p:nvPr/>
        </p:nvSpPr>
        <p:spPr bwMode="auto">
          <a:xfrm>
            <a:off x="635844" y="567754"/>
            <a:ext cx="25555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信道预约不是强制的</a:t>
            </a:r>
          </a:p>
        </p:txBody>
      </p:sp>
    </p:spTree>
    <p:extLst>
      <p:ext uri="{BB962C8B-B14F-4D97-AF65-F5344CB8AC3E}">
        <p14:creationId xmlns:p14="http://schemas.microsoft.com/office/powerpoint/2010/main" val="735460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1000"/>
                                        <p:tgtEl>
                                          <p:spTgt spid="5">
                                            <p:txEl>
                                              <p:pRg st="0" end="0"/>
                                            </p:txEl>
                                          </p:spTgt>
                                        </p:tgtEl>
                                      </p:cBhvr>
                                    </p:animEffect>
                                    <p:anim calcmode="lin" valueType="num">
                                      <p:cBhvr>
                                        <p:cTn id="8"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5">
                                            <p:txEl>
                                              <p:pRg st="1" end="1"/>
                                            </p:txEl>
                                          </p:spTgt>
                                        </p:tgtEl>
                                        <p:attrNameLst>
                                          <p:attrName>style.visibility</p:attrName>
                                        </p:attrNameLst>
                                      </p:cBhvr>
                                      <p:to>
                                        <p:strVal val="visible"/>
                                      </p:to>
                                    </p:set>
                                    <p:animEffect transition="in" filter="fade">
                                      <p:cBhvr>
                                        <p:cTn id="14" dur="1000"/>
                                        <p:tgtEl>
                                          <p:spTgt spid="5">
                                            <p:txEl>
                                              <p:pRg st="1" end="1"/>
                                            </p:txEl>
                                          </p:spTgt>
                                        </p:tgtEl>
                                      </p:cBhvr>
                                    </p:animEffect>
                                    <p:anim calcmode="lin" valueType="num">
                                      <p:cBhvr>
                                        <p:cTn id="15"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8817"/>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223101" y="593353"/>
            <a:ext cx="47066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8.1.4  802.11 </a:t>
            </a:r>
            <a:r>
              <a:rPr lang="zh-CN" altLang="en-US" sz="2400" b="1" dirty="0">
                <a:solidFill>
                  <a:schemeClr val="bg1"/>
                </a:solidFill>
                <a:latin typeface="微软雅黑" pitchFamily="34" charset="-122"/>
                <a:ea typeface="微软雅黑" pitchFamily="34" charset="-122"/>
              </a:rPr>
              <a:t>局域网的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帧</a:t>
            </a:r>
          </a:p>
        </p:txBody>
      </p:sp>
      <p:sp>
        <p:nvSpPr>
          <p:cNvPr id="4" name="Rectangle 46"/>
          <p:cNvSpPr>
            <a:spLocks noChangeArrowheads="1"/>
          </p:cNvSpPr>
          <p:nvPr/>
        </p:nvSpPr>
        <p:spPr bwMode="auto">
          <a:xfrm>
            <a:off x="511896" y="1041822"/>
            <a:ext cx="8277262" cy="4385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802.11 </a:t>
            </a:r>
            <a:r>
              <a:rPr lang="zh-CN" altLang="en-US" b="1" dirty="0">
                <a:latin typeface="微软雅黑" pitchFamily="34" charset="-122"/>
                <a:ea typeface="微软雅黑" pitchFamily="34" charset="-122"/>
              </a:rPr>
              <a:t>帧共有三种类型：</a:t>
            </a:r>
            <a:r>
              <a:rPr lang="zh-CN" altLang="en-US" b="1" dirty="0">
                <a:solidFill>
                  <a:srgbClr val="0000FF"/>
                </a:solidFill>
                <a:latin typeface="微软雅黑" pitchFamily="34" charset="-122"/>
                <a:ea typeface="微软雅黑" pitchFamily="34" charset="-122"/>
              </a:rPr>
              <a:t>控制帧</a:t>
            </a:r>
            <a:r>
              <a:rPr lang="zh-CN" altLang="en-US" b="1" dirty="0">
                <a:latin typeface="微软雅黑" pitchFamily="34" charset="-122"/>
                <a:ea typeface="微软雅黑" pitchFamily="34" charset="-122"/>
              </a:rPr>
              <a:t>、</a:t>
            </a:r>
            <a:r>
              <a:rPr lang="zh-CN" altLang="en-US" b="1" dirty="0">
                <a:solidFill>
                  <a:srgbClr val="0000FF"/>
                </a:solidFill>
                <a:latin typeface="微软雅黑" pitchFamily="34" charset="-122"/>
                <a:ea typeface="微软雅黑" pitchFamily="34" charset="-122"/>
              </a:rPr>
              <a:t>数据帧</a:t>
            </a:r>
            <a:r>
              <a:rPr lang="zh-CN" altLang="en-US" b="1" dirty="0">
                <a:latin typeface="微软雅黑" pitchFamily="34" charset="-122"/>
                <a:ea typeface="微软雅黑" pitchFamily="34" charset="-122"/>
              </a:rPr>
              <a:t>和</a:t>
            </a:r>
            <a:r>
              <a:rPr lang="zh-CN" altLang="en-US" b="1" dirty="0">
                <a:solidFill>
                  <a:srgbClr val="0000FF"/>
                </a:solidFill>
                <a:latin typeface="微软雅黑" pitchFamily="34" charset="-122"/>
                <a:ea typeface="微软雅黑" pitchFamily="34" charset="-122"/>
              </a:rPr>
              <a:t>管理帧</a:t>
            </a:r>
            <a:r>
              <a:rPr lang="zh-CN" altLang="en-US" b="1" dirty="0">
                <a:latin typeface="微软雅黑" pitchFamily="34" charset="-122"/>
                <a:ea typeface="微软雅黑" pitchFamily="34" charset="-122"/>
              </a:rPr>
              <a:t>。</a:t>
            </a:r>
          </a:p>
        </p:txBody>
      </p:sp>
      <p:sp>
        <p:nvSpPr>
          <p:cNvPr id="5" name="圆角矩形 4"/>
          <p:cNvSpPr/>
          <p:nvPr/>
        </p:nvSpPr>
        <p:spPr>
          <a:xfrm>
            <a:off x="511896" y="1451918"/>
            <a:ext cx="8129015" cy="27266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4073072" y="1503075"/>
            <a:ext cx="1338828" cy="369332"/>
          </a:xfrm>
          <a:prstGeom prst="rect">
            <a:avLst/>
          </a:prstGeom>
        </p:spPr>
        <p:txBody>
          <a:bodyPr wrap="none">
            <a:spAutoFit/>
          </a:bodyPr>
          <a:lstStyle/>
          <a:p>
            <a:r>
              <a:rPr lang="zh-CN" altLang="en-US" b="1" dirty="0">
                <a:solidFill>
                  <a:srgbClr val="C00000"/>
                </a:solidFill>
                <a:latin typeface="微软雅黑" pitchFamily="34" charset="-122"/>
                <a:ea typeface="微软雅黑" pitchFamily="34" charset="-122"/>
              </a:rPr>
              <a:t>数据帧格式</a:t>
            </a:r>
          </a:p>
        </p:txBody>
      </p:sp>
      <p:sp>
        <p:nvSpPr>
          <p:cNvPr id="9" name="Text Box 5"/>
          <p:cNvSpPr txBox="1">
            <a:spLocks noChangeArrowheads="1"/>
          </p:cNvSpPr>
          <p:nvPr/>
        </p:nvSpPr>
        <p:spPr bwMode="auto">
          <a:xfrm>
            <a:off x="737862" y="2369391"/>
            <a:ext cx="741741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r>
              <a:rPr lang="zh-CN" altLang="en-US" sz="1200" b="1" dirty="0">
                <a:latin typeface="微软雅黑" panose="020B0503020204020204" pitchFamily="34" charset="-122"/>
                <a:ea typeface="微软雅黑" panose="020B0503020204020204" pitchFamily="34" charset="-122"/>
              </a:rPr>
              <a:t>字节        </a:t>
            </a:r>
            <a:r>
              <a:rPr lang="en-US" altLang="zh-CN" sz="1200" b="1" dirty="0">
                <a:latin typeface="微软雅黑" panose="020B0503020204020204" pitchFamily="34" charset="-122"/>
                <a:ea typeface="微软雅黑" panose="020B0503020204020204" pitchFamily="34" charset="-122"/>
              </a:rPr>
              <a:t>2              2              6              6              6               2             6             0 ~ 2312             4</a:t>
            </a:r>
          </a:p>
        </p:txBody>
      </p:sp>
      <p:sp>
        <p:nvSpPr>
          <p:cNvPr id="10" name="Rectangle 6"/>
          <p:cNvSpPr>
            <a:spLocks noChangeArrowheads="1"/>
          </p:cNvSpPr>
          <p:nvPr/>
        </p:nvSpPr>
        <p:spPr bwMode="auto">
          <a:xfrm>
            <a:off x="1149222" y="2648444"/>
            <a:ext cx="745417" cy="275231"/>
          </a:xfrm>
          <a:prstGeom prst="rect">
            <a:avLst/>
          </a:prstGeom>
          <a:solidFill>
            <a:srgbClr val="0070C0"/>
          </a:solidFill>
          <a:ln w="9525">
            <a:solidFill>
              <a:schemeClr val="tx2"/>
            </a:solidFill>
            <a:miter lim="800000"/>
            <a:headEnd/>
            <a:tailEnd/>
          </a:ln>
          <a:effec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 name="Rectangle 8"/>
          <p:cNvSpPr>
            <a:spLocks noChangeArrowheads="1"/>
          </p:cNvSpPr>
          <p:nvPr/>
        </p:nvSpPr>
        <p:spPr bwMode="auto">
          <a:xfrm>
            <a:off x="1898780" y="2640799"/>
            <a:ext cx="752318"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dirty="0">
                <a:latin typeface="微软雅黑" panose="020B0503020204020204" pitchFamily="34" charset="-122"/>
                <a:ea typeface="微软雅黑" panose="020B0503020204020204" pitchFamily="34" charset="-122"/>
              </a:rPr>
              <a:t>持续期</a:t>
            </a:r>
          </a:p>
        </p:txBody>
      </p:sp>
      <p:sp>
        <p:nvSpPr>
          <p:cNvPr id="13" name="Rectangle 9"/>
          <p:cNvSpPr>
            <a:spLocks noChangeArrowheads="1"/>
          </p:cNvSpPr>
          <p:nvPr/>
        </p:nvSpPr>
        <p:spPr bwMode="auto">
          <a:xfrm>
            <a:off x="2651098" y="2640799"/>
            <a:ext cx="752319"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1</a:t>
            </a:r>
          </a:p>
        </p:txBody>
      </p:sp>
      <p:sp>
        <p:nvSpPr>
          <p:cNvPr id="14" name="Rectangle 10"/>
          <p:cNvSpPr>
            <a:spLocks noChangeArrowheads="1"/>
          </p:cNvSpPr>
          <p:nvPr/>
        </p:nvSpPr>
        <p:spPr bwMode="auto">
          <a:xfrm>
            <a:off x="3403418" y="2640799"/>
            <a:ext cx="752318"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2</a:t>
            </a:r>
          </a:p>
        </p:txBody>
      </p:sp>
      <p:sp>
        <p:nvSpPr>
          <p:cNvPr id="15" name="Rectangle 11"/>
          <p:cNvSpPr>
            <a:spLocks noChangeArrowheads="1"/>
          </p:cNvSpPr>
          <p:nvPr/>
        </p:nvSpPr>
        <p:spPr bwMode="auto">
          <a:xfrm>
            <a:off x="4155735" y="2640799"/>
            <a:ext cx="752319"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3</a:t>
            </a:r>
          </a:p>
        </p:txBody>
      </p:sp>
      <p:sp>
        <p:nvSpPr>
          <p:cNvPr id="16" name="Rectangle 12"/>
          <p:cNvSpPr>
            <a:spLocks noChangeArrowheads="1"/>
          </p:cNvSpPr>
          <p:nvPr/>
        </p:nvSpPr>
        <p:spPr bwMode="auto">
          <a:xfrm>
            <a:off x="4908055" y="2640799"/>
            <a:ext cx="752318"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序号控制</a:t>
            </a:r>
          </a:p>
        </p:txBody>
      </p:sp>
      <p:sp>
        <p:nvSpPr>
          <p:cNvPr id="17" name="Rectangle 13"/>
          <p:cNvSpPr>
            <a:spLocks noChangeArrowheads="1"/>
          </p:cNvSpPr>
          <p:nvPr/>
        </p:nvSpPr>
        <p:spPr bwMode="auto">
          <a:xfrm>
            <a:off x="5660372" y="2640799"/>
            <a:ext cx="752319"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4</a:t>
            </a:r>
          </a:p>
        </p:txBody>
      </p:sp>
      <p:sp>
        <p:nvSpPr>
          <p:cNvPr id="18" name="Rectangle 14"/>
          <p:cNvSpPr>
            <a:spLocks noChangeArrowheads="1"/>
          </p:cNvSpPr>
          <p:nvPr/>
        </p:nvSpPr>
        <p:spPr bwMode="auto">
          <a:xfrm>
            <a:off x="6412692" y="2640799"/>
            <a:ext cx="1184384" cy="289247"/>
          </a:xfrm>
          <a:prstGeom prst="rect">
            <a:avLst/>
          </a:prstGeom>
          <a:solidFill>
            <a:srgbClr val="66FFFF"/>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帧主体</a:t>
            </a:r>
          </a:p>
        </p:txBody>
      </p:sp>
      <p:sp>
        <p:nvSpPr>
          <p:cNvPr id="19" name="Rectangle 15"/>
          <p:cNvSpPr>
            <a:spLocks noChangeArrowheads="1"/>
          </p:cNvSpPr>
          <p:nvPr/>
        </p:nvSpPr>
        <p:spPr bwMode="auto">
          <a:xfrm>
            <a:off x="7595695" y="2640799"/>
            <a:ext cx="752319" cy="289247"/>
          </a:xfrm>
          <a:prstGeom prst="rect">
            <a:avLst/>
          </a:prstGeom>
          <a:solidFill>
            <a:schemeClr val="accent6">
              <a:lumMod val="40000"/>
              <a:lumOff val="60000"/>
            </a:schemeClr>
          </a:solidFill>
          <a:ln w="9525">
            <a:solidFill>
              <a:schemeClr val="tx2"/>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FCS</a:t>
            </a:r>
          </a:p>
        </p:txBody>
      </p:sp>
      <p:grpSp>
        <p:nvGrpSpPr>
          <p:cNvPr id="7" name="组合 6">
            <a:extLst>
              <a:ext uri="{FF2B5EF4-FFF2-40B4-BE49-F238E27FC236}">
                <a16:creationId xmlns:a16="http://schemas.microsoft.com/office/drawing/2014/main" id="{E4C9A4E4-3723-706B-DFC7-9E1E521E91B6}"/>
              </a:ext>
            </a:extLst>
          </p:cNvPr>
          <p:cNvGrpSpPr/>
          <p:nvPr/>
        </p:nvGrpSpPr>
        <p:grpSpPr>
          <a:xfrm>
            <a:off x="638473" y="2931202"/>
            <a:ext cx="7292660" cy="923925"/>
            <a:chOff x="638473" y="2931202"/>
            <a:chExt cx="7292660" cy="923925"/>
          </a:xfrm>
        </p:grpSpPr>
        <p:sp>
          <p:nvSpPr>
            <p:cNvPr id="8" name="Freeform 4"/>
            <p:cNvSpPr>
              <a:spLocks/>
            </p:cNvSpPr>
            <p:nvPr/>
          </p:nvSpPr>
          <p:spPr bwMode="auto">
            <a:xfrm>
              <a:off x="897989" y="2931202"/>
              <a:ext cx="7012438" cy="462541"/>
            </a:xfrm>
            <a:custGeom>
              <a:avLst/>
              <a:gdLst>
                <a:gd name="T0" fmla="*/ 0 w 5080"/>
                <a:gd name="T1" fmla="*/ 363 h 363"/>
                <a:gd name="T2" fmla="*/ 181 w 5080"/>
                <a:gd name="T3" fmla="*/ 0 h 363"/>
                <a:gd name="T4" fmla="*/ 725 w 5080"/>
                <a:gd name="T5" fmla="*/ 0 h 363"/>
                <a:gd name="T6" fmla="*/ 5080 w 5080"/>
                <a:gd name="T7" fmla="*/ 363 h 363"/>
                <a:gd name="T8" fmla="*/ 0 w 5080"/>
                <a:gd name="T9" fmla="*/ 363 h 363"/>
              </a:gdLst>
              <a:ahLst/>
              <a:cxnLst>
                <a:cxn ang="0">
                  <a:pos x="T0" y="T1"/>
                </a:cxn>
                <a:cxn ang="0">
                  <a:pos x="T2" y="T3"/>
                </a:cxn>
                <a:cxn ang="0">
                  <a:pos x="T4" y="T5"/>
                </a:cxn>
                <a:cxn ang="0">
                  <a:pos x="T6" y="T7"/>
                </a:cxn>
                <a:cxn ang="0">
                  <a:pos x="T8" y="T9"/>
                </a:cxn>
              </a:cxnLst>
              <a:rect l="0" t="0" r="r" b="b"/>
              <a:pathLst>
                <a:path w="5080" h="363">
                  <a:moveTo>
                    <a:pt x="0" y="363"/>
                  </a:moveTo>
                  <a:lnTo>
                    <a:pt x="181" y="0"/>
                  </a:lnTo>
                  <a:lnTo>
                    <a:pt x="725" y="0"/>
                  </a:lnTo>
                  <a:lnTo>
                    <a:pt x="5080" y="363"/>
                  </a:lnTo>
                  <a:lnTo>
                    <a:pt x="0" y="363"/>
                  </a:lnTo>
                  <a:close/>
                </a:path>
              </a:pathLst>
            </a:custGeom>
            <a:gradFill rotWithShape="1">
              <a:gsLst>
                <a:gs pos="0">
                  <a:srgbClr val="0066FF"/>
                </a:gs>
                <a:gs pos="100000">
                  <a:srgbClr val="66FFFF"/>
                </a:gs>
              </a:gsLst>
              <a:lin ang="5400000" scaled="1"/>
            </a:gradFill>
            <a:ln>
              <a:noFill/>
            </a:ln>
            <a:effec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0" name="Rectangle 16"/>
            <p:cNvSpPr>
              <a:spLocks noChangeArrowheads="1"/>
            </p:cNvSpPr>
            <p:nvPr/>
          </p:nvSpPr>
          <p:spPr bwMode="auto">
            <a:xfrm>
              <a:off x="896609" y="3392587"/>
              <a:ext cx="752318"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协议</a:t>
              </a:r>
            </a:p>
            <a:p>
              <a:pPr algn="ctr"/>
              <a:r>
                <a:rPr lang="zh-CN" altLang="en-US" sz="1200" b="1">
                  <a:solidFill>
                    <a:schemeClr val="bg1"/>
                  </a:solidFill>
                  <a:latin typeface="微软雅黑" panose="020B0503020204020204" pitchFamily="34" charset="-122"/>
                  <a:ea typeface="微软雅黑" panose="020B0503020204020204" pitchFamily="34" charset="-122"/>
                </a:rPr>
                <a:t>版本</a:t>
              </a:r>
            </a:p>
          </p:txBody>
        </p:sp>
        <p:sp>
          <p:nvSpPr>
            <p:cNvPr id="21" name="Rectangle 17"/>
            <p:cNvSpPr>
              <a:spLocks noChangeArrowheads="1"/>
            </p:cNvSpPr>
            <p:nvPr/>
          </p:nvSpPr>
          <p:spPr bwMode="auto">
            <a:xfrm>
              <a:off x="1648926" y="3392587"/>
              <a:ext cx="752319"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类型</a:t>
              </a:r>
            </a:p>
          </p:txBody>
        </p:sp>
        <p:sp>
          <p:nvSpPr>
            <p:cNvPr id="22" name="Rectangle 18"/>
            <p:cNvSpPr>
              <a:spLocks noChangeArrowheads="1"/>
            </p:cNvSpPr>
            <p:nvPr/>
          </p:nvSpPr>
          <p:spPr bwMode="auto">
            <a:xfrm>
              <a:off x="2401246" y="3392587"/>
              <a:ext cx="150187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子类型</a:t>
              </a:r>
            </a:p>
          </p:txBody>
        </p:sp>
        <p:sp>
          <p:nvSpPr>
            <p:cNvPr id="23" name="Rectangle 19"/>
            <p:cNvSpPr>
              <a:spLocks noChangeArrowheads="1"/>
            </p:cNvSpPr>
            <p:nvPr/>
          </p:nvSpPr>
          <p:spPr bwMode="auto">
            <a:xfrm>
              <a:off x="3900362"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dirty="0">
                  <a:solidFill>
                    <a:schemeClr val="bg1"/>
                  </a:solidFill>
                  <a:latin typeface="微软雅黑" panose="020B0503020204020204" pitchFamily="34" charset="-122"/>
                  <a:ea typeface="微软雅黑" panose="020B0503020204020204" pitchFamily="34" charset="-122"/>
                </a:rPr>
                <a:t>去往</a:t>
              </a:r>
            </a:p>
            <a:p>
              <a:pPr algn="ctr"/>
              <a:r>
                <a:rPr lang="en-US" altLang="zh-CN" sz="1200" b="1" dirty="0">
                  <a:solidFill>
                    <a:schemeClr val="bg1"/>
                  </a:solidFill>
                  <a:latin typeface="微软雅黑" panose="020B0503020204020204" pitchFamily="34" charset="-122"/>
                  <a:ea typeface="微软雅黑" panose="020B0503020204020204" pitchFamily="34" charset="-122"/>
                </a:rPr>
                <a:t>DS</a:t>
              </a:r>
            </a:p>
          </p:txBody>
        </p:sp>
        <p:sp>
          <p:nvSpPr>
            <p:cNvPr id="24" name="Rectangle 20"/>
            <p:cNvSpPr>
              <a:spLocks noChangeArrowheads="1"/>
            </p:cNvSpPr>
            <p:nvPr/>
          </p:nvSpPr>
          <p:spPr bwMode="auto">
            <a:xfrm>
              <a:off x="4404207"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dirty="0">
                  <a:solidFill>
                    <a:schemeClr val="bg1"/>
                  </a:solidFill>
                  <a:latin typeface="微软雅黑" panose="020B0503020204020204" pitchFamily="34" charset="-122"/>
                  <a:ea typeface="微软雅黑" panose="020B0503020204020204" pitchFamily="34" charset="-122"/>
                </a:rPr>
                <a:t>来自</a:t>
              </a:r>
            </a:p>
            <a:p>
              <a:pPr algn="ctr"/>
              <a:r>
                <a:rPr lang="en-US" altLang="zh-CN" sz="1200" b="1" dirty="0">
                  <a:solidFill>
                    <a:schemeClr val="bg1"/>
                  </a:solidFill>
                  <a:latin typeface="微软雅黑" panose="020B0503020204020204" pitchFamily="34" charset="-122"/>
                  <a:ea typeface="微软雅黑" panose="020B0503020204020204" pitchFamily="34" charset="-122"/>
                </a:rPr>
                <a:t>DS</a:t>
              </a:r>
            </a:p>
          </p:txBody>
        </p:sp>
        <p:sp>
          <p:nvSpPr>
            <p:cNvPr id="25" name="Rectangle 21"/>
            <p:cNvSpPr>
              <a:spLocks noChangeArrowheads="1"/>
            </p:cNvSpPr>
            <p:nvPr/>
          </p:nvSpPr>
          <p:spPr bwMode="auto">
            <a:xfrm>
              <a:off x="4908055"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dirty="0">
                  <a:solidFill>
                    <a:schemeClr val="bg1"/>
                  </a:solidFill>
                  <a:latin typeface="微软雅黑" panose="020B0503020204020204" pitchFamily="34" charset="-122"/>
                  <a:ea typeface="微软雅黑" panose="020B0503020204020204" pitchFamily="34" charset="-122"/>
                </a:rPr>
                <a:t>还有</a:t>
              </a:r>
              <a:endParaRPr lang="en-US" altLang="zh-CN" sz="1200" b="1" dirty="0">
                <a:solidFill>
                  <a:schemeClr val="bg1"/>
                </a:solidFill>
                <a:latin typeface="微软雅黑" panose="020B0503020204020204" pitchFamily="34" charset="-122"/>
                <a:ea typeface="微软雅黑" panose="020B0503020204020204" pitchFamily="34" charset="-122"/>
              </a:endParaRPr>
            </a:p>
            <a:p>
              <a:pPr algn="ctr"/>
              <a:r>
                <a:rPr lang="zh-CN" altLang="en-US" sz="1200" b="1" dirty="0">
                  <a:solidFill>
                    <a:schemeClr val="bg1"/>
                  </a:solidFill>
                  <a:latin typeface="微软雅黑" panose="020B0503020204020204" pitchFamily="34" charset="-122"/>
                  <a:ea typeface="微软雅黑" panose="020B0503020204020204" pitchFamily="34" charset="-122"/>
                </a:rPr>
                <a:t>分片</a:t>
              </a:r>
            </a:p>
          </p:txBody>
        </p:sp>
        <p:sp>
          <p:nvSpPr>
            <p:cNvPr id="26" name="Rectangle 22"/>
            <p:cNvSpPr>
              <a:spLocks noChangeArrowheads="1"/>
            </p:cNvSpPr>
            <p:nvPr/>
          </p:nvSpPr>
          <p:spPr bwMode="auto">
            <a:xfrm>
              <a:off x="5411900"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重试</a:t>
              </a:r>
            </a:p>
          </p:txBody>
        </p:sp>
        <p:sp>
          <p:nvSpPr>
            <p:cNvPr id="27" name="Rectangle 23"/>
            <p:cNvSpPr>
              <a:spLocks noChangeArrowheads="1"/>
            </p:cNvSpPr>
            <p:nvPr/>
          </p:nvSpPr>
          <p:spPr bwMode="auto">
            <a:xfrm>
              <a:off x="5915748"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功率</a:t>
              </a:r>
            </a:p>
            <a:p>
              <a:pPr algn="ctr"/>
              <a:r>
                <a:rPr lang="zh-CN" altLang="en-US" sz="1200" b="1">
                  <a:solidFill>
                    <a:schemeClr val="bg1"/>
                  </a:solidFill>
                  <a:latin typeface="微软雅黑" panose="020B0503020204020204" pitchFamily="34" charset="-122"/>
                  <a:ea typeface="微软雅黑" panose="020B0503020204020204" pitchFamily="34" charset="-122"/>
                </a:rPr>
                <a:t>管理</a:t>
              </a:r>
            </a:p>
          </p:txBody>
        </p:sp>
        <p:sp>
          <p:nvSpPr>
            <p:cNvPr id="28" name="Rectangle 24"/>
            <p:cNvSpPr>
              <a:spLocks noChangeArrowheads="1"/>
            </p:cNvSpPr>
            <p:nvPr/>
          </p:nvSpPr>
          <p:spPr bwMode="auto">
            <a:xfrm>
              <a:off x="6419593"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更多</a:t>
              </a:r>
            </a:p>
            <a:p>
              <a:pPr algn="ctr"/>
              <a:r>
                <a:rPr lang="zh-CN" altLang="en-US" sz="1200" b="1">
                  <a:solidFill>
                    <a:schemeClr val="bg1"/>
                  </a:solidFill>
                  <a:latin typeface="微软雅黑" panose="020B0503020204020204" pitchFamily="34" charset="-122"/>
                  <a:ea typeface="微软雅黑" panose="020B0503020204020204" pitchFamily="34" charset="-122"/>
                </a:rPr>
                <a:t>数据</a:t>
              </a:r>
            </a:p>
          </p:txBody>
        </p:sp>
        <p:sp>
          <p:nvSpPr>
            <p:cNvPr id="29" name="Rectangle 25"/>
            <p:cNvSpPr>
              <a:spLocks noChangeArrowheads="1"/>
            </p:cNvSpPr>
            <p:nvPr/>
          </p:nvSpPr>
          <p:spPr bwMode="auto">
            <a:xfrm>
              <a:off x="6923441"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a:solidFill>
                    <a:schemeClr val="bg1"/>
                  </a:solidFill>
                  <a:latin typeface="微软雅黑" panose="020B0503020204020204" pitchFamily="34" charset="-122"/>
                  <a:ea typeface="微软雅黑" panose="020B0503020204020204" pitchFamily="34" charset="-122"/>
                </a:rPr>
                <a:t>WEP</a:t>
              </a:r>
            </a:p>
          </p:txBody>
        </p:sp>
        <p:sp>
          <p:nvSpPr>
            <p:cNvPr id="30" name="Rectangle 26"/>
            <p:cNvSpPr>
              <a:spLocks noChangeArrowheads="1"/>
            </p:cNvSpPr>
            <p:nvPr/>
          </p:nvSpPr>
          <p:spPr bwMode="auto">
            <a:xfrm>
              <a:off x="7427286"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dirty="0">
                  <a:solidFill>
                    <a:schemeClr val="bg1"/>
                  </a:solidFill>
                  <a:latin typeface="微软雅黑" panose="020B0503020204020204" pitchFamily="34" charset="-122"/>
                  <a:ea typeface="微软雅黑" panose="020B0503020204020204" pitchFamily="34" charset="-122"/>
                </a:rPr>
                <a:t>顺序</a:t>
              </a:r>
            </a:p>
          </p:txBody>
        </p:sp>
        <p:sp>
          <p:nvSpPr>
            <p:cNvPr id="31" name="Text Box 27"/>
            <p:cNvSpPr txBox="1">
              <a:spLocks noChangeArrowheads="1"/>
            </p:cNvSpPr>
            <p:nvPr/>
          </p:nvSpPr>
          <p:spPr bwMode="auto">
            <a:xfrm>
              <a:off x="638473" y="3121178"/>
              <a:ext cx="723627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200" b="1" dirty="0">
                  <a:latin typeface="微软雅黑" panose="020B0503020204020204" pitchFamily="34" charset="-122"/>
                  <a:ea typeface="微软雅黑" panose="020B0503020204020204" pitchFamily="34" charset="-122"/>
                </a:rPr>
                <a:t>位        </a:t>
              </a:r>
              <a:r>
                <a:rPr lang="en-US" altLang="zh-CN" sz="1200" b="1" dirty="0">
                  <a:latin typeface="微软雅黑" panose="020B0503020204020204" pitchFamily="34" charset="-122"/>
                  <a:ea typeface="微软雅黑" panose="020B0503020204020204" pitchFamily="34" charset="-122"/>
                </a:rPr>
                <a:t>2              2                    4                     1         1         1         1         1         1         1         1</a:t>
              </a:r>
            </a:p>
          </p:txBody>
        </p:sp>
      </p:grpSp>
      <p:sp>
        <p:nvSpPr>
          <p:cNvPr id="32" name="AutoShape 28"/>
          <p:cNvSpPr>
            <a:spLocks/>
          </p:cNvSpPr>
          <p:nvPr/>
        </p:nvSpPr>
        <p:spPr bwMode="auto">
          <a:xfrm rot="16200000">
            <a:off x="3677639" y="-333700"/>
            <a:ext cx="203875" cy="5263469"/>
          </a:xfrm>
          <a:prstGeom prst="rightBrace">
            <a:avLst>
              <a:gd name="adj1" fmla="val 198594"/>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3" name="Text Box 29"/>
          <p:cNvSpPr txBox="1">
            <a:spLocks noChangeArrowheads="1"/>
          </p:cNvSpPr>
          <p:nvPr/>
        </p:nvSpPr>
        <p:spPr bwMode="auto">
          <a:xfrm>
            <a:off x="3278474" y="1930690"/>
            <a:ext cx="10329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anose="020B0503020204020204" pitchFamily="34" charset="-122"/>
                <a:ea typeface="微软雅黑" panose="020B0503020204020204" pitchFamily="34" charset="-122"/>
              </a:rPr>
              <a:t>MAC </a:t>
            </a:r>
            <a:r>
              <a:rPr lang="zh-CN" altLang="en-US" sz="1400" b="1" dirty="0">
                <a:solidFill>
                  <a:srgbClr val="0000FF"/>
                </a:solidFill>
                <a:latin typeface="微软雅黑" panose="020B0503020204020204" pitchFamily="34" charset="-122"/>
                <a:ea typeface="微软雅黑" panose="020B0503020204020204" pitchFamily="34" charset="-122"/>
              </a:rPr>
              <a:t>首部</a:t>
            </a:r>
          </a:p>
        </p:txBody>
      </p:sp>
      <p:sp>
        <p:nvSpPr>
          <p:cNvPr id="34" name="Text Box 30"/>
          <p:cNvSpPr txBox="1">
            <a:spLocks noChangeArrowheads="1"/>
          </p:cNvSpPr>
          <p:nvPr/>
        </p:nvSpPr>
        <p:spPr bwMode="auto">
          <a:xfrm>
            <a:off x="7608397" y="1890823"/>
            <a:ext cx="62100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anose="020B0503020204020204" pitchFamily="34" charset="-122"/>
                <a:ea typeface="微软雅黑" panose="020B0503020204020204" pitchFamily="34" charset="-122"/>
              </a:rPr>
              <a:t>MAC</a:t>
            </a:r>
          </a:p>
          <a:p>
            <a:r>
              <a:rPr lang="zh-CN" altLang="en-US" sz="1400" b="1" dirty="0">
                <a:solidFill>
                  <a:srgbClr val="0000FF"/>
                </a:solidFill>
                <a:latin typeface="微软雅黑" panose="020B0503020204020204" pitchFamily="34" charset="-122"/>
                <a:ea typeface="微软雅黑" panose="020B0503020204020204" pitchFamily="34" charset="-122"/>
              </a:rPr>
              <a:t> 尾部</a:t>
            </a:r>
          </a:p>
        </p:txBody>
      </p:sp>
      <p:sp>
        <p:nvSpPr>
          <p:cNvPr id="11" name="Rectangle 7"/>
          <p:cNvSpPr>
            <a:spLocks noChangeArrowheads="1"/>
          </p:cNvSpPr>
          <p:nvPr/>
        </p:nvSpPr>
        <p:spPr bwMode="auto">
          <a:xfrm>
            <a:off x="1146460" y="2640799"/>
            <a:ext cx="752319" cy="289247"/>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dirty="0">
                <a:solidFill>
                  <a:schemeClr val="bg1"/>
                </a:solidFill>
                <a:latin typeface="微软雅黑" panose="020B0503020204020204" pitchFamily="34" charset="-122"/>
                <a:ea typeface="微软雅黑" panose="020B0503020204020204" pitchFamily="34" charset="-122"/>
              </a:rPr>
              <a:t>帧控制</a:t>
            </a:r>
          </a:p>
        </p:txBody>
      </p:sp>
    </p:spTree>
    <p:extLst>
      <p:ext uri="{BB962C8B-B14F-4D97-AF65-F5344CB8AC3E}">
        <p14:creationId xmlns:p14="http://schemas.microsoft.com/office/powerpoint/2010/main" val="5939842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32"/>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35" presetClass="emph" presetSubtype="0" repeatCount="3000" fill="hold" nodeType="clickEffect">
                                  <p:stCondLst>
                                    <p:cond delay="0"/>
                                  </p:stCondLst>
                                  <p:childTnLst>
                                    <p:anim calcmode="discrete" valueType="str">
                                      <p:cBhvr>
                                        <p:cTn id="12"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35" presetClass="emph" presetSubtype="0" repeatCount="3000" fill="hold" grpId="0" nodeType="clickEffect">
                                  <p:stCondLst>
                                    <p:cond delay="0"/>
                                  </p:stCondLst>
                                  <p:childTnLst>
                                    <p:anim calcmode="discrete" valueType="str">
                                      <p:cBhvr>
                                        <p:cTn id="16" dur="1000" fill="hold"/>
                                        <p:tgtEl>
                                          <p:spTgt spid="18"/>
                                        </p:tgtEl>
                                        <p:attrNameLst>
                                          <p:attrName>style.visibility</p:attrName>
                                        </p:attrNameLst>
                                      </p:cBhvr>
                                      <p:tavLst>
                                        <p:tav tm="0">
                                          <p:val>
                                            <p:strVal val="hidden"/>
                                          </p:val>
                                        </p:tav>
                                        <p:tav tm="50000">
                                          <p:val>
                                            <p:strVal val="visible"/>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grpId="0" nodeType="clickEffect">
                                  <p:stCondLst>
                                    <p:cond delay="0"/>
                                  </p:stCondLst>
                                  <p:childTnLst>
                                    <p:anim calcmode="discrete" valueType="str">
                                      <p:cBhvr>
                                        <p:cTn id="20" dur="1000" fill="hold"/>
                                        <p:tgtEl>
                                          <p:spTgt spid="1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P spid="32" grpId="0" animBg="1"/>
      <p:bldP spid="33"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8817"/>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223101" y="593353"/>
            <a:ext cx="47066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8.1.4  802.11 </a:t>
            </a:r>
            <a:r>
              <a:rPr lang="zh-CN" altLang="en-US" sz="2400" b="1" dirty="0">
                <a:solidFill>
                  <a:schemeClr val="bg1"/>
                </a:solidFill>
                <a:latin typeface="微软雅黑" pitchFamily="34" charset="-122"/>
                <a:ea typeface="微软雅黑" pitchFamily="34" charset="-122"/>
              </a:rPr>
              <a:t>局域网的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帧</a:t>
            </a:r>
          </a:p>
        </p:txBody>
      </p:sp>
      <p:sp>
        <p:nvSpPr>
          <p:cNvPr id="4" name="Rectangle 46"/>
          <p:cNvSpPr>
            <a:spLocks noChangeArrowheads="1"/>
          </p:cNvSpPr>
          <p:nvPr/>
        </p:nvSpPr>
        <p:spPr bwMode="auto">
          <a:xfrm>
            <a:off x="511896" y="1041822"/>
            <a:ext cx="8277262" cy="4385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802.11 </a:t>
            </a:r>
            <a:r>
              <a:rPr lang="zh-CN" altLang="en-US" b="1" dirty="0">
                <a:latin typeface="微软雅黑" pitchFamily="34" charset="-122"/>
                <a:ea typeface="微软雅黑" pitchFamily="34" charset="-122"/>
              </a:rPr>
              <a:t>帧共有三种类型：</a:t>
            </a:r>
            <a:r>
              <a:rPr lang="zh-CN" altLang="en-US" b="1" dirty="0">
                <a:solidFill>
                  <a:srgbClr val="0000FF"/>
                </a:solidFill>
                <a:latin typeface="微软雅黑" pitchFamily="34" charset="-122"/>
                <a:ea typeface="微软雅黑" pitchFamily="34" charset="-122"/>
              </a:rPr>
              <a:t>控制帧</a:t>
            </a:r>
            <a:r>
              <a:rPr lang="zh-CN" altLang="en-US" b="1" dirty="0">
                <a:latin typeface="微软雅黑" pitchFamily="34" charset="-122"/>
                <a:ea typeface="微软雅黑" pitchFamily="34" charset="-122"/>
              </a:rPr>
              <a:t>、</a:t>
            </a:r>
            <a:r>
              <a:rPr lang="zh-CN" altLang="en-US" b="1" dirty="0">
                <a:solidFill>
                  <a:srgbClr val="0000FF"/>
                </a:solidFill>
                <a:latin typeface="微软雅黑" pitchFamily="34" charset="-122"/>
                <a:ea typeface="微软雅黑" pitchFamily="34" charset="-122"/>
              </a:rPr>
              <a:t>数据帧</a:t>
            </a:r>
            <a:r>
              <a:rPr lang="zh-CN" altLang="en-US" b="1" dirty="0">
                <a:latin typeface="微软雅黑" pitchFamily="34" charset="-122"/>
                <a:ea typeface="微软雅黑" pitchFamily="34" charset="-122"/>
              </a:rPr>
              <a:t>和</a:t>
            </a:r>
            <a:r>
              <a:rPr lang="zh-CN" altLang="en-US" b="1" dirty="0">
                <a:solidFill>
                  <a:srgbClr val="0000FF"/>
                </a:solidFill>
                <a:latin typeface="微软雅黑" pitchFamily="34" charset="-122"/>
                <a:ea typeface="微软雅黑" pitchFamily="34" charset="-122"/>
              </a:rPr>
              <a:t>管理帧</a:t>
            </a:r>
            <a:r>
              <a:rPr lang="zh-CN" altLang="en-US" b="1" dirty="0">
                <a:latin typeface="微软雅黑" pitchFamily="34" charset="-122"/>
                <a:ea typeface="微软雅黑" pitchFamily="34" charset="-122"/>
              </a:rPr>
              <a:t>。</a:t>
            </a:r>
          </a:p>
        </p:txBody>
      </p:sp>
      <p:sp>
        <p:nvSpPr>
          <p:cNvPr id="5" name="圆角矩形 4"/>
          <p:cNvSpPr/>
          <p:nvPr/>
        </p:nvSpPr>
        <p:spPr>
          <a:xfrm>
            <a:off x="511896" y="1451918"/>
            <a:ext cx="8129015" cy="27266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5" name="组合 34"/>
          <p:cNvGrpSpPr/>
          <p:nvPr/>
        </p:nvGrpSpPr>
        <p:grpSpPr>
          <a:xfrm>
            <a:off x="1504950" y="1528911"/>
            <a:ext cx="5720151" cy="1034350"/>
            <a:chOff x="1137742" y="2138278"/>
            <a:chExt cx="7482878" cy="1353094"/>
          </a:xfrm>
        </p:grpSpPr>
        <p:sp>
          <p:nvSpPr>
            <p:cNvPr id="36" name="矩形 35"/>
            <p:cNvSpPr/>
            <p:nvPr/>
          </p:nvSpPr>
          <p:spPr>
            <a:xfrm>
              <a:off x="2077199" y="2138278"/>
              <a:ext cx="6260008" cy="483145"/>
            </a:xfrm>
            <a:prstGeom prst="rect">
              <a:avLst/>
            </a:prstGeom>
            <a:noFill/>
            <a:ln>
              <a:noFill/>
            </a:ln>
          </p:spPr>
          <p:txBody>
            <a:bodyPr wrap="square">
              <a:spAutoFit/>
            </a:bodyPr>
            <a:lstStyle/>
            <a:p>
              <a:r>
                <a:rPr lang="en-US" altLang="zh-CN" b="1" dirty="0">
                  <a:solidFill>
                    <a:srgbClr val="C00000"/>
                  </a:solidFill>
                  <a:latin typeface="微软雅黑" panose="020B0503020204020204" pitchFamily="34" charset="-122"/>
                  <a:ea typeface="微软雅黑" panose="020B0503020204020204" pitchFamily="34" charset="-122"/>
                </a:rPr>
                <a:t>RTS </a:t>
              </a:r>
              <a:r>
                <a:rPr lang="zh-CN" altLang="en-US" b="1" dirty="0">
                  <a:solidFill>
                    <a:srgbClr val="C00000"/>
                  </a:solidFill>
                  <a:latin typeface="微软雅黑" panose="020B0503020204020204" pitchFamily="34" charset="-122"/>
                  <a:ea typeface="微软雅黑" panose="020B0503020204020204" pitchFamily="34" charset="-122"/>
                </a:rPr>
                <a:t>帧格式</a:t>
              </a:r>
              <a:r>
                <a:rPr lang="zh-CN" altLang="en-US" b="1" dirty="0">
                  <a:latin typeface="微软雅黑" panose="020B0503020204020204" pitchFamily="34" charset="-122"/>
                  <a:ea typeface="微软雅黑" panose="020B0503020204020204" pitchFamily="34" charset="-122"/>
                </a:rPr>
                <a:t>（帧控制字段中的子类型为 </a:t>
              </a:r>
              <a:r>
                <a:rPr lang="en-US" altLang="zh-CN" b="1" dirty="0">
                  <a:latin typeface="微软雅黑" panose="020B0503020204020204" pitchFamily="34" charset="-122"/>
                  <a:ea typeface="微软雅黑" panose="020B0503020204020204" pitchFamily="34" charset="-122"/>
                </a:rPr>
                <a:t>1011</a:t>
              </a:r>
              <a:r>
                <a:rPr lang="zh-CN" altLang="en-US" b="1" dirty="0">
                  <a:latin typeface="微软雅黑" panose="020B0503020204020204" pitchFamily="34" charset="-122"/>
                  <a:ea typeface="微软雅黑" panose="020B0503020204020204" pitchFamily="34" charset="-122"/>
                </a:rPr>
                <a:t>）</a:t>
              </a:r>
            </a:p>
          </p:txBody>
        </p:sp>
        <p:grpSp>
          <p:nvGrpSpPr>
            <p:cNvPr id="37" name="组合 36"/>
            <p:cNvGrpSpPr/>
            <p:nvPr/>
          </p:nvGrpSpPr>
          <p:grpSpPr>
            <a:xfrm>
              <a:off x="1137742" y="2602293"/>
              <a:ext cx="7482878" cy="889079"/>
              <a:chOff x="2095672" y="3238115"/>
              <a:chExt cx="4781378" cy="623255"/>
            </a:xfrm>
          </p:grpSpPr>
          <p:sp>
            <p:nvSpPr>
              <p:cNvPr id="38" name="Rectangle 56"/>
              <p:cNvSpPr>
                <a:spLocks noChangeArrowheads="1"/>
              </p:cNvSpPr>
              <p:nvPr/>
            </p:nvSpPr>
            <p:spPr bwMode="auto">
              <a:xfrm>
                <a:off x="2554288" y="3510533"/>
                <a:ext cx="857250" cy="342900"/>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2000" b="1">
                  <a:latin typeface="微软雅黑" panose="020B0503020204020204" pitchFamily="34" charset="-122"/>
                  <a:ea typeface="微软雅黑" panose="020B0503020204020204" pitchFamily="34" charset="-122"/>
                </a:endParaRPr>
              </a:p>
            </p:txBody>
          </p:sp>
          <p:sp>
            <p:nvSpPr>
              <p:cNvPr id="39" name="Rectangle 17"/>
              <p:cNvSpPr>
                <a:spLocks noChangeArrowheads="1"/>
              </p:cNvSpPr>
              <p:nvPr/>
            </p:nvSpPr>
            <p:spPr bwMode="auto">
              <a:xfrm>
                <a:off x="2551113" y="3501008"/>
                <a:ext cx="865187" cy="360362"/>
              </a:xfrm>
              <a:prstGeom prst="rect">
                <a:avLst/>
              </a:prstGeom>
              <a:solidFill>
                <a:srgbClr val="0066FF"/>
              </a:solidFill>
              <a:ln w="6350">
                <a:solidFill>
                  <a:schemeClr val="tx1"/>
                </a:solidFill>
                <a:miter lim="800000"/>
                <a:headEnd/>
                <a:tailEnd/>
              </a:ln>
              <a:effectLst/>
            </p:spPr>
            <p:txBody>
              <a:bodyPr wrap="none"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帧控制</a:t>
                </a:r>
              </a:p>
            </p:txBody>
          </p:sp>
          <p:sp>
            <p:nvSpPr>
              <p:cNvPr id="40" name="Rectangle 18"/>
              <p:cNvSpPr>
                <a:spLocks noChangeArrowheads="1"/>
              </p:cNvSpPr>
              <p:nvPr/>
            </p:nvSpPr>
            <p:spPr bwMode="auto">
              <a:xfrm>
                <a:off x="3416300" y="3501008"/>
                <a:ext cx="865188" cy="360362"/>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dirty="0">
                    <a:latin typeface="微软雅黑" panose="020B0503020204020204" pitchFamily="34" charset="-122"/>
                    <a:ea typeface="微软雅黑" panose="020B0503020204020204" pitchFamily="34" charset="-122"/>
                  </a:rPr>
                  <a:t>持续期</a:t>
                </a:r>
              </a:p>
            </p:txBody>
          </p:sp>
          <p:sp>
            <p:nvSpPr>
              <p:cNvPr id="41" name="Rectangle 19"/>
              <p:cNvSpPr>
                <a:spLocks noChangeArrowheads="1"/>
              </p:cNvSpPr>
              <p:nvPr/>
            </p:nvSpPr>
            <p:spPr bwMode="auto">
              <a:xfrm>
                <a:off x="4281488" y="3501008"/>
                <a:ext cx="865187" cy="360362"/>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接收地址</a:t>
                </a:r>
                <a:endParaRPr lang="en-US" altLang="zh-CN" sz="1400" b="1">
                  <a:latin typeface="微软雅黑" panose="020B0503020204020204" pitchFamily="34" charset="-122"/>
                  <a:ea typeface="微软雅黑" panose="020B0503020204020204" pitchFamily="34" charset="-122"/>
                </a:endParaRPr>
              </a:p>
            </p:txBody>
          </p:sp>
          <p:sp>
            <p:nvSpPr>
              <p:cNvPr id="42" name="Rectangle 20"/>
              <p:cNvSpPr>
                <a:spLocks noChangeArrowheads="1"/>
              </p:cNvSpPr>
              <p:nvPr/>
            </p:nvSpPr>
            <p:spPr bwMode="auto">
              <a:xfrm>
                <a:off x="5146675" y="3501008"/>
                <a:ext cx="865188" cy="360362"/>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发送地址</a:t>
                </a:r>
                <a:endParaRPr lang="en-US" altLang="zh-CN" sz="1400" b="1">
                  <a:latin typeface="微软雅黑" panose="020B0503020204020204" pitchFamily="34" charset="-122"/>
                  <a:ea typeface="微软雅黑" panose="020B0503020204020204" pitchFamily="34" charset="-122"/>
                </a:endParaRPr>
              </a:p>
            </p:txBody>
          </p:sp>
          <p:sp>
            <p:nvSpPr>
              <p:cNvPr id="43" name="Rectangle 21"/>
              <p:cNvSpPr>
                <a:spLocks noChangeArrowheads="1"/>
              </p:cNvSpPr>
              <p:nvPr/>
            </p:nvSpPr>
            <p:spPr bwMode="auto">
              <a:xfrm>
                <a:off x="6011863" y="3501008"/>
                <a:ext cx="865187" cy="360362"/>
              </a:xfrm>
              <a:prstGeom prst="rect">
                <a:avLst/>
              </a:prstGeom>
              <a:solidFill>
                <a:srgbClr val="99FF66"/>
              </a:solidFill>
              <a:ln w="6350">
                <a:solidFill>
                  <a:schemeClr val="tx1"/>
                </a:solidFill>
                <a:miter lim="800000"/>
                <a:headEnd/>
                <a:tailEnd/>
              </a:ln>
              <a:effectLst/>
            </p:spPr>
            <p:txBody>
              <a:bodyPr wrap="none" anchor="ctr"/>
              <a:lstStyle/>
              <a:p>
                <a:pPr algn="ctr">
                  <a:defRPr/>
                </a:pPr>
                <a:r>
                  <a:rPr lang="en-US" altLang="zh-CN" sz="1400" b="1" dirty="0">
                    <a:latin typeface="微软雅黑" panose="020B0503020204020204" pitchFamily="34" charset="-122"/>
                    <a:ea typeface="微软雅黑" panose="020B0503020204020204" pitchFamily="34" charset="-122"/>
                  </a:rPr>
                  <a:t>FCS</a:t>
                </a:r>
              </a:p>
            </p:txBody>
          </p:sp>
          <p:sp>
            <p:nvSpPr>
              <p:cNvPr id="44" name="Text Box 14"/>
              <p:cNvSpPr txBox="1">
                <a:spLocks noChangeArrowheads="1"/>
              </p:cNvSpPr>
              <p:nvPr/>
            </p:nvSpPr>
            <p:spPr bwMode="auto">
              <a:xfrm>
                <a:off x="2095672" y="3238115"/>
                <a:ext cx="4781378" cy="282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字节           </a:t>
                </a:r>
                <a:r>
                  <a:rPr lang="en-US" altLang="zh-CN" sz="1400" b="1" dirty="0">
                    <a:latin typeface="微软雅黑" panose="020B0503020204020204" pitchFamily="34" charset="-122"/>
                    <a:ea typeface="微软雅黑" panose="020B0503020204020204" pitchFamily="34" charset="-122"/>
                  </a:rPr>
                  <a:t>2                  2                 6                  6                 4</a:t>
                </a:r>
              </a:p>
            </p:txBody>
          </p:sp>
        </p:grpSp>
      </p:grpSp>
      <p:grpSp>
        <p:nvGrpSpPr>
          <p:cNvPr id="45" name="组合 44"/>
          <p:cNvGrpSpPr/>
          <p:nvPr/>
        </p:nvGrpSpPr>
        <p:grpSpPr>
          <a:xfrm>
            <a:off x="1236617" y="2862624"/>
            <a:ext cx="7123611" cy="1062407"/>
            <a:chOff x="836559" y="3802392"/>
            <a:chExt cx="9318833" cy="1228156"/>
          </a:xfrm>
        </p:grpSpPr>
        <p:sp>
          <p:nvSpPr>
            <p:cNvPr id="46" name="Rectangle 56"/>
            <p:cNvSpPr>
              <a:spLocks noChangeArrowheads="1"/>
            </p:cNvSpPr>
            <p:nvPr/>
          </p:nvSpPr>
          <p:spPr bwMode="auto">
            <a:xfrm>
              <a:off x="1905305" y="4587443"/>
              <a:ext cx="1328441" cy="433079"/>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2000" b="1">
                <a:latin typeface="微软雅黑" panose="020B0503020204020204" pitchFamily="34" charset="-122"/>
                <a:ea typeface="微软雅黑" panose="020B0503020204020204" pitchFamily="34" charset="-122"/>
              </a:endParaRPr>
            </a:p>
          </p:txBody>
        </p:sp>
        <p:sp>
          <p:nvSpPr>
            <p:cNvPr id="47" name="Rectangle 17"/>
            <p:cNvSpPr>
              <a:spLocks noChangeArrowheads="1"/>
            </p:cNvSpPr>
            <p:nvPr/>
          </p:nvSpPr>
          <p:spPr bwMode="auto">
            <a:xfrm>
              <a:off x="1900385" y="4575413"/>
              <a:ext cx="1340741" cy="455135"/>
            </a:xfrm>
            <a:prstGeom prst="rect">
              <a:avLst/>
            </a:prstGeom>
            <a:solidFill>
              <a:srgbClr val="0066FF"/>
            </a:solidFill>
            <a:ln w="6350">
              <a:solidFill>
                <a:schemeClr val="tx1"/>
              </a:solidFill>
              <a:miter lim="800000"/>
              <a:headEnd/>
              <a:tailEnd/>
            </a:ln>
            <a:effectLst/>
          </p:spPr>
          <p:txBody>
            <a:bodyPr wrap="none"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帧控制</a:t>
              </a:r>
            </a:p>
          </p:txBody>
        </p:sp>
        <p:sp>
          <p:nvSpPr>
            <p:cNvPr id="48" name="Rectangle 18"/>
            <p:cNvSpPr>
              <a:spLocks noChangeArrowheads="1"/>
            </p:cNvSpPr>
            <p:nvPr/>
          </p:nvSpPr>
          <p:spPr bwMode="auto">
            <a:xfrm>
              <a:off x="3241126" y="4575413"/>
              <a:ext cx="1340742" cy="455135"/>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dirty="0">
                  <a:latin typeface="微软雅黑" panose="020B0503020204020204" pitchFamily="34" charset="-122"/>
                  <a:ea typeface="微软雅黑" panose="020B0503020204020204" pitchFamily="34" charset="-122"/>
                </a:rPr>
                <a:t>持续期</a:t>
              </a:r>
            </a:p>
          </p:txBody>
        </p:sp>
        <p:sp>
          <p:nvSpPr>
            <p:cNvPr id="49" name="Rectangle 19"/>
            <p:cNvSpPr>
              <a:spLocks noChangeArrowheads="1"/>
            </p:cNvSpPr>
            <p:nvPr/>
          </p:nvSpPr>
          <p:spPr bwMode="auto">
            <a:xfrm>
              <a:off x="4581868" y="4575413"/>
              <a:ext cx="1340741" cy="455135"/>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接收地址</a:t>
              </a:r>
              <a:endParaRPr lang="en-US" altLang="zh-CN" sz="1400" b="1">
                <a:latin typeface="微软雅黑" panose="020B0503020204020204" pitchFamily="34" charset="-122"/>
                <a:ea typeface="微软雅黑" panose="020B0503020204020204" pitchFamily="34" charset="-122"/>
              </a:endParaRPr>
            </a:p>
          </p:txBody>
        </p:sp>
        <p:sp>
          <p:nvSpPr>
            <p:cNvPr id="50" name="Rectangle 21"/>
            <p:cNvSpPr>
              <a:spLocks noChangeArrowheads="1"/>
            </p:cNvSpPr>
            <p:nvPr/>
          </p:nvSpPr>
          <p:spPr bwMode="auto">
            <a:xfrm>
              <a:off x="5888168" y="4575413"/>
              <a:ext cx="1340742" cy="455135"/>
            </a:xfrm>
            <a:prstGeom prst="rect">
              <a:avLst/>
            </a:prstGeom>
            <a:solidFill>
              <a:srgbClr val="99FF66"/>
            </a:solidFill>
            <a:ln w="6350">
              <a:solidFill>
                <a:schemeClr val="tx1"/>
              </a:solidFill>
              <a:miter lim="800000"/>
              <a:headEnd/>
              <a:tailEnd/>
            </a:ln>
            <a:effectLst/>
          </p:spPr>
          <p:txBody>
            <a:bodyPr wrap="none" anchor="ctr"/>
            <a:lstStyle/>
            <a:p>
              <a:pPr algn="ctr">
                <a:defRPr/>
              </a:pPr>
              <a:r>
                <a:rPr lang="en-US" altLang="zh-CN" sz="1400" b="1" dirty="0">
                  <a:latin typeface="微软雅黑" panose="020B0503020204020204" pitchFamily="34" charset="-122"/>
                  <a:ea typeface="微软雅黑" panose="020B0503020204020204" pitchFamily="34" charset="-122"/>
                </a:rPr>
                <a:t>FCS</a:t>
              </a:r>
            </a:p>
          </p:txBody>
        </p:sp>
        <p:sp>
          <p:nvSpPr>
            <p:cNvPr id="51" name="Text Box 14"/>
            <p:cNvSpPr txBox="1">
              <a:spLocks noChangeArrowheads="1"/>
            </p:cNvSpPr>
            <p:nvPr/>
          </p:nvSpPr>
          <p:spPr bwMode="auto">
            <a:xfrm>
              <a:off x="1187582" y="4256555"/>
              <a:ext cx="5666301" cy="3557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字节           </a:t>
              </a:r>
              <a:r>
                <a:rPr lang="en-US" altLang="zh-CN" sz="1400" b="1" dirty="0">
                  <a:latin typeface="微软雅黑" panose="020B0503020204020204" pitchFamily="34" charset="-122"/>
                  <a:ea typeface="微软雅黑" panose="020B0503020204020204" pitchFamily="34" charset="-122"/>
                </a:rPr>
                <a:t>2                  2                6                 4</a:t>
              </a:r>
            </a:p>
          </p:txBody>
        </p:sp>
        <p:sp>
          <p:nvSpPr>
            <p:cNvPr id="52" name="Text Box 58"/>
            <p:cNvSpPr txBox="1">
              <a:spLocks noChangeArrowheads="1"/>
            </p:cNvSpPr>
            <p:nvPr/>
          </p:nvSpPr>
          <p:spPr bwMode="auto">
            <a:xfrm>
              <a:off x="836559" y="3802392"/>
              <a:ext cx="9318833" cy="4269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en-US" altLang="zh-CN" b="1" dirty="0">
                  <a:solidFill>
                    <a:srgbClr val="C00000"/>
                  </a:solidFill>
                  <a:latin typeface="微软雅黑" panose="020B0503020204020204" pitchFamily="34" charset="-122"/>
                  <a:ea typeface="微软雅黑" panose="020B0503020204020204" pitchFamily="34" charset="-122"/>
                </a:rPr>
                <a:t>CTS </a:t>
              </a:r>
              <a:r>
                <a:rPr lang="zh-CN" altLang="en-US" b="1" dirty="0">
                  <a:solidFill>
                    <a:srgbClr val="C00000"/>
                  </a:solidFill>
                  <a:latin typeface="微软雅黑" panose="020B0503020204020204" pitchFamily="34" charset="-122"/>
                  <a:ea typeface="微软雅黑" panose="020B0503020204020204" pitchFamily="34" charset="-122"/>
                </a:rPr>
                <a:t>和 </a:t>
              </a:r>
              <a:r>
                <a:rPr lang="en-US" altLang="zh-CN" b="1" dirty="0">
                  <a:solidFill>
                    <a:srgbClr val="C00000"/>
                  </a:solidFill>
                  <a:latin typeface="微软雅黑" panose="020B0503020204020204" pitchFamily="34" charset="-122"/>
                  <a:ea typeface="微软雅黑" panose="020B0503020204020204" pitchFamily="34" charset="-122"/>
                </a:rPr>
                <a:t>ACK </a:t>
              </a:r>
              <a:r>
                <a:rPr lang="zh-CN" altLang="en-US" b="1" dirty="0">
                  <a:solidFill>
                    <a:srgbClr val="C00000"/>
                  </a:solidFill>
                  <a:latin typeface="微软雅黑" panose="020B0503020204020204" pitchFamily="34" charset="-122"/>
                  <a:ea typeface="微软雅黑" panose="020B0503020204020204" pitchFamily="34" charset="-122"/>
                </a:rPr>
                <a:t>帧格式</a:t>
              </a:r>
              <a:r>
                <a:rPr lang="zh-CN" altLang="en-US" b="1" dirty="0">
                  <a:latin typeface="微软雅黑" panose="020B0503020204020204" pitchFamily="34" charset="-122"/>
                  <a:ea typeface="微软雅黑" panose="020B0503020204020204" pitchFamily="34" charset="-122"/>
                </a:rPr>
                <a:t>（帧控制字段中的子类型分别为 </a:t>
              </a:r>
              <a:r>
                <a:rPr lang="en-US" altLang="zh-CN" b="1" dirty="0">
                  <a:latin typeface="微软雅黑" panose="020B0503020204020204" pitchFamily="34" charset="-122"/>
                  <a:ea typeface="微软雅黑" panose="020B0503020204020204" pitchFamily="34" charset="-122"/>
                </a:rPr>
                <a:t>1100 </a:t>
              </a:r>
              <a:r>
                <a:rPr lang="zh-CN" altLang="en-US" b="1" dirty="0">
                  <a:latin typeface="微软雅黑" panose="020B0503020204020204" pitchFamily="34" charset="-122"/>
                  <a:ea typeface="微软雅黑" panose="020B0503020204020204" pitchFamily="34" charset="-122"/>
                </a:rPr>
                <a:t>和 </a:t>
              </a:r>
              <a:r>
                <a:rPr lang="en-US" altLang="zh-CN" b="1" dirty="0">
                  <a:latin typeface="微软雅黑" panose="020B0503020204020204" pitchFamily="34" charset="-122"/>
                  <a:ea typeface="微软雅黑" panose="020B0503020204020204" pitchFamily="34" charset="-122"/>
                </a:rPr>
                <a:t>1101</a:t>
              </a:r>
              <a:r>
                <a:rPr lang="zh-CN" altLang="en-US" b="1" dirty="0">
                  <a:latin typeface="微软雅黑" panose="020B0503020204020204" pitchFamily="34" charset="-122"/>
                  <a:ea typeface="微软雅黑" panose="020B0503020204020204" pitchFamily="34" charset="-122"/>
                </a:rPr>
                <a:t>）</a:t>
              </a:r>
            </a:p>
          </p:txBody>
        </p:sp>
      </p:grpSp>
    </p:spTree>
    <p:extLst>
      <p:ext uri="{BB962C8B-B14F-4D97-AF65-F5344CB8AC3E}">
        <p14:creationId xmlns:p14="http://schemas.microsoft.com/office/powerpoint/2010/main" val="32474038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7853" y="970028"/>
            <a:ext cx="8270547" cy="477054"/>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数据帧有</a:t>
            </a:r>
            <a:r>
              <a:rPr lang="zh-CN" altLang="en-US" sz="2000" b="1" dirty="0">
                <a:solidFill>
                  <a:srgbClr val="C00000"/>
                </a:solidFill>
                <a:latin typeface="微软雅黑" pitchFamily="34" charset="-122"/>
                <a:ea typeface="微软雅黑" pitchFamily="34" charset="-122"/>
              </a:rPr>
              <a:t>四个</a:t>
            </a:r>
            <a:r>
              <a:rPr lang="zh-CN" altLang="en-US" sz="2000" b="1" dirty="0">
                <a:latin typeface="微软雅黑" pitchFamily="34" charset="-122"/>
                <a:ea typeface="微软雅黑" pitchFamily="34" charset="-122"/>
              </a:rPr>
              <a:t>地址字段。</a:t>
            </a:r>
          </a:p>
        </p:txBody>
      </p:sp>
      <p:graphicFrame>
        <p:nvGraphicFramePr>
          <p:cNvPr id="7" name="Group 179"/>
          <p:cNvGraphicFramePr>
            <a:graphicFrameLocks/>
          </p:cNvGraphicFramePr>
          <p:nvPr/>
        </p:nvGraphicFramePr>
        <p:xfrm>
          <a:off x="515825" y="1495697"/>
          <a:ext cx="8121600" cy="1080000"/>
        </p:xfrm>
        <a:graphic>
          <a:graphicData uri="http://schemas.openxmlformats.org/drawingml/2006/table">
            <a:tbl>
              <a:tblPr/>
              <a:tblGrid>
                <a:gridCol w="1353600">
                  <a:extLst>
                    <a:ext uri="{9D8B030D-6E8A-4147-A177-3AD203B41FA5}">
                      <a16:colId xmlns:a16="http://schemas.microsoft.com/office/drawing/2014/main" val="20000"/>
                    </a:ext>
                  </a:extLst>
                </a:gridCol>
                <a:gridCol w="1353600">
                  <a:extLst>
                    <a:ext uri="{9D8B030D-6E8A-4147-A177-3AD203B41FA5}">
                      <a16:colId xmlns:a16="http://schemas.microsoft.com/office/drawing/2014/main" val="20001"/>
                    </a:ext>
                  </a:extLst>
                </a:gridCol>
                <a:gridCol w="1353600">
                  <a:extLst>
                    <a:ext uri="{9D8B030D-6E8A-4147-A177-3AD203B41FA5}">
                      <a16:colId xmlns:a16="http://schemas.microsoft.com/office/drawing/2014/main" val="20002"/>
                    </a:ext>
                  </a:extLst>
                </a:gridCol>
                <a:gridCol w="13536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1353600">
                  <a:extLst>
                    <a:ext uri="{9D8B030D-6E8A-4147-A177-3AD203B41FA5}">
                      <a16:colId xmlns:a16="http://schemas.microsoft.com/office/drawing/2014/main" val="20005"/>
                    </a:ext>
                  </a:extLst>
                </a:gridCol>
              </a:tblGrid>
              <a:tr h="54000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去往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DS</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来自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DS</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1</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2</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3</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4</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extLst>
                  <a:ext uri="{0D108BD9-81ED-4DB2-BD59-A6C34878D82A}">
                    <a16:rowId xmlns:a16="http://schemas.microsoft.com/office/drawing/2014/main" val="10000"/>
                  </a:ext>
                </a:extLst>
              </a:tr>
              <a:tr h="54000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en-US" sz="14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en-US" sz="14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2781618" y="582887"/>
            <a:ext cx="35670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关于 </a:t>
            </a:r>
            <a:r>
              <a:rPr lang="en-US" altLang="zh-CN" sz="2000" b="1" dirty="0">
                <a:solidFill>
                  <a:schemeClr val="bg1"/>
                </a:solidFill>
                <a:latin typeface="微软雅黑" pitchFamily="34" charset="-122"/>
                <a:ea typeface="微软雅黑" pitchFamily="34" charset="-122"/>
              </a:rPr>
              <a:t>802.11 </a:t>
            </a:r>
            <a:r>
              <a:rPr lang="zh-CN" altLang="en-US" sz="2000" b="1" dirty="0">
                <a:solidFill>
                  <a:schemeClr val="bg1"/>
                </a:solidFill>
                <a:latin typeface="微软雅黑" pitchFamily="34" charset="-122"/>
                <a:ea typeface="微软雅黑" pitchFamily="34" charset="-122"/>
              </a:rPr>
              <a:t>数据帧的地址</a:t>
            </a:r>
          </a:p>
        </p:txBody>
      </p:sp>
      <p:sp>
        <p:nvSpPr>
          <p:cNvPr id="5" name="矩形 4"/>
          <p:cNvSpPr/>
          <p:nvPr/>
        </p:nvSpPr>
        <p:spPr>
          <a:xfrm>
            <a:off x="514874" y="2575697"/>
            <a:ext cx="8276503" cy="1852880"/>
          </a:xfrm>
          <a:prstGeom prst="rect">
            <a:avLst/>
          </a:prstGeom>
        </p:spPr>
        <p:txBody>
          <a:bodyPr wrap="square">
            <a:spAutoFit/>
          </a:bodyPr>
          <a:lstStyle/>
          <a:p>
            <a:pPr marL="285750" indent="-285750">
              <a:lnSpc>
                <a:spcPts val="2800"/>
              </a:lnSpc>
              <a:buFont typeface="Wingdings" panose="05000000000000000000" pitchFamily="2" charset="2"/>
              <a:buChar char="l"/>
            </a:pPr>
            <a:r>
              <a:rPr lang="zh-CN" altLang="zh-CN" b="1" dirty="0">
                <a:latin typeface="微软雅黑" pitchFamily="34" charset="-122"/>
                <a:ea typeface="微软雅黑" pitchFamily="34" charset="-122"/>
              </a:rPr>
              <a:t>地址</a:t>
            </a:r>
            <a:r>
              <a:rPr lang="en-US" altLang="zh-CN" b="1" dirty="0">
                <a:latin typeface="微软雅黑" pitchFamily="34" charset="-122"/>
                <a:ea typeface="微软雅黑" pitchFamily="34" charset="-122"/>
              </a:rPr>
              <a:t> 1 </a:t>
            </a:r>
            <a:r>
              <a:rPr lang="zh-CN" altLang="zh-CN" b="1" dirty="0">
                <a:latin typeface="微软雅黑" pitchFamily="34" charset="-122"/>
                <a:ea typeface="微软雅黑" pitchFamily="34" charset="-122"/>
              </a:rPr>
              <a:t>永远是接收地址（即直接接收数据帧的节点地址）。</a:t>
            </a:r>
          </a:p>
          <a:p>
            <a:pPr marL="285750" indent="-285750">
              <a:lnSpc>
                <a:spcPts val="2800"/>
              </a:lnSpc>
              <a:buFont typeface="Wingdings" panose="05000000000000000000" pitchFamily="2" charset="2"/>
              <a:buChar char="l"/>
            </a:pPr>
            <a:r>
              <a:rPr lang="zh-CN" altLang="zh-CN" b="1" dirty="0">
                <a:latin typeface="微软雅黑" pitchFamily="34" charset="-122"/>
                <a:ea typeface="微软雅黑" pitchFamily="34" charset="-122"/>
              </a:rPr>
              <a:t>地址</a:t>
            </a:r>
            <a:r>
              <a:rPr lang="en-US" altLang="zh-CN" b="1" dirty="0">
                <a:latin typeface="微软雅黑" pitchFamily="34" charset="-122"/>
                <a:ea typeface="微软雅黑" pitchFamily="34" charset="-122"/>
              </a:rPr>
              <a:t> 2 </a:t>
            </a:r>
            <a:r>
              <a:rPr lang="zh-CN" altLang="zh-CN" b="1" dirty="0">
                <a:latin typeface="微软雅黑" pitchFamily="34" charset="-122"/>
                <a:ea typeface="微软雅黑" pitchFamily="34" charset="-122"/>
              </a:rPr>
              <a:t>永远是发送地址（即实际发送数据帧的节点地址）。</a:t>
            </a:r>
          </a:p>
          <a:p>
            <a:pPr marL="285750" indent="-285750">
              <a:lnSpc>
                <a:spcPts val="2800"/>
              </a:lnSpc>
              <a:buFont typeface="Wingdings" panose="05000000000000000000" pitchFamily="2" charset="2"/>
              <a:buChar char="l"/>
            </a:pPr>
            <a:r>
              <a:rPr lang="zh-CN" altLang="zh-CN" b="1" dirty="0">
                <a:latin typeface="微软雅黑" pitchFamily="34" charset="-122"/>
                <a:ea typeface="微软雅黑" pitchFamily="34" charset="-122"/>
              </a:rPr>
              <a:t>地址</a:t>
            </a:r>
            <a:r>
              <a:rPr lang="en-US" altLang="zh-CN" b="1" dirty="0">
                <a:latin typeface="微软雅黑" pitchFamily="34" charset="-122"/>
                <a:ea typeface="微软雅黑" pitchFamily="34" charset="-122"/>
              </a:rPr>
              <a:t> 3 </a:t>
            </a:r>
            <a:r>
              <a:rPr lang="zh-CN" altLang="zh-CN" b="1" dirty="0">
                <a:latin typeface="微软雅黑" pitchFamily="34" charset="-122"/>
                <a:ea typeface="微软雅黑" pitchFamily="34" charset="-122"/>
              </a:rPr>
              <a:t>和地址</a:t>
            </a:r>
            <a:r>
              <a:rPr lang="en-US" altLang="zh-CN" b="1" dirty="0">
                <a:latin typeface="微软雅黑" pitchFamily="34" charset="-122"/>
                <a:ea typeface="微软雅黑" pitchFamily="34" charset="-122"/>
              </a:rPr>
              <a:t> 4 </a:t>
            </a:r>
            <a:r>
              <a:rPr lang="zh-CN" altLang="zh-CN" b="1" dirty="0">
                <a:solidFill>
                  <a:srgbClr val="C00000"/>
                </a:solidFill>
                <a:latin typeface="微软雅黑" pitchFamily="34" charset="-122"/>
                <a:ea typeface="微软雅黑" pitchFamily="34" charset="-122"/>
              </a:rPr>
              <a:t>取决于</a:t>
            </a:r>
            <a:r>
              <a:rPr lang="zh-CN" altLang="zh-CN" b="1" dirty="0">
                <a:latin typeface="微软雅黑" pitchFamily="34" charset="-122"/>
                <a:ea typeface="微软雅黑" pitchFamily="34" charset="-122"/>
              </a:rPr>
              <a:t>数据帧中的</a:t>
            </a:r>
            <a:r>
              <a:rPr lang="zh-CN" altLang="en-US" b="1" dirty="0">
                <a:latin typeface="微软雅黑" pitchFamily="34" charset="-122"/>
                <a:ea typeface="微软雅黑" pitchFamily="34" charset="-122"/>
              </a:rPr>
              <a:t>“去往</a:t>
            </a:r>
            <a:r>
              <a:rPr lang="en-US" altLang="zh-CN" b="1" dirty="0">
                <a:latin typeface="微软雅黑" pitchFamily="34" charset="-122"/>
                <a:ea typeface="微软雅黑" pitchFamily="34" charset="-122"/>
              </a:rPr>
              <a:t>DS”(</a:t>
            </a:r>
            <a:r>
              <a:rPr lang="zh-CN" altLang="zh-CN" b="1" dirty="0">
                <a:latin typeface="微软雅黑" pitchFamily="34" charset="-122"/>
                <a:ea typeface="微软雅黑" pitchFamily="34" charset="-122"/>
              </a:rPr>
              <a:t>去往</a:t>
            </a:r>
            <a:r>
              <a:rPr lang="en-US" altLang="zh-CN" b="1" dirty="0">
                <a:latin typeface="微软雅黑" pitchFamily="34" charset="-122"/>
                <a:ea typeface="微软雅黑" pitchFamily="34" charset="-122"/>
              </a:rPr>
              <a:t>AP) </a:t>
            </a:r>
            <a:r>
              <a:rPr lang="zh-CN" altLang="zh-CN" b="1" dirty="0">
                <a:latin typeface="微软雅黑" pitchFamily="34" charset="-122"/>
                <a:ea typeface="微软雅黑" pitchFamily="34" charset="-122"/>
              </a:rPr>
              <a:t>和“来自</a:t>
            </a:r>
            <a:r>
              <a:rPr lang="en-US" altLang="zh-CN" b="1" dirty="0">
                <a:latin typeface="微软雅黑" pitchFamily="34" charset="-122"/>
                <a:ea typeface="微软雅黑" pitchFamily="34" charset="-122"/>
              </a:rPr>
              <a:t>DS</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a:t>
            </a:r>
            <a:r>
              <a:rPr lang="zh-CN" altLang="zh-CN" b="1" dirty="0">
                <a:latin typeface="微软雅黑" pitchFamily="34" charset="-122"/>
                <a:ea typeface="微软雅黑" pitchFamily="34" charset="-122"/>
              </a:rPr>
              <a:t>来自</a:t>
            </a:r>
            <a:r>
              <a:rPr lang="en-US" altLang="zh-CN" b="1" dirty="0">
                <a:latin typeface="微软雅黑" pitchFamily="34" charset="-122"/>
                <a:ea typeface="微软雅黑" pitchFamily="34" charset="-122"/>
              </a:rPr>
              <a:t>AP) </a:t>
            </a:r>
            <a:r>
              <a:rPr lang="zh-CN" altLang="zh-CN" b="1" dirty="0">
                <a:latin typeface="微软雅黑" pitchFamily="34" charset="-122"/>
                <a:ea typeface="微软雅黑" pitchFamily="34" charset="-122"/>
              </a:rPr>
              <a:t>这两个字段的数值。</a:t>
            </a:r>
          </a:p>
          <a:p>
            <a:pPr>
              <a:lnSpc>
                <a:spcPts val="2800"/>
              </a:lnSpc>
            </a:pPr>
            <a:r>
              <a:rPr lang="zh-CN" altLang="en-US" b="1" dirty="0">
                <a:solidFill>
                  <a:srgbClr val="C00000"/>
                </a:solidFill>
                <a:latin typeface="微软雅黑" pitchFamily="34" charset="-122"/>
                <a:ea typeface="微软雅黑" pitchFamily="34" charset="-122"/>
              </a:rPr>
              <a:t>注意：</a:t>
            </a:r>
            <a:r>
              <a:rPr lang="zh-CN" altLang="zh-CN" b="1" dirty="0">
                <a:latin typeface="微软雅黑" pitchFamily="34" charset="-122"/>
                <a:ea typeface="微软雅黑" pitchFamily="34" charset="-122"/>
              </a:rPr>
              <a:t>上述地址都是</a:t>
            </a:r>
            <a:r>
              <a:rPr lang="en-US" altLang="zh-CN" b="1" dirty="0">
                <a:latin typeface="微软雅黑" pitchFamily="34" charset="-122"/>
                <a:ea typeface="微软雅黑" pitchFamily="34" charset="-122"/>
              </a:rPr>
              <a:t> MAC </a:t>
            </a:r>
            <a:r>
              <a:rPr lang="zh-CN" altLang="zh-CN" b="1" dirty="0">
                <a:latin typeface="微软雅黑" pitchFamily="34" charset="-122"/>
                <a:ea typeface="微软雅黑" pitchFamily="34" charset="-122"/>
              </a:rPr>
              <a:t>地址，即硬件地址，而</a:t>
            </a:r>
            <a:r>
              <a:rPr lang="en-US" altLang="zh-CN" b="1" dirty="0">
                <a:latin typeface="微软雅黑" pitchFamily="34" charset="-122"/>
                <a:ea typeface="微软雅黑" pitchFamily="34" charset="-122"/>
              </a:rPr>
              <a:t> </a:t>
            </a:r>
            <a:r>
              <a:rPr lang="en-US" altLang="zh-CN" b="1" dirty="0">
                <a:solidFill>
                  <a:srgbClr val="0000CC"/>
                </a:solidFill>
                <a:latin typeface="微软雅黑" pitchFamily="34" charset="-122"/>
                <a:ea typeface="微软雅黑" pitchFamily="34" charset="-122"/>
              </a:rPr>
              <a:t>AP </a:t>
            </a:r>
            <a:r>
              <a:rPr lang="zh-CN" altLang="zh-CN" b="1" dirty="0">
                <a:solidFill>
                  <a:srgbClr val="0000CC"/>
                </a:solidFill>
                <a:latin typeface="微软雅黑" pitchFamily="34" charset="-122"/>
                <a:ea typeface="微软雅黑" pitchFamily="34" charset="-122"/>
              </a:rPr>
              <a:t>的</a:t>
            </a:r>
            <a:r>
              <a:rPr lang="en-US" altLang="zh-CN" b="1" dirty="0">
                <a:solidFill>
                  <a:srgbClr val="0000CC"/>
                </a:solidFill>
                <a:latin typeface="微软雅黑" pitchFamily="34" charset="-122"/>
                <a:ea typeface="微软雅黑" pitchFamily="34" charset="-122"/>
              </a:rPr>
              <a:t> MAC </a:t>
            </a:r>
            <a:r>
              <a:rPr lang="zh-CN" altLang="zh-CN" b="1" dirty="0">
                <a:solidFill>
                  <a:srgbClr val="0000CC"/>
                </a:solidFill>
                <a:latin typeface="微软雅黑" pitchFamily="34" charset="-122"/>
                <a:ea typeface="微软雅黑" pitchFamily="34" charset="-122"/>
              </a:rPr>
              <a:t>地址是</a:t>
            </a:r>
            <a:r>
              <a:rPr lang="en-US" altLang="zh-CN" b="1" dirty="0">
                <a:solidFill>
                  <a:srgbClr val="0000CC"/>
                </a:solidFill>
                <a:latin typeface="微软雅黑" pitchFamily="34" charset="-122"/>
                <a:ea typeface="微软雅黑" pitchFamily="34" charset="-122"/>
              </a:rPr>
              <a:t> BSSID</a:t>
            </a:r>
            <a:r>
              <a:rPr lang="zh-CN" altLang="zh-CN" b="1" dirty="0">
                <a:latin typeface="微软雅黑" pitchFamily="34" charset="-122"/>
                <a:ea typeface="微软雅黑" pitchFamily="34" charset="-122"/>
              </a:rPr>
              <a:t>。</a:t>
            </a:r>
            <a:endParaRPr lang="zh-CN" altLang="en-US" b="1" dirty="0">
              <a:latin typeface="微软雅黑" pitchFamily="34" charset="-122"/>
              <a:ea typeface="微软雅黑" pitchFamily="34" charset="-122"/>
            </a:endParaRPr>
          </a:p>
        </p:txBody>
      </p:sp>
      <p:sp>
        <p:nvSpPr>
          <p:cNvPr id="3" name="文本框 2">
            <a:extLst>
              <a:ext uri="{FF2B5EF4-FFF2-40B4-BE49-F238E27FC236}">
                <a16:creationId xmlns:a16="http://schemas.microsoft.com/office/drawing/2014/main" id="{A7BA0A98-B46F-C6D8-4921-45EFCC5BBC39}"/>
              </a:ext>
            </a:extLst>
          </p:cNvPr>
          <p:cNvSpPr txBox="1"/>
          <p:nvPr/>
        </p:nvSpPr>
        <p:spPr>
          <a:xfrm>
            <a:off x="3341004" y="2146025"/>
            <a:ext cx="1179871" cy="338554"/>
          </a:xfrm>
          <a:prstGeom prst="rect">
            <a:avLst/>
          </a:prstGeom>
          <a:noFill/>
        </p:spPr>
        <p:txBody>
          <a:bodyPr wrap="square">
            <a:spAutoFit/>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接收地址</a:t>
            </a:r>
          </a:p>
        </p:txBody>
      </p:sp>
      <p:sp>
        <p:nvSpPr>
          <p:cNvPr id="9" name="文本框 8">
            <a:extLst>
              <a:ext uri="{FF2B5EF4-FFF2-40B4-BE49-F238E27FC236}">
                <a16:creationId xmlns:a16="http://schemas.microsoft.com/office/drawing/2014/main" id="{73339ACD-81D5-4675-CF69-78A56D08073B}"/>
              </a:ext>
            </a:extLst>
          </p:cNvPr>
          <p:cNvSpPr txBox="1"/>
          <p:nvPr/>
        </p:nvSpPr>
        <p:spPr>
          <a:xfrm>
            <a:off x="4692939" y="2146025"/>
            <a:ext cx="1179871" cy="338554"/>
          </a:xfrm>
          <a:prstGeom prst="rect">
            <a:avLst/>
          </a:prstGeom>
          <a:noFill/>
        </p:spPr>
        <p:txBody>
          <a:bodyPr wrap="square">
            <a:spAutoFit/>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lang="zh-CN" altLang="en-US" sz="1600" b="1" dirty="0">
                <a:solidFill>
                  <a:srgbClr val="0000CC"/>
                </a:solidFill>
                <a:latin typeface="微软雅黑" panose="020B0503020204020204" pitchFamily="34" charset="-122"/>
                <a:ea typeface="微软雅黑" panose="020B0503020204020204" pitchFamily="34" charset="-122"/>
              </a:rPr>
              <a:t>发送</a:t>
            </a:r>
            <a:r>
              <a:rPr kumimoji="0" lang="zh-CN" altLang="en-US"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地址</a:t>
            </a:r>
          </a:p>
        </p:txBody>
      </p:sp>
      <p:sp>
        <p:nvSpPr>
          <p:cNvPr id="10" name="文本框 2">
            <a:extLst>
              <a:ext uri="{FF2B5EF4-FFF2-40B4-BE49-F238E27FC236}">
                <a16:creationId xmlns:a16="http://schemas.microsoft.com/office/drawing/2014/main" id="{A7BA0A98-B46F-C6D8-4921-45EFCC5BBC39}"/>
              </a:ext>
            </a:extLst>
          </p:cNvPr>
          <p:cNvSpPr txBox="1"/>
          <p:nvPr/>
        </p:nvSpPr>
        <p:spPr>
          <a:xfrm>
            <a:off x="6075246" y="2146025"/>
            <a:ext cx="1179871" cy="338554"/>
          </a:xfrm>
          <a:prstGeom prst="rect">
            <a:avLst/>
          </a:prstGeom>
          <a:noFill/>
        </p:spPr>
        <p:txBody>
          <a:bodyPr wrap="squar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a:t>
            </a:r>
          </a:p>
        </p:txBody>
      </p:sp>
      <p:sp>
        <p:nvSpPr>
          <p:cNvPr id="11" name="文本框 2">
            <a:extLst>
              <a:ext uri="{FF2B5EF4-FFF2-40B4-BE49-F238E27FC236}">
                <a16:creationId xmlns:a16="http://schemas.microsoft.com/office/drawing/2014/main" id="{D5B3E04F-7C48-AC36-6A5E-1CCA2FDF5F27}"/>
              </a:ext>
            </a:extLst>
          </p:cNvPr>
          <p:cNvSpPr txBox="1"/>
          <p:nvPr/>
        </p:nvSpPr>
        <p:spPr>
          <a:xfrm>
            <a:off x="7448304" y="2146025"/>
            <a:ext cx="1179871" cy="338554"/>
          </a:xfrm>
          <a:prstGeom prst="rect">
            <a:avLst/>
          </a:prstGeom>
          <a:noFill/>
        </p:spPr>
        <p:txBody>
          <a:bodyPr wrap="squar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3166145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grpId="0" nodeType="clickEffect">
                                  <p:stCondLst>
                                    <p:cond delay="0"/>
                                  </p:stCondLst>
                                  <p:childTnLst>
                                    <p:anim calcmode="discrete" valueType="str">
                                      <p:cBhvr>
                                        <p:cTn id="14" dur="1000" fill="hold"/>
                                        <p:tgtEl>
                                          <p:spTgt spid="10"/>
                                        </p:tgtEl>
                                        <p:attrNameLst>
                                          <p:attrName>style.visibility</p:attrName>
                                        </p:attrNameLst>
                                      </p:cBhvr>
                                      <p:tavLst>
                                        <p:tav tm="0">
                                          <p:val>
                                            <p:strVal val="hidden"/>
                                          </p:val>
                                        </p:tav>
                                        <p:tav tm="50000">
                                          <p:val>
                                            <p:strVal val="visible"/>
                                          </p:val>
                                        </p:tav>
                                      </p:tavLst>
                                    </p:anim>
                                  </p:childTnLst>
                                </p:cTn>
                              </p:par>
                              <p:par>
                                <p:cTn id="15" presetID="35" presetClass="emph" presetSubtype="0" repeatCount="3000" fill="hold" grpId="0" nodeType="withEffect">
                                  <p:stCondLst>
                                    <p:cond delay="0"/>
                                  </p:stCondLst>
                                  <p:childTnLst>
                                    <p:anim calcmode="discrete" valueType="str">
                                      <p:cBhvr>
                                        <p:cTn id="16"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9" grpId="0"/>
      <p:bldP spid="10" grpId="0"/>
      <p:bldP spid="11"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6651D8-9A02-0769-E201-FD5E3A5B874A}"/>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FD449FDF-5B05-4E3B-2F27-1024F26F297F}"/>
              </a:ext>
            </a:extLst>
          </p:cNvPr>
          <p:cNvSpPr>
            <a:spLocks noChangeArrowheads="1"/>
          </p:cNvSpPr>
          <p:nvPr/>
        </p:nvSpPr>
        <p:spPr bwMode="auto">
          <a:xfrm>
            <a:off x="517853" y="970028"/>
            <a:ext cx="8270547" cy="477054"/>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数据帧有</a:t>
            </a:r>
            <a:r>
              <a:rPr lang="zh-CN" altLang="en-US" sz="2000" b="1" dirty="0">
                <a:solidFill>
                  <a:srgbClr val="C00000"/>
                </a:solidFill>
                <a:latin typeface="微软雅黑" pitchFamily="34" charset="-122"/>
                <a:ea typeface="微软雅黑" pitchFamily="34" charset="-122"/>
              </a:rPr>
              <a:t>四个</a:t>
            </a:r>
            <a:r>
              <a:rPr lang="zh-CN" altLang="en-US" sz="2000" b="1" dirty="0">
                <a:latin typeface="微软雅黑" pitchFamily="34" charset="-122"/>
                <a:ea typeface="微软雅黑" pitchFamily="34" charset="-122"/>
              </a:rPr>
              <a:t>地址字段。</a:t>
            </a:r>
          </a:p>
        </p:txBody>
      </p:sp>
      <p:graphicFrame>
        <p:nvGraphicFramePr>
          <p:cNvPr id="7" name="Group 179">
            <a:extLst>
              <a:ext uri="{FF2B5EF4-FFF2-40B4-BE49-F238E27FC236}">
                <a16:creationId xmlns:a16="http://schemas.microsoft.com/office/drawing/2014/main" id="{FE2000BC-6EFE-1E24-AEDA-A2E81C2E54EB}"/>
              </a:ext>
            </a:extLst>
          </p:cNvPr>
          <p:cNvGraphicFramePr>
            <a:graphicFrameLocks/>
          </p:cNvGraphicFramePr>
          <p:nvPr/>
        </p:nvGraphicFramePr>
        <p:xfrm>
          <a:off x="515825" y="1495697"/>
          <a:ext cx="8121600" cy="1080000"/>
        </p:xfrm>
        <a:graphic>
          <a:graphicData uri="http://schemas.openxmlformats.org/drawingml/2006/table">
            <a:tbl>
              <a:tblPr/>
              <a:tblGrid>
                <a:gridCol w="1353600">
                  <a:extLst>
                    <a:ext uri="{9D8B030D-6E8A-4147-A177-3AD203B41FA5}">
                      <a16:colId xmlns:a16="http://schemas.microsoft.com/office/drawing/2014/main" val="20000"/>
                    </a:ext>
                  </a:extLst>
                </a:gridCol>
                <a:gridCol w="1353600">
                  <a:extLst>
                    <a:ext uri="{9D8B030D-6E8A-4147-A177-3AD203B41FA5}">
                      <a16:colId xmlns:a16="http://schemas.microsoft.com/office/drawing/2014/main" val="20001"/>
                    </a:ext>
                  </a:extLst>
                </a:gridCol>
                <a:gridCol w="1353600">
                  <a:extLst>
                    <a:ext uri="{9D8B030D-6E8A-4147-A177-3AD203B41FA5}">
                      <a16:colId xmlns:a16="http://schemas.microsoft.com/office/drawing/2014/main" val="20002"/>
                    </a:ext>
                  </a:extLst>
                </a:gridCol>
                <a:gridCol w="13536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1353600">
                  <a:extLst>
                    <a:ext uri="{9D8B030D-6E8A-4147-A177-3AD203B41FA5}">
                      <a16:colId xmlns:a16="http://schemas.microsoft.com/office/drawing/2014/main" val="20005"/>
                    </a:ext>
                  </a:extLst>
                </a:gridCol>
              </a:tblGrid>
              <a:tr h="54000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去往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DS</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来自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DS</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1</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2</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3</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4</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extLst>
                  <a:ext uri="{0D108BD9-81ED-4DB2-BD59-A6C34878D82A}">
                    <a16:rowId xmlns:a16="http://schemas.microsoft.com/office/drawing/2014/main" val="10000"/>
                  </a:ext>
                </a:extLst>
              </a:tr>
              <a:tr h="54000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en-US" sz="14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en-US" sz="14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6" name="AutoShape 5">
            <a:extLst>
              <a:ext uri="{FF2B5EF4-FFF2-40B4-BE49-F238E27FC236}">
                <a16:creationId xmlns:a16="http://schemas.microsoft.com/office/drawing/2014/main" id="{7C1339F7-7968-6581-D686-18C67321657D}"/>
              </a:ext>
            </a:extLst>
          </p:cNvPr>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a:extLst>
              <a:ext uri="{FF2B5EF4-FFF2-40B4-BE49-F238E27FC236}">
                <a16:creationId xmlns:a16="http://schemas.microsoft.com/office/drawing/2014/main" id="{3911553B-1105-5628-7C16-5EF209BE4341}"/>
              </a:ext>
            </a:extLst>
          </p:cNvPr>
          <p:cNvSpPr>
            <a:spLocks noChangeArrowheads="1"/>
          </p:cNvSpPr>
          <p:nvPr/>
        </p:nvSpPr>
        <p:spPr bwMode="auto">
          <a:xfrm>
            <a:off x="2781618" y="582887"/>
            <a:ext cx="35670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关于 </a:t>
            </a:r>
            <a:r>
              <a:rPr lang="en-US" altLang="zh-CN" sz="2000" b="1" dirty="0">
                <a:solidFill>
                  <a:schemeClr val="bg1"/>
                </a:solidFill>
                <a:latin typeface="微软雅黑" pitchFamily="34" charset="-122"/>
                <a:ea typeface="微软雅黑" pitchFamily="34" charset="-122"/>
              </a:rPr>
              <a:t>802.11 </a:t>
            </a:r>
            <a:r>
              <a:rPr lang="zh-CN" altLang="en-US" sz="2000" b="1" dirty="0">
                <a:solidFill>
                  <a:schemeClr val="bg1"/>
                </a:solidFill>
                <a:latin typeface="微软雅黑" pitchFamily="34" charset="-122"/>
                <a:ea typeface="微软雅黑" pitchFamily="34" charset="-122"/>
              </a:rPr>
              <a:t>数据帧的地址</a:t>
            </a:r>
          </a:p>
        </p:txBody>
      </p:sp>
      <p:sp>
        <p:nvSpPr>
          <p:cNvPr id="5" name="矩形 4">
            <a:extLst>
              <a:ext uri="{FF2B5EF4-FFF2-40B4-BE49-F238E27FC236}">
                <a16:creationId xmlns:a16="http://schemas.microsoft.com/office/drawing/2014/main" id="{838E0384-1364-51DC-C9E3-6EEF2394733E}"/>
              </a:ext>
            </a:extLst>
          </p:cNvPr>
          <p:cNvSpPr/>
          <p:nvPr/>
        </p:nvSpPr>
        <p:spPr>
          <a:xfrm>
            <a:off x="514874" y="2575697"/>
            <a:ext cx="8276503" cy="1134734"/>
          </a:xfrm>
          <a:prstGeom prst="rect">
            <a:avLst/>
          </a:prstGeom>
        </p:spPr>
        <p:txBody>
          <a:bodyPr wrap="square">
            <a:spAutoFit/>
          </a:bodyPr>
          <a:lstStyle/>
          <a:p>
            <a:pPr marL="285750" indent="-285750">
              <a:lnSpc>
                <a:spcPts val="2800"/>
              </a:lnSpc>
              <a:buFont typeface="Wingdings" panose="05000000000000000000" pitchFamily="2" charset="2"/>
              <a:buChar char="l"/>
            </a:pPr>
            <a:r>
              <a:rPr lang="zh-CN" altLang="en-US" b="1" dirty="0">
                <a:latin typeface="微软雅黑" pitchFamily="34" charset="-122"/>
                <a:ea typeface="微软雅黑" pitchFamily="34" charset="-122"/>
              </a:rPr>
              <a:t>用于自组网模式，在一个独立</a:t>
            </a:r>
            <a:r>
              <a:rPr lang="en-US" altLang="zh-CN" b="1" dirty="0">
                <a:latin typeface="微软雅黑" pitchFamily="34" charset="-122"/>
                <a:ea typeface="微软雅黑" pitchFamily="34" charset="-122"/>
              </a:rPr>
              <a:t>BSS</a:t>
            </a:r>
            <a:r>
              <a:rPr lang="zh-CN" altLang="en-US" b="1" dirty="0">
                <a:latin typeface="微软雅黑" pitchFamily="34" charset="-122"/>
                <a:ea typeface="微软雅黑" pitchFamily="34" charset="-122"/>
              </a:rPr>
              <a:t>中，两个站点直接通信而不经过</a:t>
            </a:r>
            <a:r>
              <a:rPr lang="en-US" altLang="zh-CN" b="1" dirty="0">
                <a:latin typeface="微软雅黑" pitchFamily="34" charset="-122"/>
                <a:ea typeface="微软雅黑" pitchFamily="34" charset="-122"/>
              </a:rPr>
              <a:t>AP</a:t>
            </a:r>
            <a:r>
              <a:rPr lang="zh-CN" altLang="en-US" b="1" dirty="0">
                <a:latin typeface="微软雅黑" pitchFamily="34" charset="-122"/>
                <a:ea typeface="微软雅黑" pitchFamily="34" charset="-122"/>
              </a:rPr>
              <a:t>转发。</a:t>
            </a:r>
          </a:p>
          <a:p>
            <a:pPr marL="285750" indent="-285750">
              <a:lnSpc>
                <a:spcPts val="2800"/>
              </a:lnSpc>
              <a:buFont typeface="Wingdings" panose="05000000000000000000" pitchFamily="2" charset="2"/>
              <a:buChar char="l"/>
            </a:pPr>
            <a:r>
              <a:rPr lang="zh-CN" altLang="en-US" b="1" dirty="0">
                <a:latin typeface="微软雅黑" pitchFamily="34" charset="-122"/>
                <a:ea typeface="微软雅黑" pitchFamily="34" charset="-122"/>
              </a:rPr>
              <a:t>目的地址就是直接的接收节点地址，而源地址就是直接的发送节点地址。</a:t>
            </a:r>
            <a:endParaRPr lang="en-US" altLang="zh-CN" b="1" dirty="0">
              <a:latin typeface="微软雅黑" pitchFamily="34" charset="-122"/>
              <a:ea typeface="微软雅黑" pitchFamily="34" charset="-122"/>
            </a:endParaRPr>
          </a:p>
          <a:p>
            <a:pPr marL="285750" indent="-285750">
              <a:lnSpc>
                <a:spcPts val="2800"/>
              </a:lnSpc>
              <a:buFont typeface="Wingdings" panose="05000000000000000000" pitchFamily="2" charset="2"/>
              <a:buChar char="l"/>
            </a:pPr>
            <a:r>
              <a:rPr lang="zh-CN" altLang="en-US" b="1" dirty="0">
                <a:latin typeface="微软雅黑" pitchFamily="34" charset="-122"/>
                <a:ea typeface="微软雅黑" pitchFamily="34" charset="-122"/>
              </a:rPr>
              <a:t>地址</a:t>
            </a:r>
            <a:r>
              <a:rPr lang="en-US" altLang="zh-CN" b="1" dirty="0">
                <a:latin typeface="微软雅黑" pitchFamily="34" charset="-122"/>
                <a:ea typeface="微软雅黑" pitchFamily="34" charset="-122"/>
              </a:rPr>
              <a:t>3</a:t>
            </a:r>
            <a:r>
              <a:rPr lang="zh-CN" altLang="en-US" b="1" dirty="0">
                <a:latin typeface="微软雅黑" pitchFamily="34" charset="-122"/>
                <a:ea typeface="微软雅黑" pitchFamily="34" charset="-122"/>
              </a:rPr>
              <a:t>用于指出它们所在的独立</a:t>
            </a:r>
            <a:r>
              <a:rPr lang="en-US" altLang="zh-CN" b="1" dirty="0">
                <a:latin typeface="微软雅黑" pitchFamily="34" charset="-122"/>
                <a:ea typeface="微软雅黑" pitchFamily="34" charset="-122"/>
              </a:rPr>
              <a:t>BSS</a:t>
            </a:r>
            <a:r>
              <a:rPr lang="zh-CN" altLang="en-US" b="1" dirty="0">
                <a:latin typeface="微软雅黑" pitchFamily="34" charset="-122"/>
                <a:ea typeface="微软雅黑" pitchFamily="34" charset="-122"/>
              </a:rPr>
              <a:t>的</a:t>
            </a:r>
            <a:r>
              <a:rPr lang="en-US" altLang="zh-CN" b="1" dirty="0">
                <a:latin typeface="微软雅黑" pitchFamily="34" charset="-122"/>
                <a:ea typeface="微软雅黑" pitchFamily="34" charset="-122"/>
              </a:rPr>
              <a:t>BSSID</a:t>
            </a:r>
            <a:r>
              <a:rPr lang="zh-CN" altLang="zh-CN" b="1" dirty="0">
                <a:latin typeface="微软雅黑" pitchFamily="34" charset="-122"/>
                <a:ea typeface="微软雅黑" pitchFamily="34" charset="-122"/>
              </a:rPr>
              <a:t>。</a:t>
            </a:r>
            <a:endParaRPr lang="zh-CN" altLang="en-US" b="1" dirty="0">
              <a:latin typeface="微软雅黑" pitchFamily="34" charset="-122"/>
              <a:ea typeface="微软雅黑" pitchFamily="34" charset="-122"/>
            </a:endParaRPr>
          </a:p>
        </p:txBody>
      </p:sp>
      <p:sp>
        <p:nvSpPr>
          <p:cNvPr id="3" name="文本框 2">
            <a:extLst>
              <a:ext uri="{FF2B5EF4-FFF2-40B4-BE49-F238E27FC236}">
                <a16:creationId xmlns:a16="http://schemas.microsoft.com/office/drawing/2014/main" id="{41CC830B-67F6-1D5F-C9C1-03A396610A64}"/>
              </a:ext>
            </a:extLst>
          </p:cNvPr>
          <p:cNvSpPr txBox="1"/>
          <p:nvPr/>
        </p:nvSpPr>
        <p:spPr>
          <a:xfrm>
            <a:off x="3341004" y="2146025"/>
            <a:ext cx="1179871" cy="338554"/>
          </a:xfrm>
          <a:prstGeom prst="rect">
            <a:avLst/>
          </a:prstGeom>
          <a:noFill/>
        </p:spPr>
        <p:txBody>
          <a:bodyPr wrap="square">
            <a:spAutoFit/>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目的地址</a:t>
            </a:r>
          </a:p>
        </p:txBody>
      </p:sp>
      <p:sp>
        <p:nvSpPr>
          <p:cNvPr id="9" name="文本框 8">
            <a:extLst>
              <a:ext uri="{FF2B5EF4-FFF2-40B4-BE49-F238E27FC236}">
                <a16:creationId xmlns:a16="http://schemas.microsoft.com/office/drawing/2014/main" id="{A3848BE9-28CB-7F47-B77C-FE1CEB9E4F00}"/>
              </a:ext>
            </a:extLst>
          </p:cNvPr>
          <p:cNvSpPr txBox="1"/>
          <p:nvPr/>
        </p:nvSpPr>
        <p:spPr>
          <a:xfrm>
            <a:off x="4692939" y="2146025"/>
            <a:ext cx="1179871" cy="338554"/>
          </a:xfrm>
          <a:prstGeom prst="rect">
            <a:avLst/>
          </a:prstGeom>
          <a:noFill/>
        </p:spPr>
        <p:txBody>
          <a:bodyPr wrap="square">
            <a:spAutoFit/>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lang="zh-CN" altLang="en-US" sz="1600" b="1" dirty="0">
                <a:solidFill>
                  <a:srgbClr val="0000CC"/>
                </a:solidFill>
                <a:latin typeface="微软雅黑" panose="020B0503020204020204" pitchFamily="34" charset="-122"/>
                <a:ea typeface="微软雅黑" panose="020B0503020204020204" pitchFamily="34" charset="-122"/>
              </a:rPr>
              <a:t>源</a:t>
            </a:r>
            <a:r>
              <a:rPr kumimoji="0" lang="zh-CN" altLang="en-US"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地址</a:t>
            </a:r>
          </a:p>
        </p:txBody>
      </p:sp>
      <p:sp>
        <p:nvSpPr>
          <p:cNvPr id="10" name="文本框 2">
            <a:extLst>
              <a:ext uri="{FF2B5EF4-FFF2-40B4-BE49-F238E27FC236}">
                <a16:creationId xmlns:a16="http://schemas.microsoft.com/office/drawing/2014/main" id="{A44678BB-C7B5-828B-16BD-D10E1604C0A7}"/>
              </a:ext>
            </a:extLst>
          </p:cNvPr>
          <p:cNvSpPr txBox="1"/>
          <p:nvPr/>
        </p:nvSpPr>
        <p:spPr>
          <a:xfrm>
            <a:off x="6022629" y="2146025"/>
            <a:ext cx="1179871" cy="338554"/>
          </a:xfrm>
          <a:prstGeom prst="rect">
            <a:avLst/>
          </a:prstGeom>
          <a:noFill/>
        </p:spPr>
        <p:txBody>
          <a:bodyPr wrap="squar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pPr lvl="0" algn="ctr">
              <a:spcBef>
                <a:spcPct val="20000"/>
              </a:spcBef>
              <a:buClr>
                <a:schemeClr val="folHlink"/>
              </a:buClr>
              <a:buSzPct val="60000"/>
            </a:pPr>
            <a:r>
              <a:rPr lang="en-US" altLang="zh-CN" sz="1600" b="1" dirty="0">
                <a:solidFill>
                  <a:srgbClr val="0000CC"/>
                </a:solidFill>
                <a:latin typeface="微软雅黑" panose="020B0503020204020204" pitchFamily="34" charset="-122"/>
                <a:ea typeface="微软雅黑" panose="020B0503020204020204" pitchFamily="34" charset="-122"/>
              </a:rPr>
              <a:t>BSSID</a:t>
            </a:r>
            <a:endParaRPr kumimoji="0" lang="zh-CN" altLang="en-US"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endParaRPr>
          </a:p>
        </p:txBody>
      </p:sp>
      <p:sp>
        <p:nvSpPr>
          <p:cNvPr id="11" name="文本框 2">
            <a:extLst>
              <a:ext uri="{FF2B5EF4-FFF2-40B4-BE49-F238E27FC236}">
                <a16:creationId xmlns:a16="http://schemas.microsoft.com/office/drawing/2014/main" id="{92789A9B-E143-C3FE-F3CB-46F428E64B37}"/>
              </a:ext>
            </a:extLst>
          </p:cNvPr>
          <p:cNvSpPr txBox="1"/>
          <p:nvPr/>
        </p:nvSpPr>
        <p:spPr>
          <a:xfrm>
            <a:off x="7448304" y="2146025"/>
            <a:ext cx="1179871" cy="338554"/>
          </a:xfrm>
          <a:prstGeom prst="rect">
            <a:avLst/>
          </a:prstGeom>
          <a:noFill/>
        </p:spPr>
        <p:txBody>
          <a:bodyPr wrap="squar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a:t>
            </a:r>
            <a:endParaRPr kumimoji="0" lang="zh-CN" altLang="en-US"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endParaRPr>
          </a:p>
        </p:txBody>
      </p:sp>
      <p:sp>
        <p:nvSpPr>
          <p:cNvPr id="2" name="文本框 2">
            <a:extLst>
              <a:ext uri="{FF2B5EF4-FFF2-40B4-BE49-F238E27FC236}">
                <a16:creationId xmlns:a16="http://schemas.microsoft.com/office/drawing/2014/main" id="{07992E03-023E-1286-1BBF-C5F82DAE2E16}"/>
              </a:ext>
            </a:extLst>
          </p:cNvPr>
          <p:cNvSpPr txBox="1"/>
          <p:nvPr/>
        </p:nvSpPr>
        <p:spPr>
          <a:xfrm>
            <a:off x="585639" y="2146025"/>
            <a:ext cx="1179871" cy="338554"/>
          </a:xfrm>
          <a:prstGeom prst="rect">
            <a:avLst/>
          </a:prstGeom>
          <a:noFill/>
        </p:spPr>
        <p:txBody>
          <a:bodyPr wrap="squar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0</a:t>
            </a:r>
            <a:endParaRPr kumimoji="0" lang="zh-CN" altLang="en-US"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endParaRPr>
          </a:p>
        </p:txBody>
      </p:sp>
      <p:sp>
        <p:nvSpPr>
          <p:cNvPr id="12" name="文本框 2">
            <a:extLst>
              <a:ext uri="{FF2B5EF4-FFF2-40B4-BE49-F238E27FC236}">
                <a16:creationId xmlns:a16="http://schemas.microsoft.com/office/drawing/2014/main" id="{968A5C98-2431-E524-CCD7-BFCFE86D5E12}"/>
              </a:ext>
            </a:extLst>
          </p:cNvPr>
          <p:cNvSpPr txBox="1"/>
          <p:nvPr/>
        </p:nvSpPr>
        <p:spPr>
          <a:xfrm>
            <a:off x="1958697" y="2146025"/>
            <a:ext cx="1179871" cy="338554"/>
          </a:xfrm>
          <a:prstGeom prst="rect">
            <a:avLst/>
          </a:prstGeom>
          <a:noFill/>
        </p:spPr>
        <p:txBody>
          <a:bodyPr wrap="squar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0</a:t>
            </a:r>
            <a:endParaRPr kumimoji="0" lang="zh-CN" altLang="en-US"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18513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1000"/>
                                        <p:tgtEl>
                                          <p:spTgt spid="5">
                                            <p:txEl>
                                              <p:pRg st="0" end="0"/>
                                            </p:txEl>
                                          </p:spTgt>
                                        </p:tgtEl>
                                      </p:cBhvr>
                                    </p:animEffect>
                                    <p:anim calcmode="lin" valueType="num">
                                      <p:cBhvr>
                                        <p:cTn id="8"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5">
                                            <p:txEl>
                                              <p:pRg st="1" end="1"/>
                                            </p:txEl>
                                          </p:spTgt>
                                        </p:tgtEl>
                                        <p:attrNameLst>
                                          <p:attrName>style.visibility</p:attrName>
                                        </p:attrNameLst>
                                      </p:cBhvr>
                                      <p:to>
                                        <p:strVal val="visible"/>
                                      </p:to>
                                    </p:set>
                                    <p:animEffect transition="in" filter="fade">
                                      <p:cBhvr>
                                        <p:cTn id="14" dur="1000"/>
                                        <p:tgtEl>
                                          <p:spTgt spid="5">
                                            <p:txEl>
                                              <p:pRg st="1" end="1"/>
                                            </p:txEl>
                                          </p:spTgt>
                                        </p:tgtEl>
                                      </p:cBhvr>
                                    </p:animEffect>
                                    <p:anim calcmode="lin" valueType="num">
                                      <p:cBhvr>
                                        <p:cTn id="15"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
                                            <p:txEl>
                                              <p:pRg st="2" end="2"/>
                                            </p:txEl>
                                          </p:spTgt>
                                        </p:tgtEl>
                                        <p:attrNameLst>
                                          <p:attrName>style.visibility</p:attrName>
                                        </p:attrNameLst>
                                      </p:cBhvr>
                                      <p:to>
                                        <p:strVal val="visible"/>
                                      </p:to>
                                    </p:set>
                                    <p:animEffect transition="in" filter="fade">
                                      <p:cBhvr>
                                        <p:cTn id="21" dur="1000"/>
                                        <p:tgtEl>
                                          <p:spTgt spid="5">
                                            <p:txEl>
                                              <p:pRg st="2" end="2"/>
                                            </p:txEl>
                                          </p:spTgt>
                                        </p:tgtEl>
                                      </p:cBhvr>
                                    </p:animEffect>
                                    <p:anim calcmode="lin" valueType="num">
                                      <p:cBhvr>
                                        <p:cTn id="22" dur="1000" fill="hold"/>
                                        <p:tgtEl>
                                          <p:spTgt spid="5">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5">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5ED327-1CD5-07FB-2AD5-8DA5FD53D88C}"/>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9B2F3356-163A-F2FC-1283-5DE0BDCCB57E}"/>
              </a:ext>
            </a:extLst>
          </p:cNvPr>
          <p:cNvSpPr>
            <a:spLocks noChangeArrowheads="1"/>
          </p:cNvSpPr>
          <p:nvPr/>
        </p:nvSpPr>
        <p:spPr bwMode="auto">
          <a:xfrm>
            <a:off x="517853" y="970028"/>
            <a:ext cx="8270547" cy="477054"/>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数据帧有</a:t>
            </a:r>
            <a:r>
              <a:rPr lang="zh-CN" altLang="en-US" sz="2000" b="1" dirty="0">
                <a:solidFill>
                  <a:srgbClr val="C00000"/>
                </a:solidFill>
                <a:latin typeface="微软雅黑" pitchFamily="34" charset="-122"/>
                <a:ea typeface="微软雅黑" pitchFamily="34" charset="-122"/>
              </a:rPr>
              <a:t>四个</a:t>
            </a:r>
            <a:r>
              <a:rPr lang="zh-CN" altLang="en-US" sz="2000" b="1" dirty="0">
                <a:latin typeface="微软雅黑" pitchFamily="34" charset="-122"/>
                <a:ea typeface="微软雅黑" pitchFamily="34" charset="-122"/>
              </a:rPr>
              <a:t>地址字段。</a:t>
            </a:r>
          </a:p>
        </p:txBody>
      </p:sp>
      <p:graphicFrame>
        <p:nvGraphicFramePr>
          <p:cNvPr id="7" name="Group 179">
            <a:extLst>
              <a:ext uri="{FF2B5EF4-FFF2-40B4-BE49-F238E27FC236}">
                <a16:creationId xmlns:a16="http://schemas.microsoft.com/office/drawing/2014/main" id="{399FA34A-D80D-D4AB-EA45-7C8CE91F06DF}"/>
              </a:ext>
            </a:extLst>
          </p:cNvPr>
          <p:cNvGraphicFramePr>
            <a:graphicFrameLocks/>
          </p:cNvGraphicFramePr>
          <p:nvPr/>
        </p:nvGraphicFramePr>
        <p:xfrm>
          <a:off x="515825" y="1495697"/>
          <a:ext cx="8121600" cy="1080000"/>
        </p:xfrm>
        <a:graphic>
          <a:graphicData uri="http://schemas.openxmlformats.org/drawingml/2006/table">
            <a:tbl>
              <a:tblPr/>
              <a:tblGrid>
                <a:gridCol w="1353600">
                  <a:extLst>
                    <a:ext uri="{9D8B030D-6E8A-4147-A177-3AD203B41FA5}">
                      <a16:colId xmlns:a16="http://schemas.microsoft.com/office/drawing/2014/main" val="20000"/>
                    </a:ext>
                  </a:extLst>
                </a:gridCol>
                <a:gridCol w="1353600">
                  <a:extLst>
                    <a:ext uri="{9D8B030D-6E8A-4147-A177-3AD203B41FA5}">
                      <a16:colId xmlns:a16="http://schemas.microsoft.com/office/drawing/2014/main" val="20001"/>
                    </a:ext>
                  </a:extLst>
                </a:gridCol>
                <a:gridCol w="1353600">
                  <a:extLst>
                    <a:ext uri="{9D8B030D-6E8A-4147-A177-3AD203B41FA5}">
                      <a16:colId xmlns:a16="http://schemas.microsoft.com/office/drawing/2014/main" val="20002"/>
                    </a:ext>
                  </a:extLst>
                </a:gridCol>
                <a:gridCol w="13536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1353600">
                  <a:extLst>
                    <a:ext uri="{9D8B030D-6E8A-4147-A177-3AD203B41FA5}">
                      <a16:colId xmlns:a16="http://schemas.microsoft.com/office/drawing/2014/main" val="20005"/>
                    </a:ext>
                  </a:extLst>
                </a:gridCol>
              </a:tblGrid>
              <a:tr h="54000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去往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DS</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来自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DS</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1</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2</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3</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4</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extLst>
                  <a:ext uri="{0D108BD9-81ED-4DB2-BD59-A6C34878D82A}">
                    <a16:rowId xmlns:a16="http://schemas.microsoft.com/office/drawing/2014/main" val="10000"/>
                  </a:ext>
                </a:extLst>
              </a:tr>
              <a:tr h="54000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en-US" sz="14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en-US" sz="14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6" name="AutoShape 5">
            <a:extLst>
              <a:ext uri="{FF2B5EF4-FFF2-40B4-BE49-F238E27FC236}">
                <a16:creationId xmlns:a16="http://schemas.microsoft.com/office/drawing/2014/main" id="{C67C329F-0B67-5C49-C2B0-3864D3717C35}"/>
              </a:ext>
            </a:extLst>
          </p:cNvPr>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a:extLst>
              <a:ext uri="{FF2B5EF4-FFF2-40B4-BE49-F238E27FC236}">
                <a16:creationId xmlns:a16="http://schemas.microsoft.com/office/drawing/2014/main" id="{A8D9AE67-BACA-7C7B-B978-C0DFDC6267F6}"/>
              </a:ext>
            </a:extLst>
          </p:cNvPr>
          <p:cNvSpPr>
            <a:spLocks noChangeArrowheads="1"/>
          </p:cNvSpPr>
          <p:nvPr/>
        </p:nvSpPr>
        <p:spPr bwMode="auto">
          <a:xfrm>
            <a:off x="2781618" y="582887"/>
            <a:ext cx="35670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关于 </a:t>
            </a:r>
            <a:r>
              <a:rPr lang="en-US" altLang="zh-CN" sz="2000" b="1" dirty="0">
                <a:solidFill>
                  <a:schemeClr val="bg1"/>
                </a:solidFill>
                <a:latin typeface="微软雅黑" pitchFamily="34" charset="-122"/>
                <a:ea typeface="微软雅黑" pitchFamily="34" charset="-122"/>
              </a:rPr>
              <a:t>802.11 </a:t>
            </a:r>
            <a:r>
              <a:rPr lang="zh-CN" altLang="en-US" sz="2000" b="1" dirty="0">
                <a:solidFill>
                  <a:schemeClr val="bg1"/>
                </a:solidFill>
                <a:latin typeface="微软雅黑" pitchFamily="34" charset="-122"/>
                <a:ea typeface="微软雅黑" pitchFamily="34" charset="-122"/>
              </a:rPr>
              <a:t>数据帧的地址</a:t>
            </a:r>
          </a:p>
        </p:txBody>
      </p:sp>
      <p:sp>
        <p:nvSpPr>
          <p:cNvPr id="5" name="矩形 4">
            <a:extLst>
              <a:ext uri="{FF2B5EF4-FFF2-40B4-BE49-F238E27FC236}">
                <a16:creationId xmlns:a16="http://schemas.microsoft.com/office/drawing/2014/main" id="{00DDA69A-CD01-1988-3690-B7E3594AF22F}"/>
              </a:ext>
            </a:extLst>
          </p:cNvPr>
          <p:cNvSpPr/>
          <p:nvPr/>
        </p:nvSpPr>
        <p:spPr>
          <a:xfrm>
            <a:off x="514874" y="2575697"/>
            <a:ext cx="8276503" cy="1852880"/>
          </a:xfrm>
          <a:prstGeom prst="rect">
            <a:avLst/>
          </a:prstGeom>
        </p:spPr>
        <p:txBody>
          <a:bodyPr wrap="square">
            <a:spAutoFit/>
          </a:bodyPr>
          <a:lstStyle/>
          <a:p>
            <a:pPr marL="285750" indent="-285750">
              <a:lnSpc>
                <a:spcPts val="2800"/>
              </a:lnSpc>
              <a:buFont typeface="Wingdings" panose="05000000000000000000" pitchFamily="2" charset="2"/>
              <a:buChar char="l"/>
            </a:pPr>
            <a:r>
              <a:rPr lang="zh-CN" altLang="en-US" b="1" dirty="0">
                <a:latin typeface="微软雅黑" pitchFamily="34" charset="-122"/>
                <a:ea typeface="微软雅黑" pitchFamily="34" charset="-122"/>
              </a:rPr>
              <a:t>用于多个</a:t>
            </a:r>
            <a:r>
              <a:rPr lang="en-US" altLang="zh-CN" b="1" dirty="0">
                <a:latin typeface="微软雅黑" pitchFamily="34" charset="-122"/>
                <a:ea typeface="微软雅黑" pitchFamily="34" charset="-122"/>
              </a:rPr>
              <a:t>BSS</a:t>
            </a:r>
            <a:r>
              <a:rPr lang="zh-CN" altLang="en-US" b="1" dirty="0">
                <a:latin typeface="微软雅黑" pitchFamily="34" charset="-122"/>
                <a:ea typeface="微软雅黑" pitchFamily="34" charset="-122"/>
              </a:rPr>
              <a:t>的</a:t>
            </a:r>
            <a:r>
              <a:rPr lang="en-US" altLang="zh-CN" b="1" dirty="0">
                <a:latin typeface="微软雅黑" pitchFamily="34" charset="-122"/>
                <a:ea typeface="微软雅黑" pitchFamily="34" charset="-122"/>
              </a:rPr>
              <a:t>AP</a:t>
            </a:r>
            <a:r>
              <a:rPr lang="zh-CN" altLang="en-US" b="1" dirty="0">
                <a:latin typeface="微软雅黑" pitchFamily="34" charset="-122"/>
                <a:ea typeface="微软雅黑" pitchFamily="34" charset="-122"/>
              </a:rPr>
              <a:t>用无线连接（而不是用以太网）构成</a:t>
            </a:r>
            <a:r>
              <a:rPr lang="en-US" altLang="zh-CN" b="1" dirty="0">
                <a:latin typeface="微软雅黑" pitchFamily="34" charset="-122"/>
                <a:ea typeface="微软雅黑" pitchFamily="34" charset="-122"/>
              </a:rPr>
              <a:t>EBSS</a:t>
            </a:r>
            <a:r>
              <a:rPr lang="zh-CN" altLang="en-US" b="1" dirty="0">
                <a:latin typeface="微软雅黑" pitchFamily="34" charset="-122"/>
                <a:ea typeface="微软雅黑" pitchFamily="34" charset="-122"/>
              </a:rPr>
              <a:t>的情况。</a:t>
            </a:r>
            <a:endParaRPr lang="en-US" altLang="zh-CN" b="1" dirty="0">
              <a:latin typeface="微软雅黑" pitchFamily="34" charset="-122"/>
              <a:ea typeface="微软雅黑" pitchFamily="34" charset="-122"/>
            </a:endParaRPr>
          </a:p>
          <a:p>
            <a:pPr marL="285750" indent="-285750">
              <a:lnSpc>
                <a:spcPts val="2800"/>
              </a:lnSpc>
              <a:buFont typeface="Wingdings" panose="05000000000000000000" pitchFamily="2" charset="2"/>
              <a:buChar char="l"/>
            </a:pPr>
            <a:r>
              <a:rPr lang="zh-CN" altLang="en-US" b="1" dirty="0">
                <a:latin typeface="微软雅黑" pitchFamily="34" charset="-122"/>
                <a:ea typeface="微软雅黑" pitchFamily="34" charset="-122"/>
              </a:rPr>
              <a:t>当一个</a:t>
            </a:r>
            <a:r>
              <a:rPr lang="en-US" altLang="zh-CN" b="1" dirty="0">
                <a:latin typeface="微软雅黑" pitchFamily="34" charset="-122"/>
                <a:ea typeface="微软雅黑" pitchFamily="34" charset="-122"/>
              </a:rPr>
              <a:t>BSS</a:t>
            </a:r>
            <a:r>
              <a:rPr lang="zh-CN" altLang="en-US" b="1" dirty="0">
                <a:latin typeface="微软雅黑" pitchFamily="34" charset="-122"/>
                <a:ea typeface="微软雅黑" pitchFamily="34" charset="-122"/>
              </a:rPr>
              <a:t>中的站点发送帧给另一个</a:t>
            </a:r>
            <a:r>
              <a:rPr lang="en-US" altLang="zh-CN" b="1" dirty="0">
                <a:latin typeface="微软雅黑" pitchFamily="34" charset="-122"/>
                <a:ea typeface="微软雅黑" pitchFamily="34" charset="-122"/>
              </a:rPr>
              <a:t>BSS</a:t>
            </a:r>
            <a:r>
              <a:rPr lang="zh-CN" altLang="en-US" b="1" dirty="0">
                <a:latin typeface="微软雅黑" pitchFamily="34" charset="-122"/>
                <a:ea typeface="微软雅黑" pitchFamily="34" charset="-122"/>
              </a:rPr>
              <a:t>中的站点时，需要经过两个</a:t>
            </a:r>
            <a:r>
              <a:rPr lang="en-US" altLang="zh-CN" b="1" dirty="0">
                <a:latin typeface="微软雅黑" pitchFamily="34" charset="-122"/>
                <a:ea typeface="微软雅黑" pitchFamily="34" charset="-122"/>
              </a:rPr>
              <a:t>AP</a:t>
            </a:r>
            <a:r>
              <a:rPr lang="zh-CN" altLang="en-US" b="1" dirty="0">
                <a:latin typeface="微软雅黑" pitchFamily="34" charset="-122"/>
                <a:ea typeface="微软雅黑" pitchFamily="34" charset="-122"/>
              </a:rPr>
              <a:t>的转发，例如</a:t>
            </a:r>
            <a:r>
              <a:rPr lang="en-US" altLang="zh-CN" b="1" dirty="0">
                <a:latin typeface="微软雅黑" pitchFamily="34" charset="-122"/>
                <a:ea typeface="微软雅黑" pitchFamily="34" charset="-122"/>
              </a:rPr>
              <a:t>A → AP1 → AP2 → B</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285750" indent="-285750">
              <a:lnSpc>
                <a:spcPts val="2800"/>
              </a:lnSpc>
              <a:buFont typeface="Wingdings" panose="05000000000000000000" pitchFamily="2" charset="2"/>
              <a:buChar char="l"/>
            </a:pPr>
            <a:r>
              <a:rPr lang="zh-CN" altLang="en-US" b="1" dirty="0">
                <a:latin typeface="微软雅黑" pitchFamily="34" charset="-122"/>
                <a:ea typeface="微软雅黑" pitchFamily="34" charset="-122"/>
              </a:rPr>
              <a:t>在</a:t>
            </a:r>
            <a:r>
              <a:rPr lang="en-US" altLang="zh-CN" b="1" dirty="0">
                <a:latin typeface="微软雅黑" pitchFamily="34" charset="-122"/>
                <a:ea typeface="微软雅黑" pitchFamily="34" charset="-122"/>
              </a:rPr>
              <a:t>AP1</a:t>
            </a:r>
            <a:r>
              <a:rPr lang="zh-CN" altLang="en-US" b="1" dirty="0">
                <a:latin typeface="微软雅黑" pitchFamily="34" charset="-122"/>
                <a:ea typeface="微软雅黑" pitchFamily="34" charset="-122"/>
              </a:rPr>
              <a:t>转发给</a:t>
            </a:r>
            <a:r>
              <a:rPr lang="en-US" altLang="zh-CN" b="1" dirty="0">
                <a:latin typeface="微软雅黑" pitchFamily="34" charset="-122"/>
                <a:ea typeface="微软雅黑" pitchFamily="34" charset="-122"/>
              </a:rPr>
              <a:t>AP2</a:t>
            </a:r>
            <a:r>
              <a:rPr lang="zh-CN" altLang="en-US" b="1" dirty="0">
                <a:latin typeface="微软雅黑" pitchFamily="34" charset="-122"/>
                <a:ea typeface="微软雅黑" pitchFamily="34" charset="-122"/>
              </a:rPr>
              <a:t>的帧中，去“往</a:t>
            </a:r>
            <a:r>
              <a:rPr lang="en-US" altLang="zh-CN" b="1" dirty="0">
                <a:latin typeface="微软雅黑" pitchFamily="34" charset="-122"/>
                <a:ea typeface="微软雅黑" pitchFamily="34" charset="-122"/>
              </a:rPr>
              <a:t>DS</a:t>
            </a:r>
            <a:r>
              <a:rPr lang="zh-CN" altLang="en-US" b="1" dirty="0">
                <a:latin typeface="微软雅黑" pitchFamily="34" charset="-122"/>
                <a:ea typeface="微软雅黑" pitchFamily="34" charset="-122"/>
              </a:rPr>
              <a:t>”和“来自</a:t>
            </a:r>
            <a:r>
              <a:rPr lang="en-US" altLang="zh-CN" b="1" dirty="0">
                <a:latin typeface="微软雅黑" pitchFamily="34" charset="-122"/>
                <a:ea typeface="微软雅黑" pitchFamily="34" charset="-122"/>
              </a:rPr>
              <a:t>DS</a:t>
            </a:r>
            <a:r>
              <a:rPr lang="zh-CN" altLang="en-US" b="1" dirty="0">
                <a:latin typeface="微软雅黑" pitchFamily="34" charset="-122"/>
                <a:ea typeface="微软雅黑" pitchFamily="34" charset="-122"/>
              </a:rPr>
              <a:t>”均为</a:t>
            </a:r>
            <a:r>
              <a:rPr lang="en-US" altLang="zh-CN" b="1" dirty="0">
                <a:latin typeface="微软雅黑" pitchFamily="34" charset="-122"/>
                <a:ea typeface="微软雅黑" pitchFamily="34" charset="-122"/>
              </a:rPr>
              <a:t>1</a:t>
            </a:r>
            <a:r>
              <a:rPr lang="zh-CN" altLang="en-US" b="1" dirty="0">
                <a:latin typeface="微软雅黑" pitchFamily="34" charset="-122"/>
                <a:ea typeface="微软雅黑" pitchFamily="34" charset="-122"/>
              </a:rPr>
              <a:t>，表示是</a:t>
            </a:r>
            <a:r>
              <a:rPr lang="en-US" altLang="zh-CN" b="1" dirty="0">
                <a:latin typeface="微软雅黑" pitchFamily="34" charset="-122"/>
                <a:ea typeface="微软雅黑" pitchFamily="34" charset="-122"/>
              </a:rPr>
              <a:t>AP</a:t>
            </a:r>
            <a:r>
              <a:rPr lang="zh-CN" altLang="en-US" b="1" dirty="0">
                <a:latin typeface="微软雅黑" pitchFamily="34" charset="-122"/>
                <a:ea typeface="微软雅黑" pitchFamily="34" charset="-122"/>
              </a:rPr>
              <a:t>到</a:t>
            </a:r>
            <a:r>
              <a:rPr lang="en-US" altLang="zh-CN" b="1" dirty="0">
                <a:latin typeface="微软雅黑" pitchFamily="34" charset="-122"/>
                <a:ea typeface="微软雅黑" pitchFamily="34" charset="-122"/>
              </a:rPr>
              <a:t>AP</a:t>
            </a:r>
            <a:r>
              <a:rPr lang="zh-CN" altLang="en-US" b="1" dirty="0">
                <a:latin typeface="微软雅黑" pitchFamily="34" charset="-122"/>
                <a:ea typeface="微软雅黑" pitchFamily="34" charset="-122"/>
              </a:rPr>
              <a:t>，地址</a:t>
            </a:r>
            <a:r>
              <a:rPr lang="en-US" altLang="zh-CN" b="1" dirty="0">
                <a:latin typeface="微软雅黑" pitchFamily="34" charset="-122"/>
                <a:ea typeface="微软雅黑" pitchFamily="34" charset="-122"/>
              </a:rPr>
              <a:t>1</a:t>
            </a:r>
            <a:r>
              <a:rPr lang="zh-CN" altLang="en-US" b="1" dirty="0">
                <a:latin typeface="微软雅黑" pitchFamily="34" charset="-122"/>
                <a:ea typeface="微软雅黑" pitchFamily="34" charset="-122"/>
              </a:rPr>
              <a:t>为</a:t>
            </a:r>
            <a:r>
              <a:rPr lang="en-US" altLang="zh-CN" b="1" dirty="0">
                <a:latin typeface="微软雅黑" pitchFamily="34" charset="-122"/>
                <a:ea typeface="微软雅黑" pitchFamily="34" charset="-122"/>
              </a:rPr>
              <a:t>AP2</a:t>
            </a:r>
            <a:r>
              <a:rPr lang="zh-CN" altLang="en-US" b="1" dirty="0">
                <a:latin typeface="微软雅黑" pitchFamily="34" charset="-122"/>
                <a:ea typeface="微软雅黑" pitchFamily="34" charset="-122"/>
              </a:rPr>
              <a:t>的</a:t>
            </a:r>
            <a:r>
              <a:rPr lang="en-US" altLang="zh-CN" b="1" dirty="0">
                <a:latin typeface="微软雅黑" pitchFamily="34" charset="-122"/>
                <a:ea typeface="微软雅黑" pitchFamily="34" charset="-122"/>
              </a:rPr>
              <a:t>BSSID</a:t>
            </a:r>
            <a:r>
              <a:rPr lang="zh-CN" altLang="en-US" b="1" dirty="0">
                <a:latin typeface="微软雅黑" pitchFamily="34" charset="-122"/>
                <a:ea typeface="微软雅黑" pitchFamily="34" charset="-122"/>
              </a:rPr>
              <a:t>，而地址</a:t>
            </a:r>
            <a:r>
              <a:rPr lang="en-US" altLang="zh-CN" b="1" dirty="0">
                <a:latin typeface="微软雅黑" pitchFamily="34" charset="-122"/>
                <a:ea typeface="微软雅黑" pitchFamily="34" charset="-122"/>
              </a:rPr>
              <a:t>2</a:t>
            </a:r>
            <a:r>
              <a:rPr lang="zh-CN" altLang="en-US" b="1" dirty="0">
                <a:latin typeface="微软雅黑" pitchFamily="34" charset="-122"/>
                <a:ea typeface="微软雅黑" pitchFamily="34" charset="-122"/>
              </a:rPr>
              <a:t>为</a:t>
            </a:r>
            <a:r>
              <a:rPr lang="en-US" altLang="zh-CN" b="1" dirty="0">
                <a:latin typeface="微软雅黑" pitchFamily="34" charset="-122"/>
                <a:ea typeface="微软雅黑" pitchFamily="34" charset="-122"/>
              </a:rPr>
              <a:t>AP1</a:t>
            </a:r>
            <a:r>
              <a:rPr lang="zh-CN" altLang="en-US" b="1" dirty="0">
                <a:latin typeface="微软雅黑" pitchFamily="34" charset="-122"/>
                <a:ea typeface="微软雅黑" pitchFamily="34" charset="-122"/>
              </a:rPr>
              <a:t>的</a:t>
            </a:r>
            <a:r>
              <a:rPr lang="en-US" altLang="zh-CN" b="1" dirty="0">
                <a:latin typeface="微软雅黑" pitchFamily="34" charset="-122"/>
                <a:ea typeface="微软雅黑" pitchFamily="34" charset="-122"/>
              </a:rPr>
              <a:t>BSSID</a:t>
            </a:r>
            <a:r>
              <a:rPr lang="zh-CN" altLang="en-US" b="1" dirty="0">
                <a:latin typeface="微软雅黑" pitchFamily="34" charset="-122"/>
                <a:ea typeface="微软雅黑" pitchFamily="34" charset="-122"/>
              </a:rPr>
              <a:t>。</a:t>
            </a:r>
          </a:p>
        </p:txBody>
      </p:sp>
      <p:sp>
        <p:nvSpPr>
          <p:cNvPr id="3" name="文本框 2">
            <a:extLst>
              <a:ext uri="{FF2B5EF4-FFF2-40B4-BE49-F238E27FC236}">
                <a16:creationId xmlns:a16="http://schemas.microsoft.com/office/drawing/2014/main" id="{8B9C51AC-7FB6-C926-BAEF-8996ED7C5575}"/>
              </a:ext>
            </a:extLst>
          </p:cNvPr>
          <p:cNvSpPr txBox="1"/>
          <p:nvPr/>
        </p:nvSpPr>
        <p:spPr>
          <a:xfrm>
            <a:off x="3200400" y="2146025"/>
            <a:ext cx="1391264" cy="338554"/>
          </a:xfrm>
          <a:prstGeom prst="rect">
            <a:avLst/>
          </a:prstGeom>
          <a:noFill/>
        </p:spPr>
        <p:txBody>
          <a:bodyPr wrap="square">
            <a:spAutoFit/>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lang="zh-CN" altLang="en-US" sz="1600" b="1" dirty="0">
                <a:solidFill>
                  <a:srgbClr val="0000CC"/>
                </a:solidFill>
                <a:latin typeface="微软雅黑" panose="020B0503020204020204" pitchFamily="34" charset="-122"/>
                <a:ea typeface="微软雅黑" panose="020B0503020204020204" pitchFamily="34" charset="-122"/>
              </a:rPr>
              <a:t>接收</a:t>
            </a:r>
            <a:r>
              <a:rPr lang="en-US" altLang="zh-CN" sz="1600" b="1" dirty="0">
                <a:solidFill>
                  <a:srgbClr val="0000CC"/>
                </a:solidFill>
                <a:latin typeface="微软雅黑" panose="020B0503020204020204" pitchFamily="34" charset="-122"/>
                <a:ea typeface="微软雅黑" panose="020B0503020204020204" pitchFamily="34" charset="-122"/>
              </a:rPr>
              <a:t>AP</a:t>
            </a:r>
            <a:r>
              <a:rPr lang="zh-CN" altLang="en-US" sz="1600" b="1" dirty="0">
                <a:solidFill>
                  <a:srgbClr val="0000CC"/>
                </a:solidFill>
                <a:latin typeface="微软雅黑" panose="020B0503020204020204" pitchFamily="34" charset="-122"/>
                <a:ea typeface="微软雅黑" panose="020B0503020204020204" pitchFamily="34" charset="-122"/>
              </a:rPr>
              <a:t>地址</a:t>
            </a:r>
            <a:endParaRPr kumimoji="0" lang="zh-CN" altLang="en-US"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endParaRPr>
          </a:p>
        </p:txBody>
      </p:sp>
      <p:sp>
        <p:nvSpPr>
          <p:cNvPr id="9" name="文本框 8">
            <a:extLst>
              <a:ext uri="{FF2B5EF4-FFF2-40B4-BE49-F238E27FC236}">
                <a16:creationId xmlns:a16="http://schemas.microsoft.com/office/drawing/2014/main" id="{2A7F351A-D30A-439C-EB73-FE485C74A290}"/>
              </a:ext>
            </a:extLst>
          </p:cNvPr>
          <p:cNvSpPr txBox="1"/>
          <p:nvPr/>
        </p:nvSpPr>
        <p:spPr>
          <a:xfrm>
            <a:off x="4594619" y="2146025"/>
            <a:ext cx="1312495" cy="338554"/>
          </a:xfrm>
          <a:prstGeom prst="rect">
            <a:avLst/>
          </a:prstGeom>
          <a:noFill/>
        </p:spPr>
        <p:txBody>
          <a:bodyPr wrap="square">
            <a:spAutoFit/>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lang="zh-CN" altLang="en-US" sz="1600" b="1" dirty="0">
                <a:solidFill>
                  <a:srgbClr val="0000CC"/>
                </a:solidFill>
                <a:latin typeface="微软雅黑" panose="020B0503020204020204" pitchFamily="34" charset="-122"/>
                <a:ea typeface="微软雅黑" panose="020B0503020204020204" pitchFamily="34" charset="-122"/>
              </a:rPr>
              <a:t>发送</a:t>
            </a:r>
            <a:r>
              <a:rPr lang="en-US" altLang="zh-CN" sz="1600" b="1" dirty="0">
                <a:solidFill>
                  <a:srgbClr val="0000CC"/>
                </a:solidFill>
                <a:latin typeface="微软雅黑" panose="020B0503020204020204" pitchFamily="34" charset="-122"/>
                <a:ea typeface="微软雅黑" panose="020B0503020204020204" pitchFamily="34" charset="-122"/>
              </a:rPr>
              <a:t>AP</a:t>
            </a:r>
            <a:r>
              <a:rPr lang="zh-CN" altLang="en-US" sz="1600" b="1" dirty="0">
                <a:solidFill>
                  <a:srgbClr val="0000CC"/>
                </a:solidFill>
                <a:latin typeface="微软雅黑" panose="020B0503020204020204" pitchFamily="34" charset="-122"/>
                <a:ea typeface="微软雅黑" panose="020B0503020204020204" pitchFamily="34" charset="-122"/>
              </a:rPr>
              <a:t>地址</a:t>
            </a:r>
            <a:endParaRPr kumimoji="0" lang="zh-CN" altLang="en-US"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endParaRPr>
          </a:p>
        </p:txBody>
      </p:sp>
      <p:sp>
        <p:nvSpPr>
          <p:cNvPr id="10" name="文本框 2">
            <a:extLst>
              <a:ext uri="{FF2B5EF4-FFF2-40B4-BE49-F238E27FC236}">
                <a16:creationId xmlns:a16="http://schemas.microsoft.com/office/drawing/2014/main" id="{9B61F8E4-E416-85B8-9DF2-7CBEDD00E364}"/>
              </a:ext>
            </a:extLst>
          </p:cNvPr>
          <p:cNvSpPr txBox="1"/>
          <p:nvPr/>
        </p:nvSpPr>
        <p:spPr>
          <a:xfrm>
            <a:off x="6022629" y="2146025"/>
            <a:ext cx="1179871" cy="338554"/>
          </a:xfrm>
          <a:prstGeom prst="rect">
            <a:avLst/>
          </a:prstGeom>
          <a:noFill/>
        </p:spPr>
        <p:txBody>
          <a:bodyPr wrap="squar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pPr lvl="0" algn="ctr">
              <a:spcBef>
                <a:spcPct val="20000"/>
              </a:spcBef>
              <a:buClr>
                <a:schemeClr val="folHlink"/>
              </a:buClr>
              <a:buSzPct val="60000"/>
            </a:pPr>
            <a:r>
              <a:rPr lang="en-US" altLang="zh-CN" sz="1600" b="1" dirty="0">
                <a:solidFill>
                  <a:srgbClr val="0000CC"/>
                </a:solidFill>
                <a:latin typeface="微软雅黑" panose="020B0503020204020204" pitchFamily="34" charset="-122"/>
                <a:ea typeface="微软雅黑" panose="020B0503020204020204" pitchFamily="34" charset="-122"/>
              </a:rPr>
              <a:t>-</a:t>
            </a:r>
            <a:endParaRPr kumimoji="0" lang="zh-CN" altLang="en-US"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endParaRPr>
          </a:p>
        </p:txBody>
      </p:sp>
      <p:sp>
        <p:nvSpPr>
          <p:cNvPr id="11" name="文本框 2">
            <a:extLst>
              <a:ext uri="{FF2B5EF4-FFF2-40B4-BE49-F238E27FC236}">
                <a16:creationId xmlns:a16="http://schemas.microsoft.com/office/drawing/2014/main" id="{5CFA7F72-12AD-CB6A-07C1-386A6122B065}"/>
              </a:ext>
            </a:extLst>
          </p:cNvPr>
          <p:cNvSpPr txBox="1"/>
          <p:nvPr/>
        </p:nvSpPr>
        <p:spPr>
          <a:xfrm>
            <a:off x="7448304" y="2146025"/>
            <a:ext cx="1179871" cy="338554"/>
          </a:xfrm>
          <a:prstGeom prst="rect">
            <a:avLst/>
          </a:prstGeom>
          <a:noFill/>
        </p:spPr>
        <p:txBody>
          <a:bodyPr wrap="squar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a:t>
            </a:r>
            <a:endParaRPr kumimoji="0" lang="zh-CN" altLang="en-US"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endParaRPr>
          </a:p>
        </p:txBody>
      </p:sp>
      <p:sp>
        <p:nvSpPr>
          <p:cNvPr id="2" name="文本框 2">
            <a:extLst>
              <a:ext uri="{FF2B5EF4-FFF2-40B4-BE49-F238E27FC236}">
                <a16:creationId xmlns:a16="http://schemas.microsoft.com/office/drawing/2014/main" id="{B9B71E3C-F7DD-272E-2DD3-D6F66E8DEA5B}"/>
              </a:ext>
            </a:extLst>
          </p:cNvPr>
          <p:cNvSpPr txBox="1"/>
          <p:nvPr/>
        </p:nvSpPr>
        <p:spPr>
          <a:xfrm>
            <a:off x="585639" y="2146025"/>
            <a:ext cx="1179871" cy="338554"/>
          </a:xfrm>
          <a:prstGeom prst="rect">
            <a:avLst/>
          </a:prstGeom>
          <a:noFill/>
        </p:spPr>
        <p:txBody>
          <a:bodyPr wrap="squar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1</a:t>
            </a:r>
            <a:endParaRPr kumimoji="0" lang="zh-CN" altLang="en-US"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endParaRPr>
          </a:p>
        </p:txBody>
      </p:sp>
      <p:sp>
        <p:nvSpPr>
          <p:cNvPr id="12" name="文本框 2">
            <a:extLst>
              <a:ext uri="{FF2B5EF4-FFF2-40B4-BE49-F238E27FC236}">
                <a16:creationId xmlns:a16="http://schemas.microsoft.com/office/drawing/2014/main" id="{567BBBFD-9DC1-E047-7888-331A92812B4C}"/>
              </a:ext>
            </a:extLst>
          </p:cNvPr>
          <p:cNvSpPr txBox="1"/>
          <p:nvPr/>
        </p:nvSpPr>
        <p:spPr>
          <a:xfrm>
            <a:off x="1958697" y="2146025"/>
            <a:ext cx="1179871" cy="338554"/>
          </a:xfrm>
          <a:prstGeom prst="rect">
            <a:avLst/>
          </a:prstGeom>
          <a:noFill/>
        </p:spPr>
        <p:txBody>
          <a:bodyPr wrap="squar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1</a:t>
            </a:r>
            <a:endParaRPr kumimoji="0" lang="zh-CN" altLang="en-US" sz="16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041612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1000"/>
                                        <p:tgtEl>
                                          <p:spTgt spid="5">
                                            <p:txEl>
                                              <p:pRg st="0" end="0"/>
                                            </p:txEl>
                                          </p:spTgt>
                                        </p:tgtEl>
                                      </p:cBhvr>
                                    </p:animEffect>
                                    <p:anim calcmode="lin" valueType="num">
                                      <p:cBhvr>
                                        <p:cTn id="8"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5">
                                            <p:txEl>
                                              <p:pRg st="1" end="1"/>
                                            </p:txEl>
                                          </p:spTgt>
                                        </p:tgtEl>
                                        <p:attrNameLst>
                                          <p:attrName>style.visibility</p:attrName>
                                        </p:attrNameLst>
                                      </p:cBhvr>
                                      <p:to>
                                        <p:strVal val="visible"/>
                                      </p:to>
                                    </p:set>
                                    <p:animEffect transition="in" filter="fade">
                                      <p:cBhvr>
                                        <p:cTn id="14" dur="1000"/>
                                        <p:tgtEl>
                                          <p:spTgt spid="5">
                                            <p:txEl>
                                              <p:pRg st="1" end="1"/>
                                            </p:txEl>
                                          </p:spTgt>
                                        </p:tgtEl>
                                      </p:cBhvr>
                                    </p:animEffect>
                                    <p:anim calcmode="lin" valueType="num">
                                      <p:cBhvr>
                                        <p:cTn id="15"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
                                            <p:txEl>
                                              <p:pRg st="2" end="2"/>
                                            </p:txEl>
                                          </p:spTgt>
                                        </p:tgtEl>
                                        <p:attrNameLst>
                                          <p:attrName>style.visibility</p:attrName>
                                        </p:attrNameLst>
                                      </p:cBhvr>
                                      <p:to>
                                        <p:strVal val="visible"/>
                                      </p:to>
                                    </p:set>
                                    <p:animEffect transition="in" filter="fade">
                                      <p:cBhvr>
                                        <p:cTn id="21" dur="1000"/>
                                        <p:tgtEl>
                                          <p:spTgt spid="5">
                                            <p:txEl>
                                              <p:pRg st="2" end="2"/>
                                            </p:txEl>
                                          </p:spTgt>
                                        </p:tgtEl>
                                      </p:cBhvr>
                                    </p:animEffect>
                                    <p:anim calcmode="lin" valueType="num">
                                      <p:cBhvr>
                                        <p:cTn id="22" dur="1000" fill="hold"/>
                                        <p:tgtEl>
                                          <p:spTgt spid="5">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5">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圆角矩形 2"/>
          <p:cNvSpPr/>
          <p:nvPr/>
        </p:nvSpPr>
        <p:spPr>
          <a:xfrm>
            <a:off x="512573" y="976973"/>
            <a:ext cx="8128800" cy="234099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p:cNvSpPr/>
          <p:nvPr/>
        </p:nvSpPr>
        <p:spPr>
          <a:xfrm>
            <a:off x="1560259" y="1017564"/>
            <a:ext cx="5784860" cy="338554"/>
          </a:xfrm>
          <a:prstGeom prst="rect">
            <a:avLst/>
          </a:prstGeom>
          <a:noFill/>
          <a:ln>
            <a:noFill/>
          </a:ln>
        </p:spPr>
        <p:txBody>
          <a:bodyPr wrap="square">
            <a:spAutoFit/>
          </a:bodyPr>
          <a:lstStyle/>
          <a:p>
            <a:pPr algn="ctr"/>
            <a:r>
              <a:rPr lang="zh-CN" altLang="en-US" sz="1600" b="1" dirty="0">
                <a:solidFill>
                  <a:srgbClr val="0000CC"/>
                </a:solidFill>
                <a:latin typeface="微软雅黑" pitchFamily="34" charset="-122"/>
                <a:ea typeface="微软雅黑" pitchFamily="34" charset="-122"/>
              </a:rPr>
              <a:t>站点 </a:t>
            </a:r>
            <a:r>
              <a:rPr lang="en-US" altLang="zh-CN" sz="1600" b="1" dirty="0">
                <a:solidFill>
                  <a:srgbClr val="0000CC"/>
                </a:solidFill>
                <a:latin typeface="微软雅黑" pitchFamily="34" charset="-122"/>
                <a:ea typeface="微软雅黑" pitchFamily="34" charset="-122"/>
              </a:rPr>
              <a:t>A </a:t>
            </a:r>
            <a:r>
              <a:rPr lang="zh-CN" altLang="en-US" sz="1600" b="1" dirty="0">
                <a:solidFill>
                  <a:srgbClr val="0000CC"/>
                </a:solidFill>
                <a:latin typeface="微软雅黑" pitchFamily="34" charset="-122"/>
                <a:ea typeface="微软雅黑" pitchFamily="34" charset="-122"/>
              </a:rPr>
              <a:t>向 </a:t>
            </a:r>
            <a:r>
              <a:rPr lang="en-US" altLang="zh-CN" sz="1600" b="1" dirty="0">
                <a:solidFill>
                  <a:srgbClr val="0000CC"/>
                </a:solidFill>
                <a:latin typeface="微软雅黑" pitchFamily="34" charset="-122"/>
                <a:ea typeface="微软雅黑" pitchFamily="34" charset="-122"/>
              </a:rPr>
              <a:t>B </a:t>
            </a:r>
            <a:r>
              <a:rPr lang="zh-CN" altLang="en-US" sz="1600" b="1" dirty="0">
                <a:solidFill>
                  <a:srgbClr val="0000CC"/>
                </a:solidFill>
                <a:latin typeface="微软雅黑" pitchFamily="34" charset="-122"/>
                <a:ea typeface="微软雅黑" pitchFamily="34" charset="-122"/>
              </a:rPr>
              <a:t>发送数据帧，数据帧必须经过 </a:t>
            </a:r>
            <a:r>
              <a:rPr lang="en-US" altLang="zh-CN" sz="1600" b="1" dirty="0">
                <a:solidFill>
                  <a:srgbClr val="0000CC"/>
                </a:solidFill>
                <a:latin typeface="微软雅黑" pitchFamily="34" charset="-122"/>
                <a:ea typeface="微软雅黑" pitchFamily="34" charset="-122"/>
              </a:rPr>
              <a:t>AP</a:t>
            </a:r>
            <a:r>
              <a:rPr lang="en-US" altLang="zh-CN" sz="1600" b="1" baseline="-25000" dirty="0">
                <a:solidFill>
                  <a:srgbClr val="0000CC"/>
                </a:solidFill>
                <a:latin typeface="微软雅黑" pitchFamily="34" charset="-122"/>
                <a:ea typeface="微软雅黑" pitchFamily="34" charset="-122"/>
              </a:rPr>
              <a:t>1</a:t>
            </a:r>
            <a:r>
              <a:rPr lang="en-US" altLang="zh-CN" sz="1600" b="1" dirty="0">
                <a:solidFill>
                  <a:srgbClr val="0000CC"/>
                </a:solidFill>
                <a:latin typeface="微软雅黑" pitchFamily="34" charset="-122"/>
                <a:ea typeface="微软雅黑" pitchFamily="34" charset="-122"/>
              </a:rPr>
              <a:t> </a:t>
            </a:r>
            <a:r>
              <a:rPr lang="zh-CN" altLang="en-US" sz="1600" b="1" dirty="0">
                <a:solidFill>
                  <a:srgbClr val="0000CC"/>
                </a:solidFill>
                <a:latin typeface="微软雅黑" pitchFamily="34" charset="-122"/>
                <a:ea typeface="微软雅黑" pitchFamily="34" charset="-122"/>
              </a:rPr>
              <a:t>转发。</a:t>
            </a:r>
          </a:p>
        </p:txBody>
      </p:sp>
      <p:sp>
        <p:nvSpPr>
          <p:cNvPr id="61" name="Oval 132"/>
          <p:cNvSpPr>
            <a:spLocks noChangeArrowheads="1"/>
          </p:cNvSpPr>
          <p:nvPr/>
        </p:nvSpPr>
        <p:spPr bwMode="auto">
          <a:xfrm>
            <a:off x="1108890" y="1904583"/>
            <a:ext cx="1777953" cy="1040299"/>
          </a:xfrm>
          <a:prstGeom prst="ellipse">
            <a:avLst/>
          </a:prstGeom>
          <a:solidFill>
            <a:schemeClr val="bg1"/>
          </a:solidFill>
          <a:ln w="6350">
            <a:solidFill>
              <a:schemeClr val="tx1"/>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 name="Line 76"/>
          <p:cNvSpPr>
            <a:spLocks noChangeShapeType="1"/>
          </p:cNvSpPr>
          <p:nvPr/>
        </p:nvSpPr>
        <p:spPr bwMode="auto">
          <a:xfrm>
            <a:off x="3574268" y="2152377"/>
            <a:ext cx="56864" cy="39625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 name="Oval 77"/>
          <p:cNvSpPr>
            <a:spLocks noChangeArrowheads="1"/>
          </p:cNvSpPr>
          <p:nvPr/>
        </p:nvSpPr>
        <p:spPr bwMode="auto">
          <a:xfrm>
            <a:off x="4376684" y="1379819"/>
            <a:ext cx="3668372" cy="1744812"/>
          </a:xfrm>
          <a:prstGeom prst="ellipse">
            <a:avLst/>
          </a:prstGeom>
          <a:solidFill>
            <a:schemeClr val="bg1"/>
          </a:solidFill>
          <a:ln w="6350">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7" name="Picture 78" descr="D-Link%20DI-713P%20Wireless%20Broadband%20route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5633" y="1800326"/>
            <a:ext cx="596442" cy="429001"/>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79"/>
          <p:cNvSpPr txBox="1">
            <a:spLocks noChangeArrowheads="1"/>
          </p:cNvSpPr>
          <p:nvPr/>
        </p:nvSpPr>
        <p:spPr bwMode="auto">
          <a:xfrm>
            <a:off x="5015028" y="1725340"/>
            <a:ext cx="46358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1</a:t>
            </a:r>
          </a:p>
        </p:txBody>
      </p:sp>
      <p:sp>
        <p:nvSpPr>
          <p:cNvPr id="47" name="Text Box 118"/>
          <p:cNvSpPr txBox="1">
            <a:spLocks noChangeArrowheads="1"/>
          </p:cNvSpPr>
          <p:nvPr/>
        </p:nvSpPr>
        <p:spPr bwMode="auto">
          <a:xfrm>
            <a:off x="6268365" y="1508330"/>
            <a:ext cx="526295" cy="264086"/>
          </a:xfrm>
          <a:prstGeom prst="rect">
            <a:avLst/>
          </a:prstGeom>
          <a:noFill/>
          <a:ln>
            <a:noFill/>
          </a:ln>
          <a:effectLst/>
        </p:spPr>
        <p:txBody>
          <a:bodyPr wrap="none">
            <a:spAutoFit/>
          </a:bodyPr>
          <a:lstStyle/>
          <a:p>
            <a:pPr>
              <a:lnSpc>
                <a:spcPct val="85000"/>
              </a:lnSpc>
            </a:pPr>
            <a:r>
              <a:rPr kumimoji="1" lang="en-US" altLang="zh-CN" sz="1100" b="1" dirty="0">
                <a:latin typeface="微软雅黑" panose="020B0503020204020204" pitchFamily="34" charset="-122"/>
                <a:ea typeface="微软雅黑" panose="020B0503020204020204" pitchFamily="34" charset="-122"/>
              </a:rPr>
              <a:t>BSS</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8" name="Text Box 119"/>
          <p:cNvSpPr txBox="1">
            <a:spLocks noChangeArrowheads="1"/>
          </p:cNvSpPr>
          <p:nvPr/>
        </p:nvSpPr>
        <p:spPr bwMode="auto">
          <a:xfrm>
            <a:off x="7610361" y="1844282"/>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anose="020B0503020204020204" pitchFamily="34" charset="-122"/>
                <a:ea typeface="微软雅黑" panose="020B0503020204020204" pitchFamily="34" charset="-122"/>
              </a:rPr>
              <a:t>A</a:t>
            </a:r>
            <a:endParaRPr kumimoji="1"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9" name="Text Box 120"/>
          <p:cNvSpPr txBox="1">
            <a:spLocks noChangeArrowheads="1"/>
          </p:cNvSpPr>
          <p:nvPr/>
        </p:nvSpPr>
        <p:spPr bwMode="auto">
          <a:xfrm>
            <a:off x="7058211" y="2574273"/>
            <a:ext cx="2904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anose="020B0503020204020204" pitchFamily="34" charset="-122"/>
                <a:ea typeface="微软雅黑" panose="020B0503020204020204" pitchFamily="34" charset="-122"/>
              </a:rPr>
              <a:t>B</a:t>
            </a:r>
            <a:endParaRPr kumimoji="1" lang="en-US" altLang="zh-CN" sz="1200" b="1" baseline="-25000" dirty="0">
              <a:solidFill>
                <a:srgbClr val="C00000"/>
              </a:solidFill>
              <a:latin typeface="微软雅黑" panose="020B0503020204020204" pitchFamily="34" charset="-122"/>
              <a:ea typeface="微软雅黑" panose="020B0503020204020204" pitchFamily="34" charset="-122"/>
            </a:endParaRPr>
          </a:p>
        </p:txBody>
      </p:sp>
      <p:grpSp>
        <p:nvGrpSpPr>
          <p:cNvPr id="2" name="组合 1">
            <a:extLst>
              <a:ext uri="{FF2B5EF4-FFF2-40B4-BE49-F238E27FC236}">
                <a16:creationId xmlns:a16="http://schemas.microsoft.com/office/drawing/2014/main" id="{6972191F-2E63-7DEE-29AB-DEBB43E16A93}"/>
              </a:ext>
            </a:extLst>
          </p:cNvPr>
          <p:cNvGrpSpPr/>
          <p:nvPr/>
        </p:nvGrpSpPr>
        <p:grpSpPr>
          <a:xfrm>
            <a:off x="5294092" y="1805247"/>
            <a:ext cx="2087978" cy="347130"/>
            <a:chOff x="5294092" y="1805247"/>
            <a:chExt cx="2087978" cy="347130"/>
          </a:xfrm>
        </p:grpSpPr>
        <p:sp>
          <p:nvSpPr>
            <p:cNvPr id="50" name="Line 121"/>
            <p:cNvSpPr>
              <a:spLocks noChangeShapeType="1"/>
            </p:cNvSpPr>
            <p:nvPr/>
          </p:nvSpPr>
          <p:spPr bwMode="auto">
            <a:xfrm flipH="1">
              <a:off x="5294092" y="1961346"/>
              <a:ext cx="2087978" cy="17465"/>
            </a:xfrm>
            <a:prstGeom prst="line">
              <a:avLst/>
            </a:prstGeom>
            <a:noFill/>
            <a:ln w="28575">
              <a:solidFill>
                <a:srgbClr val="0066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Rectangle 122"/>
            <p:cNvSpPr>
              <a:spLocks noChangeArrowheads="1"/>
            </p:cNvSpPr>
            <p:nvPr/>
          </p:nvSpPr>
          <p:spPr bwMode="auto">
            <a:xfrm>
              <a:off x="6039645" y="1805247"/>
              <a:ext cx="859280" cy="347130"/>
            </a:xfrm>
            <a:prstGeom prst="rect">
              <a:avLst/>
            </a:prstGeom>
            <a:solidFill>
              <a:srgbClr val="0070C0"/>
            </a:solidFill>
            <a:ln w="6350">
              <a:solidFill>
                <a:schemeClr val="tx1"/>
              </a:solidFill>
              <a:miter lim="800000"/>
              <a:headEnd/>
              <a:tailEnd/>
            </a:ln>
            <a:effectLst/>
          </p:spPr>
          <p:txBody>
            <a:bodyPr wrap="none"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去往 </a:t>
              </a:r>
              <a:r>
                <a:rPr lang="en-US" altLang="zh-CN" sz="1100" b="1" dirty="0">
                  <a:solidFill>
                    <a:schemeClr val="bg1"/>
                  </a:solidFill>
                  <a:latin typeface="微软雅黑" panose="020B0503020204020204" pitchFamily="34" charset="-122"/>
                  <a:ea typeface="微软雅黑" panose="020B0503020204020204" pitchFamily="34" charset="-122"/>
                </a:rPr>
                <a:t>DS = 1</a:t>
              </a:r>
            </a:p>
            <a:p>
              <a:pPr algn="ctr"/>
              <a:r>
                <a:rPr lang="zh-CN" altLang="en-US" sz="1100" b="1" dirty="0">
                  <a:solidFill>
                    <a:schemeClr val="bg1"/>
                  </a:solidFill>
                  <a:latin typeface="微软雅黑" panose="020B0503020204020204" pitchFamily="34" charset="-122"/>
                  <a:ea typeface="微软雅黑" panose="020B0503020204020204" pitchFamily="34" charset="-122"/>
                </a:rPr>
                <a:t>来自 </a:t>
              </a:r>
              <a:r>
                <a:rPr lang="en-US" altLang="zh-CN" sz="1100" b="1" dirty="0">
                  <a:solidFill>
                    <a:schemeClr val="bg1"/>
                  </a:solidFill>
                  <a:latin typeface="微软雅黑" panose="020B0503020204020204" pitchFamily="34" charset="-122"/>
                  <a:ea typeface="微软雅黑" panose="020B0503020204020204" pitchFamily="34" charset="-122"/>
                </a:rPr>
                <a:t>DS = 0</a:t>
              </a:r>
            </a:p>
          </p:txBody>
        </p:sp>
      </p:grpSp>
      <p:sp>
        <p:nvSpPr>
          <p:cNvPr id="52" name="Line 123"/>
          <p:cNvSpPr>
            <a:spLocks noChangeShapeType="1"/>
          </p:cNvSpPr>
          <p:nvPr/>
        </p:nvSpPr>
        <p:spPr bwMode="auto">
          <a:xfrm flipV="1">
            <a:off x="3689259" y="2054132"/>
            <a:ext cx="1088001" cy="49123"/>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9" name="组合 8">
            <a:extLst>
              <a:ext uri="{FF2B5EF4-FFF2-40B4-BE49-F238E27FC236}">
                <a16:creationId xmlns:a16="http://schemas.microsoft.com/office/drawing/2014/main" id="{9D4B2693-D81C-CB03-EF61-4DC85591A6DD}"/>
              </a:ext>
            </a:extLst>
          </p:cNvPr>
          <p:cNvGrpSpPr/>
          <p:nvPr/>
        </p:nvGrpSpPr>
        <p:grpSpPr>
          <a:xfrm>
            <a:off x="5122236" y="2152377"/>
            <a:ext cx="1719826" cy="544711"/>
            <a:chOff x="5122236" y="2152377"/>
            <a:chExt cx="1719826" cy="544711"/>
          </a:xfrm>
        </p:grpSpPr>
        <p:sp>
          <p:nvSpPr>
            <p:cNvPr id="53" name="Line 124"/>
            <p:cNvSpPr>
              <a:spLocks noChangeShapeType="1"/>
            </p:cNvSpPr>
            <p:nvPr/>
          </p:nvSpPr>
          <p:spPr bwMode="auto">
            <a:xfrm>
              <a:off x="5122236" y="2152377"/>
              <a:ext cx="1719826" cy="544711"/>
            </a:xfrm>
            <a:prstGeom prst="line">
              <a:avLst/>
            </a:prstGeom>
            <a:noFill/>
            <a:ln w="28575">
              <a:solidFill>
                <a:srgbClr val="0066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4" name="Rectangle 125"/>
            <p:cNvSpPr>
              <a:spLocks noChangeArrowheads="1"/>
            </p:cNvSpPr>
            <p:nvPr/>
          </p:nvSpPr>
          <p:spPr bwMode="auto">
            <a:xfrm rot="1192993">
              <a:off x="5580940" y="2251713"/>
              <a:ext cx="859280" cy="347130"/>
            </a:xfrm>
            <a:prstGeom prst="rect">
              <a:avLst/>
            </a:prstGeom>
            <a:solidFill>
              <a:srgbClr val="0070C0"/>
            </a:solidFill>
            <a:ln w="6350">
              <a:solidFill>
                <a:schemeClr val="tx1"/>
              </a:solidFill>
              <a:miter lim="800000"/>
              <a:headEnd/>
              <a:tailEnd/>
            </a:ln>
            <a:effectLst/>
          </p:spPr>
          <p:txBody>
            <a:bodyPr wrap="none"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去往 </a:t>
              </a:r>
              <a:r>
                <a:rPr lang="en-US" altLang="zh-CN" sz="1100" b="1" dirty="0">
                  <a:solidFill>
                    <a:schemeClr val="bg1"/>
                  </a:solidFill>
                  <a:latin typeface="微软雅黑" panose="020B0503020204020204" pitchFamily="34" charset="-122"/>
                  <a:ea typeface="微软雅黑" panose="020B0503020204020204" pitchFamily="34" charset="-122"/>
                </a:rPr>
                <a:t>DS = 0</a:t>
              </a:r>
            </a:p>
            <a:p>
              <a:pPr algn="ctr"/>
              <a:r>
                <a:rPr lang="zh-CN" altLang="en-US" sz="1100" b="1" dirty="0">
                  <a:solidFill>
                    <a:schemeClr val="bg1"/>
                  </a:solidFill>
                  <a:latin typeface="微软雅黑" panose="020B0503020204020204" pitchFamily="34" charset="-122"/>
                  <a:ea typeface="微软雅黑" panose="020B0503020204020204" pitchFamily="34" charset="-122"/>
                </a:rPr>
                <a:t>来自 </a:t>
              </a:r>
              <a:r>
                <a:rPr lang="en-US" altLang="zh-CN" sz="1100" b="1" dirty="0">
                  <a:solidFill>
                    <a:schemeClr val="bg1"/>
                  </a:solidFill>
                  <a:latin typeface="微软雅黑" panose="020B0503020204020204" pitchFamily="34" charset="-122"/>
                  <a:ea typeface="微软雅黑" panose="020B0503020204020204" pitchFamily="34" charset="-122"/>
                </a:rPr>
                <a:t>DS = 1</a:t>
              </a:r>
            </a:p>
          </p:txBody>
        </p:sp>
      </p:grpSp>
      <p:sp>
        <p:nvSpPr>
          <p:cNvPr id="55" name="Line 126"/>
          <p:cNvSpPr>
            <a:spLocks noChangeShapeType="1"/>
          </p:cNvSpPr>
          <p:nvPr/>
        </p:nvSpPr>
        <p:spPr bwMode="auto">
          <a:xfrm flipV="1">
            <a:off x="2543131" y="2103255"/>
            <a:ext cx="916144" cy="198672"/>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56" name="Picture 127" descr="D-Link%20DI-713P%20Wireless%20Broadband%20route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69435" y="2054132"/>
            <a:ext cx="596442" cy="429001"/>
          </a:xfrm>
          <a:prstGeom prst="rect">
            <a:avLst/>
          </a:prstGeom>
          <a:noFill/>
          <a:extLst>
            <a:ext uri="{909E8E84-426E-40DD-AFC4-6F175D3DCCD1}">
              <a14:hiddenFill xmlns:a14="http://schemas.microsoft.com/office/drawing/2010/main">
                <a:solidFill>
                  <a:srgbClr val="FFFFFF"/>
                </a:solidFill>
              </a14:hiddenFill>
            </a:ext>
          </a:extLst>
        </p:spPr>
      </p:pic>
      <p:pic>
        <p:nvPicPr>
          <p:cNvPr id="59" name="Picture 1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45547" y="2003918"/>
            <a:ext cx="477659" cy="1877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0" name="Text Box 131"/>
          <p:cNvSpPr txBox="1">
            <a:spLocks noChangeArrowheads="1"/>
          </p:cNvSpPr>
          <p:nvPr/>
        </p:nvSpPr>
        <p:spPr bwMode="auto">
          <a:xfrm>
            <a:off x="3402411" y="1805246"/>
            <a:ext cx="292350"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R</a:t>
            </a:r>
            <a:endParaRPr kumimoji="1" lang="en-US" altLang="zh-CN" sz="1100" b="1" baseline="-25000">
              <a:latin typeface="微软雅黑" panose="020B0503020204020204" pitchFamily="34" charset="-122"/>
              <a:ea typeface="微软雅黑" panose="020B0503020204020204" pitchFamily="34" charset="-122"/>
            </a:endParaRPr>
          </a:p>
        </p:txBody>
      </p:sp>
      <p:sp>
        <p:nvSpPr>
          <p:cNvPr id="62" name="Text Box 133"/>
          <p:cNvSpPr txBox="1">
            <a:spLocks noChangeArrowheads="1"/>
          </p:cNvSpPr>
          <p:nvPr/>
        </p:nvSpPr>
        <p:spPr bwMode="auto">
          <a:xfrm>
            <a:off x="1338874" y="2053042"/>
            <a:ext cx="526295" cy="264086"/>
          </a:xfrm>
          <a:prstGeom prst="rect">
            <a:avLst/>
          </a:prstGeom>
          <a:noFill/>
          <a:ln>
            <a:noFill/>
          </a:ln>
          <a:effectLst/>
        </p:spPr>
        <p:txBody>
          <a:bodyPr wrap="none">
            <a:spAutoFit/>
          </a:bodyPr>
          <a:lstStyle/>
          <a:p>
            <a:pPr>
              <a:lnSpc>
                <a:spcPct val="85000"/>
              </a:lnSpc>
            </a:pPr>
            <a:r>
              <a:rPr kumimoji="1" lang="en-US" altLang="zh-CN" sz="1100" b="1" dirty="0">
                <a:latin typeface="微软雅黑" panose="020B0503020204020204" pitchFamily="34" charset="-122"/>
                <a:ea typeface="微软雅黑" panose="020B0503020204020204" pitchFamily="34" charset="-122"/>
              </a:rPr>
              <a:t>BSS</a:t>
            </a:r>
            <a:r>
              <a:rPr kumimoji="1" lang="en-US" altLang="zh-CN" sz="1100" b="1" baseline="-25000" dirty="0">
                <a:latin typeface="微软雅黑" panose="020B0503020204020204" pitchFamily="34" charset="-122"/>
                <a:ea typeface="微软雅黑" panose="020B0503020204020204" pitchFamily="34" charset="-122"/>
              </a:rPr>
              <a:t>2</a:t>
            </a:r>
          </a:p>
        </p:txBody>
      </p:sp>
      <p:sp>
        <p:nvSpPr>
          <p:cNvPr id="63" name="Text Box 134"/>
          <p:cNvSpPr txBox="1">
            <a:spLocks noChangeArrowheads="1"/>
          </p:cNvSpPr>
          <p:nvPr/>
        </p:nvSpPr>
        <p:spPr bwMode="auto">
          <a:xfrm>
            <a:off x="2256282" y="1985408"/>
            <a:ext cx="46358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2</a:t>
            </a:r>
          </a:p>
        </p:txBody>
      </p:sp>
      <p:sp>
        <p:nvSpPr>
          <p:cNvPr id="75" name="Text Box 146"/>
          <p:cNvSpPr txBox="1">
            <a:spLocks noChangeArrowheads="1"/>
          </p:cNvSpPr>
          <p:nvPr/>
        </p:nvSpPr>
        <p:spPr bwMode="auto">
          <a:xfrm>
            <a:off x="1625721" y="2519139"/>
            <a:ext cx="289032"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anose="020B0503020204020204" pitchFamily="34" charset="-122"/>
                <a:ea typeface="微软雅黑" panose="020B0503020204020204" pitchFamily="34" charset="-122"/>
              </a:rPr>
              <a:t>C</a:t>
            </a:r>
            <a:endParaRPr kumimoji="1" lang="en-US" altLang="zh-CN" sz="1100" b="1" baseline="-25000" dirty="0">
              <a:latin typeface="微软雅黑" panose="020B0503020204020204" pitchFamily="34" charset="-122"/>
              <a:ea typeface="微软雅黑" panose="020B0503020204020204" pitchFamily="34" charset="-122"/>
            </a:endParaRPr>
          </a:p>
        </p:txBody>
      </p:sp>
      <p:sp>
        <p:nvSpPr>
          <p:cNvPr id="76" name="Text Box 147"/>
          <p:cNvSpPr txBox="1">
            <a:spLocks noChangeArrowheads="1"/>
          </p:cNvSpPr>
          <p:nvPr/>
        </p:nvSpPr>
        <p:spPr bwMode="auto">
          <a:xfrm>
            <a:off x="3575531" y="2151285"/>
            <a:ext cx="280735" cy="292472"/>
          </a:xfrm>
          <a:prstGeom prst="rect">
            <a:avLst/>
          </a:prstGeom>
          <a:noFill/>
          <a:ln w="28575">
            <a:noFill/>
            <a:miter lim="800000"/>
            <a:headEnd/>
            <a:tailEnd/>
          </a:ln>
          <a:effec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0</a:t>
            </a:r>
            <a:endParaRPr kumimoji="1" lang="en-US" altLang="zh-CN" sz="1100" b="1" baseline="-25000">
              <a:latin typeface="微软雅黑" panose="020B0503020204020204" pitchFamily="34" charset="-122"/>
              <a:ea typeface="微软雅黑" panose="020B0503020204020204" pitchFamily="34" charset="-122"/>
            </a:endParaRPr>
          </a:p>
        </p:txBody>
      </p:sp>
      <p:sp>
        <p:nvSpPr>
          <p:cNvPr id="77" name="Text Box 148"/>
          <p:cNvSpPr txBox="1">
            <a:spLocks noChangeArrowheads="1"/>
          </p:cNvSpPr>
          <p:nvPr/>
        </p:nvSpPr>
        <p:spPr bwMode="auto">
          <a:xfrm>
            <a:off x="3746125" y="1854368"/>
            <a:ext cx="280735"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1</a:t>
            </a:r>
            <a:endParaRPr kumimoji="1" lang="en-US" altLang="zh-CN" sz="1100" b="1" baseline="-25000">
              <a:latin typeface="微软雅黑" panose="020B0503020204020204" pitchFamily="34" charset="-122"/>
              <a:ea typeface="微软雅黑" panose="020B0503020204020204" pitchFamily="34" charset="-122"/>
            </a:endParaRPr>
          </a:p>
        </p:txBody>
      </p:sp>
      <p:sp>
        <p:nvSpPr>
          <p:cNvPr id="78" name="Text Box 149"/>
          <p:cNvSpPr txBox="1">
            <a:spLocks noChangeArrowheads="1"/>
          </p:cNvSpPr>
          <p:nvPr/>
        </p:nvSpPr>
        <p:spPr bwMode="auto">
          <a:xfrm>
            <a:off x="3115563" y="1919864"/>
            <a:ext cx="280735"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2</a:t>
            </a:r>
            <a:endParaRPr kumimoji="1" lang="en-US" altLang="zh-CN" sz="1100" b="1" baseline="-25000">
              <a:latin typeface="微软雅黑" panose="020B0503020204020204" pitchFamily="34" charset="-122"/>
              <a:ea typeface="微软雅黑" panose="020B0503020204020204" pitchFamily="34" charset="-122"/>
            </a:endParaRPr>
          </a:p>
        </p:txBody>
      </p:sp>
      <p:grpSp>
        <p:nvGrpSpPr>
          <p:cNvPr id="90" name="Group 107"/>
          <p:cNvGrpSpPr>
            <a:grpSpLocks/>
          </p:cNvGrpSpPr>
          <p:nvPr/>
        </p:nvGrpSpPr>
        <p:grpSpPr bwMode="auto">
          <a:xfrm>
            <a:off x="2910251" y="2377303"/>
            <a:ext cx="1420171" cy="791649"/>
            <a:chOff x="2248" y="820"/>
            <a:chExt cx="2248" cy="883"/>
          </a:xfrm>
        </p:grpSpPr>
        <p:grpSp>
          <p:nvGrpSpPr>
            <p:cNvPr id="91" name="Group 108"/>
            <p:cNvGrpSpPr>
              <a:grpSpLocks/>
            </p:cNvGrpSpPr>
            <p:nvPr/>
          </p:nvGrpSpPr>
          <p:grpSpPr bwMode="auto">
            <a:xfrm>
              <a:off x="3567" y="902"/>
              <a:ext cx="929" cy="759"/>
              <a:chOff x="3567" y="902"/>
              <a:chExt cx="929" cy="759"/>
            </a:xfrm>
          </p:grpSpPr>
          <p:grpSp>
            <p:nvGrpSpPr>
              <p:cNvPr id="121" name="Group 109"/>
              <p:cNvGrpSpPr>
                <a:grpSpLocks/>
              </p:cNvGrpSpPr>
              <p:nvPr/>
            </p:nvGrpSpPr>
            <p:grpSpPr bwMode="auto">
              <a:xfrm>
                <a:off x="3926" y="902"/>
                <a:ext cx="570" cy="611"/>
                <a:chOff x="3926" y="902"/>
                <a:chExt cx="570" cy="611"/>
              </a:xfrm>
            </p:grpSpPr>
            <p:grpSp>
              <p:nvGrpSpPr>
                <p:cNvPr id="126" name="Group 110"/>
                <p:cNvGrpSpPr>
                  <a:grpSpLocks/>
                </p:cNvGrpSpPr>
                <p:nvPr/>
              </p:nvGrpSpPr>
              <p:grpSpPr bwMode="auto">
                <a:xfrm>
                  <a:off x="4071" y="982"/>
                  <a:ext cx="425" cy="448"/>
                  <a:chOff x="4071" y="982"/>
                  <a:chExt cx="425" cy="448"/>
                </a:xfrm>
              </p:grpSpPr>
              <p:grpSp>
                <p:nvGrpSpPr>
                  <p:cNvPr id="136" name="Group 111"/>
                  <p:cNvGrpSpPr>
                    <a:grpSpLocks/>
                  </p:cNvGrpSpPr>
                  <p:nvPr/>
                </p:nvGrpSpPr>
                <p:grpSpPr bwMode="auto">
                  <a:xfrm>
                    <a:off x="4071" y="982"/>
                    <a:ext cx="425" cy="448"/>
                    <a:chOff x="4071" y="982"/>
                    <a:chExt cx="425" cy="448"/>
                  </a:xfrm>
                </p:grpSpPr>
                <p:grpSp>
                  <p:nvGrpSpPr>
                    <p:cNvPr id="138" name="Group 112"/>
                    <p:cNvGrpSpPr>
                      <a:grpSpLocks/>
                    </p:cNvGrpSpPr>
                    <p:nvPr/>
                  </p:nvGrpSpPr>
                  <p:grpSpPr bwMode="auto">
                    <a:xfrm>
                      <a:off x="4182" y="1010"/>
                      <a:ext cx="314" cy="366"/>
                      <a:chOff x="4182" y="1010"/>
                      <a:chExt cx="314" cy="366"/>
                    </a:xfrm>
                  </p:grpSpPr>
                  <p:grpSp>
                    <p:nvGrpSpPr>
                      <p:cNvPr id="142" name="Group 113"/>
                      <p:cNvGrpSpPr>
                        <a:grpSpLocks/>
                      </p:cNvGrpSpPr>
                      <p:nvPr/>
                    </p:nvGrpSpPr>
                    <p:grpSpPr bwMode="auto">
                      <a:xfrm>
                        <a:off x="4220" y="1010"/>
                        <a:ext cx="276" cy="366"/>
                        <a:chOff x="4220" y="1010"/>
                        <a:chExt cx="276" cy="366"/>
                      </a:xfrm>
                    </p:grpSpPr>
                    <p:sp>
                      <p:nvSpPr>
                        <p:cNvPr id="146" name="Oval 114"/>
                        <p:cNvSpPr>
                          <a:spLocks noChangeArrowheads="1"/>
                        </p:cNvSpPr>
                        <p:nvPr/>
                      </p:nvSpPr>
                      <p:spPr bwMode="auto">
                        <a:xfrm>
                          <a:off x="4365" y="1228"/>
                          <a:ext cx="131" cy="9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7" name="Oval 115"/>
                        <p:cNvSpPr>
                          <a:spLocks noChangeArrowheads="1"/>
                        </p:cNvSpPr>
                        <p:nvPr/>
                      </p:nvSpPr>
                      <p:spPr bwMode="auto">
                        <a:xfrm>
                          <a:off x="4254" y="1254"/>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8" name="Oval 116"/>
                        <p:cNvSpPr>
                          <a:spLocks noChangeArrowheads="1"/>
                        </p:cNvSpPr>
                        <p:nvPr/>
                      </p:nvSpPr>
                      <p:spPr bwMode="auto">
                        <a:xfrm>
                          <a:off x="4329" y="1091"/>
                          <a:ext cx="131" cy="96"/>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9" name="Oval 117"/>
                        <p:cNvSpPr>
                          <a:spLocks noChangeArrowheads="1"/>
                        </p:cNvSpPr>
                        <p:nvPr/>
                      </p:nvSpPr>
                      <p:spPr bwMode="auto">
                        <a:xfrm>
                          <a:off x="4220" y="1010"/>
                          <a:ext cx="166"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50" name="Freeform 118"/>
                        <p:cNvSpPr>
                          <a:spLocks/>
                        </p:cNvSpPr>
                        <p:nvPr/>
                      </p:nvSpPr>
                      <p:spPr bwMode="auto">
                        <a:xfrm>
                          <a:off x="4332" y="1092"/>
                          <a:ext cx="113" cy="208"/>
                        </a:xfrm>
                        <a:custGeom>
                          <a:avLst/>
                          <a:gdLst>
                            <a:gd name="T0" fmla="*/ 112 w 113"/>
                            <a:gd name="T1" fmla="*/ 205 h 208"/>
                            <a:gd name="T2" fmla="*/ 63 w 113"/>
                            <a:gd name="T3" fmla="*/ 207 h 208"/>
                            <a:gd name="T4" fmla="*/ 0 w 113"/>
                            <a:gd name="T5" fmla="*/ 0 h 208"/>
                            <a:gd name="T6" fmla="*/ 70 w 113"/>
                            <a:gd name="T7" fmla="*/ 15 h 208"/>
                            <a:gd name="T8" fmla="*/ 71 w 113"/>
                            <a:gd name="T9" fmla="*/ 117 h 208"/>
                            <a:gd name="T10" fmla="*/ 112 w 113"/>
                            <a:gd name="T11" fmla="*/ 205 h 208"/>
                          </a:gdLst>
                          <a:ahLst/>
                          <a:cxnLst>
                            <a:cxn ang="0">
                              <a:pos x="T0" y="T1"/>
                            </a:cxn>
                            <a:cxn ang="0">
                              <a:pos x="T2" y="T3"/>
                            </a:cxn>
                            <a:cxn ang="0">
                              <a:pos x="T4" y="T5"/>
                            </a:cxn>
                            <a:cxn ang="0">
                              <a:pos x="T6" y="T7"/>
                            </a:cxn>
                            <a:cxn ang="0">
                              <a:pos x="T8" y="T9"/>
                            </a:cxn>
                            <a:cxn ang="0">
                              <a:pos x="T10" y="T11"/>
                            </a:cxn>
                          </a:cxnLst>
                          <a:rect l="0" t="0" r="r" b="b"/>
                          <a:pathLst>
                            <a:path w="113" h="208">
                              <a:moveTo>
                                <a:pt x="112" y="205"/>
                              </a:moveTo>
                              <a:lnTo>
                                <a:pt x="63" y="207"/>
                              </a:lnTo>
                              <a:lnTo>
                                <a:pt x="0" y="0"/>
                              </a:lnTo>
                              <a:lnTo>
                                <a:pt x="70" y="15"/>
                              </a:lnTo>
                              <a:lnTo>
                                <a:pt x="71" y="117"/>
                              </a:lnTo>
                              <a:lnTo>
                                <a:pt x="112" y="205"/>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43" name="Oval 119"/>
                      <p:cNvSpPr>
                        <a:spLocks noChangeArrowheads="1"/>
                      </p:cNvSpPr>
                      <p:nvPr/>
                    </p:nvSpPr>
                    <p:spPr bwMode="auto">
                      <a:xfrm>
                        <a:off x="4182" y="1119"/>
                        <a:ext cx="240" cy="17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4" name="Oval 120"/>
                      <p:cNvSpPr>
                        <a:spLocks noChangeArrowheads="1"/>
                      </p:cNvSpPr>
                      <p:nvPr/>
                    </p:nvSpPr>
                    <p:spPr bwMode="auto">
                      <a:xfrm>
                        <a:off x="4182" y="1228"/>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5" name="Freeform 121"/>
                      <p:cNvSpPr>
                        <a:spLocks/>
                      </p:cNvSpPr>
                      <p:nvPr/>
                    </p:nvSpPr>
                    <p:spPr bwMode="auto">
                      <a:xfrm>
                        <a:off x="4235" y="1068"/>
                        <a:ext cx="121" cy="224"/>
                      </a:xfrm>
                      <a:custGeom>
                        <a:avLst/>
                        <a:gdLst>
                          <a:gd name="T0" fmla="*/ 110 w 121"/>
                          <a:gd name="T1" fmla="*/ 38 h 224"/>
                          <a:gd name="T2" fmla="*/ 97 w 121"/>
                          <a:gd name="T3" fmla="*/ 85 h 224"/>
                          <a:gd name="T4" fmla="*/ 120 w 121"/>
                          <a:gd name="T5" fmla="*/ 192 h 224"/>
                          <a:gd name="T6" fmla="*/ 72 w 121"/>
                          <a:gd name="T7" fmla="*/ 223 h 224"/>
                          <a:gd name="T8" fmla="*/ 0 w 121"/>
                          <a:gd name="T9" fmla="*/ 95 h 224"/>
                          <a:gd name="T10" fmla="*/ 57 w 121"/>
                          <a:gd name="T11" fmla="*/ 0 h 224"/>
                          <a:gd name="T12" fmla="*/ 110 w 121"/>
                          <a:gd name="T13" fmla="*/ 38 h 224"/>
                        </a:gdLst>
                        <a:ahLst/>
                        <a:cxnLst>
                          <a:cxn ang="0">
                            <a:pos x="T0" y="T1"/>
                          </a:cxn>
                          <a:cxn ang="0">
                            <a:pos x="T2" y="T3"/>
                          </a:cxn>
                          <a:cxn ang="0">
                            <a:pos x="T4" y="T5"/>
                          </a:cxn>
                          <a:cxn ang="0">
                            <a:pos x="T6" y="T7"/>
                          </a:cxn>
                          <a:cxn ang="0">
                            <a:pos x="T8" y="T9"/>
                          </a:cxn>
                          <a:cxn ang="0">
                            <a:pos x="T10" y="T11"/>
                          </a:cxn>
                          <a:cxn ang="0">
                            <a:pos x="T12" y="T13"/>
                          </a:cxn>
                        </a:cxnLst>
                        <a:rect l="0" t="0" r="r" b="b"/>
                        <a:pathLst>
                          <a:path w="121" h="224">
                            <a:moveTo>
                              <a:pt x="110" y="38"/>
                            </a:moveTo>
                            <a:lnTo>
                              <a:pt x="97" y="85"/>
                            </a:lnTo>
                            <a:lnTo>
                              <a:pt x="120" y="192"/>
                            </a:lnTo>
                            <a:lnTo>
                              <a:pt x="72" y="223"/>
                            </a:lnTo>
                            <a:lnTo>
                              <a:pt x="0" y="95"/>
                            </a:lnTo>
                            <a:lnTo>
                              <a:pt x="57" y="0"/>
                            </a:lnTo>
                            <a:lnTo>
                              <a:pt x="110" y="38"/>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39" name="Oval 122"/>
                    <p:cNvSpPr>
                      <a:spLocks noChangeArrowheads="1"/>
                    </p:cNvSpPr>
                    <p:nvPr/>
                  </p:nvSpPr>
                  <p:spPr bwMode="auto">
                    <a:xfrm>
                      <a:off x="4182" y="1336"/>
                      <a:ext cx="129" cy="9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0" name="Oval 123"/>
                    <p:cNvSpPr>
                      <a:spLocks noChangeArrowheads="1"/>
                    </p:cNvSpPr>
                    <p:nvPr/>
                  </p:nvSpPr>
                  <p:spPr bwMode="auto">
                    <a:xfrm>
                      <a:off x="4071" y="982"/>
                      <a:ext cx="168" cy="12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1" name="Freeform 124"/>
                    <p:cNvSpPr>
                      <a:spLocks/>
                    </p:cNvSpPr>
                    <p:nvPr/>
                  </p:nvSpPr>
                  <p:spPr bwMode="auto">
                    <a:xfrm>
                      <a:off x="4224" y="1313"/>
                      <a:ext cx="85" cy="39"/>
                    </a:xfrm>
                    <a:custGeom>
                      <a:avLst/>
                      <a:gdLst>
                        <a:gd name="T0" fmla="*/ 84 w 85"/>
                        <a:gd name="T1" fmla="*/ 24 h 39"/>
                        <a:gd name="T2" fmla="*/ 58 w 85"/>
                        <a:gd name="T3" fmla="*/ 38 h 39"/>
                        <a:gd name="T4" fmla="*/ 0 w 85"/>
                        <a:gd name="T5" fmla="*/ 18 h 39"/>
                        <a:gd name="T6" fmla="*/ 58 w 85"/>
                        <a:gd name="T7" fmla="*/ 0 h 39"/>
                        <a:gd name="T8" fmla="*/ 84 w 85"/>
                        <a:gd name="T9" fmla="*/ 24 h 39"/>
                      </a:gdLst>
                      <a:ahLst/>
                      <a:cxnLst>
                        <a:cxn ang="0">
                          <a:pos x="T0" y="T1"/>
                        </a:cxn>
                        <a:cxn ang="0">
                          <a:pos x="T2" y="T3"/>
                        </a:cxn>
                        <a:cxn ang="0">
                          <a:pos x="T4" y="T5"/>
                        </a:cxn>
                        <a:cxn ang="0">
                          <a:pos x="T6" y="T7"/>
                        </a:cxn>
                        <a:cxn ang="0">
                          <a:pos x="T8" y="T9"/>
                        </a:cxn>
                      </a:cxnLst>
                      <a:rect l="0" t="0" r="r" b="b"/>
                      <a:pathLst>
                        <a:path w="85" h="39">
                          <a:moveTo>
                            <a:pt x="84" y="24"/>
                          </a:moveTo>
                          <a:lnTo>
                            <a:pt x="58" y="38"/>
                          </a:lnTo>
                          <a:lnTo>
                            <a:pt x="0" y="18"/>
                          </a:lnTo>
                          <a:lnTo>
                            <a:pt x="58" y="0"/>
                          </a:lnTo>
                          <a:lnTo>
                            <a:pt x="84" y="24"/>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37" name="Freeform 125"/>
                  <p:cNvSpPr>
                    <a:spLocks/>
                  </p:cNvSpPr>
                  <p:nvPr/>
                </p:nvSpPr>
                <p:spPr bwMode="auto">
                  <a:xfrm>
                    <a:off x="4209" y="1042"/>
                    <a:ext cx="47" cy="68"/>
                  </a:xfrm>
                  <a:custGeom>
                    <a:avLst/>
                    <a:gdLst>
                      <a:gd name="T0" fmla="*/ 23 w 47"/>
                      <a:gd name="T1" fmla="*/ 0 h 68"/>
                      <a:gd name="T2" fmla="*/ 46 w 47"/>
                      <a:gd name="T3" fmla="*/ 1 h 68"/>
                      <a:gd name="T4" fmla="*/ 38 w 47"/>
                      <a:gd name="T5" fmla="*/ 67 h 68"/>
                      <a:gd name="T6" fmla="*/ 0 w 47"/>
                      <a:gd name="T7" fmla="*/ 54 h 68"/>
                      <a:gd name="T8" fmla="*/ 23 w 47"/>
                      <a:gd name="T9" fmla="*/ 0 h 68"/>
                    </a:gdLst>
                    <a:ahLst/>
                    <a:cxnLst>
                      <a:cxn ang="0">
                        <a:pos x="T0" y="T1"/>
                      </a:cxn>
                      <a:cxn ang="0">
                        <a:pos x="T2" y="T3"/>
                      </a:cxn>
                      <a:cxn ang="0">
                        <a:pos x="T4" y="T5"/>
                      </a:cxn>
                      <a:cxn ang="0">
                        <a:pos x="T6" y="T7"/>
                      </a:cxn>
                      <a:cxn ang="0">
                        <a:pos x="T8" y="T9"/>
                      </a:cxn>
                    </a:cxnLst>
                    <a:rect l="0" t="0" r="r" b="b"/>
                    <a:pathLst>
                      <a:path w="47" h="68">
                        <a:moveTo>
                          <a:pt x="23" y="0"/>
                        </a:moveTo>
                        <a:lnTo>
                          <a:pt x="46" y="1"/>
                        </a:lnTo>
                        <a:lnTo>
                          <a:pt x="38" y="67"/>
                        </a:lnTo>
                        <a:lnTo>
                          <a:pt x="0" y="54"/>
                        </a:lnTo>
                        <a:lnTo>
                          <a:pt x="23" y="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127" name="Group 126"/>
                <p:cNvGrpSpPr>
                  <a:grpSpLocks/>
                </p:cNvGrpSpPr>
                <p:nvPr/>
              </p:nvGrpSpPr>
              <p:grpSpPr bwMode="auto">
                <a:xfrm>
                  <a:off x="3926" y="902"/>
                  <a:ext cx="385" cy="556"/>
                  <a:chOff x="3926" y="902"/>
                  <a:chExt cx="385" cy="556"/>
                </a:xfrm>
              </p:grpSpPr>
              <p:sp>
                <p:nvSpPr>
                  <p:cNvPr id="130" name="Oval 127"/>
                  <p:cNvSpPr>
                    <a:spLocks noChangeArrowheads="1"/>
                  </p:cNvSpPr>
                  <p:nvPr/>
                </p:nvSpPr>
                <p:spPr bwMode="auto">
                  <a:xfrm>
                    <a:off x="3961" y="1228"/>
                    <a:ext cx="314" cy="23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1" name="Oval 128"/>
                  <p:cNvSpPr>
                    <a:spLocks noChangeArrowheads="1"/>
                  </p:cNvSpPr>
                  <p:nvPr/>
                </p:nvSpPr>
                <p:spPr bwMode="auto">
                  <a:xfrm>
                    <a:off x="3997" y="1065"/>
                    <a:ext cx="314" cy="23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2" name="Oval 129"/>
                  <p:cNvSpPr>
                    <a:spLocks noChangeArrowheads="1"/>
                  </p:cNvSpPr>
                  <p:nvPr/>
                </p:nvSpPr>
                <p:spPr bwMode="auto">
                  <a:xfrm>
                    <a:off x="3926" y="902"/>
                    <a:ext cx="241" cy="17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3" name="Oval 130"/>
                  <p:cNvSpPr>
                    <a:spLocks noChangeArrowheads="1"/>
                  </p:cNvSpPr>
                  <p:nvPr/>
                </p:nvSpPr>
                <p:spPr bwMode="auto">
                  <a:xfrm>
                    <a:off x="4071" y="1010"/>
                    <a:ext cx="131" cy="9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4" name="Freeform 131"/>
                  <p:cNvSpPr>
                    <a:spLocks/>
                  </p:cNvSpPr>
                  <p:nvPr/>
                </p:nvSpPr>
                <p:spPr bwMode="auto">
                  <a:xfrm>
                    <a:off x="4000" y="990"/>
                    <a:ext cx="208" cy="202"/>
                  </a:xfrm>
                  <a:custGeom>
                    <a:avLst/>
                    <a:gdLst>
                      <a:gd name="T0" fmla="*/ 146 w 208"/>
                      <a:gd name="T1" fmla="*/ 8 h 202"/>
                      <a:gd name="T2" fmla="*/ 145 w 208"/>
                      <a:gd name="T3" fmla="*/ 32 h 202"/>
                      <a:gd name="T4" fmla="*/ 194 w 208"/>
                      <a:gd name="T5" fmla="*/ 77 h 202"/>
                      <a:gd name="T6" fmla="*/ 207 w 208"/>
                      <a:gd name="T7" fmla="*/ 82 h 202"/>
                      <a:gd name="T8" fmla="*/ 133 w 208"/>
                      <a:gd name="T9" fmla="*/ 201 h 202"/>
                      <a:gd name="T10" fmla="*/ 0 w 208"/>
                      <a:gd name="T11" fmla="*/ 0 h 202"/>
                      <a:gd name="T12" fmla="*/ 146 w 208"/>
                      <a:gd name="T13" fmla="*/ 8 h 202"/>
                    </a:gdLst>
                    <a:ahLst/>
                    <a:cxnLst>
                      <a:cxn ang="0">
                        <a:pos x="T0" y="T1"/>
                      </a:cxn>
                      <a:cxn ang="0">
                        <a:pos x="T2" y="T3"/>
                      </a:cxn>
                      <a:cxn ang="0">
                        <a:pos x="T4" y="T5"/>
                      </a:cxn>
                      <a:cxn ang="0">
                        <a:pos x="T6" y="T7"/>
                      </a:cxn>
                      <a:cxn ang="0">
                        <a:pos x="T8" y="T9"/>
                      </a:cxn>
                      <a:cxn ang="0">
                        <a:pos x="T10" y="T11"/>
                      </a:cxn>
                      <a:cxn ang="0">
                        <a:pos x="T12" y="T13"/>
                      </a:cxn>
                    </a:cxnLst>
                    <a:rect l="0" t="0" r="r" b="b"/>
                    <a:pathLst>
                      <a:path w="208" h="202">
                        <a:moveTo>
                          <a:pt x="146" y="8"/>
                        </a:moveTo>
                        <a:lnTo>
                          <a:pt x="145" y="32"/>
                        </a:lnTo>
                        <a:lnTo>
                          <a:pt x="194" y="77"/>
                        </a:lnTo>
                        <a:lnTo>
                          <a:pt x="207" y="82"/>
                        </a:lnTo>
                        <a:lnTo>
                          <a:pt x="133" y="201"/>
                        </a:lnTo>
                        <a:lnTo>
                          <a:pt x="0" y="0"/>
                        </a:lnTo>
                        <a:lnTo>
                          <a:pt x="146" y="8"/>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sp>
                <p:nvSpPr>
                  <p:cNvPr id="135" name="Freeform 132"/>
                  <p:cNvSpPr>
                    <a:spLocks/>
                  </p:cNvSpPr>
                  <p:nvPr/>
                </p:nvSpPr>
                <p:spPr bwMode="auto">
                  <a:xfrm>
                    <a:off x="4103" y="1271"/>
                    <a:ext cx="133" cy="54"/>
                  </a:xfrm>
                  <a:custGeom>
                    <a:avLst/>
                    <a:gdLst>
                      <a:gd name="T0" fmla="*/ 117 w 133"/>
                      <a:gd name="T1" fmla="*/ 8 h 54"/>
                      <a:gd name="T2" fmla="*/ 132 w 133"/>
                      <a:gd name="T3" fmla="*/ 25 h 54"/>
                      <a:gd name="T4" fmla="*/ 0 w 133"/>
                      <a:gd name="T5" fmla="*/ 53 h 54"/>
                      <a:gd name="T6" fmla="*/ 4 w 133"/>
                      <a:gd name="T7" fmla="*/ 0 h 54"/>
                      <a:gd name="T8" fmla="*/ 117 w 133"/>
                      <a:gd name="T9" fmla="*/ 8 h 54"/>
                    </a:gdLst>
                    <a:ahLst/>
                    <a:cxnLst>
                      <a:cxn ang="0">
                        <a:pos x="T0" y="T1"/>
                      </a:cxn>
                      <a:cxn ang="0">
                        <a:pos x="T2" y="T3"/>
                      </a:cxn>
                      <a:cxn ang="0">
                        <a:pos x="T4" y="T5"/>
                      </a:cxn>
                      <a:cxn ang="0">
                        <a:pos x="T6" y="T7"/>
                      </a:cxn>
                      <a:cxn ang="0">
                        <a:pos x="T8" y="T9"/>
                      </a:cxn>
                    </a:cxnLst>
                    <a:rect l="0" t="0" r="r" b="b"/>
                    <a:pathLst>
                      <a:path w="133" h="54">
                        <a:moveTo>
                          <a:pt x="117" y="8"/>
                        </a:moveTo>
                        <a:lnTo>
                          <a:pt x="132" y="25"/>
                        </a:lnTo>
                        <a:lnTo>
                          <a:pt x="0" y="53"/>
                        </a:lnTo>
                        <a:lnTo>
                          <a:pt x="4" y="0"/>
                        </a:lnTo>
                        <a:lnTo>
                          <a:pt x="117" y="8"/>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28" name="Oval 133"/>
                <p:cNvSpPr>
                  <a:spLocks noChangeArrowheads="1"/>
                </p:cNvSpPr>
                <p:nvPr/>
              </p:nvSpPr>
              <p:spPr bwMode="auto">
                <a:xfrm>
                  <a:off x="3926" y="1391"/>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9" name="Freeform 134"/>
                <p:cNvSpPr>
                  <a:spLocks/>
                </p:cNvSpPr>
                <p:nvPr/>
              </p:nvSpPr>
              <p:spPr bwMode="auto">
                <a:xfrm>
                  <a:off x="4041" y="1378"/>
                  <a:ext cx="87" cy="65"/>
                </a:xfrm>
                <a:custGeom>
                  <a:avLst/>
                  <a:gdLst>
                    <a:gd name="T0" fmla="*/ 34 w 87"/>
                    <a:gd name="T1" fmla="*/ 64 h 65"/>
                    <a:gd name="T2" fmla="*/ 86 w 87"/>
                    <a:gd name="T3" fmla="*/ 41 h 65"/>
                    <a:gd name="T4" fmla="*/ 27 w 87"/>
                    <a:gd name="T5" fmla="*/ 0 h 65"/>
                    <a:gd name="T6" fmla="*/ 0 w 87"/>
                    <a:gd name="T7" fmla="*/ 23 h 65"/>
                    <a:gd name="T8" fmla="*/ 34 w 87"/>
                    <a:gd name="T9" fmla="*/ 64 h 65"/>
                  </a:gdLst>
                  <a:ahLst/>
                  <a:cxnLst>
                    <a:cxn ang="0">
                      <a:pos x="T0" y="T1"/>
                    </a:cxn>
                    <a:cxn ang="0">
                      <a:pos x="T2" y="T3"/>
                    </a:cxn>
                    <a:cxn ang="0">
                      <a:pos x="T4" y="T5"/>
                    </a:cxn>
                    <a:cxn ang="0">
                      <a:pos x="T6" y="T7"/>
                    </a:cxn>
                    <a:cxn ang="0">
                      <a:pos x="T8" y="T9"/>
                    </a:cxn>
                  </a:cxnLst>
                  <a:rect l="0" t="0" r="r" b="b"/>
                  <a:pathLst>
                    <a:path w="87" h="65">
                      <a:moveTo>
                        <a:pt x="34" y="64"/>
                      </a:moveTo>
                      <a:lnTo>
                        <a:pt x="86" y="41"/>
                      </a:lnTo>
                      <a:lnTo>
                        <a:pt x="27" y="0"/>
                      </a:lnTo>
                      <a:lnTo>
                        <a:pt x="0" y="23"/>
                      </a:lnTo>
                      <a:lnTo>
                        <a:pt x="34" y="64"/>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22" name="Oval 135"/>
              <p:cNvSpPr>
                <a:spLocks noChangeArrowheads="1"/>
              </p:cNvSpPr>
              <p:nvPr/>
            </p:nvSpPr>
            <p:spPr bwMode="auto">
              <a:xfrm>
                <a:off x="3567" y="1513"/>
                <a:ext cx="204" cy="148"/>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3" name="Oval 136"/>
              <p:cNvSpPr>
                <a:spLocks noChangeArrowheads="1"/>
              </p:cNvSpPr>
              <p:nvPr/>
            </p:nvSpPr>
            <p:spPr bwMode="auto">
              <a:xfrm>
                <a:off x="3742" y="1513"/>
                <a:ext cx="168" cy="12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4" name="Oval 137"/>
              <p:cNvSpPr>
                <a:spLocks noChangeArrowheads="1"/>
              </p:cNvSpPr>
              <p:nvPr/>
            </p:nvSpPr>
            <p:spPr bwMode="auto">
              <a:xfrm>
                <a:off x="3843" y="1469"/>
                <a:ext cx="166" cy="12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5" name="Freeform 138"/>
              <p:cNvSpPr>
                <a:spLocks/>
              </p:cNvSpPr>
              <p:nvPr/>
            </p:nvSpPr>
            <p:spPr bwMode="auto">
              <a:xfrm>
                <a:off x="3696" y="1448"/>
                <a:ext cx="345" cy="171"/>
              </a:xfrm>
              <a:custGeom>
                <a:avLst/>
                <a:gdLst>
                  <a:gd name="T0" fmla="*/ 321 w 345"/>
                  <a:gd name="T1" fmla="*/ 49 h 171"/>
                  <a:gd name="T2" fmla="*/ 288 w 345"/>
                  <a:gd name="T3" fmla="*/ 60 h 171"/>
                  <a:gd name="T4" fmla="*/ 195 w 345"/>
                  <a:gd name="T5" fmla="*/ 129 h 171"/>
                  <a:gd name="T6" fmla="*/ 174 w 345"/>
                  <a:gd name="T7" fmla="*/ 158 h 171"/>
                  <a:gd name="T8" fmla="*/ 73 w 345"/>
                  <a:gd name="T9" fmla="*/ 158 h 171"/>
                  <a:gd name="T10" fmla="*/ 52 w 345"/>
                  <a:gd name="T11" fmla="*/ 170 h 171"/>
                  <a:gd name="T12" fmla="*/ 0 w 345"/>
                  <a:gd name="T13" fmla="*/ 119 h 171"/>
                  <a:gd name="T14" fmla="*/ 233 w 345"/>
                  <a:gd name="T15" fmla="*/ 0 h 171"/>
                  <a:gd name="T16" fmla="*/ 344 w 345"/>
                  <a:gd name="T17" fmla="*/ 27 h 171"/>
                  <a:gd name="T18" fmla="*/ 321 w 345"/>
                  <a:gd name="T19" fmla="*/ 49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5" h="171">
                    <a:moveTo>
                      <a:pt x="321" y="49"/>
                    </a:moveTo>
                    <a:lnTo>
                      <a:pt x="288" y="60"/>
                    </a:lnTo>
                    <a:lnTo>
                      <a:pt x="195" y="129"/>
                    </a:lnTo>
                    <a:lnTo>
                      <a:pt x="174" y="158"/>
                    </a:lnTo>
                    <a:lnTo>
                      <a:pt x="73" y="158"/>
                    </a:lnTo>
                    <a:lnTo>
                      <a:pt x="52" y="170"/>
                    </a:lnTo>
                    <a:lnTo>
                      <a:pt x="0" y="119"/>
                    </a:lnTo>
                    <a:lnTo>
                      <a:pt x="233" y="0"/>
                    </a:lnTo>
                    <a:lnTo>
                      <a:pt x="344" y="27"/>
                    </a:lnTo>
                    <a:lnTo>
                      <a:pt x="321" y="49"/>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92" name="Group 139"/>
            <p:cNvGrpSpPr>
              <a:grpSpLocks/>
            </p:cNvGrpSpPr>
            <p:nvPr/>
          </p:nvGrpSpPr>
          <p:grpSpPr bwMode="auto">
            <a:xfrm>
              <a:off x="2248" y="907"/>
              <a:ext cx="556" cy="525"/>
              <a:chOff x="2248" y="907"/>
              <a:chExt cx="556" cy="525"/>
            </a:xfrm>
          </p:grpSpPr>
          <p:grpSp>
            <p:nvGrpSpPr>
              <p:cNvPr id="106" name="Group 140"/>
              <p:cNvGrpSpPr>
                <a:grpSpLocks/>
              </p:cNvGrpSpPr>
              <p:nvPr/>
            </p:nvGrpSpPr>
            <p:grpSpPr bwMode="auto">
              <a:xfrm>
                <a:off x="2248" y="982"/>
                <a:ext cx="299" cy="314"/>
                <a:chOff x="2248" y="982"/>
                <a:chExt cx="299" cy="314"/>
              </a:xfrm>
            </p:grpSpPr>
            <p:sp>
              <p:nvSpPr>
                <p:cNvPr id="117" name="Oval 141"/>
                <p:cNvSpPr>
                  <a:spLocks noChangeArrowheads="1"/>
                </p:cNvSpPr>
                <p:nvPr/>
              </p:nvSpPr>
              <p:spPr bwMode="auto">
                <a:xfrm>
                  <a:off x="2248" y="1091"/>
                  <a:ext cx="129" cy="96"/>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8" name="Oval 142"/>
                <p:cNvSpPr>
                  <a:spLocks noChangeArrowheads="1"/>
                </p:cNvSpPr>
                <p:nvPr/>
              </p:nvSpPr>
              <p:spPr bwMode="auto">
                <a:xfrm>
                  <a:off x="2270" y="1174"/>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9" name="Oval 143"/>
                <p:cNvSpPr>
                  <a:spLocks noChangeArrowheads="1"/>
                </p:cNvSpPr>
                <p:nvPr/>
              </p:nvSpPr>
              <p:spPr bwMode="auto">
                <a:xfrm>
                  <a:off x="2307" y="982"/>
                  <a:ext cx="240" cy="17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0" name="Freeform 144"/>
                <p:cNvSpPr>
                  <a:spLocks/>
                </p:cNvSpPr>
                <p:nvPr/>
              </p:nvSpPr>
              <p:spPr bwMode="auto">
                <a:xfrm>
                  <a:off x="2291" y="1104"/>
                  <a:ext cx="84" cy="95"/>
                </a:xfrm>
                <a:custGeom>
                  <a:avLst/>
                  <a:gdLst>
                    <a:gd name="T0" fmla="*/ 47 w 84"/>
                    <a:gd name="T1" fmla="*/ 0 h 95"/>
                    <a:gd name="T2" fmla="*/ 0 w 84"/>
                    <a:gd name="T3" fmla="*/ 18 h 95"/>
                    <a:gd name="T4" fmla="*/ 1 w 84"/>
                    <a:gd name="T5" fmla="*/ 76 h 95"/>
                    <a:gd name="T6" fmla="*/ 16 w 84"/>
                    <a:gd name="T7" fmla="*/ 94 h 95"/>
                    <a:gd name="T8" fmla="*/ 83 w 84"/>
                    <a:gd name="T9" fmla="*/ 76 h 95"/>
                    <a:gd name="T10" fmla="*/ 47 w 84"/>
                    <a:gd name="T11" fmla="*/ 0 h 95"/>
                  </a:gdLst>
                  <a:ahLst/>
                  <a:cxnLst>
                    <a:cxn ang="0">
                      <a:pos x="T0" y="T1"/>
                    </a:cxn>
                    <a:cxn ang="0">
                      <a:pos x="T2" y="T3"/>
                    </a:cxn>
                    <a:cxn ang="0">
                      <a:pos x="T4" y="T5"/>
                    </a:cxn>
                    <a:cxn ang="0">
                      <a:pos x="T6" y="T7"/>
                    </a:cxn>
                    <a:cxn ang="0">
                      <a:pos x="T8" y="T9"/>
                    </a:cxn>
                    <a:cxn ang="0">
                      <a:pos x="T10" y="T11"/>
                    </a:cxn>
                  </a:cxnLst>
                  <a:rect l="0" t="0" r="r" b="b"/>
                  <a:pathLst>
                    <a:path w="84" h="95">
                      <a:moveTo>
                        <a:pt x="47" y="0"/>
                      </a:moveTo>
                      <a:lnTo>
                        <a:pt x="0" y="18"/>
                      </a:lnTo>
                      <a:lnTo>
                        <a:pt x="1" y="76"/>
                      </a:lnTo>
                      <a:lnTo>
                        <a:pt x="16" y="94"/>
                      </a:lnTo>
                      <a:lnTo>
                        <a:pt x="83" y="76"/>
                      </a:lnTo>
                      <a:lnTo>
                        <a:pt x="47" y="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107" name="Group 145"/>
              <p:cNvGrpSpPr>
                <a:grpSpLocks/>
              </p:cNvGrpSpPr>
              <p:nvPr/>
            </p:nvGrpSpPr>
            <p:grpSpPr bwMode="auto">
              <a:xfrm>
                <a:off x="2344" y="907"/>
                <a:ext cx="460" cy="525"/>
                <a:chOff x="2344" y="907"/>
                <a:chExt cx="460" cy="525"/>
              </a:xfrm>
            </p:grpSpPr>
            <p:sp>
              <p:nvSpPr>
                <p:cNvPr id="109" name="Oval 146"/>
                <p:cNvSpPr>
                  <a:spLocks noChangeArrowheads="1"/>
                </p:cNvSpPr>
                <p:nvPr/>
              </p:nvSpPr>
              <p:spPr bwMode="auto">
                <a:xfrm>
                  <a:off x="2491" y="929"/>
                  <a:ext cx="313" cy="23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0" name="Oval 147"/>
                <p:cNvSpPr>
                  <a:spLocks noChangeArrowheads="1"/>
                </p:cNvSpPr>
                <p:nvPr/>
              </p:nvSpPr>
              <p:spPr bwMode="auto">
                <a:xfrm>
                  <a:off x="2344" y="1091"/>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1" name="Oval 148"/>
                <p:cNvSpPr>
                  <a:spLocks noChangeArrowheads="1"/>
                </p:cNvSpPr>
                <p:nvPr/>
              </p:nvSpPr>
              <p:spPr bwMode="auto">
                <a:xfrm>
                  <a:off x="2380" y="1174"/>
                  <a:ext cx="242" cy="176"/>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2" name="Oval 149"/>
                <p:cNvSpPr>
                  <a:spLocks noChangeArrowheads="1"/>
                </p:cNvSpPr>
                <p:nvPr/>
              </p:nvSpPr>
              <p:spPr bwMode="auto">
                <a:xfrm>
                  <a:off x="2454" y="1254"/>
                  <a:ext cx="240" cy="178"/>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3" name="Oval 150"/>
                <p:cNvSpPr>
                  <a:spLocks noChangeArrowheads="1"/>
                </p:cNvSpPr>
                <p:nvPr/>
              </p:nvSpPr>
              <p:spPr bwMode="auto">
                <a:xfrm>
                  <a:off x="2471" y="1042"/>
                  <a:ext cx="214" cy="15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4" name="Oval 151"/>
                <p:cNvSpPr>
                  <a:spLocks noChangeArrowheads="1"/>
                </p:cNvSpPr>
                <p:nvPr/>
              </p:nvSpPr>
              <p:spPr bwMode="auto">
                <a:xfrm>
                  <a:off x="2656" y="907"/>
                  <a:ext cx="129" cy="9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5" name="Freeform 152"/>
                <p:cNvSpPr>
                  <a:spLocks/>
                </p:cNvSpPr>
                <p:nvPr/>
              </p:nvSpPr>
              <p:spPr bwMode="auto">
                <a:xfrm>
                  <a:off x="2541" y="1010"/>
                  <a:ext cx="151" cy="76"/>
                </a:xfrm>
                <a:custGeom>
                  <a:avLst/>
                  <a:gdLst>
                    <a:gd name="T0" fmla="*/ 0 w 151"/>
                    <a:gd name="T1" fmla="*/ 20 h 76"/>
                    <a:gd name="T2" fmla="*/ 19 w 151"/>
                    <a:gd name="T3" fmla="*/ 56 h 76"/>
                    <a:gd name="T4" fmla="*/ 150 w 151"/>
                    <a:gd name="T5" fmla="*/ 75 h 76"/>
                    <a:gd name="T6" fmla="*/ 150 w 151"/>
                    <a:gd name="T7" fmla="*/ 28 h 76"/>
                    <a:gd name="T8" fmla="*/ 9 w 151"/>
                    <a:gd name="T9" fmla="*/ 0 h 76"/>
                    <a:gd name="T10" fmla="*/ 0 w 151"/>
                    <a:gd name="T11" fmla="*/ 20 h 76"/>
                  </a:gdLst>
                  <a:ahLst/>
                  <a:cxnLst>
                    <a:cxn ang="0">
                      <a:pos x="T0" y="T1"/>
                    </a:cxn>
                    <a:cxn ang="0">
                      <a:pos x="T2" y="T3"/>
                    </a:cxn>
                    <a:cxn ang="0">
                      <a:pos x="T4" y="T5"/>
                    </a:cxn>
                    <a:cxn ang="0">
                      <a:pos x="T6" y="T7"/>
                    </a:cxn>
                    <a:cxn ang="0">
                      <a:pos x="T8" y="T9"/>
                    </a:cxn>
                    <a:cxn ang="0">
                      <a:pos x="T10" y="T11"/>
                    </a:cxn>
                  </a:cxnLst>
                  <a:rect l="0" t="0" r="r" b="b"/>
                  <a:pathLst>
                    <a:path w="151" h="76">
                      <a:moveTo>
                        <a:pt x="0" y="20"/>
                      </a:moveTo>
                      <a:lnTo>
                        <a:pt x="19" y="56"/>
                      </a:lnTo>
                      <a:lnTo>
                        <a:pt x="150" y="75"/>
                      </a:lnTo>
                      <a:lnTo>
                        <a:pt x="150" y="28"/>
                      </a:lnTo>
                      <a:lnTo>
                        <a:pt x="9" y="0"/>
                      </a:lnTo>
                      <a:lnTo>
                        <a:pt x="0" y="2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sp>
              <p:nvSpPr>
                <p:cNvPr id="116" name="Freeform 153"/>
                <p:cNvSpPr>
                  <a:spLocks/>
                </p:cNvSpPr>
                <p:nvPr/>
              </p:nvSpPr>
              <p:spPr bwMode="auto">
                <a:xfrm>
                  <a:off x="2394" y="1149"/>
                  <a:ext cx="172" cy="159"/>
                </a:xfrm>
                <a:custGeom>
                  <a:avLst/>
                  <a:gdLst>
                    <a:gd name="T0" fmla="*/ 106 w 172"/>
                    <a:gd name="T1" fmla="*/ 0 h 159"/>
                    <a:gd name="T2" fmla="*/ 0 w 172"/>
                    <a:gd name="T3" fmla="*/ 40 h 159"/>
                    <a:gd name="T4" fmla="*/ 44 w 172"/>
                    <a:gd name="T5" fmla="*/ 71 h 159"/>
                    <a:gd name="T6" fmla="*/ 50 w 172"/>
                    <a:gd name="T7" fmla="*/ 148 h 159"/>
                    <a:gd name="T8" fmla="*/ 75 w 172"/>
                    <a:gd name="T9" fmla="*/ 158 h 159"/>
                    <a:gd name="T10" fmla="*/ 164 w 172"/>
                    <a:gd name="T11" fmla="*/ 108 h 159"/>
                    <a:gd name="T12" fmla="*/ 171 w 172"/>
                    <a:gd name="T13" fmla="*/ 16 h 159"/>
                    <a:gd name="T14" fmla="*/ 106 w 172"/>
                    <a:gd name="T15" fmla="*/ 0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2" h="159">
                      <a:moveTo>
                        <a:pt x="106" y="0"/>
                      </a:moveTo>
                      <a:lnTo>
                        <a:pt x="0" y="40"/>
                      </a:lnTo>
                      <a:lnTo>
                        <a:pt x="44" y="71"/>
                      </a:lnTo>
                      <a:lnTo>
                        <a:pt x="50" y="148"/>
                      </a:lnTo>
                      <a:lnTo>
                        <a:pt x="75" y="158"/>
                      </a:lnTo>
                      <a:lnTo>
                        <a:pt x="164" y="108"/>
                      </a:lnTo>
                      <a:lnTo>
                        <a:pt x="171" y="16"/>
                      </a:lnTo>
                      <a:lnTo>
                        <a:pt x="106" y="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08" name="Freeform 154"/>
              <p:cNvSpPr>
                <a:spLocks/>
              </p:cNvSpPr>
              <p:nvPr/>
            </p:nvSpPr>
            <p:spPr bwMode="auto">
              <a:xfrm>
                <a:off x="2650" y="963"/>
                <a:ext cx="88" cy="75"/>
              </a:xfrm>
              <a:custGeom>
                <a:avLst/>
                <a:gdLst>
                  <a:gd name="T0" fmla="*/ 0 w 88"/>
                  <a:gd name="T1" fmla="*/ 39 h 75"/>
                  <a:gd name="T2" fmla="*/ 37 w 88"/>
                  <a:gd name="T3" fmla="*/ 0 h 75"/>
                  <a:gd name="T4" fmla="*/ 87 w 88"/>
                  <a:gd name="T5" fmla="*/ 39 h 75"/>
                  <a:gd name="T6" fmla="*/ 45 w 88"/>
                  <a:gd name="T7" fmla="*/ 74 h 75"/>
                  <a:gd name="T8" fmla="*/ 0 w 88"/>
                  <a:gd name="T9" fmla="*/ 39 h 75"/>
                </a:gdLst>
                <a:ahLst/>
                <a:cxnLst>
                  <a:cxn ang="0">
                    <a:pos x="T0" y="T1"/>
                  </a:cxn>
                  <a:cxn ang="0">
                    <a:pos x="T2" y="T3"/>
                  </a:cxn>
                  <a:cxn ang="0">
                    <a:pos x="T4" y="T5"/>
                  </a:cxn>
                  <a:cxn ang="0">
                    <a:pos x="T6" y="T7"/>
                  </a:cxn>
                  <a:cxn ang="0">
                    <a:pos x="T8" y="T9"/>
                  </a:cxn>
                </a:cxnLst>
                <a:rect l="0" t="0" r="r" b="b"/>
                <a:pathLst>
                  <a:path w="88" h="75">
                    <a:moveTo>
                      <a:pt x="0" y="39"/>
                    </a:moveTo>
                    <a:lnTo>
                      <a:pt x="37" y="0"/>
                    </a:lnTo>
                    <a:lnTo>
                      <a:pt x="87" y="39"/>
                    </a:lnTo>
                    <a:lnTo>
                      <a:pt x="45" y="74"/>
                    </a:lnTo>
                    <a:lnTo>
                      <a:pt x="0" y="39"/>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93" name="Group 155"/>
            <p:cNvGrpSpPr>
              <a:grpSpLocks/>
            </p:cNvGrpSpPr>
            <p:nvPr/>
          </p:nvGrpSpPr>
          <p:grpSpPr bwMode="auto">
            <a:xfrm>
              <a:off x="2529" y="820"/>
              <a:ext cx="1638" cy="883"/>
              <a:chOff x="2529" y="820"/>
              <a:chExt cx="1638" cy="883"/>
            </a:xfrm>
          </p:grpSpPr>
          <p:sp>
            <p:nvSpPr>
              <p:cNvPr id="94" name="Oval 156"/>
              <p:cNvSpPr>
                <a:spLocks noChangeArrowheads="1"/>
              </p:cNvSpPr>
              <p:nvPr/>
            </p:nvSpPr>
            <p:spPr bwMode="auto">
              <a:xfrm>
                <a:off x="3042" y="848"/>
                <a:ext cx="388" cy="28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5" name="Oval 157"/>
              <p:cNvSpPr>
                <a:spLocks noChangeArrowheads="1"/>
              </p:cNvSpPr>
              <p:nvPr/>
            </p:nvSpPr>
            <p:spPr bwMode="auto">
              <a:xfrm>
                <a:off x="3374" y="820"/>
                <a:ext cx="313" cy="23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6" name="Oval 158"/>
              <p:cNvSpPr>
                <a:spLocks noChangeArrowheads="1"/>
              </p:cNvSpPr>
              <p:nvPr/>
            </p:nvSpPr>
            <p:spPr bwMode="auto">
              <a:xfrm>
                <a:off x="3668" y="1065"/>
                <a:ext cx="499" cy="36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7" name="Oval 159"/>
              <p:cNvSpPr>
                <a:spLocks noChangeArrowheads="1"/>
              </p:cNvSpPr>
              <p:nvPr/>
            </p:nvSpPr>
            <p:spPr bwMode="auto">
              <a:xfrm>
                <a:off x="2712" y="1228"/>
                <a:ext cx="570" cy="42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8" name="Oval 160"/>
              <p:cNvSpPr>
                <a:spLocks noChangeArrowheads="1"/>
              </p:cNvSpPr>
              <p:nvPr/>
            </p:nvSpPr>
            <p:spPr bwMode="auto">
              <a:xfrm>
                <a:off x="3521" y="1282"/>
                <a:ext cx="422" cy="31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9" name="Oval 161"/>
              <p:cNvSpPr>
                <a:spLocks noChangeArrowheads="1"/>
              </p:cNvSpPr>
              <p:nvPr/>
            </p:nvSpPr>
            <p:spPr bwMode="auto">
              <a:xfrm>
                <a:off x="2564" y="1310"/>
                <a:ext cx="315" cy="229"/>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0" name="Oval 162"/>
              <p:cNvSpPr>
                <a:spLocks noChangeArrowheads="1"/>
              </p:cNvSpPr>
              <p:nvPr/>
            </p:nvSpPr>
            <p:spPr bwMode="auto">
              <a:xfrm>
                <a:off x="2529" y="1119"/>
                <a:ext cx="312" cy="23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1" name="Oval 163"/>
              <p:cNvSpPr>
                <a:spLocks noChangeArrowheads="1"/>
              </p:cNvSpPr>
              <p:nvPr/>
            </p:nvSpPr>
            <p:spPr bwMode="auto">
              <a:xfrm>
                <a:off x="2675" y="902"/>
                <a:ext cx="498" cy="366"/>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2" name="Oval 164"/>
              <p:cNvSpPr>
                <a:spLocks noChangeArrowheads="1"/>
              </p:cNvSpPr>
              <p:nvPr/>
            </p:nvSpPr>
            <p:spPr bwMode="auto">
              <a:xfrm>
                <a:off x="3115" y="1336"/>
                <a:ext cx="500" cy="36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3" name="Oval 165"/>
              <p:cNvSpPr>
                <a:spLocks noChangeArrowheads="1"/>
              </p:cNvSpPr>
              <p:nvPr/>
            </p:nvSpPr>
            <p:spPr bwMode="auto">
              <a:xfrm>
                <a:off x="3742" y="929"/>
                <a:ext cx="386" cy="28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4" name="Oval 166"/>
              <p:cNvSpPr>
                <a:spLocks noChangeArrowheads="1"/>
              </p:cNvSpPr>
              <p:nvPr/>
            </p:nvSpPr>
            <p:spPr bwMode="auto">
              <a:xfrm>
                <a:off x="3631" y="820"/>
                <a:ext cx="351" cy="258"/>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5" name="Freeform 167"/>
              <p:cNvSpPr>
                <a:spLocks/>
              </p:cNvSpPr>
              <p:nvPr/>
            </p:nvSpPr>
            <p:spPr bwMode="auto">
              <a:xfrm>
                <a:off x="2661" y="889"/>
                <a:ext cx="1415" cy="700"/>
              </a:xfrm>
              <a:custGeom>
                <a:avLst/>
                <a:gdLst>
                  <a:gd name="T0" fmla="*/ 436 w 1415"/>
                  <a:gd name="T1" fmla="*/ 70 h 700"/>
                  <a:gd name="T2" fmla="*/ 494 w 1415"/>
                  <a:gd name="T3" fmla="*/ 20 h 700"/>
                  <a:gd name="T4" fmla="*/ 759 w 1415"/>
                  <a:gd name="T5" fmla="*/ 24 h 700"/>
                  <a:gd name="T6" fmla="*/ 947 w 1415"/>
                  <a:gd name="T7" fmla="*/ 0 h 700"/>
                  <a:gd name="T8" fmla="*/ 1180 w 1415"/>
                  <a:gd name="T9" fmla="*/ 83 h 700"/>
                  <a:gd name="T10" fmla="*/ 1300 w 1415"/>
                  <a:gd name="T11" fmla="*/ 60 h 700"/>
                  <a:gd name="T12" fmla="*/ 1362 w 1415"/>
                  <a:gd name="T13" fmla="*/ 70 h 700"/>
                  <a:gd name="T14" fmla="*/ 1376 w 1415"/>
                  <a:gd name="T15" fmla="*/ 278 h 700"/>
                  <a:gd name="T16" fmla="*/ 1414 w 1415"/>
                  <a:gd name="T17" fmla="*/ 311 h 700"/>
                  <a:gd name="T18" fmla="*/ 1304 w 1415"/>
                  <a:gd name="T19" fmla="*/ 472 h 700"/>
                  <a:gd name="T20" fmla="*/ 1185 w 1415"/>
                  <a:gd name="T21" fmla="*/ 363 h 700"/>
                  <a:gd name="T22" fmla="*/ 1153 w 1415"/>
                  <a:gd name="T23" fmla="*/ 418 h 700"/>
                  <a:gd name="T24" fmla="*/ 986 w 1415"/>
                  <a:gd name="T25" fmla="*/ 640 h 700"/>
                  <a:gd name="T26" fmla="*/ 427 w 1415"/>
                  <a:gd name="T27" fmla="*/ 699 h 700"/>
                  <a:gd name="T28" fmla="*/ 135 w 1415"/>
                  <a:gd name="T29" fmla="*/ 655 h 700"/>
                  <a:gd name="T30" fmla="*/ 45 w 1415"/>
                  <a:gd name="T31" fmla="*/ 519 h 700"/>
                  <a:gd name="T32" fmla="*/ 45 w 1415"/>
                  <a:gd name="T33" fmla="*/ 379 h 700"/>
                  <a:gd name="T34" fmla="*/ 0 w 1415"/>
                  <a:gd name="T35" fmla="*/ 261 h 700"/>
                  <a:gd name="T36" fmla="*/ 436 w 1415"/>
                  <a:gd name="T37" fmla="*/ 70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15" h="700">
                    <a:moveTo>
                      <a:pt x="436" y="70"/>
                    </a:moveTo>
                    <a:lnTo>
                      <a:pt x="494" y="20"/>
                    </a:lnTo>
                    <a:lnTo>
                      <a:pt x="759" y="24"/>
                    </a:lnTo>
                    <a:lnTo>
                      <a:pt x="947" y="0"/>
                    </a:lnTo>
                    <a:lnTo>
                      <a:pt x="1180" y="83"/>
                    </a:lnTo>
                    <a:lnTo>
                      <a:pt x="1300" y="60"/>
                    </a:lnTo>
                    <a:lnTo>
                      <a:pt x="1362" y="70"/>
                    </a:lnTo>
                    <a:lnTo>
                      <a:pt x="1376" y="278"/>
                    </a:lnTo>
                    <a:lnTo>
                      <a:pt x="1414" y="311"/>
                    </a:lnTo>
                    <a:lnTo>
                      <a:pt x="1304" y="472"/>
                    </a:lnTo>
                    <a:lnTo>
                      <a:pt x="1185" y="363"/>
                    </a:lnTo>
                    <a:lnTo>
                      <a:pt x="1153" y="418"/>
                    </a:lnTo>
                    <a:lnTo>
                      <a:pt x="986" y="640"/>
                    </a:lnTo>
                    <a:lnTo>
                      <a:pt x="427" y="699"/>
                    </a:lnTo>
                    <a:lnTo>
                      <a:pt x="135" y="655"/>
                    </a:lnTo>
                    <a:lnTo>
                      <a:pt x="45" y="519"/>
                    </a:lnTo>
                    <a:lnTo>
                      <a:pt x="45" y="379"/>
                    </a:lnTo>
                    <a:lnTo>
                      <a:pt x="0" y="261"/>
                    </a:lnTo>
                    <a:lnTo>
                      <a:pt x="436" y="7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sp>
        <p:nvSpPr>
          <p:cNvPr id="58" name="Text Box 129"/>
          <p:cNvSpPr txBox="1">
            <a:spLocks noChangeArrowheads="1"/>
          </p:cNvSpPr>
          <p:nvPr/>
        </p:nvSpPr>
        <p:spPr bwMode="auto">
          <a:xfrm>
            <a:off x="3271632" y="2598843"/>
            <a:ext cx="748626" cy="3440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互联网</a:t>
            </a:r>
          </a:p>
        </p:txBody>
      </p:sp>
      <p:sp>
        <p:nvSpPr>
          <p:cNvPr id="183"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4" name="矩形 4"/>
          <p:cNvSpPr>
            <a:spLocks noChangeArrowheads="1"/>
          </p:cNvSpPr>
          <p:nvPr/>
        </p:nvSpPr>
        <p:spPr bwMode="auto">
          <a:xfrm>
            <a:off x="635844" y="567754"/>
            <a:ext cx="223651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最常用的两种情况</a:t>
            </a:r>
          </a:p>
        </p:txBody>
      </p:sp>
      <p:graphicFrame>
        <p:nvGraphicFramePr>
          <p:cNvPr id="185" name="Group 179"/>
          <p:cNvGraphicFramePr>
            <a:graphicFrameLocks/>
          </p:cNvGraphicFramePr>
          <p:nvPr/>
        </p:nvGraphicFramePr>
        <p:xfrm>
          <a:off x="766356" y="3395001"/>
          <a:ext cx="7593872" cy="941868"/>
        </p:xfrm>
        <a:graphic>
          <a:graphicData uri="http://schemas.openxmlformats.org/drawingml/2006/table">
            <a:tbl>
              <a:tblPr/>
              <a:tblGrid>
                <a:gridCol w="1306700">
                  <a:extLst>
                    <a:ext uri="{9D8B030D-6E8A-4147-A177-3AD203B41FA5}">
                      <a16:colId xmlns:a16="http://schemas.microsoft.com/office/drawing/2014/main" val="20000"/>
                    </a:ext>
                  </a:extLst>
                </a:gridCol>
                <a:gridCol w="1010335">
                  <a:extLst>
                    <a:ext uri="{9D8B030D-6E8A-4147-A177-3AD203B41FA5}">
                      <a16:colId xmlns:a16="http://schemas.microsoft.com/office/drawing/2014/main" val="20001"/>
                    </a:ext>
                  </a:extLst>
                </a:gridCol>
                <a:gridCol w="1010335">
                  <a:extLst>
                    <a:ext uri="{9D8B030D-6E8A-4147-A177-3AD203B41FA5}">
                      <a16:colId xmlns:a16="http://schemas.microsoft.com/office/drawing/2014/main" val="20002"/>
                    </a:ext>
                  </a:extLst>
                </a:gridCol>
                <a:gridCol w="1085389">
                  <a:extLst>
                    <a:ext uri="{9D8B030D-6E8A-4147-A177-3AD203B41FA5}">
                      <a16:colId xmlns:a16="http://schemas.microsoft.com/office/drawing/2014/main" val="20003"/>
                    </a:ext>
                  </a:extLst>
                </a:gridCol>
                <a:gridCol w="1085389">
                  <a:extLst>
                    <a:ext uri="{9D8B030D-6E8A-4147-A177-3AD203B41FA5}">
                      <a16:colId xmlns:a16="http://schemas.microsoft.com/office/drawing/2014/main" val="20004"/>
                    </a:ext>
                  </a:extLst>
                </a:gridCol>
                <a:gridCol w="1085389">
                  <a:extLst>
                    <a:ext uri="{9D8B030D-6E8A-4147-A177-3AD203B41FA5}">
                      <a16:colId xmlns:a16="http://schemas.microsoft.com/office/drawing/2014/main" val="20005"/>
                    </a:ext>
                  </a:extLst>
                </a:gridCol>
                <a:gridCol w="1010335">
                  <a:extLst>
                    <a:ext uri="{9D8B030D-6E8A-4147-A177-3AD203B41FA5}">
                      <a16:colId xmlns:a16="http://schemas.microsoft.com/office/drawing/2014/main" val="20006"/>
                    </a:ext>
                  </a:extLst>
                </a:gridCol>
              </a:tblGrid>
              <a:tr h="313956">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数据报流向</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去往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DS</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来自</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DS</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1</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2</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3</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4</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extLst>
                  <a:ext uri="{0D108BD9-81ED-4DB2-BD59-A6C34878D82A}">
                    <a16:rowId xmlns:a16="http://schemas.microsoft.com/office/drawing/2014/main" val="10000"/>
                  </a:ext>
                </a:extLst>
              </a:tr>
              <a:tr h="313956">
                <a:tc>
                  <a:txBody>
                    <a:bodyPr/>
                    <a:lstStyle/>
                    <a:p>
                      <a:pPr algn="ctr">
                        <a:lnSpc>
                          <a:spcPct val="100000"/>
                        </a:lnSpc>
                        <a:spcAft>
                          <a:spcPts val="0"/>
                        </a:spcAft>
                        <a:tabLst>
                          <a:tab pos="1752600" algn="l"/>
                        </a:tabLst>
                      </a:pPr>
                      <a:r>
                        <a:rPr lang="en-US" altLang="zh-CN" sz="1400" b="1" baseline="0" dirty="0">
                          <a:solidFill>
                            <a:schemeClr val="tx1"/>
                          </a:solidFill>
                          <a:effectLst/>
                          <a:latin typeface="微软雅黑" panose="020B0503020204020204" pitchFamily="34" charset="-122"/>
                          <a:ea typeface="微软雅黑" panose="020B0503020204020204" pitchFamily="34" charset="-122"/>
                        </a:rPr>
                        <a:t>A</a:t>
                      </a:r>
                      <a:r>
                        <a:rPr lang="en-US" sz="1400" b="1" baseline="0" dirty="0">
                          <a:solidFill>
                            <a:schemeClr val="tx1"/>
                          </a:solidFill>
                          <a:effectLst/>
                          <a:latin typeface="微软雅黑" panose="020B0503020204020204" pitchFamily="34" charset="-122"/>
                          <a:ea typeface="微软雅黑" panose="020B0503020204020204" pitchFamily="34" charset="-122"/>
                        </a:rPr>
                        <a:t>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a:t>
                      </a:r>
                      <a:r>
                        <a:rPr lang="en-US" sz="1400" b="1" dirty="0">
                          <a:solidFill>
                            <a:schemeClr val="tx1"/>
                          </a:solidFill>
                          <a:effectLst/>
                          <a:latin typeface="微软雅黑" panose="020B0503020204020204" pitchFamily="34" charset="-122"/>
                          <a:ea typeface="微软雅黑" panose="020B0503020204020204" pitchFamily="34" charset="-122"/>
                        </a:rPr>
                        <a:t> AP</a:t>
                      </a:r>
                      <a:r>
                        <a:rPr lang="en-US" sz="1400" b="1" baseline="-25000"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1 </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A </a:t>
                      </a:r>
                      <a:r>
                        <a:rPr lang="zh-CN" sz="1400" b="1" dirty="0">
                          <a:solidFill>
                            <a:schemeClr val="tx1"/>
                          </a:solidFill>
                          <a:effectLst/>
                          <a:latin typeface="微软雅黑" panose="020B0503020204020204" pitchFamily="34" charset="-122"/>
                          <a:ea typeface="微软雅黑" panose="020B0503020204020204" pitchFamily="34" charset="-122"/>
                        </a:rPr>
                        <a:t>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B </a:t>
                      </a:r>
                      <a:r>
                        <a:rPr lang="zh-CN" altLang="en-US" sz="1400" b="1" dirty="0">
                          <a:solidFill>
                            <a:schemeClr val="tx1"/>
                          </a:solidFill>
                          <a:effectLst/>
                          <a:latin typeface="微软雅黑" panose="020B0503020204020204" pitchFamily="34" charset="-122"/>
                          <a:ea typeface="微软雅黑" panose="020B0503020204020204" pitchFamily="34" charset="-122"/>
                        </a:rPr>
                        <a:t>的</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13956">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1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 B</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B </a:t>
                      </a:r>
                      <a:r>
                        <a:rPr lang="zh-CN" altLang="en-US" sz="1400" b="1" dirty="0">
                          <a:solidFill>
                            <a:schemeClr val="tx1"/>
                          </a:solidFill>
                          <a:effectLst/>
                          <a:latin typeface="微软雅黑" panose="020B0503020204020204" pitchFamily="34" charset="-122"/>
                          <a:ea typeface="微软雅黑" panose="020B0503020204020204" pitchFamily="34" charset="-122"/>
                        </a:rPr>
                        <a:t>的</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1 </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A </a:t>
                      </a:r>
                      <a:r>
                        <a:rPr lang="zh-CN" sz="1400" b="1" dirty="0">
                          <a:solidFill>
                            <a:schemeClr val="tx1"/>
                          </a:solidFill>
                          <a:effectLst/>
                          <a:latin typeface="微软雅黑" panose="020B0503020204020204" pitchFamily="34" charset="-122"/>
                          <a:ea typeface="微软雅黑" panose="020B0503020204020204" pitchFamily="34" charset="-122"/>
                        </a:rPr>
                        <a:t>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extLst>
                  <a:ext uri="{0D108BD9-81ED-4DB2-BD59-A6C34878D82A}">
                    <a16:rowId xmlns:a16="http://schemas.microsoft.com/office/drawing/2014/main" val="10002"/>
                  </a:ext>
                </a:extLst>
              </a:tr>
            </a:tbl>
          </a:graphicData>
        </a:graphic>
      </p:graphicFrame>
      <p:grpSp>
        <p:nvGrpSpPr>
          <p:cNvPr id="186" name="组合 185"/>
          <p:cNvGrpSpPr/>
          <p:nvPr/>
        </p:nvGrpSpPr>
        <p:grpSpPr>
          <a:xfrm>
            <a:off x="7282255" y="1735918"/>
            <a:ext cx="597186" cy="423778"/>
            <a:chOff x="4406004" y="4260453"/>
            <a:chExt cx="542790" cy="429804"/>
          </a:xfrm>
        </p:grpSpPr>
        <p:grpSp>
          <p:nvGrpSpPr>
            <p:cNvPr id="187" name="Group 460"/>
            <p:cNvGrpSpPr>
              <a:grpSpLocks/>
            </p:cNvGrpSpPr>
            <p:nvPr/>
          </p:nvGrpSpPr>
          <p:grpSpPr bwMode="auto">
            <a:xfrm>
              <a:off x="4527888" y="4322623"/>
              <a:ext cx="420906" cy="367634"/>
              <a:chOff x="645"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97" name="组合 196"/>
          <p:cNvGrpSpPr/>
          <p:nvPr/>
        </p:nvGrpSpPr>
        <p:grpSpPr>
          <a:xfrm>
            <a:off x="6716713" y="2458056"/>
            <a:ext cx="597186" cy="423778"/>
            <a:chOff x="4406004" y="4260453"/>
            <a:chExt cx="542790" cy="429804"/>
          </a:xfrm>
        </p:grpSpPr>
        <p:grpSp>
          <p:nvGrpSpPr>
            <p:cNvPr id="198" name="Group 460"/>
            <p:cNvGrpSpPr>
              <a:grpSpLocks/>
            </p:cNvGrpSpPr>
            <p:nvPr/>
          </p:nvGrpSpPr>
          <p:grpSpPr bwMode="auto">
            <a:xfrm>
              <a:off x="4527888" y="4322623"/>
              <a:ext cx="420906" cy="367634"/>
              <a:chOff x="645" y="1570"/>
              <a:chExt cx="318" cy="318"/>
            </a:xfrm>
          </p:grpSpPr>
          <p:sp>
            <p:nvSpPr>
              <p:cNvPr id="20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9" name="Group 463"/>
            <p:cNvGrpSpPr>
              <a:grpSpLocks/>
            </p:cNvGrpSpPr>
            <p:nvPr/>
          </p:nvGrpSpPr>
          <p:grpSpPr bwMode="auto">
            <a:xfrm>
              <a:off x="4406004" y="4260453"/>
              <a:ext cx="405022" cy="119404"/>
              <a:chOff x="748" y="2251"/>
              <a:chExt cx="306" cy="90"/>
            </a:xfrm>
            <a:solidFill>
              <a:srgbClr val="0066FF"/>
            </a:solidFill>
          </p:grpSpPr>
          <p:sp>
            <p:nvSpPr>
              <p:cNvPr id="20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8" name="组合 207"/>
          <p:cNvGrpSpPr/>
          <p:nvPr/>
        </p:nvGrpSpPr>
        <p:grpSpPr>
          <a:xfrm>
            <a:off x="1273812" y="2391039"/>
            <a:ext cx="597186" cy="423778"/>
            <a:chOff x="4406004" y="4260453"/>
            <a:chExt cx="542790" cy="429804"/>
          </a:xfrm>
        </p:grpSpPr>
        <p:grpSp>
          <p:nvGrpSpPr>
            <p:cNvPr id="209" name="Group 460"/>
            <p:cNvGrpSpPr>
              <a:grpSpLocks/>
            </p:cNvGrpSpPr>
            <p:nvPr/>
          </p:nvGrpSpPr>
          <p:grpSpPr bwMode="auto">
            <a:xfrm>
              <a:off x="4527888" y="4322623"/>
              <a:ext cx="420906" cy="367634"/>
              <a:chOff x="645" y="1570"/>
              <a:chExt cx="318" cy="318"/>
            </a:xfrm>
          </p:grpSpPr>
          <p:sp>
            <p:nvSpPr>
              <p:cNvPr id="2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8"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0" name="Group 463"/>
            <p:cNvGrpSpPr>
              <a:grpSpLocks/>
            </p:cNvGrpSpPr>
            <p:nvPr/>
          </p:nvGrpSpPr>
          <p:grpSpPr bwMode="auto">
            <a:xfrm>
              <a:off x="4406004" y="4260453"/>
              <a:ext cx="405022" cy="119404"/>
              <a:chOff x="748" y="2251"/>
              <a:chExt cx="306" cy="90"/>
            </a:xfrm>
            <a:solidFill>
              <a:srgbClr val="0066FF"/>
            </a:solidFill>
          </p:grpSpPr>
          <p:sp>
            <p:nvSpPr>
              <p:cNvPr id="2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19" name="组合 218"/>
          <p:cNvGrpSpPr/>
          <p:nvPr/>
        </p:nvGrpSpPr>
        <p:grpSpPr>
          <a:xfrm>
            <a:off x="5123274" y="2542763"/>
            <a:ext cx="597186" cy="423778"/>
            <a:chOff x="4406004" y="4260453"/>
            <a:chExt cx="542790" cy="429804"/>
          </a:xfrm>
        </p:grpSpPr>
        <p:grpSp>
          <p:nvGrpSpPr>
            <p:cNvPr id="220" name="Group 460"/>
            <p:cNvGrpSpPr>
              <a:grpSpLocks/>
            </p:cNvGrpSpPr>
            <p:nvPr/>
          </p:nvGrpSpPr>
          <p:grpSpPr bwMode="auto">
            <a:xfrm>
              <a:off x="4527888" y="4322623"/>
              <a:ext cx="420906" cy="367634"/>
              <a:chOff x="645" y="1570"/>
              <a:chExt cx="318" cy="318"/>
            </a:xfrm>
          </p:grpSpPr>
          <p:sp>
            <p:nvSpPr>
              <p:cNvPr id="2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29"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1" name="Group 463"/>
            <p:cNvGrpSpPr>
              <a:grpSpLocks/>
            </p:cNvGrpSpPr>
            <p:nvPr/>
          </p:nvGrpSpPr>
          <p:grpSpPr bwMode="auto">
            <a:xfrm>
              <a:off x="4406004" y="4260453"/>
              <a:ext cx="405022" cy="119404"/>
              <a:chOff x="748" y="2251"/>
              <a:chExt cx="306" cy="90"/>
            </a:xfrm>
            <a:solidFill>
              <a:srgbClr val="0066FF"/>
            </a:solidFill>
          </p:grpSpPr>
          <p:sp>
            <p:nvSpPr>
              <p:cNvPr id="2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0" name="矩形 9">
            <a:extLst>
              <a:ext uri="{FF2B5EF4-FFF2-40B4-BE49-F238E27FC236}">
                <a16:creationId xmlns:a16="http://schemas.microsoft.com/office/drawing/2014/main" id="{EA65D710-7622-648E-71F2-A7E217F67C2A}"/>
              </a:ext>
            </a:extLst>
          </p:cNvPr>
          <p:cNvSpPr/>
          <p:nvPr/>
        </p:nvSpPr>
        <p:spPr>
          <a:xfrm>
            <a:off x="766356" y="3716594"/>
            <a:ext cx="7593872" cy="299387"/>
          </a:xfrm>
          <a:prstGeom prst="rect">
            <a:avLst/>
          </a:prstGeom>
          <a:noFill/>
          <a:ln w="28575">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矩形 10">
            <a:extLst>
              <a:ext uri="{FF2B5EF4-FFF2-40B4-BE49-F238E27FC236}">
                <a16:creationId xmlns:a16="http://schemas.microsoft.com/office/drawing/2014/main" id="{9F36D27B-4DB3-6BFE-AD3D-70684B6724B1}"/>
              </a:ext>
            </a:extLst>
          </p:cNvPr>
          <p:cNvSpPr/>
          <p:nvPr/>
        </p:nvSpPr>
        <p:spPr>
          <a:xfrm>
            <a:off x="766356" y="4016833"/>
            <a:ext cx="7593872" cy="320036"/>
          </a:xfrm>
          <a:prstGeom prst="rect">
            <a:avLst/>
          </a:prstGeom>
          <a:noFill/>
          <a:ln w="28575">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258798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par>
                                <p:cTn id="11" presetID="35" presetClass="emph" presetSubtype="0" repeatCount="3000" fill="hold" grpId="1" nodeType="withEffect">
                                  <p:stCondLst>
                                    <p:cond delay="0"/>
                                  </p:stCondLst>
                                  <p:childTnLst>
                                    <p:anim calcmode="discrete" valueType="str">
                                      <p:cBhvr>
                                        <p:cTn id="12" dur="1000" fill="hold"/>
                                        <p:tgtEl>
                                          <p:spTgt spid="10"/>
                                        </p:tgtEl>
                                        <p:attrNameLst>
                                          <p:attrName>style.visibility</p:attrName>
                                        </p:attrNameLst>
                                      </p:cBhvr>
                                      <p:tavLst>
                                        <p:tav tm="0">
                                          <p:val>
                                            <p:strVal val="hidden"/>
                                          </p:val>
                                        </p:tav>
                                        <p:tav tm="50000">
                                          <p:val>
                                            <p:strVal val="visible"/>
                                          </p:val>
                                        </p:tav>
                                      </p:tavLst>
                                    </p:anim>
                                  </p:childTnLst>
                                  <p:subTnLst>
                                    <p:set>
                                      <p:cBhvr override="childStyle">
                                        <p:cTn dur="1" fill="hold" display="0" masterRel="nextClick" afterEffect="1"/>
                                        <p:tgtEl>
                                          <p:spTgt spid="10"/>
                                        </p:tgtEl>
                                        <p:attrNameLst>
                                          <p:attrName>style.visibility</p:attrName>
                                        </p:attrNameLst>
                                      </p:cBhvr>
                                      <p:to>
                                        <p:strVal val="hidden"/>
                                      </p:to>
                                    </p:set>
                                  </p:subTnLst>
                                </p:cTn>
                              </p:par>
                            </p:childTnLst>
                          </p:cTn>
                        </p:par>
                      </p:childTnLst>
                    </p:cTn>
                  </p:par>
                  <p:par>
                    <p:cTn id="13" fill="hold">
                      <p:stCondLst>
                        <p:cond delay="indefinite"/>
                      </p:stCondLst>
                      <p:childTnLst>
                        <p:par>
                          <p:cTn id="14" fill="hold">
                            <p:stCondLst>
                              <p:cond delay="0"/>
                            </p:stCondLst>
                            <p:childTnLst>
                              <p:par>
                                <p:cTn id="15" presetID="35" presetClass="emph" presetSubtype="0" repeatCount="3000" fill="hold" nodeType="clickEffect">
                                  <p:stCondLst>
                                    <p:cond delay="0"/>
                                  </p:stCondLst>
                                  <p:childTnLst>
                                    <p:anim calcmode="discrete" valueType="str">
                                      <p:cBhvr>
                                        <p:cTn id="16" dur="10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childTnLst>
                                </p:cTn>
                              </p:par>
                              <p:par>
                                <p:cTn id="21" presetID="35" presetClass="emph" presetSubtype="0" repeatCount="3000" fill="hold" grpId="1" nodeType="withEffect">
                                  <p:stCondLst>
                                    <p:cond delay="0"/>
                                  </p:stCondLst>
                                  <p:childTnLst>
                                    <p:anim calcmode="discrete" valueType="str">
                                      <p:cBhvr>
                                        <p:cTn id="22"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1" grpId="0" animBg="1"/>
      <p:bldP spid="11" grpId="1"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圆角矩形 2"/>
          <p:cNvSpPr/>
          <p:nvPr/>
        </p:nvSpPr>
        <p:spPr>
          <a:xfrm>
            <a:off x="512573" y="976972"/>
            <a:ext cx="8128800" cy="309386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p:cNvSpPr/>
          <p:nvPr/>
        </p:nvSpPr>
        <p:spPr>
          <a:xfrm>
            <a:off x="1560258" y="1017564"/>
            <a:ext cx="6030051" cy="338554"/>
          </a:xfrm>
          <a:prstGeom prst="rect">
            <a:avLst/>
          </a:prstGeom>
          <a:noFill/>
          <a:ln>
            <a:noFill/>
          </a:ln>
        </p:spPr>
        <p:txBody>
          <a:bodyPr wrap="square">
            <a:spAutoFit/>
          </a:bodyPr>
          <a:lstStyle/>
          <a:p>
            <a:pPr algn="ctr"/>
            <a:r>
              <a:rPr lang="zh-CN" altLang="en-US" sz="1600" b="1" dirty="0">
                <a:solidFill>
                  <a:srgbClr val="0000CC"/>
                </a:solidFill>
                <a:latin typeface="微软雅黑" pitchFamily="34" charset="-122"/>
                <a:ea typeface="微软雅黑" pitchFamily="34" charset="-122"/>
              </a:rPr>
              <a:t>站点 </a:t>
            </a:r>
            <a:r>
              <a:rPr lang="en-US" altLang="zh-CN" sz="1600" b="1" dirty="0">
                <a:solidFill>
                  <a:srgbClr val="0000CC"/>
                </a:solidFill>
                <a:latin typeface="微软雅黑" pitchFamily="34" charset="-122"/>
                <a:ea typeface="微软雅黑" pitchFamily="34" charset="-122"/>
              </a:rPr>
              <a:t>A </a:t>
            </a:r>
            <a:r>
              <a:rPr lang="zh-CN" altLang="en-US" sz="1600" b="1" dirty="0">
                <a:solidFill>
                  <a:srgbClr val="0000CC"/>
                </a:solidFill>
                <a:latin typeface="微软雅黑" pitchFamily="34" charset="-122"/>
                <a:ea typeface="微软雅黑" pitchFamily="34" charset="-122"/>
              </a:rPr>
              <a:t>向 </a:t>
            </a:r>
            <a:r>
              <a:rPr lang="en-US" altLang="zh-CN" sz="1600" b="1" dirty="0">
                <a:solidFill>
                  <a:srgbClr val="0000CC"/>
                </a:solidFill>
                <a:latin typeface="微软雅黑" pitchFamily="34" charset="-122"/>
                <a:ea typeface="微软雅黑" pitchFamily="34" charset="-122"/>
              </a:rPr>
              <a:t>B </a:t>
            </a:r>
            <a:r>
              <a:rPr lang="zh-CN" altLang="en-US" sz="1600" b="1" dirty="0">
                <a:solidFill>
                  <a:srgbClr val="0000CC"/>
                </a:solidFill>
                <a:latin typeface="微软雅黑" pitchFamily="34" charset="-122"/>
                <a:ea typeface="微软雅黑" pitchFamily="34" charset="-122"/>
              </a:rPr>
              <a:t>发送数据帧，必须经过路由器 </a:t>
            </a:r>
            <a:r>
              <a:rPr lang="en-US" altLang="zh-CN" sz="1600" b="1" dirty="0">
                <a:solidFill>
                  <a:srgbClr val="0000CC"/>
                </a:solidFill>
                <a:latin typeface="微软雅黑" pitchFamily="34" charset="-122"/>
                <a:ea typeface="微软雅黑" pitchFamily="34" charset="-122"/>
              </a:rPr>
              <a:t>R </a:t>
            </a:r>
            <a:r>
              <a:rPr lang="zh-CN" altLang="en-US" sz="1600" b="1" dirty="0">
                <a:solidFill>
                  <a:srgbClr val="0000CC"/>
                </a:solidFill>
                <a:latin typeface="微软雅黑" pitchFamily="34" charset="-122"/>
                <a:ea typeface="微软雅黑" pitchFamily="34" charset="-122"/>
              </a:rPr>
              <a:t>和 </a:t>
            </a:r>
            <a:r>
              <a:rPr lang="en-US" altLang="zh-CN" sz="1600" b="1" dirty="0">
                <a:solidFill>
                  <a:srgbClr val="0000CC"/>
                </a:solidFill>
                <a:latin typeface="微软雅黑" pitchFamily="34" charset="-122"/>
                <a:ea typeface="微软雅黑" pitchFamily="34" charset="-122"/>
              </a:rPr>
              <a:t>AP</a:t>
            </a:r>
            <a:r>
              <a:rPr lang="en-US" altLang="zh-CN" sz="1600" b="1" baseline="-25000" dirty="0">
                <a:solidFill>
                  <a:srgbClr val="0000CC"/>
                </a:solidFill>
                <a:latin typeface="微软雅黑" pitchFamily="34" charset="-122"/>
                <a:ea typeface="微软雅黑" pitchFamily="34" charset="-122"/>
              </a:rPr>
              <a:t>2</a:t>
            </a:r>
            <a:r>
              <a:rPr lang="en-US" altLang="zh-CN" sz="1600" b="1" dirty="0">
                <a:solidFill>
                  <a:srgbClr val="0000CC"/>
                </a:solidFill>
                <a:latin typeface="微软雅黑" pitchFamily="34" charset="-122"/>
                <a:ea typeface="微软雅黑" pitchFamily="34" charset="-122"/>
              </a:rPr>
              <a:t> </a:t>
            </a:r>
            <a:r>
              <a:rPr lang="zh-CN" altLang="en-US" sz="1600" b="1" dirty="0">
                <a:solidFill>
                  <a:srgbClr val="0000CC"/>
                </a:solidFill>
                <a:latin typeface="微软雅黑" pitchFamily="34" charset="-122"/>
                <a:ea typeface="微软雅黑" pitchFamily="34" charset="-122"/>
              </a:rPr>
              <a:t>向 </a:t>
            </a:r>
            <a:r>
              <a:rPr lang="en-US" altLang="zh-CN" sz="1600" b="1" dirty="0">
                <a:solidFill>
                  <a:srgbClr val="0000CC"/>
                </a:solidFill>
                <a:latin typeface="微软雅黑" pitchFamily="34" charset="-122"/>
                <a:ea typeface="微软雅黑" pitchFamily="34" charset="-122"/>
              </a:rPr>
              <a:t>B </a:t>
            </a:r>
            <a:r>
              <a:rPr lang="zh-CN" altLang="en-US" sz="1600" b="1" dirty="0">
                <a:solidFill>
                  <a:srgbClr val="0000CC"/>
                </a:solidFill>
                <a:latin typeface="微软雅黑" pitchFamily="34" charset="-122"/>
                <a:ea typeface="微软雅黑" pitchFamily="34" charset="-122"/>
              </a:rPr>
              <a:t>转发。</a:t>
            </a:r>
          </a:p>
        </p:txBody>
      </p:sp>
      <p:sp>
        <p:nvSpPr>
          <p:cNvPr id="183"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4" name="矩形 4"/>
          <p:cNvSpPr>
            <a:spLocks noChangeArrowheads="1"/>
          </p:cNvSpPr>
          <p:nvPr/>
        </p:nvSpPr>
        <p:spPr bwMode="auto">
          <a:xfrm>
            <a:off x="635844" y="567754"/>
            <a:ext cx="45448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复杂情况：站点处在不同的两个子网中</a:t>
            </a:r>
          </a:p>
        </p:txBody>
      </p:sp>
      <p:sp>
        <p:nvSpPr>
          <p:cNvPr id="181" name="Oval 4"/>
          <p:cNvSpPr>
            <a:spLocks noChangeArrowheads="1"/>
          </p:cNvSpPr>
          <p:nvPr/>
        </p:nvSpPr>
        <p:spPr bwMode="auto">
          <a:xfrm>
            <a:off x="4935961" y="1608993"/>
            <a:ext cx="3460693" cy="1544474"/>
          </a:xfrm>
          <a:prstGeom prst="ellipse">
            <a:avLst/>
          </a:prstGeom>
          <a:solidFill>
            <a:srgbClr val="FFFFFF"/>
          </a:solidFill>
          <a:ln w="9525">
            <a:solidFill>
              <a:schemeClr val="tx1"/>
            </a:solidFill>
            <a:prstDash val="dash"/>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Line 55"/>
          <p:cNvSpPr>
            <a:spLocks noChangeShapeType="1"/>
          </p:cNvSpPr>
          <p:nvPr/>
        </p:nvSpPr>
        <p:spPr bwMode="auto">
          <a:xfrm>
            <a:off x="4568939" y="2341287"/>
            <a:ext cx="1345306" cy="88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60"/>
          <p:cNvSpPr>
            <a:spLocks noChangeShapeType="1"/>
          </p:cNvSpPr>
          <p:nvPr/>
        </p:nvSpPr>
        <p:spPr bwMode="auto">
          <a:xfrm>
            <a:off x="4512884" y="2415256"/>
            <a:ext cx="60058" cy="53701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aphicFrame>
        <p:nvGraphicFramePr>
          <p:cNvPr id="216" name="Object 63"/>
          <p:cNvGraphicFramePr>
            <a:graphicFrameLocks noChangeAspect="1"/>
          </p:cNvGraphicFramePr>
          <p:nvPr/>
        </p:nvGraphicFramePr>
        <p:xfrm>
          <a:off x="3725453" y="2683024"/>
          <a:ext cx="1513469" cy="939407"/>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216" name="Object 6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25453" y="2683024"/>
                        <a:ext cx="1513469" cy="93940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17" name="Text Box 64"/>
          <p:cNvSpPr txBox="1">
            <a:spLocks noChangeArrowheads="1"/>
          </p:cNvSpPr>
          <p:nvPr/>
        </p:nvSpPr>
        <p:spPr bwMode="auto">
          <a:xfrm>
            <a:off x="4141857" y="2978398"/>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互联网</a:t>
            </a:r>
          </a:p>
        </p:txBody>
      </p:sp>
      <p:sp>
        <p:nvSpPr>
          <p:cNvPr id="218" name="Text Box 66"/>
          <p:cNvSpPr txBox="1">
            <a:spLocks noChangeArrowheads="1"/>
          </p:cNvSpPr>
          <p:nvPr/>
        </p:nvSpPr>
        <p:spPr bwMode="auto">
          <a:xfrm>
            <a:off x="4364740" y="1967003"/>
            <a:ext cx="297534"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R</a:t>
            </a:r>
            <a:endParaRPr kumimoji="1" lang="en-US" altLang="zh-CN" sz="1200" b="1" baseline="-25000">
              <a:latin typeface="微软雅黑" panose="020B0503020204020204" pitchFamily="34" charset="-122"/>
              <a:ea typeface="微软雅黑" panose="020B0503020204020204" pitchFamily="34" charset="-122"/>
            </a:endParaRPr>
          </a:p>
        </p:txBody>
      </p:sp>
      <p:sp>
        <p:nvSpPr>
          <p:cNvPr id="219" name="Oval 67"/>
          <p:cNvSpPr>
            <a:spLocks noChangeArrowheads="1"/>
          </p:cNvSpPr>
          <p:nvPr/>
        </p:nvSpPr>
        <p:spPr bwMode="auto">
          <a:xfrm>
            <a:off x="738554" y="1608993"/>
            <a:ext cx="3289860" cy="1544474"/>
          </a:xfrm>
          <a:prstGeom prst="ellipse">
            <a:avLst/>
          </a:prstGeom>
          <a:solidFill>
            <a:srgbClr val="FFFFFF"/>
          </a:solidFill>
          <a:ln w="9525">
            <a:solidFill>
              <a:schemeClr val="tx1"/>
            </a:solidFill>
            <a:prstDash val="dash"/>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4" name="Text Box 82"/>
          <p:cNvSpPr txBox="1">
            <a:spLocks noChangeArrowheads="1"/>
          </p:cNvSpPr>
          <p:nvPr/>
        </p:nvSpPr>
        <p:spPr bwMode="auto">
          <a:xfrm>
            <a:off x="4512884" y="2415256"/>
            <a:ext cx="24023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0</a:t>
            </a:r>
            <a:endParaRPr kumimoji="1" lang="en-US" altLang="zh-CN" sz="1200" b="1" baseline="-25000">
              <a:latin typeface="微软雅黑" panose="020B0503020204020204" pitchFamily="34" charset="-122"/>
              <a:ea typeface="微软雅黑" panose="020B0503020204020204" pitchFamily="34" charset="-122"/>
            </a:endParaRPr>
          </a:p>
        </p:txBody>
      </p:sp>
      <p:sp>
        <p:nvSpPr>
          <p:cNvPr id="235" name="Text Box 83"/>
          <p:cNvSpPr txBox="1">
            <a:spLocks noChangeArrowheads="1"/>
          </p:cNvSpPr>
          <p:nvPr/>
        </p:nvSpPr>
        <p:spPr bwMode="auto">
          <a:xfrm>
            <a:off x="4694394" y="2079436"/>
            <a:ext cx="284470"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1</a:t>
            </a:r>
            <a:endParaRPr kumimoji="1" lang="en-US" altLang="zh-CN" sz="1200" b="1" baseline="-25000">
              <a:latin typeface="微软雅黑" panose="020B0503020204020204" pitchFamily="34" charset="-122"/>
              <a:ea typeface="微软雅黑" panose="020B0503020204020204" pitchFamily="34" charset="-122"/>
            </a:endParaRPr>
          </a:p>
        </p:txBody>
      </p:sp>
      <p:sp>
        <p:nvSpPr>
          <p:cNvPr id="236" name="Text Box 84"/>
          <p:cNvSpPr txBox="1">
            <a:spLocks noChangeArrowheads="1"/>
          </p:cNvSpPr>
          <p:nvPr/>
        </p:nvSpPr>
        <p:spPr bwMode="auto">
          <a:xfrm>
            <a:off x="4091141" y="2079436"/>
            <a:ext cx="24023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2</a:t>
            </a:r>
            <a:endParaRPr kumimoji="1" lang="en-US" altLang="zh-CN" sz="1200" b="1" baseline="-25000">
              <a:latin typeface="微软雅黑" panose="020B0503020204020204" pitchFamily="34" charset="-122"/>
              <a:ea typeface="微软雅黑" panose="020B0503020204020204" pitchFamily="34" charset="-122"/>
            </a:endParaRPr>
          </a:p>
        </p:txBody>
      </p:sp>
      <p:sp>
        <p:nvSpPr>
          <p:cNvPr id="240" name="Line 61"/>
          <p:cNvSpPr>
            <a:spLocks noChangeShapeType="1"/>
          </p:cNvSpPr>
          <p:nvPr/>
        </p:nvSpPr>
        <p:spPr bwMode="auto">
          <a:xfrm flipV="1">
            <a:off x="3184928" y="2350163"/>
            <a:ext cx="1142442" cy="44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87" name="Picture 5" descr="D-Link%20DI-713P%20Wireless%20Broadband%20route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02232" y="2002508"/>
            <a:ext cx="629945" cy="58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 Box 6"/>
          <p:cNvSpPr txBox="1">
            <a:spLocks noChangeArrowheads="1"/>
          </p:cNvSpPr>
          <p:nvPr/>
        </p:nvSpPr>
        <p:spPr bwMode="auto">
          <a:xfrm>
            <a:off x="5941382" y="1822405"/>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1</a:t>
            </a:r>
          </a:p>
        </p:txBody>
      </p:sp>
      <p:sp>
        <p:nvSpPr>
          <p:cNvPr id="211" name="Text Box 48"/>
          <p:cNvSpPr txBox="1">
            <a:spLocks noChangeArrowheads="1"/>
          </p:cNvSpPr>
          <p:nvPr/>
        </p:nvSpPr>
        <p:spPr bwMode="auto">
          <a:xfrm>
            <a:off x="6570882" y="2884219"/>
            <a:ext cx="538930" cy="249299"/>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solidFill>
                  <a:srgbClr val="0000CC"/>
                </a:solidFill>
                <a:latin typeface="微软雅黑" panose="020B0503020204020204" pitchFamily="34" charset="-122"/>
                <a:ea typeface="微软雅黑" panose="020B0503020204020204" pitchFamily="34" charset="-122"/>
              </a:rPr>
              <a:t>BSS</a:t>
            </a:r>
            <a:r>
              <a:rPr kumimoji="1" lang="en-US" altLang="zh-CN" sz="1200" b="1" baseline="-25000">
                <a:solidFill>
                  <a:srgbClr val="0000CC"/>
                </a:solidFill>
                <a:latin typeface="微软雅黑" panose="020B0503020204020204" pitchFamily="34" charset="-122"/>
                <a:ea typeface="微软雅黑" panose="020B0503020204020204" pitchFamily="34" charset="-122"/>
              </a:rPr>
              <a:t>1</a:t>
            </a:r>
          </a:p>
        </p:txBody>
      </p:sp>
      <p:sp>
        <p:nvSpPr>
          <p:cNvPr id="212" name="Text Box 49"/>
          <p:cNvSpPr txBox="1">
            <a:spLocks noChangeArrowheads="1"/>
          </p:cNvSpPr>
          <p:nvPr/>
        </p:nvSpPr>
        <p:spPr bwMode="auto">
          <a:xfrm>
            <a:off x="7780055" y="1978838"/>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A</a:t>
            </a:r>
          </a:p>
        </p:txBody>
      </p:sp>
      <p:sp>
        <p:nvSpPr>
          <p:cNvPr id="213" name="Line 52"/>
          <p:cNvSpPr>
            <a:spLocks noChangeShapeType="1"/>
          </p:cNvSpPr>
          <p:nvPr/>
        </p:nvSpPr>
        <p:spPr bwMode="auto">
          <a:xfrm flipH="1">
            <a:off x="6267921" y="2097189"/>
            <a:ext cx="1195827" cy="22191"/>
          </a:xfrm>
          <a:prstGeom prst="line">
            <a:avLst/>
          </a:prstGeom>
          <a:noFill/>
          <a:ln w="9525">
            <a:solidFill>
              <a:schemeClr val="tx1"/>
            </a:solidFill>
            <a:prstDash val="dash"/>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7" name="矩形 236"/>
          <p:cNvSpPr/>
          <p:nvPr/>
        </p:nvSpPr>
        <p:spPr>
          <a:xfrm>
            <a:off x="6568213" y="1779123"/>
            <a:ext cx="796773" cy="255932"/>
          </a:xfrm>
          <a:prstGeom prst="rect">
            <a:avLst/>
          </a:prstGeom>
          <a:solidFill>
            <a:srgbClr val="66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38" name="直接连接符 237"/>
          <p:cNvCxnSpPr/>
          <p:nvPr/>
        </p:nvCxnSpPr>
        <p:spPr>
          <a:xfrm flipH="1">
            <a:off x="6389372" y="1915225"/>
            <a:ext cx="181510"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39" name="Text Box 48"/>
          <p:cNvSpPr txBox="1">
            <a:spLocks noChangeArrowheads="1"/>
          </p:cNvSpPr>
          <p:nvPr/>
        </p:nvSpPr>
        <p:spPr bwMode="auto">
          <a:xfrm>
            <a:off x="6516911" y="1802909"/>
            <a:ext cx="918074" cy="2606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802.11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nvGrpSpPr>
          <p:cNvPr id="249" name="组合 92"/>
          <p:cNvGrpSpPr>
            <a:grpSpLocks/>
          </p:cNvGrpSpPr>
          <p:nvPr/>
        </p:nvGrpSpPr>
        <p:grpSpPr bwMode="auto">
          <a:xfrm>
            <a:off x="4985341" y="2039492"/>
            <a:ext cx="938772" cy="278708"/>
            <a:chOff x="3275856" y="908720"/>
            <a:chExt cx="1116183" cy="299898"/>
          </a:xfrm>
        </p:grpSpPr>
        <p:sp>
          <p:nvSpPr>
            <p:cNvPr id="250" name="矩形 249"/>
            <p:cNvSpPr/>
            <p:nvPr/>
          </p:nvSpPr>
          <p:spPr>
            <a:xfrm>
              <a:off x="3491667" y="908720"/>
              <a:ext cx="842616" cy="273799"/>
            </a:xfrm>
            <a:prstGeom prst="rect">
              <a:avLst/>
            </a:prstGeom>
            <a:solidFill>
              <a:srgbClr val="66C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51" name="直接连接符 250"/>
            <p:cNvCxnSpPr/>
            <p:nvPr/>
          </p:nvCxnSpPr>
          <p:spPr>
            <a:xfrm flipH="1">
              <a:off x="3275856" y="1048803"/>
              <a:ext cx="215811"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52" name="Text Box 48"/>
            <p:cNvSpPr txBox="1">
              <a:spLocks noChangeArrowheads="1"/>
            </p:cNvSpPr>
            <p:nvPr/>
          </p:nvSpPr>
          <p:spPr bwMode="auto">
            <a:xfrm>
              <a:off x="3415022" y="928116"/>
              <a:ext cx="977017" cy="280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802.3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sp>
        <p:nvSpPr>
          <p:cNvPr id="254" name="Text Box 48"/>
          <p:cNvSpPr txBox="1">
            <a:spLocks noChangeArrowheads="1"/>
          </p:cNvSpPr>
          <p:nvPr/>
        </p:nvSpPr>
        <p:spPr bwMode="auto">
          <a:xfrm>
            <a:off x="6596239" y="3144901"/>
            <a:ext cx="410690" cy="27546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400" b="1" dirty="0">
                <a:latin typeface="微软雅黑" panose="020B0503020204020204" pitchFamily="34" charset="-122"/>
                <a:ea typeface="微软雅黑" panose="020B0503020204020204" pitchFamily="34" charset="-122"/>
              </a:rPr>
              <a:t>N</a:t>
            </a:r>
            <a:r>
              <a:rPr kumimoji="1" lang="en-US" altLang="zh-CN" sz="1400" b="1" baseline="-25000" dirty="0">
                <a:latin typeface="微软雅黑" panose="020B0503020204020204" pitchFamily="34" charset="-122"/>
                <a:ea typeface="微软雅黑" panose="020B0503020204020204" pitchFamily="34" charset="-122"/>
              </a:rPr>
              <a:t>1</a:t>
            </a:r>
          </a:p>
        </p:txBody>
      </p:sp>
      <p:sp>
        <p:nvSpPr>
          <p:cNvPr id="256" name="Text Box 48"/>
          <p:cNvSpPr txBox="1">
            <a:spLocks noChangeArrowheads="1"/>
          </p:cNvSpPr>
          <p:nvPr/>
        </p:nvSpPr>
        <p:spPr bwMode="auto">
          <a:xfrm>
            <a:off x="7671939" y="2491990"/>
            <a:ext cx="411321" cy="2606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A</a:t>
            </a:r>
          </a:p>
        </p:txBody>
      </p:sp>
      <p:sp>
        <p:nvSpPr>
          <p:cNvPr id="258" name="Text Box 64"/>
          <p:cNvSpPr txBox="1">
            <a:spLocks noChangeArrowheads="1"/>
          </p:cNvSpPr>
          <p:nvPr/>
        </p:nvSpPr>
        <p:spPr bwMode="auto">
          <a:xfrm>
            <a:off x="7307598" y="2280632"/>
            <a:ext cx="1010240"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MAC</a:t>
            </a:r>
            <a:r>
              <a:rPr kumimoji="1" lang="en-US" altLang="zh-CN" sz="1200" b="1" baseline="-25000" dirty="0">
                <a:latin typeface="微软雅黑" panose="020B0503020204020204" pitchFamily="34" charset="-122"/>
                <a:ea typeface="微软雅黑" panose="020B0503020204020204" pitchFamily="34" charset="-122"/>
              </a:rPr>
              <a:t>A</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60" name="Text Box 64"/>
          <p:cNvSpPr txBox="1">
            <a:spLocks noChangeArrowheads="1"/>
          </p:cNvSpPr>
          <p:nvPr/>
        </p:nvSpPr>
        <p:spPr bwMode="auto">
          <a:xfrm>
            <a:off x="5667337" y="2527020"/>
            <a:ext cx="108627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BSSID</a:t>
            </a:r>
            <a:r>
              <a:rPr kumimoji="1" lang="en-US" altLang="zh-CN" sz="1200" b="1" baseline="-25000" dirty="0">
                <a:latin typeface="微软雅黑" panose="020B0503020204020204" pitchFamily="34" charset="-122"/>
                <a:ea typeface="微软雅黑" panose="020B0503020204020204" pitchFamily="34" charset="-122"/>
              </a:rPr>
              <a:t>1</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14" name="Line 58"/>
          <p:cNvSpPr>
            <a:spLocks noChangeShapeType="1"/>
          </p:cNvSpPr>
          <p:nvPr/>
        </p:nvSpPr>
        <p:spPr bwMode="auto">
          <a:xfrm flipH="1" flipV="1">
            <a:off x="1457918" y="2274714"/>
            <a:ext cx="1178478" cy="5918"/>
          </a:xfrm>
          <a:prstGeom prst="line">
            <a:avLst/>
          </a:prstGeom>
          <a:noFill/>
          <a:ln w="9525">
            <a:solidFill>
              <a:schemeClr val="tx1"/>
            </a:solidFill>
            <a:prstDash val="dash"/>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215" name="Picture 62" descr="D-Link%20DI-713P%20Wireless%20Broadband%20route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75003" y="2012864"/>
            <a:ext cx="629945" cy="58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0" name="Text Box 68"/>
          <p:cNvSpPr txBox="1">
            <a:spLocks noChangeArrowheads="1"/>
          </p:cNvSpPr>
          <p:nvPr/>
        </p:nvSpPr>
        <p:spPr bwMode="auto">
          <a:xfrm>
            <a:off x="2151925" y="2817648"/>
            <a:ext cx="538930" cy="249299"/>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0000CC"/>
                </a:solidFill>
                <a:latin typeface="微软雅黑" panose="020B0503020204020204" pitchFamily="34" charset="-122"/>
                <a:ea typeface="微软雅黑" panose="020B0503020204020204" pitchFamily="34" charset="-122"/>
              </a:rPr>
              <a:t>BSS</a:t>
            </a:r>
            <a:r>
              <a:rPr kumimoji="1"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221" name="Text Box 69"/>
          <p:cNvSpPr txBox="1">
            <a:spLocks noChangeArrowheads="1"/>
          </p:cNvSpPr>
          <p:nvPr/>
        </p:nvSpPr>
        <p:spPr bwMode="auto">
          <a:xfrm>
            <a:off x="2835324" y="1882846"/>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2</a:t>
            </a:r>
          </a:p>
        </p:txBody>
      </p:sp>
      <p:sp>
        <p:nvSpPr>
          <p:cNvPr id="233" name="Text Box 81"/>
          <p:cNvSpPr txBox="1">
            <a:spLocks noChangeArrowheads="1"/>
          </p:cNvSpPr>
          <p:nvPr/>
        </p:nvSpPr>
        <p:spPr bwMode="auto">
          <a:xfrm>
            <a:off x="973449" y="2146009"/>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solidFill>
                  <a:srgbClr val="C00000"/>
                </a:solidFill>
                <a:latin typeface="微软雅黑" panose="020B0503020204020204" pitchFamily="34" charset="-122"/>
                <a:ea typeface="微软雅黑" panose="020B0503020204020204" pitchFamily="34" charset="-122"/>
              </a:rPr>
              <a:t>B</a:t>
            </a:r>
          </a:p>
        </p:txBody>
      </p:sp>
      <p:grpSp>
        <p:nvGrpSpPr>
          <p:cNvPr id="241" name="组合 85"/>
          <p:cNvGrpSpPr>
            <a:grpSpLocks/>
          </p:cNvGrpSpPr>
          <p:nvPr/>
        </p:nvGrpSpPr>
        <p:grpSpPr bwMode="auto">
          <a:xfrm>
            <a:off x="1519311" y="1965532"/>
            <a:ext cx="1056628" cy="278497"/>
            <a:chOff x="835806" y="1721719"/>
            <a:chExt cx="1255443" cy="300219"/>
          </a:xfrm>
        </p:grpSpPr>
        <p:sp>
          <p:nvSpPr>
            <p:cNvPr id="242" name="矩形 241"/>
            <p:cNvSpPr/>
            <p:nvPr/>
          </p:nvSpPr>
          <p:spPr>
            <a:xfrm>
              <a:off x="1051468" y="1721719"/>
              <a:ext cx="957877" cy="274302"/>
            </a:xfrm>
            <a:prstGeom prst="rect">
              <a:avLst/>
            </a:prstGeom>
            <a:solidFill>
              <a:srgbClr val="66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43" name="直接连接符 242"/>
            <p:cNvCxnSpPr/>
            <p:nvPr/>
          </p:nvCxnSpPr>
          <p:spPr>
            <a:xfrm flipH="1">
              <a:off x="835806" y="1860465"/>
              <a:ext cx="215662"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44" name="Text Box 48"/>
            <p:cNvSpPr txBox="1">
              <a:spLocks noChangeArrowheads="1"/>
            </p:cNvSpPr>
            <p:nvPr/>
          </p:nvSpPr>
          <p:spPr bwMode="auto">
            <a:xfrm>
              <a:off x="1000146" y="1753194"/>
              <a:ext cx="1091103" cy="26874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802.11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grpSp>
        <p:nvGrpSpPr>
          <p:cNvPr id="245" name="组合 91"/>
          <p:cNvGrpSpPr>
            <a:grpSpLocks/>
          </p:cNvGrpSpPr>
          <p:nvPr/>
        </p:nvGrpSpPr>
        <p:grpSpPr bwMode="auto">
          <a:xfrm>
            <a:off x="3240981" y="2012867"/>
            <a:ext cx="989248" cy="266830"/>
            <a:chOff x="3275856" y="908720"/>
            <a:chExt cx="1176196" cy="287116"/>
          </a:xfrm>
        </p:grpSpPr>
        <p:sp>
          <p:nvSpPr>
            <p:cNvPr id="246" name="矩形 245"/>
            <p:cNvSpPr/>
            <p:nvPr/>
          </p:nvSpPr>
          <p:spPr>
            <a:xfrm>
              <a:off x="3491665" y="908720"/>
              <a:ext cx="877525" cy="273799"/>
            </a:xfrm>
            <a:prstGeom prst="rect">
              <a:avLst/>
            </a:prstGeom>
            <a:solidFill>
              <a:srgbClr val="66CC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47" name="直接连接符 246"/>
            <p:cNvCxnSpPr/>
            <p:nvPr/>
          </p:nvCxnSpPr>
          <p:spPr>
            <a:xfrm flipH="1">
              <a:off x="3275856" y="1048803"/>
              <a:ext cx="215811"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48" name="Text Box 48"/>
            <p:cNvSpPr txBox="1">
              <a:spLocks noChangeArrowheads="1"/>
            </p:cNvSpPr>
            <p:nvPr/>
          </p:nvSpPr>
          <p:spPr bwMode="auto">
            <a:xfrm>
              <a:off x="3436573" y="927583"/>
              <a:ext cx="1015479" cy="268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802.3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sp>
        <p:nvSpPr>
          <p:cNvPr id="255" name="Text Box 68"/>
          <p:cNvSpPr txBox="1">
            <a:spLocks noChangeArrowheads="1"/>
          </p:cNvSpPr>
          <p:nvPr/>
        </p:nvSpPr>
        <p:spPr bwMode="auto">
          <a:xfrm>
            <a:off x="2229334" y="3144901"/>
            <a:ext cx="410690" cy="27546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400" b="1" dirty="0">
                <a:latin typeface="微软雅黑" panose="020B0503020204020204" pitchFamily="34" charset="-122"/>
                <a:ea typeface="微软雅黑" panose="020B0503020204020204" pitchFamily="34" charset="-122"/>
              </a:rPr>
              <a:t>N</a:t>
            </a:r>
            <a:r>
              <a:rPr kumimoji="1" lang="en-US" altLang="zh-CN" sz="1400" b="1" baseline="-25000" dirty="0">
                <a:latin typeface="微软雅黑" panose="020B0503020204020204" pitchFamily="34" charset="-122"/>
                <a:ea typeface="微软雅黑" panose="020B0503020204020204" pitchFamily="34" charset="-122"/>
              </a:rPr>
              <a:t>2</a:t>
            </a:r>
          </a:p>
        </p:txBody>
      </p:sp>
      <p:sp>
        <p:nvSpPr>
          <p:cNvPr id="257" name="Text Box 48"/>
          <p:cNvSpPr txBox="1">
            <a:spLocks noChangeArrowheads="1"/>
          </p:cNvSpPr>
          <p:nvPr/>
        </p:nvSpPr>
        <p:spPr bwMode="auto">
          <a:xfrm>
            <a:off x="1100081" y="2615830"/>
            <a:ext cx="415109" cy="2606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B</a:t>
            </a:r>
          </a:p>
        </p:txBody>
      </p:sp>
      <p:sp>
        <p:nvSpPr>
          <p:cNvPr id="259" name="Text Box 64"/>
          <p:cNvSpPr txBox="1">
            <a:spLocks noChangeArrowheads="1"/>
          </p:cNvSpPr>
          <p:nvPr/>
        </p:nvSpPr>
        <p:spPr bwMode="auto">
          <a:xfrm>
            <a:off x="743892" y="2416566"/>
            <a:ext cx="1003708"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MAC</a:t>
            </a:r>
            <a:r>
              <a:rPr kumimoji="1" lang="en-US" altLang="zh-CN" sz="1200" b="1" baseline="-25000" dirty="0">
                <a:latin typeface="微软雅黑" panose="020B0503020204020204" pitchFamily="34" charset="-122"/>
                <a:ea typeface="微软雅黑" panose="020B0503020204020204" pitchFamily="34" charset="-122"/>
              </a:rPr>
              <a:t>B</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61" name="Text Box 64"/>
          <p:cNvSpPr txBox="1">
            <a:spLocks noChangeArrowheads="1"/>
          </p:cNvSpPr>
          <p:nvPr/>
        </p:nvSpPr>
        <p:spPr bwMode="auto">
          <a:xfrm>
            <a:off x="2349451" y="2547731"/>
            <a:ext cx="108627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BSSID</a:t>
            </a:r>
            <a:r>
              <a:rPr kumimoji="1" lang="en-US" altLang="zh-CN" sz="1200" b="1" baseline="-25000" dirty="0">
                <a:latin typeface="微软雅黑" panose="020B0503020204020204" pitchFamily="34" charset="-122"/>
                <a:ea typeface="微软雅黑" panose="020B0503020204020204" pitchFamily="34" charset="-122"/>
              </a:rPr>
              <a:t>2</a:t>
            </a:r>
            <a:endParaRPr kumimoji="1" lang="zh-CN" altLang="en-US" sz="1200" b="1" baseline="-25000" dirty="0">
              <a:latin typeface="微软雅黑" panose="020B0503020204020204" pitchFamily="34" charset="-122"/>
              <a:ea typeface="微软雅黑" panose="020B0503020204020204" pitchFamily="34" charset="-122"/>
            </a:endParaRPr>
          </a:p>
        </p:txBody>
      </p:sp>
      <p:pic>
        <p:nvPicPr>
          <p:cNvPr id="253" name="Picture 65"/>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271316" y="2227374"/>
            <a:ext cx="504490" cy="254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273" name="组合 272"/>
          <p:cNvGrpSpPr/>
          <p:nvPr/>
        </p:nvGrpSpPr>
        <p:grpSpPr>
          <a:xfrm>
            <a:off x="1048551" y="2011384"/>
            <a:ext cx="597186" cy="423778"/>
            <a:chOff x="4406004" y="4260453"/>
            <a:chExt cx="542790" cy="429804"/>
          </a:xfrm>
        </p:grpSpPr>
        <p:grpSp>
          <p:nvGrpSpPr>
            <p:cNvPr id="274" name="Group 460"/>
            <p:cNvGrpSpPr>
              <a:grpSpLocks/>
            </p:cNvGrpSpPr>
            <p:nvPr/>
          </p:nvGrpSpPr>
          <p:grpSpPr bwMode="auto">
            <a:xfrm>
              <a:off x="4527888" y="4322623"/>
              <a:ext cx="420906" cy="367634"/>
              <a:chOff x="645" y="1570"/>
              <a:chExt cx="318" cy="318"/>
            </a:xfrm>
          </p:grpSpPr>
          <p:sp>
            <p:nvSpPr>
              <p:cNvPr id="28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83"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5" name="Group 463"/>
            <p:cNvGrpSpPr>
              <a:grpSpLocks/>
            </p:cNvGrpSpPr>
            <p:nvPr/>
          </p:nvGrpSpPr>
          <p:grpSpPr bwMode="auto">
            <a:xfrm>
              <a:off x="4406004" y="4260453"/>
              <a:ext cx="405022" cy="119404"/>
              <a:chOff x="748" y="2251"/>
              <a:chExt cx="306" cy="90"/>
            </a:xfrm>
            <a:solidFill>
              <a:srgbClr val="0066FF"/>
            </a:solidFill>
          </p:grpSpPr>
          <p:sp>
            <p:nvSpPr>
              <p:cNvPr id="2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84" name="组合 283"/>
          <p:cNvGrpSpPr/>
          <p:nvPr/>
        </p:nvGrpSpPr>
        <p:grpSpPr>
          <a:xfrm>
            <a:off x="7403911" y="1844457"/>
            <a:ext cx="597186" cy="423778"/>
            <a:chOff x="4406004" y="4260453"/>
            <a:chExt cx="542790" cy="429804"/>
          </a:xfrm>
        </p:grpSpPr>
        <p:grpSp>
          <p:nvGrpSpPr>
            <p:cNvPr id="285" name="Group 460"/>
            <p:cNvGrpSpPr>
              <a:grpSpLocks/>
            </p:cNvGrpSpPr>
            <p:nvPr/>
          </p:nvGrpSpPr>
          <p:grpSpPr bwMode="auto">
            <a:xfrm>
              <a:off x="4527888" y="4322623"/>
              <a:ext cx="420906" cy="367634"/>
              <a:chOff x="645" y="1570"/>
              <a:chExt cx="318" cy="318"/>
            </a:xfrm>
          </p:grpSpPr>
          <p:sp>
            <p:nvSpPr>
              <p:cNvPr id="29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94"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86" name="Group 463"/>
            <p:cNvGrpSpPr>
              <a:grpSpLocks/>
            </p:cNvGrpSpPr>
            <p:nvPr/>
          </p:nvGrpSpPr>
          <p:grpSpPr bwMode="auto">
            <a:xfrm>
              <a:off x="4406004" y="4260453"/>
              <a:ext cx="405022" cy="119404"/>
              <a:chOff x="748" y="2251"/>
              <a:chExt cx="306" cy="90"/>
            </a:xfrm>
            <a:solidFill>
              <a:srgbClr val="0066FF"/>
            </a:solidFill>
          </p:grpSpPr>
          <p:sp>
            <p:nvSpPr>
              <p:cNvPr id="2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95" name="组合 294"/>
          <p:cNvGrpSpPr/>
          <p:nvPr/>
        </p:nvGrpSpPr>
        <p:grpSpPr>
          <a:xfrm>
            <a:off x="7128627" y="2674230"/>
            <a:ext cx="597186" cy="423778"/>
            <a:chOff x="4406004" y="4260453"/>
            <a:chExt cx="542790" cy="429804"/>
          </a:xfrm>
        </p:grpSpPr>
        <p:grpSp>
          <p:nvGrpSpPr>
            <p:cNvPr id="296" name="Group 460"/>
            <p:cNvGrpSpPr>
              <a:grpSpLocks/>
            </p:cNvGrpSpPr>
            <p:nvPr/>
          </p:nvGrpSpPr>
          <p:grpSpPr bwMode="auto">
            <a:xfrm>
              <a:off x="4527888" y="4322623"/>
              <a:ext cx="420906" cy="367634"/>
              <a:chOff x="645" y="1570"/>
              <a:chExt cx="318" cy="318"/>
            </a:xfrm>
          </p:grpSpPr>
          <p:sp>
            <p:nvSpPr>
              <p:cNvPr id="30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05"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7" name="Group 463"/>
            <p:cNvGrpSpPr>
              <a:grpSpLocks/>
            </p:cNvGrpSpPr>
            <p:nvPr/>
          </p:nvGrpSpPr>
          <p:grpSpPr bwMode="auto">
            <a:xfrm>
              <a:off x="4406004" y="4260453"/>
              <a:ext cx="405022" cy="119404"/>
              <a:chOff x="748" y="2251"/>
              <a:chExt cx="306" cy="90"/>
            </a:xfrm>
            <a:solidFill>
              <a:srgbClr val="0066FF"/>
            </a:solidFill>
          </p:grpSpPr>
          <p:sp>
            <p:nvSpPr>
              <p:cNvPr id="29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306" name="组合 305"/>
          <p:cNvGrpSpPr/>
          <p:nvPr/>
        </p:nvGrpSpPr>
        <p:grpSpPr>
          <a:xfrm>
            <a:off x="1508813" y="2707121"/>
            <a:ext cx="597186" cy="423778"/>
            <a:chOff x="4406004" y="4260453"/>
            <a:chExt cx="542790" cy="429804"/>
          </a:xfrm>
        </p:grpSpPr>
        <p:grpSp>
          <p:nvGrpSpPr>
            <p:cNvPr id="307" name="Group 460"/>
            <p:cNvGrpSpPr>
              <a:grpSpLocks/>
            </p:cNvGrpSpPr>
            <p:nvPr/>
          </p:nvGrpSpPr>
          <p:grpSpPr bwMode="auto">
            <a:xfrm>
              <a:off x="4527888" y="4322623"/>
              <a:ext cx="420906" cy="367634"/>
              <a:chOff x="645" y="1570"/>
              <a:chExt cx="318" cy="318"/>
            </a:xfrm>
          </p:grpSpPr>
          <p:sp>
            <p:nvSpPr>
              <p:cNvPr id="31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1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8" name="Group 463"/>
            <p:cNvGrpSpPr>
              <a:grpSpLocks/>
            </p:cNvGrpSpPr>
            <p:nvPr/>
          </p:nvGrpSpPr>
          <p:grpSpPr bwMode="auto">
            <a:xfrm>
              <a:off x="4406004" y="4260453"/>
              <a:ext cx="405022" cy="119404"/>
              <a:chOff x="748" y="2251"/>
              <a:chExt cx="306" cy="90"/>
            </a:xfrm>
            <a:solidFill>
              <a:srgbClr val="0066FF"/>
            </a:solidFill>
          </p:grpSpPr>
          <p:sp>
            <p:nvSpPr>
              <p:cNvPr id="30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414952882"/>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FFD284-7224-EDFA-3528-36D4CD067B9C}"/>
            </a:ext>
          </a:extLst>
        </p:cNvPr>
        <p:cNvGrpSpPr/>
        <p:nvPr/>
      </p:nvGrpSpPr>
      <p:grpSpPr>
        <a:xfrm>
          <a:off x="0" y="0"/>
          <a:ext cx="0" cy="0"/>
          <a:chOff x="0" y="0"/>
          <a:chExt cx="0" cy="0"/>
        </a:xfrm>
      </p:grpSpPr>
      <p:sp>
        <p:nvSpPr>
          <p:cNvPr id="326" name="圆角矩形 2">
            <a:extLst>
              <a:ext uri="{FF2B5EF4-FFF2-40B4-BE49-F238E27FC236}">
                <a16:creationId xmlns:a16="http://schemas.microsoft.com/office/drawing/2014/main" id="{1665F9CC-F4A0-68E0-70CA-21BBA044AC38}"/>
              </a:ext>
            </a:extLst>
          </p:cNvPr>
          <p:cNvSpPr/>
          <p:nvPr/>
        </p:nvSpPr>
        <p:spPr>
          <a:xfrm>
            <a:off x="157316" y="976972"/>
            <a:ext cx="8824452" cy="30149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a:extLst>
              <a:ext uri="{FF2B5EF4-FFF2-40B4-BE49-F238E27FC236}">
                <a16:creationId xmlns:a16="http://schemas.microsoft.com/office/drawing/2014/main" id="{DF1FE259-8B05-C813-747D-6DF99BF182D9}"/>
              </a:ext>
            </a:extLst>
          </p:cNvPr>
          <p:cNvSpPr/>
          <p:nvPr/>
        </p:nvSpPr>
        <p:spPr>
          <a:xfrm>
            <a:off x="1560258" y="1017564"/>
            <a:ext cx="6030051" cy="338554"/>
          </a:xfrm>
          <a:prstGeom prst="rect">
            <a:avLst/>
          </a:prstGeom>
          <a:noFill/>
          <a:ln>
            <a:noFill/>
          </a:ln>
        </p:spPr>
        <p:txBody>
          <a:bodyPr wrap="square">
            <a:spAutoFit/>
          </a:bodyPr>
          <a:lstStyle/>
          <a:p>
            <a:pPr algn="ctr"/>
            <a:r>
              <a:rPr lang="zh-CN" altLang="en-US" sz="1600" b="1" dirty="0">
                <a:solidFill>
                  <a:srgbClr val="0000CC"/>
                </a:solidFill>
                <a:latin typeface="微软雅黑" pitchFamily="34" charset="-122"/>
                <a:ea typeface="微软雅黑" pitchFamily="34" charset="-122"/>
              </a:rPr>
              <a:t>站点 </a:t>
            </a:r>
            <a:r>
              <a:rPr lang="en-US" altLang="zh-CN" sz="1600" b="1" dirty="0">
                <a:solidFill>
                  <a:srgbClr val="0000CC"/>
                </a:solidFill>
                <a:latin typeface="微软雅黑" pitchFamily="34" charset="-122"/>
                <a:ea typeface="微软雅黑" pitchFamily="34" charset="-122"/>
              </a:rPr>
              <a:t>A </a:t>
            </a:r>
            <a:r>
              <a:rPr lang="zh-CN" altLang="en-US" sz="1600" b="1" dirty="0">
                <a:solidFill>
                  <a:srgbClr val="0000CC"/>
                </a:solidFill>
                <a:latin typeface="微软雅黑" pitchFamily="34" charset="-122"/>
                <a:ea typeface="微软雅黑" pitchFamily="34" charset="-122"/>
              </a:rPr>
              <a:t>向 </a:t>
            </a:r>
            <a:r>
              <a:rPr lang="en-US" altLang="zh-CN" sz="1600" b="1" dirty="0">
                <a:solidFill>
                  <a:srgbClr val="0000CC"/>
                </a:solidFill>
                <a:latin typeface="微软雅黑" pitchFamily="34" charset="-122"/>
                <a:ea typeface="微软雅黑" pitchFamily="34" charset="-122"/>
              </a:rPr>
              <a:t>B </a:t>
            </a:r>
            <a:r>
              <a:rPr lang="zh-CN" altLang="en-US" sz="1600" b="1" dirty="0">
                <a:solidFill>
                  <a:srgbClr val="0000CC"/>
                </a:solidFill>
                <a:latin typeface="微软雅黑" pitchFamily="34" charset="-122"/>
                <a:ea typeface="微软雅黑" pitchFamily="34" charset="-122"/>
              </a:rPr>
              <a:t>发送数据</a:t>
            </a:r>
          </a:p>
        </p:txBody>
      </p:sp>
      <p:sp>
        <p:nvSpPr>
          <p:cNvPr id="183" name="AutoShape 5">
            <a:extLst>
              <a:ext uri="{FF2B5EF4-FFF2-40B4-BE49-F238E27FC236}">
                <a16:creationId xmlns:a16="http://schemas.microsoft.com/office/drawing/2014/main" id="{CC8D6D3A-86A4-C618-B83B-E9C12108F3E8}"/>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4" name="矩形 4">
            <a:extLst>
              <a:ext uri="{FF2B5EF4-FFF2-40B4-BE49-F238E27FC236}">
                <a16:creationId xmlns:a16="http://schemas.microsoft.com/office/drawing/2014/main" id="{F808C11E-710F-726C-EA1B-E6BFC42C52DE}"/>
              </a:ext>
            </a:extLst>
          </p:cNvPr>
          <p:cNvSpPr>
            <a:spLocks noChangeArrowheads="1"/>
          </p:cNvSpPr>
          <p:nvPr/>
        </p:nvSpPr>
        <p:spPr bwMode="auto">
          <a:xfrm>
            <a:off x="635844" y="567754"/>
            <a:ext cx="45448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复杂情况：站点处在不同的两个子网中</a:t>
            </a:r>
          </a:p>
        </p:txBody>
      </p:sp>
      <p:sp>
        <p:nvSpPr>
          <p:cNvPr id="324" name="文本框 323">
            <a:extLst>
              <a:ext uri="{FF2B5EF4-FFF2-40B4-BE49-F238E27FC236}">
                <a16:creationId xmlns:a16="http://schemas.microsoft.com/office/drawing/2014/main" id="{F179B0EE-DDAE-92ED-87DA-17C3CCBE2243}"/>
              </a:ext>
            </a:extLst>
          </p:cNvPr>
          <p:cNvSpPr txBox="1"/>
          <p:nvPr/>
        </p:nvSpPr>
        <p:spPr>
          <a:xfrm>
            <a:off x="983227" y="4041725"/>
            <a:ext cx="7305366" cy="584775"/>
          </a:xfrm>
          <a:prstGeom prst="rect">
            <a:avLst/>
          </a:prstGeom>
        </p:spPr>
        <p:txBody>
          <a:bodyPr wrap="square">
            <a:spAutoFit/>
          </a:bodyPr>
          <a:lstStyle>
            <a:defPPr>
              <a:defRPr lang="zh-CN"/>
            </a:defPPr>
            <a:lvl1pPr marL="285750" indent="-285750">
              <a:lnSpc>
                <a:spcPts val="2800"/>
              </a:lnSpc>
              <a:buFont typeface="Wingdings" panose="05000000000000000000" pitchFamily="2" charset="2"/>
              <a:buChar char="l"/>
              <a:defRPr b="1">
                <a:latin typeface="微软雅黑" pitchFamily="34" charset="-122"/>
                <a:ea typeface="微软雅黑" pitchFamily="34" charset="-122"/>
              </a:defRPr>
            </a:lvl1pPr>
          </a:lstStyle>
          <a:p>
            <a:pPr marL="0" indent="0">
              <a:lnSpc>
                <a:spcPct val="100000"/>
              </a:lnSpc>
              <a:buNone/>
            </a:pPr>
            <a:r>
              <a:rPr lang="zh-CN" altLang="en-US" sz="1600" dirty="0"/>
              <a:t>在网络层，</a:t>
            </a:r>
            <a:r>
              <a:rPr lang="en-US" altLang="zh-CN" sz="1600" dirty="0"/>
              <a:t>A</a:t>
            </a:r>
            <a:r>
              <a:rPr lang="zh-CN" altLang="en-US" sz="1600" dirty="0"/>
              <a:t>看不见在链路层工作的接入点</a:t>
            </a:r>
            <a:r>
              <a:rPr lang="en-US" altLang="zh-CN" sz="1600" dirty="0"/>
              <a:t>AP1</a:t>
            </a:r>
            <a:r>
              <a:rPr lang="zh-CN" altLang="en-US" sz="1600" dirty="0"/>
              <a:t>和</a:t>
            </a:r>
            <a:r>
              <a:rPr lang="en-US" altLang="zh-CN" sz="1600" dirty="0"/>
              <a:t>AP2</a:t>
            </a:r>
            <a:r>
              <a:rPr lang="zh-CN" altLang="en-US" sz="1600" dirty="0"/>
              <a:t>。这两个接入点在链路层转发帧。从网络层看，</a:t>
            </a:r>
            <a:r>
              <a:rPr lang="en-US" altLang="zh-CN" sz="1600" dirty="0"/>
              <a:t>A</a:t>
            </a:r>
            <a:r>
              <a:rPr lang="zh-CN" altLang="en-US" sz="1600" dirty="0"/>
              <a:t>向</a:t>
            </a:r>
            <a:r>
              <a:rPr lang="en-US" altLang="zh-CN" sz="1600" dirty="0"/>
              <a:t>B</a:t>
            </a:r>
            <a:r>
              <a:rPr lang="zh-CN" altLang="en-US" sz="1600" dirty="0"/>
              <a:t>发送</a:t>
            </a:r>
            <a:r>
              <a:rPr lang="en-US" altLang="zh-CN" sz="1600" dirty="0"/>
              <a:t>IP</a:t>
            </a:r>
            <a:r>
              <a:rPr lang="zh-CN" altLang="en-US" sz="1600" dirty="0"/>
              <a:t>数据报，需要经过两段路径：</a:t>
            </a:r>
            <a:r>
              <a:rPr lang="en-US" altLang="zh-CN" sz="1600" dirty="0"/>
              <a:t>A→R</a:t>
            </a:r>
            <a:r>
              <a:rPr lang="zh-CN" altLang="en-US" sz="1600" dirty="0"/>
              <a:t>，</a:t>
            </a:r>
            <a:r>
              <a:rPr lang="en-US" altLang="zh-CN" sz="1600" dirty="0"/>
              <a:t>R→B</a:t>
            </a:r>
            <a:r>
              <a:rPr lang="zh-CN" altLang="en-US" sz="1600" dirty="0"/>
              <a:t>。</a:t>
            </a:r>
          </a:p>
        </p:txBody>
      </p:sp>
      <p:pic>
        <p:nvPicPr>
          <p:cNvPr id="325" name="图片 324">
            <a:extLst>
              <a:ext uri="{FF2B5EF4-FFF2-40B4-BE49-F238E27FC236}">
                <a16:creationId xmlns:a16="http://schemas.microsoft.com/office/drawing/2014/main" id="{C23CA314-3876-C23E-4DEE-3A3A79D53D6D}"/>
              </a:ext>
            </a:extLst>
          </p:cNvPr>
          <p:cNvPicPr>
            <a:picLocks noChangeAspect="1"/>
          </p:cNvPicPr>
          <p:nvPr/>
        </p:nvPicPr>
        <p:blipFill>
          <a:blip r:embed="rId3"/>
          <a:stretch>
            <a:fillRect/>
          </a:stretch>
        </p:blipFill>
        <p:spPr>
          <a:xfrm>
            <a:off x="0" y="1186217"/>
            <a:ext cx="9144000" cy="2771066"/>
          </a:xfrm>
          <a:prstGeom prst="rect">
            <a:avLst/>
          </a:prstGeom>
        </p:spPr>
      </p:pic>
    </p:spTree>
    <p:extLst>
      <p:ext uri="{BB962C8B-B14F-4D97-AF65-F5344CB8AC3E}">
        <p14:creationId xmlns:p14="http://schemas.microsoft.com/office/powerpoint/2010/main" val="210645941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846D2C-F147-DB36-8031-103B8648C0F0}"/>
            </a:ext>
          </a:extLst>
        </p:cNvPr>
        <p:cNvGrpSpPr/>
        <p:nvPr/>
      </p:nvGrpSpPr>
      <p:grpSpPr>
        <a:xfrm>
          <a:off x="0" y="0"/>
          <a:ext cx="0" cy="0"/>
          <a:chOff x="0" y="0"/>
          <a:chExt cx="0" cy="0"/>
        </a:xfrm>
      </p:grpSpPr>
      <p:sp>
        <p:nvSpPr>
          <p:cNvPr id="326" name="圆角矩形 2">
            <a:extLst>
              <a:ext uri="{FF2B5EF4-FFF2-40B4-BE49-F238E27FC236}">
                <a16:creationId xmlns:a16="http://schemas.microsoft.com/office/drawing/2014/main" id="{8D27F767-CCB7-167A-E11B-B65CC40EAA4D}"/>
              </a:ext>
            </a:extLst>
          </p:cNvPr>
          <p:cNvSpPr/>
          <p:nvPr/>
        </p:nvSpPr>
        <p:spPr>
          <a:xfrm>
            <a:off x="157316" y="976972"/>
            <a:ext cx="8824452" cy="30149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a:extLst>
              <a:ext uri="{FF2B5EF4-FFF2-40B4-BE49-F238E27FC236}">
                <a16:creationId xmlns:a16="http://schemas.microsoft.com/office/drawing/2014/main" id="{B0E8E26D-6C0F-C908-ACD3-D10969B4B929}"/>
              </a:ext>
            </a:extLst>
          </p:cNvPr>
          <p:cNvSpPr/>
          <p:nvPr/>
        </p:nvSpPr>
        <p:spPr>
          <a:xfrm>
            <a:off x="1560258" y="1017564"/>
            <a:ext cx="6030051" cy="338554"/>
          </a:xfrm>
          <a:prstGeom prst="rect">
            <a:avLst/>
          </a:prstGeom>
          <a:noFill/>
          <a:ln>
            <a:noFill/>
          </a:ln>
        </p:spPr>
        <p:txBody>
          <a:bodyPr wrap="square">
            <a:spAutoFit/>
          </a:bodyPr>
          <a:lstStyle/>
          <a:p>
            <a:pPr algn="ctr"/>
            <a:r>
              <a:rPr lang="zh-CN" altLang="en-US" sz="1600" b="1" dirty="0">
                <a:solidFill>
                  <a:srgbClr val="0000CC"/>
                </a:solidFill>
                <a:latin typeface="微软雅黑" pitchFamily="34" charset="-122"/>
                <a:ea typeface="微软雅黑" pitchFamily="34" charset="-122"/>
              </a:rPr>
              <a:t>站点 </a:t>
            </a:r>
            <a:r>
              <a:rPr lang="en-US" altLang="zh-CN" sz="1600" b="1" dirty="0">
                <a:solidFill>
                  <a:srgbClr val="0000CC"/>
                </a:solidFill>
                <a:latin typeface="微软雅黑" pitchFamily="34" charset="-122"/>
                <a:ea typeface="微软雅黑" pitchFamily="34" charset="-122"/>
              </a:rPr>
              <a:t>A </a:t>
            </a:r>
            <a:r>
              <a:rPr lang="zh-CN" altLang="en-US" sz="1600" b="1" dirty="0">
                <a:solidFill>
                  <a:srgbClr val="0000CC"/>
                </a:solidFill>
                <a:latin typeface="微软雅黑" pitchFamily="34" charset="-122"/>
                <a:ea typeface="微软雅黑" pitchFamily="34" charset="-122"/>
              </a:rPr>
              <a:t>向 </a:t>
            </a:r>
            <a:r>
              <a:rPr lang="en-US" altLang="zh-CN" sz="1600" b="1" dirty="0">
                <a:solidFill>
                  <a:srgbClr val="0000CC"/>
                </a:solidFill>
                <a:latin typeface="微软雅黑" pitchFamily="34" charset="-122"/>
                <a:ea typeface="微软雅黑" pitchFamily="34" charset="-122"/>
              </a:rPr>
              <a:t>B </a:t>
            </a:r>
            <a:r>
              <a:rPr lang="zh-CN" altLang="en-US" sz="1600" b="1" dirty="0">
                <a:solidFill>
                  <a:srgbClr val="0000CC"/>
                </a:solidFill>
                <a:latin typeface="微软雅黑" pitchFamily="34" charset="-122"/>
                <a:ea typeface="微软雅黑" pitchFamily="34" charset="-122"/>
              </a:rPr>
              <a:t>发送数据</a:t>
            </a:r>
          </a:p>
        </p:txBody>
      </p:sp>
      <p:sp>
        <p:nvSpPr>
          <p:cNvPr id="183" name="AutoShape 5">
            <a:extLst>
              <a:ext uri="{FF2B5EF4-FFF2-40B4-BE49-F238E27FC236}">
                <a16:creationId xmlns:a16="http://schemas.microsoft.com/office/drawing/2014/main" id="{C4125A89-3521-0358-A1D7-D12081A5CB04}"/>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4" name="矩形 4">
            <a:extLst>
              <a:ext uri="{FF2B5EF4-FFF2-40B4-BE49-F238E27FC236}">
                <a16:creationId xmlns:a16="http://schemas.microsoft.com/office/drawing/2014/main" id="{CAB9DAA6-CF5A-4641-EE9F-D31B76FBB549}"/>
              </a:ext>
            </a:extLst>
          </p:cNvPr>
          <p:cNvSpPr>
            <a:spLocks noChangeArrowheads="1"/>
          </p:cNvSpPr>
          <p:nvPr/>
        </p:nvSpPr>
        <p:spPr bwMode="auto">
          <a:xfrm>
            <a:off x="635844" y="567754"/>
            <a:ext cx="45448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复杂情况：站点处在不同的两个子网中</a:t>
            </a:r>
          </a:p>
        </p:txBody>
      </p:sp>
      <p:sp>
        <p:nvSpPr>
          <p:cNvPr id="324" name="文本框 323">
            <a:extLst>
              <a:ext uri="{FF2B5EF4-FFF2-40B4-BE49-F238E27FC236}">
                <a16:creationId xmlns:a16="http://schemas.microsoft.com/office/drawing/2014/main" id="{AB3C41DA-9CAB-BFA6-93B1-0748566B3826}"/>
              </a:ext>
            </a:extLst>
          </p:cNvPr>
          <p:cNvSpPr txBox="1"/>
          <p:nvPr/>
        </p:nvSpPr>
        <p:spPr>
          <a:xfrm>
            <a:off x="222213" y="4041725"/>
            <a:ext cx="8429497" cy="584775"/>
          </a:xfrm>
          <a:prstGeom prst="rect">
            <a:avLst/>
          </a:prstGeom>
        </p:spPr>
        <p:txBody>
          <a:bodyPr wrap="square">
            <a:spAutoFit/>
          </a:bodyPr>
          <a:lstStyle>
            <a:defPPr>
              <a:defRPr lang="zh-CN"/>
            </a:defPPr>
            <a:lvl1pPr marL="285750" indent="-285750">
              <a:lnSpc>
                <a:spcPts val="2800"/>
              </a:lnSpc>
              <a:buFont typeface="Wingdings" panose="05000000000000000000" pitchFamily="2" charset="2"/>
              <a:buChar char="l"/>
              <a:defRPr b="1">
                <a:latin typeface="微软雅黑" pitchFamily="34" charset="-122"/>
                <a:ea typeface="微软雅黑" pitchFamily="34" charset="-122"/>
              </a:defRPr>
            </a:lvl1pPr>
          </a:lstStyle>
          <a:p>
            <a:pPr marL="0" indent="0">
              <a:lnSpc>
                <a:spcPct val="100000"/>
              </a:lnSpc>
              <a:buNone/>
            </a:pPr>
            <a:r>
              <a:rPr lang="zh-CN" altLang="en-US" sz="1600" dirty="0"/>
              <a:t>但从链路层看，数据帧则需要经过</a:t>
            </a:r>
            <a:r>
              <a:rPr lang="en-US" altLang="zh-CN" sz="1600" dirty="0"/>
              <a:t>4</a:t>
            </a:r>
            <a:r>
              <a:rPr lang="zh-CN" altLang="en-US" sz="1600" dirty="0"/>
              <a:t>段路径：</a:t>
            </a:r>
            <a:endParaRPr lang="en-US" altLang="zh-CN" sz="1600" dirty="0"/>
          </a:p>
          <a:p>
            <a:pPr marL="0" indent="0">
              <a:lnSpc>
                <a:spcPct val="100000"/>
              </a:lnSpc>
              <a:buNone/>
            </a:pPr>
            <a:r>
              <a:rPr lang="en-US" altLang="zh-CN" sz="1600" dirty="0"/>
              <a:t>A (802.11</a:t>
            </a:r>
            <a:r>
              <a:rPr lang="zh-CN" altLang="en-US" sz="1600" dirty="0"/>
              <a:t>帧</a:t>
            </a:r>
            <a:r>
              <a:rPr lang="en-US" altLang="zh-CN" sz="1600" dirty="0"/>
              <a:t>)→AP1</a:t>
            </a:r>
            <a:r>
              <a:rPr lang="zh-CN" altLang="en-US" sz="1600" dirty="0"/>
              <a:t>，</a:t>
            </a:r>
            <a:r>
              <a:rPr lang="en-US" altLang="zh-CN" sz="1600" dirty="0"/>
              <a:t>AP1 (802.3</a:t>
            </a:r>
            <a:r>
              <a:rPr lang="zh-CN" altLang="en-US" sz="1600" dirty="0"/>
              <a:t>帧</a:t>
            </a:r>
            <a:r>
              <a:rPr lang="en-US" altLang="zh-CN" sz="1600" dirty="0"/>
              <a:t>)→R</a:t>
            </a:r>
            <a:r>
              <a:rPr lang="zh-CN" altLang="en-US" sz="1600" dirty="0"/>
              <a:t>，</a:t>
            </a:r>
            <a:r>
              <a:rPr lang="en-US" altLang="zh-CN" sz="1600" dirty="0"/>
              <a:t>R (802.3</a:t>
            </a:r>
            <a:r>
              <a:rPr lang="zh-CN" altLang="en-US" sz="1600" dirty="0"/>
              <a:t>帧</a:t>
            </a:r>
            <a:r>
              <a:rPr lang="en-US" altLang="zh-CN" sz="1600" dirty="0"/>
              <a:t>)→AP2</a:t>
            </a:r>
            <a:r>
              <a:rPr lang="zh-CN" altLang="en-US" sz="1600" dirty="0"/>
              <a:t>，</a:t>
            </a:r>
            <a:r>
              <a:rPr lang="en-US" altLang="zh-CN" sz="1600" dirty="0"/>
              <a:t>AP2 (802.11</a:t>
            </a:r>
            <a:r>
              <a:rPr lang="zh-CN" altLang="en-US" sz="1600" dirty="0"/>
              <a:t>帧</a:t>
            </a:r>
            <a:r>
              <a:rPr lang="en-US" altLang="zh-CN" sz="1600" dirty="0"/>
              <a:t>)→B</a:t>
            </a:r>
            <a:r>
              <a:rPr lang="zh-CN" altLang="en-US" sz="1600" dirty="0"/>
              <a:t>。</a:t>
            </a:r>
          </a:p>
        </p:txBody>
      </p:sp>
      <p:pic>
        <p:nvPicPr>
          <p:cNvPr id="325" name="图片 324">
            <a:extLst>
              <a:ext uri="{FF2B5EF4-FFF2-40B4-BE49-F238E27FC236}">
                <a16:creationId xmlns:a16="http://schemas.microsoft.com/office/drawing/2014/main" id="{C8CA65DD-8681-6913-5A46-2E278B9C52D3}"/>
              </a:ext>
            </a:extLst>
          </p:cNvPr>
          <p:cNvPicPr>
            <a:picLocks noChangeAspect="1"/>
          </p:cNvPicPr>
          <p:nvPr/>
        </p:nvPicPr>
        <p:blipFill>
          <a:blip r:embed="rId3"/>
          <a:stretch>
            <a:fillRect/>
          </a:stretch>
        </p:blipFill>
        <p:spPr>
          <a:xfrm>
            <a:off x="0" y="1186217"/>
            <a:ext cx="9144000" cy="2771066"/>
          </a:xfrm>
          <a:prstGeom prst="rect">
            <a:avLst/>
          </a:prstGeom>
        </p:spPr>
      </p:pic>
      <p:sp>
        <p:nvSpPr>
          <p:cNvPr id="2" name="矩形 1">
            <a:extLst>
              <a:ext uri="{FF2B5EF4-FFF2-40B4-BE49-F238E27FC236}">
                <a16:creationId xmlns:a16="http://schemas.microsoft.com/office/drawing/2014/main" id="{89FC6FAB-EE42-BC86-6A88-D792C11196B8}"/>
              </a:ext>
            </a:extLst>
          </p:cNvPr>
          <p:cNvSpPr/>
          <p:nvPr/>
        </p:nvSpPr>
        <p:spPr>
          <a:xfrm>
            <a:off x="3342408" y="2792361"/>
            <a:ext cx="1028031" cy="221226"/>
          </a:xfrm>
          <a:prstGeom prst="rect">
            <a:avLst/>
          </a:prstGeom>
          <a:noFill/>
          <a:ln w="28575">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矩形 2">
            <a:extLst>
              <a:ext uri="{FF2B5EF4-FFF2-40B4-BE49-F238E27FC236}">
                <a16:creationId xmlns:a16="http://schemas.microsoft.com/office/drawing/2014/main" id="{60F5680B-166C-9260-249C-094291BDDB5E}"/>
              </a:ext>
            </a:extLst>
          </p:cNvPr>
          <p:cNvSpPr/>
          <p:nvPr/>
        </p:nvSpPr>
        <p:spPr>
          <a:xfrm>
            <a:off x="4594613" y="2826773"/>
            <a:ext cx="1028031" cy="221226"/>
          </a:xfrm>
          <a:prstGeom prst="rect">
            <a:avLst/>
          </a:prstGeom>
          <a:noFill/>
          <a:ln w="28575">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矩形 4">
            <a:extLst>
              <a:ext uri="{FF2B5EF4-FFF2-40B4-BE49-F238E27FC236}">
                <a16:creationId xmlns:a16="http://schemas.microsoft.com/office/drawing/2014/main" id="{DA078208-D065-F638-D80D-DAD30495D1FF}"/>
              </a:ext>
            </a:extLst>
          </p:cNvPr>
          <p:cNvSpPr/>
          <p:nvPr/>
        </p:nvSpPr>
        <p:spPr>
          <a:xfrm>
            <a:off x="4286305" y="2206113"/>
            <a:ext cx="374186" cy="232405"/>
          </a:xfrm>
          <a:prstGeom prst="rect">
            <a:avLst/>
          </a:prstGeom>
          <a:noFill/>
          <a:ln w="28575">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5375297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35" presetClass="emph" presetSubtype="0" repeatCount="3000" fill="hold" grpId="1" nodeType="withEffect">
                                  <p:stCondLst>
                                    <p:cond delay="0"/>
                                  </p:stCondLst>
                                  <p:childTnLst>
                                    <p:anim calcmode="discrete" valueType="str">
                                      <p:cBhvr>
                                        <p:cTn id="8" dur="1000" fill="hold"/>
                                        <p:tgtEl>
                                          <p:spTgt spid="2"/>
                                        </p:tgtEl>
                                        <p:attrNameLst>
                                          <p:attrName>style.visibility</p:attrName>
                                        </p:attrNameLst>
                                      </p:cBhvr>
                                      <p:tavLst>
                                        <p:tav tm="0">
                                          <p:val>
                                            <p:strVal val="hidden"/>
                                          </p:val>
                                        </p:tav>
                                        <p:tav tm="50000">
                                          <p:val>
                                            <p:strVal val="visible"/>
                                          </p:val>
                                        </p:tav>
                                      </p:tavLst>
                                    </p:anim>
                                  </p:childTnLst>
                                  <p:subTnLst>
                                    <p:set>
                                      <p:cBhvr override="childStyle">
                                        <p:cTn dur="1" fill="hold" display="0" masterRel="nextClick" afterEffect="1"/>
                                        <p:tgtEl>
                                          <p:spTgt spid="2"/>
                                        </p:tgtEl>
                                        <p:attrNameLst>
                                          <p:attrName>style.visibility</p:attrName>
                                        </p:attrNameLst>
                                      </p:cBhvr>
                                      <p:to>
                                        <p:strVal val="hidden"/>
                                      </p:to>
                                    </p:set>
                                  </p:sub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par>
                                <p:cTn id="13" presetID="35" presetClass="emph" presetSubtype="0" repeatCount="3000" fill="hold" grpId="1" nodeType="withEffect">
                                  <p:stCondLst>
                                    <p:cond delay="0"/>
                                  </p:stCondLst>
                                  <p:childTnLst>
                                    <p:anim calcmode="discrete" valueType="str">
                                      <p:cBhvr>
                                        <p:cTn id="14" dur="1000" fill="hold"/>
                                        <p:tgtEl>
                                          <p:spTgt spid="3"/>
                                        </p:tgtEl>
                                        <p:attrNameLst>
                                          <p:attrName>style.visibility</p:attrName>
                                        </p:attrNameLst>
                                      </p:cBhvr>
                                      <p:tavLst>
                                        <p:tav tm="0">
                                          <p:val>
                                            <p:strVal val="hidden"/>
                                          </p:val>
                                        </p:tav>
                                        <p:tav tm="50000">
                                          <p:val>
                                            <p:strVal val="visible"/>
                                          </p:val>
                                        </p:tav>
                                      </p:tavLst>
                                    </p:anim>
                                  </p:childTnLst>
                                  <p:subTnLst>
                                    <p:set>
                                      <p:cBhvr override="childStyle">
                                        <p:cTn dur="1" fill="hold" display="0" masterRel="nextClick" afterEffect="1"/>
                                        <p:tgtEl>
                                          <p:spTgt spid="3"/>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par>
                                <p:cTn id="19" presetID="35" presetClass="emph" presetSubtype="0" repeatCount="3000" fill="hold" grpId="1" nodeType="withEffect">
                                  <p:stCondLst>
                                    <p:cond delay="0"/>
                                  </p:stCondLst>
                                  <p:childTnLst>
                                    <p:anim calcmode="discrete" valueType="str">
                                      <p:cBhvr>
                                        <p:cTn id="20"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5" grpId="0" animBg="1"/>
      <p:bldP spid="5" grpId="1"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511897" y="966146"/>
            <a:ext cx="8129015" cy="4283032"/>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itchFamily="34" charset="-122"/>
                <a:ea typeface="微软雅黑" pitchFamily="34" charset="-122"/>
              </a:rPr>
              <a:t>序号控制</a:t>
            </a:r>
            <a:r>
              <a:rPr lang="zh-CN" altLang="en-US" b="1" dirty="0">
                <a:latin typeface="微软雅黑" pitchFamily="34" charset="-122"/>
                <a:ea typeface="微软雅黑" pitchFamily="34" charset="-122"/>
              </a:rPr>
              <a:t>：序号控制字段的作用是使接收方能够区分开是新传送的帧还是因出现差错而重传的帧。</a:t>
            </a:r>
          </a:p>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itchFamily="34" charset="-122"/>
                <a:ea typeface="微软雅黑" pitchFamily="34" charset="-122"/>
              </a:rPr>
              <a:t>持续期</a:t>
            </a:r>
            <a:r>
              <a:rPr lang="zh-CN" altLang="en-US" b="1" dirty="0">
                <a:latin typeface="微软雅黑" pitchFamily="34" charset="-122"/>
                <a:ea typeface="微软雅黑" pitchFamily="34" charset="-122"/>
              </a:rPr>
              <a:t>：用于虚拟载波监听和信道预约，写入该帧结束后此次通信还要占用信道的时间。</a:t>
            </a:r>
          </a:p>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itchFamily="34" charset="-122"/>
                <a:ea typeface="微软雅黑" pitchFamily="34" charset="-122"/>
              </a:rPr>
              <a:t>帧控制</a:t>
            </a:r>
            <a:r>
              <a:rPr lang="zh-CN" altLang="en-US" b="1" dirty="0">
                <a:latin typeface="微软雅黑" pitchFamily="34" charset="-122"/>
                <a:ea typeface="微软雅黑" pitchFamily="34" charset="-122"/>
              </a:rPr>
              <a:t>：共分为 </a:t>
            </a:r>
            <a:r>
              <a:rPr lang="en-US" altLang="zh-CN" b="1" dirty="0">
                <a:latin typeface="微软雅黑" pitchFamily="34" charset="-122"/>
                <a:ea typeface="微软雅黑" pitchFamily="34" charset="-122"/>
              </a:rPr>
              <a:t>11 </a:t>
            </a:r>
            <a:r>
              <a:rPr lang="zh-CN" altLang="en-US" b="1" dirty="0">
                <a:latin typeface="微软雅黑" pitchFamily="34" charset="-122"/>
                <a:ea typeface="微软雅黑" pitchFamily="34" charset="-122"/>
              </a:rPr>
              <a:t>个子字段：</a:t>
            </a: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协议版本</a:t>
            </a:r>
            <a:r>
              <a:rPr lang="zh-CN" altLang="en-US" b="1" dirty="0">
                <a:latin typeface="微软雅黑" pitchFamily="34" charset="-122"/>
                <a:ea typeface="微软雅黑" pitchFamily="34" charset="-122"/>
              </a:rPr>
              <a:t>：现在是 </a:t>
            </a:r>
            <a:r>
              <a:rPr lang="en-US" altLang="zh-CN" b="1" dirty="0">
                <a:latin typeface="微软雅黑" pitchFamily="34" charset="-122"/>
                <a:ea typeface="微软雅黑" pitchFamily="34" charset="-122"/>
              </a:rPr>
              <a:t>0</a:t>
            </a:r>
            <a:r>
              <a:rPr lang="zh-CN" altLang="en-US" b="1" dirty="0">
                <a:latin typeface="微软雅黑" pitchFamily="34" charset="-122"/>
                <a:ea typeface="微软雅黑" pitchFamily="34" charset="-122"/>
              </a:rPr>
              <a:t>。</a:t>
            </a: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类型</a:t>
            </a:r>
            <a:r>
              <a:rPr lang="zh-CN" altLang="en-US" b="1" dirty="0">
                <a:latin typeface="微软雅黑" pitchFamily="34" charset="-122"/>
                <a:ea typeface="微软雅黑" pitchFamily="34" charset="-122"/>
              </a:rPr>
              <a:t>和</a:t>
            </a:r>
            <a:r>
              <a:rPr lang="zh-CN" altLang="en-US" b="1" dirty="0">
                <a:solidFill>
                  <a:srgbClr val="800000"/>
                </a:solidFill>
                <a:latin typeface="微软雅黑" pitchFamily="34" charset="-122"/>
                <a:ea typeface="微软雅黑" pitchFamily="34" charset="-122"/>
              </a:rPr>
              <a:t>子类型</a:t>
            </a:r>
            <a:r>
              <a:rPr lang="zh-CN" altLang="en-US" b="1" dirty="0">
                <a:latin typeface="微软雅黑" pitchFamily="34" charset="-122"/>
                <a:ea typeface="微软雅黑" pitchFamily="34" charset="-122"/>
              </a:rPr>
              <a:t>：用来区分帧的功能。</a:t>
            </a: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功率管理</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位，用来指示移动站的功率管理模式。</a:t>
            </a:r>
          </a:p>
          <a:p>
            <a:pPr marL="714375" indent="-361950" eaLnBrk="0" hangingPunct="0">
              <a:lnSpc>
                <a:spcPts val="3000"/>
              </a:lnSpc>
              <a:buClr>
                <a:srgbClr val="9900CC"/>
              </a:buClr>
              <a:buFont typeface="+mj-lt"/>
              <a:buAutoNum type="arabicPeriod"/>
            </a:pPr>
            <a:r>
              <a:rPr lang="en-US" altLang="zh-CN" b="1" dirty="0">
                <a:solidFill>
                  <a:srgbClr val="800000"/>
                </a:solidFill>
                <a:latin typeface="微软雅黑" pitchFamily="34" charset="-122"/>
                <a:ea typeface="微软雅黑" pitchFamily="34" charset="-122"/>
              </a:rPr>
              <a:t>WEP</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位。若 </a:t>
            </a:r>
            <a:r>
              <a:rPr lang="en-US" altLang="zh-CN" b="1" dirty="0">
                <a:latin typeface="微软雅黑" pitchFamily="34" charset="-122"/>
                <a:ea typeface="微软雅黑" pitchFamily="34" charset="-122"/>
              </a:rPr>
              <a:t>WEP = 1</a:t>
            </a:r>
            <a:r>
              <a:rPr lang="zh-CN" altLang="en-US" b="1" dirty="0">
                <a:latin typeface="微软雅黑" pitchFamily="34" charset="-122"/>
                <a:ea typeface="微软雅黑" pitchFamily="34" charset="-122"/>
              </a:rPr>
              <a:t>，表明对帧主体字段采用了加密算法。</a:t>
            </a:r>
            <a:endParaRPr lang="en-US" altLang="zh-CN" b="1" dirty="0">
              <a:latin typeface="微软雅黑" pitchFamily="34" charset="-122"/>
              <a:ea typeface="微软雅黑" pitchFamily="34" charset="-122"/>
            </a:endParaRP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还有分片</a:t>
            </a:r>
            <a:r>
              <a:rPr lang="zh-CN" altLang="en-US" b="1" dirty="0">
                <a:latin typeface="微软雅黑" pitchFamily="34" charset="-122"/>
                <a:ea typeface="微软雅黑" pitchFamily="34" charset="-122"/>
              </a:rPr>
              <a:t>：置为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时表明这个帧后面还有分片。</a:t>
            </a:r>
            <a:endParaRPr lang="en-US" altLang="zh-CN" b="1" dirty="0">
              <a:latin typeface="微软雅黑" pitchFamily="34" charset="-122"/>
              <a:ea typeface="微软雅黑" pitchFamily="34" charset="-122"/>
            </a:endParaRPr>
          </a:p>
          <a:p>
            <a:pPr marL="714375" indent="-361950" eaLnBrk="0" hangingPunct="0">
              <a:lnSpc>
                <a:spcPts val="3000"/>
              </a:lnSpc>
              <a:buClr>
                <a:srgbClr val="9900CC"/>
              </a:buClr>
              <a:buFont typeface="+mj-lt"/>
              <a:buAutoNum type="arabicPeriod"/>
            </a:pPr>
            <a:endParaRPr lang="en-US" altLang="zh-CN" b="1" dirty="0">
              <a:latin typeface="微软雅黑" pitchFamily="34" charset="-122"/>
              <a:ea typeface="微软雅黑" pitchFamily="34" charset="-122"/>
            </a:endParaRPr>
          </a:p>
        </p:txBody>
      </p:sp>
      <p:sp>
        <p:nvSpPr>
          <p:cNvPr id="7"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2009772" y="582887"/>
            <a:ext cx="5110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序号控制字段、持续期字段和帧控制字段</a:t>
            </a:r>
          </a:p>
        </p:txBody>
      </p:sp>
    </p:spTree>
    <p:extLst>
      <p:ext uri="{BB962C8B-B14F-4D97-AF65-F5344CB8AC3E}">
        <p14:creationId xmlns:p14="http://schemas.microsoft.com/office/powerpoint/2010/main" val="333963948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37984" y="570462"/>
            <a:ext cx="2056973" cy="400110"/>
          </a:xfrm>
          <a:prstGeom prst="rect">
            <a:avLst/>
          </a:prstGeom>
        </p:spPr>
        <p:txBody>
          <a:bodyPr wrap="none">
            <a:spAutoFit/>
          </a:bodyPr>
          <a:lstStyle/>
          <a:p>
            <a:r>
              <a:rPr lang="zh-CN" altLang="en-US" sz="2000" b="1" dirty="0">
                <a:latin typeface="微软雅黑" pitchFamily="34" charset="-122"/>
                <a:ea typeface="微软雅黑" pitchFamily="34" charset="-122"/>
              </a:rPr>
              <a:t>分片的发送举例 </a:t>
            </a:r>
          </a:p>
        </p:txBody>
      </p:sp>
      <p:sp>
        <p:nvSpPr>
          <p:cNvPr id="5" name="矩形 4"/>
          <p:cNvSpPr/>
          <p:nvPr/>
        </p:nvSpPr>
        <p:spPr>
          <a:xfrm>
            <a:off x="1191419" y="3864253"/>
            <a:ext cx="7233444" cy="738664"/>
          </a:xfrm>
          <a:prstGeom prst="rect">
            <a:avLst/>
          </a:prstGeom>
          <a:noFill/>
          <a:ln>
            <a:noFill/>
          </a:ln>
        </p:spPr>
        <p:txBody>
          <a:bodyPr wrap="square">
            <a:spAutoFit/>
          </a:bodyPr>
          <a:lstStyle/>
          <a:p>
            <a:pPr marL="285750" indent="-285750">
              <a:buFont typeface="Wingdings" panose="05000000000000000000" pitchFamily="2" charset="2"/>
              <a:buChar char="l"/>
            </a:pPr>
            <a:r>
              <a:rPr lang="zh-CN" altLang="en-US" sz="1400" b="1" dirty="0">
                <a:latin typeface="微软雅黑" pitchFamily="34" charset="-122"/>
                <a:ea typeface="微软雅黑" pitchFamily="34" charset="-122"/>
              </a:rPr>
              <a:t>为了提高传输效率，在信道质量较差时，需要把一个较长的帧划分为许多较短的分片。</a:t>
            </a:r>
            <a:endParaRPr lang="en-US" altLang="zh-CN" sz="1400" b="1" dirty="0">
              <a:latin typeface="微软雅黑" pitchFamily="34" charset="-122"/>
              <a:ea typeface="微软雅黑" pitchFamily="34" charset="-122"/>
            </a:endParaRPr>
          </a:p>
          <a:p>
            <a:pPr marL="285750" indent="-285750">
              <a:buFont typeface="Wingdings" panose="05000000000000000000" pitchFamily="2" charset="2"/>
              <a:buChar char="l"/>
            </a:pPr>
            <a:r>
              <a:rPr lang="zh-CN" altLang="en-US" sz="1400" b="1" dirty="0">
                <a:latin typeface="微软雅黑" pitchFamily="34" charset="-122"/>
                <a:ea typeface="微软雅黑" pitchFamily="34" charset="-122"/>
              </a:rPr>
              <a:t>在一次使用</a:t>
            </a:r>
            <a:r>
              <a:rPr lang="en-US" altLang="zh-CN" sz="1400" b="1" dirty="0">
                <a:latin typeface="微软雅黑" pitchFamily="34" charset="-122"/>
                <a:ea typeface="微软雅黑" pitchFamily="34" charset="-122"/>
              </a:rPr>
              <a:t>RTS</a:t>
            </a:r>
            <a:r>
              <a:rPr lang="zh-CN" altLang="en-US" sz="1400" b="1" dirty="0">
                <a:latin typeface="微软雅黑" pitchFamily="34" charset="-122"/>
                <a:ea typeface="微软雅黑" pitchFamily="34" charset="-122"/>
              </a:rPr>
              <a:t>和</a:t>
            </a:r>
            <a:r>
              <a:rPr lang="en-US" altLang="zh-CN" sz="1400" b="1" dirty="0">
                <a:latin typeface="微软雅黑" pitchFamily="34" charset="-122"/>
                <a:ea typeface="微软雅黑" pitchFamily="34" charset="-122"/>
              </a:rPr>
              <a:t>CTS</a:t>
            </a:r>
            <a:r>
              <a:rPr lang="zh-CN" altLang="en-US" sz="1400" b="1" dirty="0">
                <a:latin typeface="微软雅黑" pitchFamily="34" charset="-122"/>
                <a:ea typeface="微软雅黑" pitchFamily="34" charset="-122"/>
              </a:rPr>
              <a:t>帧预约信道后连续发送这些分片。</a:t>
            </a:r>
            <a:endParaRPr lang="en-US" altLang="zh-CN" sz="1400" b="1" dirty="0">
              <a:latin typeface="微软雅黑" pitchFamily="34" charset="-122"/>
              <a:ea typeface="微软雅黑" pitchFamily="34" charset="-122"/>
            </a:endParaRPr>
          </a:p>
          <a:p>
            <a:pPr marL="285750" indent="-285750">
              <a:buFont typeface="Wingdings" panose="05000000000000000000" pitchFamily="2" charset="2"/>
              <a:buChar char="l"/>
            </a:pPr>
            <a:r>
              <a:rPr lang="zh-CN" altLang="en-US" sz="1400" b="1" dirty="0">
                <a:latin typeface="微软雅黑" pitchFamily="34" charset="-122"/>
                <a:ea typeface="微软雅黑" pitchFamily="34" charset="-122"/>
              </a:rPr>
              <a:t>每发送一个分片后要收到该分片的确认才能发送下一个分片。</a:t>
            </a:r>
          </a:p>
        </p:txBody>
      </p:sp>
      <p:sp>
        <p:nvSpPr>
          <p:cNvPr id="6" name="圆角矩形 3">
            <a:extLst>
              <a:ext uri="{FF2B5EF4-FFF2-40B4-BE49-F238E27FC236}">
                <a16:creationId xmlns:a16="http://schemas.microsoft.com/office/drawing/2014/main" id="{7C61F581-11DB-A897-F2E9-B3E23E6F86DC}"/>
              </a:ext>
            </a:extLst>
          </p:cNvPr>
          <p:cNvSpPr/>
          <p:nvPr/>
        </p:nvSpPr>
        <p:spPr>
          <a:xfrm>
            <a:off x="517852" y="977956"/>
            <a:ext cx="8133857" cy="281238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Text Box 6">
            <a:extLst>
              <a:ext uri="{FF2B5EF4-FFF2-40B4-BE49-F238E27FC236}">
                <a16:creationId xmlns:a16="http://schemas.microsoft.com/office/drawing/2014/main" id="{67EDFE8C-523D-9413-3AE5-EC0CA1C12E74}"/>
              </a:ext>
            </a:extLst>
          </p:cNvPr>
          <p:cNvSpPr txBox="1">
            <a:spLocks noChangeArrowheads="1"/>
          </p:cNvSpPr>
          <p:nvPr/>
        </p:nvSpPr>
        <p:spPr bwMode="auto">
          <a:xfrm>
            <a:off x="7866063" y="1737035"/>
            <a:ext cx="241300"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r>
              <a:rPr kumimoji="1" lang="en-US" altLang="zh-CN" sz="1100" b="1" i="1">
                <a:latin typeface="微软雅黑" panose="020B0503020204020204" pitchFamily="34" charset="-122"/>
                <a:ea typeface="微软雅黑" panose="020B0503020204020204" pitchFamily="34" charset="-122"/>
              </a:rPr>
              <a:t>t</a:t>
            </a:r>
          </a:p>
        </p:txBody>
      </p:sp>
      <p:sp>
        <p:nvSpPr>
          <p:cNvPr id="8" name="Text Box 11">
            <a:extLst>
              <a:ext uri="{FF2B5EF4-FFF2-40B4-BE49-F238E27FC236}">
                <a16:creationId xmlns:a16="http://schemas.microsoft.com/office/drawing/2014/main" id="{E491FC88-7F03-1910-4BEB-1E3B02436E49}"/>
              </a:ext>
            </a:extLst>
          </p:cNvPr>
          <p:cNvSpPr txBox="1">
            <a:spLocks noChangeArrowheads="1"/>
          </p:cNvSpPr>
          <p:nvPr/>
        </p:nvSpPr>
        <p:spPr bwMode="auto">
          <a:xfrm>
            <a:off x="7866063" y="2437123"/>
            <a:ext cx="241300" cy="261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r>
              <a:rPr kumimoji="1" lang="en-US" altLang="zh-CN" sz="1100" b="1" i="1">
                <a:latin typeface="微软雅黑" panose="020B0503020204020204" pitchFamily="34" charset="-122"/>
                <a:ea typeface="微软雅黑" panose="020B0503020204020204" pitchFamily="34" charset="-122"/>
              </a:rPr>
              <a:t>t</a:t>
            </a:r>
          </a:p>
        </p:txBody>
      </p:sp>
      <p:sp>
        <p:nvSpPr>
          <p:cNvPr id="9" name="Text Box 9">
            <a:extLst>
              <a:ext uri="{FF2B5EF4-FFF2-40B4-BE49-F238E27FC236}">
                <a16:creationId xmlns:a16="http://schemas.microsoft.com/office/drawing/2014/main" id="{E954A123-156D-BAFE-96A0-1E879859933E}"/>
              </a:ext>
            </a:extLst>
          </p:cNvPr>
          <p:cNvSpPr txBox="1">
            <a:spLocks noChangeArrowheads="1"/>
          </p:cNvSpPr>
          <p:nvPr/>
        </p:nvSpPr>
        <p:spPr bwMode="auto">
          <a:xfrm>
            <a:off x="860425" y="1659248"/>
            <a:ext cx="492125"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kumimoji="1" lang="zh-CN" altLang="en-US" sz="1200" b="1" dirty="0">
                <a:latin typeface="微软雅黑" panose="020B0503020204020204" pitchFamily="34" charset="-122"/>
                <a:ea typeface="微软雅黑" panose="020B0503020204020204" pitchFamily="34" charset="-122"/>
              </a:rPr>
              <a:t>源站</a:t>
            </a:r>
          </a:p>
        </p:txBody>
      </p:sp>
      <p:sp>
        <p:nvSpPr>
          <p:cNvPr id="10" name="Text Box 12">
            <a:extLst>
              <a:ext uri="{FF2B5EF4-FFF2-40B4-BE49-F238E27FC236}">
                <a16:creationId xmlns:a16="http://schemas.microsoft.com/office/drawing/2014/main" id="{7A18E24B-3F02-CA8B-527F-AC3335E04A54}"/>
              </a:ext>
            </a:extLst>
          </p:cNvPr>
          <p:cNvSpPr txBox="1">
            <a:spLocks noChangeArrowheads="1"/>
          </p:cNvSpPr>
          <p:nvPr/>
        </p:nvSpPr>
        <p:spPr bwMode="auto">
          <a:xfrm>
            <a:off x="868363" y="2321235"/>
            <a:ext cx="646112"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kumimoji="1" lang="zh-CN" altLang="en-US" sz="1200" b="1">
                <a:latin typeface="微软雅黑" panose="020B0503020204020204" pitchFamily="34" charset="-122"/>
                <a:ea typeface="微软雅黑" panose="020B0503020204020204" pitchFamily="34" charset="-122"/>
              </a:rPr>
              <a:t>目的站</a:t>
            </a:r>
          </a:p>
        </p:txBody>
      </p:sp>
      <p:sp>
        <p:nvSpPr>
          <p:cNvPr id="11" name="Rectangle 14">
            <a:extLst>
              <a:ext uri="{FF2B5EF4-FFF2-40B4-BE49-F238E27FC236}">
                <a16:creationId xmlns:a16="http://schemas.microsoft.com/office/drawing/2014/main" id="{836F0867-0C75-8FB9-0F1A-B3C57771ECFA}"/>
              </a:ext>
            </a:extLst>
          </p:cNvPr>
          <p:cNvSpPr>
            <a:spLocks noChangeArrowheads="1"/>
          </p:cNvSpPr>
          <p:nvPr/>
        </p:nvSpPr>
        <p:spPr bwMode="auto">
          <a:xfrm>
            <a:off x="1855788" y="1683060"/>
            <a:ext cx="479425" cy="304800"/>
          </a:xfrm>
          <a:prstGeom prst="rect">
            <a:avLst/>
          </a:prstGeom>
          <a:solidFill>
            <a:srgbClr val="0066FF"/>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en-US" altLang="zh-CN" sz="1200" b="1">
                <a:solidFill>
                  <a:schemeClr val="bg1"/>
                </a:solidFill>
                <a:latin typeface="微软雅黑" panose="020B0503020204020204" pitchFamily="34" charset="-122"/>
                <a:ea typeface="微软雅黑" panose="020B0503020204020204" pitchFamily="34" charset="-122"/>
              </a:rPr>
              <a:t>RTS</a:t>
            </a:r>
          </a:p>
        </p:txBody>
      </p:sp>
      <p:sp>
        <p:nvSpPr>
          <p:cNvPr id="12" name="Rectangle 15">
            <a:extLst>
              <a:ext uri="{FF2B5EF4-FFF2-40B4-BE49-F238E27FC236}">
                <a16:creationId xmlns:a16="http://schemas.microsoft.com/office/drawing/2014/main" id="{2D256EF1-F5D3-6CE4-EAE1-031C02F09891}"/>
              </a:ext>
            </a:extLst>
          </p:cNvPr>
          <p:cNvSpPr>
            <a:spLocks noChangeArrowheads="1"/>
          </p:cNvSpPr>
          <p:nvPr/>
        </p:nvSpPr>
        <p:spPr bwMode="auto">
          <a:xfrm>
            <a:off x="2495550" y="2364098"/>
            <a:ext cx="481013" cy="304800"/>
          </a:xfrm>
          <a:prstGeom prst="rect">
            <a:avLst/>
          </a:prstGeom>
          <a:solidFill>
            <a:srgbClr val="99FF99"/>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en-US" altLang="zh-CN" sz="1200" b="1">
                <a:latin typeface="微软雅黑" panose="020B0503020204020204" pitchFamily="34" charset="-122"/>
                <a:ea typeface="微软雅黑" panose="020B0503020204020204" pitchFamily="34" charset="-122"/>
              </a:rPr>
              <a:t>CTS</a:t>
            </a:r>
          </a:p>
        </p:txBody>
      </p:sp>
      <p:sp>
        <p:nvSpPr>
          <p:cNvPr id="13" name="Rectangle 16">
            <a:extLst>
              <a:ext uri="{FF2B5EF4-FFF2-40B4-BE49-F238E27FC236}">
                <a16:creationId xmlns:a16="http://schemas.microsoft.com/office/drawing/2014/main" id="{CD1E2B24-6370-569A-7DCF-B1A35151C03A}"/>
              </a:ext>
            </a:extLst>
          </p:cNvPr>
          <p:cNvSpPr>
            <a:spLocks noChangeArrowheads="1"/>
          </p:cNvSpPr>
          <p:nvPr/>
        </p:nvSpPr>
        <p:spPr bwMode="auto">
          <a:xfrm>
            <a:off x="3136900" y="1683060"/>
            <a:ext cx="720725" cy="304800"/>
          </a:xfrm>
          <a:prstGeom prst="rect">
            <a:avLst/>
          </a:prstGeom>
          <a:solidFill>
            <a:srgbClr val="99FFCC"/>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zh-CN" altLang="en-US" sz="1200" b="1">
                <a:latin typeface="微软雅黑" panose="020B0503020204020204" pitchFamily="34" charset="-122"/>
                <a:ea typeface="微软雅黑" panose="020B0503020204020204" pitchFamily="34" charset="-122"/>
              </a:rPr>
              <a:t>分片</a:t>
            </a:r>
            <a:r>
              <a:rPr lang="zh-CN" altLang="en-US" sz="700" b="1">
                <a:latin typeface="微软雅黑" panose="020B0503020204020204" pitchFamily="34" charset="-122"/>
                <a:ea typeface="微软雅黑" panose="020B0503020204020204" pitchFamily="34" charset="-122"/>
              </a:rPr>
              <a:t> </a:t>
            </a:r>
            <a:r>
              <a:rPr lang="en-US" altLang="zh-CN" sz="1200" b="1">
                <a:latin typeface="微软雅黑" panose="020B0503020204020204" pitchFamily="34" charset="-122"/>
                <a:ea typeface="微软雅黑" panose="020B0503020204020204" pitchFamily="34" charset="-122"/>
              </a:rPr>
              <a:t>0</a:t>
            </a:r>
          </a:p>
        </p:txBody>
      </p:sp>
      <p:sp>
        <p:nvSpPr>
          <p:cNvPr id="14" name="Line 17">
            <a:extLst>
              <a:ext uri="{FF2B5EF4-FFF2-40B4-BE49-F238E27FC236}">
                <a16:creationId xmlns:a16="http://schemas.microsoft.com/office/drawing/2014/main" id="{160CFC96-6A94-1112-2A62-B282594D2464}"/>
              </a:ext>
            </a:extLst>
          </p:cNvPr>
          <p:cNvSpPr>
            <a:spLocks noChangeShapeType="1"/>
          </p:cNvSpPr>
          <p:nvPr/>
        </p:nvSpPr>
        <p:spPr bwMode="auto">
          <a:xfrm>
            <a:off x="2335213" y="1457635"/>
            <a:ext cx="0" cy="1590675"/>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15" name="Line 18">
            <a:extLst>
              <a:ext uri="{FF2B5EF4-FFF2-40B4-BE49-F238E27FC236}">
                <a16:creationId xmlns:a16="http://schemas.microsoft.com/office/drawing/2014/main" id="{2B604EAA-BE4F-2CEF-DC9B-54E4751311E7}"/>
              </a:ext>
            </a:extLst>
          </p:cNvPr>
          <p:cNvSpPr>
            <a:spLocks noChangeShapeType="1"/>
          </p:cNvSpPr>
          <p:nvPr/>
        </p:nvSpPr>
        <p:spPr bwMode="auto">
          <a:xfrm>
            <a:off x="2495550" y="1457635"/>
            <a:ext cx="0" cy="121126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16" name="Line 19">
            <a:extLst>
              <a:ext uri="{FF2B5EF4-FFF2-40B4-BE49-F238E27FC236}">
                <a16:creationId xmlns:a16="http://schemas.microsoft.com/office/drawing/2014/main" id="{64662B08-F49A-8266-2771-11C5717FDED1}"/>
              </a:ext>
            </a:extLst>
          </p:cNvPr>
          <p:cNvSpPr>
            <a:spLocks noChangeShapeType="1"/>
          </p:cNvSpPr>
          <p:nvPr/>
        </p:nvSpPr>
        <p:spPr bwMode="auto">
          <a:xfrm>
            <a:off x="2976563" y="2364098"/>
            <a:ext cx="0" cy="684212"/>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17" name="Line 20">
            <a:extLst>
              <a:ext uri="{FF2B5EF4-FFF2-40B4-BE49-F238E27FC236}">
                <a16:creationId xmlns:a16="http://schemas.microsoft.com/office/drawing/2014/main" id="{42B08D5D-0192-F243-E15E-66FFCDB9A9CD}"/>
              </a:ext>
            </a:extLst>
          </p:cNvPr>
          <p:cNvSpPr>
            <a:spLocks noChangeShapeType="1"/>
          </p:cNvSpPr>
          <p:nvPr/>
        </p:nvSpPr>
        <p:spPr bwMode="auto">
          <a:xfrm>
            <a:off x="3136900" y="1683060"/>
            <a:ext cx="0" cy="9858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18" name="Rectangle 21">
            <a:extLst>
              <a:ext uri="{FF2B5EF4-FFF2-40B4-BE49-F238E27FC236}">
                <a16:creationId xmlns:a16="http://schemas.microsoft.com/office/drawing/2014/main" id="{3EA9E5D6-F1AA-A235-8026-CF29ECEE15C5}"/>
              </a:ext>
            </a:extLst>
          </p:cNvPr>
          <p:cNvSpPr>
            <a:spLocks noChangeArrowheads="1"/>
          </p:cNvSpPr>
          <p:nvPr/>
        </p:nvSpPr>
        <p:spPr bwMode="auto">
          <a:xfrm>
            <a:off x="4017963" y="2364098"/>
            <a:ext cx="476250" cy="304800"/>
          </a:xfrm>
          <a:prstGeom prst="rect">
            <a:avLst/>
          </a:prstGeom>
          <a:solidFill>
            <a:srgbClr val="FFCCFF"/>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en-US" altLang="zh-CN" sz="1200" b="1">
                <a:latin typeface="微软雅黑" panose="020B0503020204020204" pitchFamily="34" charset="-122"/>
                <a:ea typeface="微软雅黑" panose="020B0503020204020204" pitchFamily="34" charset="-122"/>
              </a:rPr>
              <a:t>ACK 0</a:t>
            </a:r>
          </a:p>
        </p:txBody>
      </p:sp>
      <p:sp>
        <p:nvSpPr>
          <p:cNvPr id="19" name="Line 22">
            <a:extLst>
              <a:ext uri="{FF2B5EF4-FFF2-40B4-BE49-F238E27FC236}">
                <a16:creationId xmlns:a16="http://schemas.microsoft.com/office/drawing/2014/main" id="{2DD05A54-A761-D1E9-3732-71295D97D131}"/>
              </a:ext>
            </a:extLst>
          </p:cNvPr>
          <p:cNvSpPr>
            <a:spLocks noChangeShapeType="1"/>
          </p:cNvSpPr>
          <p:nvPr/>
        </p:nvSpPr>
        <p:spPr bwMode="auto">
          <a:xfrm>
            <a:off x="3857625" y="1911660"/>
            <a:ext cx="0" cy="7572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20" name="Line 23">
            <a:extLst>
              <a:ext uri="{FF2B5EF4-FFF2-40B4-BE49-F238E27FC236}">
                <a16:creationId xmlns:a16="http://schemas.microsoft.com/office/drawing/2014/main" id="{FDB553C3-9410-1D2F-B01C-2D5CFBCF9C98}"/>
              </a:ext>
            </a:extLst>
          </p:cNvPr>
          <p:cNvSpPr>
            <a:spLocks noChangeShapeType="1"/>
          </p:cNvSpPr>
          <p:nvPr/>
        </p:nvSpPr>
        <p:spPr bwMode="auto">
          <a:xfrm>
            <a:off x="4017963" y="1987860"/>
            <a:ext cx="0" cy="6810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21" name="Rectangle 24">
            <a:extLst>
              <a:ext uri="{FF2B5EF4-FFF2-40B4-BE49-F238E27FC236}">
                <a16:creationId xmlns:a16="http://schemas.microsoft.com/office/drawing/2014/main" id="{A6E1F33D-7E4A-F51E-6F2D-B52CFD489F52}"/>
              </a:ext>
            </a:extLst>
          </p:cNvPr>
          <p:cNvSpPr>
            <a:spLocks noChangeArrowheads="1"/>
          </p:cNvSpPr>
          <p:nvPr/>
        </p:nvSpPr>
        <p:spPr bwMode="auto">
          <a:xfrm>
            <a:off x="4659313" y="1683060"/>
            <a:ext cx="720725" cy="304800"/>
          </a:xfrm>
          <a:prstGeom prst="rect">
            <a:avLst/>
          </a:prstGeom>
          <a:solidFill>
            <a:srgbClr val="99FFCC"/>
          </a:solidFill>
          <a:ln w="9525" algn="ctr">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zh-CN" altLang="en-US" sz="1200" b="1">
                <a:latin typeface="微软雅黑" panose="020B0503020204020204" pitchFamily="34" charset="-122"/>
                <a:ea typeface="微软雅黑" panose="020B0503020204020204" pitchFamily="34" charset="-122"/>
              </a:rPr>
              <a:t>分片 </a:t>
            </a:r>
            <a:r>
              <a:rPr lang="en-US" altLang="zh-CN" sz="1200" b="1">
                <a:latin typeface="微软雅黑" panose="020B0503020204020204" pitchFamily="34" charset="-122"/>
                <a:ea typeface="微软雅黑" panose="020B0503020204020204" pitchFamily="34" charset="-122"/>
              </a:rPr>
              <a:t>1</a:t>
            </a:r>
          </a:p>
        </p:txBody>
      </p:sp>
      <p:sp>
        <p:nvSpPr>
          <p:cNvPr id="22" name="Rectangle 25">
            <a:extLst>
              <a:ext uri="{FF2B5EF4-FFF2-40B4-BE49-F238E27FC236}">
                <a16:creationId xmlns:a16="http://schemas.microsoft.com/office/drawing/2014/main" id="{4B715AD0-65FF-7DAE-4128-992D934C3166}"/>
              </a:ext>
            </a:extLst>
          </p:cNvPr>
          <p:cNvSpPr>
            <a:spLocks noChangeArrowheads="1"/>
          </p:cNvSpPr>
          <p:nvPr/>
        </p:nvSpPr>
        <p:spPr bwMode="auto">
          <a:xfrm>
            <a:off x="5540375" y="2364098"/>
            <a:ext cx="487363" cy="304800"/>
          </a:xfrm>
          <a:prstGeom prst="rect">
            <a:avLst/>
          </a:prstGeom>
          <a:solidFill>
            <a:srgbClr val="FFCCFF"/>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en-US" altLang="zh-CN" sz="1200" b="1">
                <a:latin typeface="微软雅黑" panose="020B0503020204020204" pitchFamily="34" charset="-122"/>
                <a:ea typeface="微软雅黑" panose="020B0503020204020204" pitchFamily="34" charset="-122"/>
              </a:rPr>
              <a:t>ACK 1</a:t>
            </a:r>
          </a:p>
        </p:txBody>
      </p:sp>
      <p:sp>
        <p:nvSpPr>
          <p:cNvPr id="23" name="Line 27">
            <a:extLst>
              <a:ext uri="{FF2B5EF4-FFF2-40B4-BE49-F238E27FC236}">
                <a16:creationId xmlns:a16="http://schemas.microsoft.com/office/drawing/2014/main" id="{82D83426-9654-DBFC-28B0-CAC13A4155F4}"/>
              </a:ext>
            </a:extLst>
          </p:cNvPr>
          <p:cNvSpPr>
            <a:spLocks noChangeShapeType="1"/>
          </p:cNvSpPr>
          <p:nvPr/>
        </p:nvSpPr>
        <p:spPr bwMode="auto">
          <a:xfrm flipH="1">
            <a:off x="4484688" y="1987860"/>
            <a:ext cx="15875" cy="1057275"/>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24" name="Line 28">
            <a:extLst>
              <a:ext uri="{FF2B5EF4-FFF2-40B4-BE49-F238E27FC236}">
                <a16:creationId xmlns:a16="http://schemas.microsoft.com/office/drawing/2014/main" id="{8C9FA490-9FF5-7CEA-D247-68F50F51FD5B}"/>
              </a:ext>
            </a:extLst>
          </p:cNvPr>
          <p:cNvSpPr>
            <a:spLocks noChangeShapeType="1"/>
          </p:cNvSpPr>
          <p:nvPr/>
        </p:nvSpPr>
        <p:spPr bwMode="auto">
          <a:xfrm>
            <a:off x="4660900" y="1987860"/>
            <a:ext cx="0" cy="6810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25" name="Line 29">
            <a:extLst>
              <a:ext uri="{FF2B5EF4-FFF2-40B4-BE49-F238E27FC236}">
                <a16:creationId xmlns:a16="http://schemas.microsoft.com/office/drawing/2014/main" id="{A94D06D6-1B3E-27B2-62EC-BE650C45564E}"/>
              </a:ext>
            </a:extLst>
          </p:cNvPr>
          <p:cNvSpPr>
            <a:spLocks noChangeShapeType="1"/>
          </p:cNvSpPr>
          <p:nvPr/>
        </p:nvSpPr>
        <p:spPr bwMode="auto">
          <a:xfrm>
            <a:off x="5381625" y="1987860"/>
            <a:ext cx="0" cy="6810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26" name="Line 30">
            <a:extLst>
              <a:ext uri="{FF2B5EF4-FFF2-40B4-BE49-F238E27FC236}">
                <a16:creationId xmlns:a16="http://schemas.microsoft.com/office/drawing/2014/main" id="{1B75D3A2-15B2-A840-A0DC-C61DAA8F03D7}"/>
              </a:ext>
            </a:extLst>
          </p:cNvPr>
          <p:cNvSpPr>
            <a:spLocks noChangeShapeType="1"/>
          </p:cNvSpPr>
          <p:nvPr/>
        </p:nvSpPr>
        <p:spPr bwMode="auto">
          <a:xfrm>
            <a:off x="5541963" y="1987860"/>
            <a:ext cx="0" cy="6810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27" name="Line 31">
            <a:extLst>
              <a:ext uri="{FF2B5EF4-FFF2-40B4-BE49-F238E27FC236}">
                <a16:creationId xmlns:a16="http://schemas.microsoft.com/office/drawing/2014/main" id="{D3036A4D-7996-284D-1556-01E81119223F}"/>
              </a:ext>
            </a:extLst>
          </p:cNvPr>
          <p:cNvSpPr>
            <a:spLocks noChangeShapeType="1"/>
          </p:cNvSpPr>
          <p:nvPr/>
        </p:nvSpPr>
        <p:spPr bwMode="auto">
          <a:xfrm>
            <a:off x="6027738" y="1987860"/>
            <a:ext cx="6350" cy="112236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28" name="Line 32">
            <a:extLst>
              <a:ext uri="{FF2B5EF4-FFF2-40B4-BE49-F238E27FC236}">
                <a16:creationId xmlns:a16="http://schemas.microsoft.com/office/drawing/2014/main" id="{94257804-07DA-58D2-A107-F47EADFA52EC}"/>
              </a:ext>
            </a:extLst>
          </p:cNvPr>
          <p:cNvSpPr>
            <a:spLocks noChangeShapeType="1"/>
          </p:cNvSpPr>
          <p:nvPr/>
        </p:nvSpPr>
        <p:spPr bwMode="auto">
          <a:xfrm>
            <a:off x="6183313" y="1987860"/>
            <a:ext cx="0" cy="6810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29" name="Line 33">
            <a:extLst>
              <a:ext uri="{FF2B5EF4-FFF2-40B4-BE49-F238E27FC236}">
                <a16:creationId xmlns:a16="http://schemas.microsoft.com/office/drawing/2014/main" id="{C864B861-72FB-F4F4-02AA-7242F59E070B}"/>
              </a:ext>
            </a:extLst>
          </p:cNvPr>
          <p:cNvSpPr>
            <a:spLocks noChangeShapeType="1"/>
          </p:cNvSpPr>
          <p:nvPr/>
        </p:nvSpPr>
        <p:spPr bwMode="auto">
          <a:xfrm>
            <a:off x="6904038" y="1987860"/>
            <a:ext cx="0" cy="6810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30" name="Line 34">
            <a:extLst>
              <a:ext uri="{FF2B5EF4-FFF2-40B4-BE49-F238E27FC236}">
                <a16:creationId xmlns:a16="http://schemas.microsoft.com/office/drawing/2014/main" id="{EE366D2B-3CC4-3DAC-90D9-51E53024C307}"/>
              </a:ext>
            </a:extLst>
          </p:cNvPr>
          <p:cNvSpPr>
            <a:spLocks noChangeShapeType="1"/>
          </p:cNvSpPr>
          <p:nvPr/>
        </p:nvSpPr>
        <p:spPr bwMode="auto">
          <a:xfrm>
            <a:off x="7064375" y="1987860"/>
            <a:ext cx="0" cy="6810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31" name="Rectangle 35">
            <a:extLst>
              <a:ext uri="{FF2B5EF4-FFF2-40B4-BE49-F238E27FC236}">
                <a16:creationId xmlns:a16="http://schemas.microsoft.com/office/drawing/2014/main" id="{F741D810-2521-E39D-19E9-368E43DA3D01}"/>
              </a:ext>
            </a:extLst>
          </p:cNvPr>
          <p:cNvSpPr>
            <a:spLocks noChangeArrowheads="1"/>
          </p:cNvSpPr>
          <p:nvPr/>
        </p:nvSpPr>
        <p:spPr bwMode="auto">
          <a:xfrm>
            <a:off x="6183313" y="1683060"/>
            <a:ext cx="720725" cy="304800"/>
          </a:xfrm>
          <a:prstGeom prst="rect">
            <a:avLst/>
          </a:prstGeom>
          <a:solidFill>
            <a:srgbClr val="99FFCC"/>
          </a:solidFill>
          <a:ln w="9525" algn="ctr">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zh-CN" altLang="en-US" sz="1200" b="1">
                <a:latin typeface="微软雅黑" panose="020B0503020204020204" pitchFamily="34" charset="-122"/>
                <a:ea typeface="微软雅黑" panose="020B0503020204020204" pitchFamily="34" charset="-122"/>
              </a:rPr>
              <a:t>分片 </a:t>
            </a:r>
            <a:r>
              <a:rPr lang="en-US" altLang="zh-CN" sz="1200" b="1">
                <a:latin typeface="微软雅黑" panose="020B0503020204020204" pitchFamily="34" charset="-122"/>
                <a:ea typeface="微软雅黑" panose="020B0503020204020204" pitchFamily="34" charset="-122"/>
              </a:rPr>
              <a:t>2</a:t>
            </a:r>
          </a:p>
        </p:txBody>
      </p:sp>
      <p:sp>
        <p:nvSpPr>
          <p:cNvPr id="32" name="Rectangle 36">
            <a:extLst>
              <a:ext uri="{FF2B5EF4-FFF2-40B4-BE49-F238E27FC236}">
                <a16:creationId xmlns:a16="http://schemas.microsoft.com/office/drawing/2014/main" id="{4FD60830-75CF-6718-F2D3-461DDF8AD7DD}"/>
              </a:ext>
            </a:extLst>
          </p:cNvPr>
          <p:cNvSpPr>
            <a:spLocks noChangeArrowheads="1"/>
          </p:cNvSpPr>
          <p:nvPr/>
        </p:nvSpPr>
        <p:spPr bwMode="auto">
          <a:xfrm>
            <a:off x="7064375" y="2364098"/>
            <a:ext cx="534988" cy="304800"/>
          </a:xfrm>
          <a:prstGeom prst="rect">
            <a:avLst/>
          </a:prstGeom>
          <a:solidFill>
            <a:srgbClr val="FFCCFF"/>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en-US" altLang="zh-CN" sz="1200" b="1">
                <a:latin typeface="微软雅黑" panose="020B0503020204020204" pitchFamily="34" charset="-122"/>
                <a:ea typeface="微软雅黑" panose="020B0503020204020204" pitchFamily="34" charset="-122"/>
              </a:rPr>
              <a:t>ACK 2</a:t>
            </a:r>
          </a:p>
        </p:txBody>
      </p:sp>
      <p:sp>
        <p:nvSpPr>
          <p:cNvPr id="33" name="Line 37">
            <a:extLst>
              <a:ext uri="{FF2B5EF4-FFF2-40B4-BE49-F238E27FC236}">
                <a16:creationId xmlns:a16="http://schemas.microsoft.com/office/drawing/2014/main" id="{9610BE38-DFCE-B0FB-03CA-9092D36BEA7D}"/>
              </a:ext>
            </a:extLst>
          </p:cNvPr>
          <p:cNvSpPr>
            <a:spLocks noChangeShapeType="1"/>
          </p:cNvSpPr>
          <p:nvPr/>
        </p:nvSpPr>
        <p:spPr bwMode="auto">
          <a:xfrm>
            <a:off x="2017713" y="1532248"/>
            <a:ext cx="317500"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34" name="Line 38">
            <a:extLst>
              <a:ext uri="{FF2B5EF4-FFF2-40B4-BE49-F238E27FC236}">
                <a16:creationId xmlns:a16="http://schemas.microsoft.com/office/drawing/2014/main" id="{FC3C713C-7E05-C72F-C4BE-241C1B1FC010}"/>
              </a:ext>
            </a:extLst>
          </p:cNvPr>
          <p:cNvSpPr>
            <a:spLocks noChangeShapeType="1"/>
          </p:cNvSpPr>
          <p:nvPr/>
        </p:nvSpPr>
        <p:spPr bwMode="auto">
          <a:xfrm flipH="1">
            <a:off x="2498725" y="1532248"/>
            <a:ext cx="319088"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35" name="Text Box 39">
            <a:extLst>
              <a:ext uri="{FF2B5EF4-FFF2-40B4-BE49-F238E27FC236}">
                <a16:creationId xmlns:a16="http://schemas.microsoft.com/office/drawing/2014/main" id="{301DEA9F-B34C-7B3B-E924-EF963DD9BA6D}"/>
              </a:ext>
            </a:extLst>
          </p:cNvPr>
          <p:cNvSpPr txBox="1">
            <a:spLocks noChangeArrowheads="1"/>
          </p:cNvSpPr>
          <p:nvPr/>
        </p:nvSpPr>
        <p:spPr bwMode="auto">
          <a:xfrm>
            <a:off x="2230438" y="1068698"/>
            <a:ext cx="560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r>
              <a:rPr kumimoji="1" lang="en-US" altLang="zh-CN" sz="1400" b="1">
                <a:solidFill>
                  <a:srgbClr val="0000CC"/>
                </a:solidFill>
                <a:latin typeface="微软雅黑" panose="020B0503020204020204" pitchFamily="34" charset="-122"/>
                <a:ea typeface="微软雅黑" panose="020B0503020204020204" pitchFamily="34" charset="-122"/>
              </a:rPr>
              <a:t>SIFS</a:t>
            </a:r>
          </a:p>
        </p:txBody>
      </p:sp>
      <p:sp>
        <p:nvSpPr>
          <p:cNvPr id="36" name="Line 40">
            <a:extLst>
              <a:ext uri="{FF2B5EF4-FFF2-40B4-BE49-F238E27FC236}">
                <a16:creationId xmlns:a16="http://schemas.microsoft.com/office/drawing/2014/main" id="{B52D2425-B4B5-3DF1-D872-5E3632FD9DE5}"/>
              </a:ext>
            </a:extLst>
          </p:cNvPr>
          <p:cNvSpPr>
            <a:spLocks noChangeShapeType="1"/>
          </p:cNvSpPr>
          <p:nvPr/>
        </p:nvSpPr>
        <p:spPr bwMode="auto">
          <a:xfrm flipH="1">
            <a:off x="2416175" y="1305235"/>
            <a:ext cx="79375" cy="227013"/>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37" name="Rectangle 41">
            <a:extLst>
              <a:ext uri="{FF2B5EF4-FFF2-40B4-BE49-F238E27FC236}">
                <a16:creationId xmlns:a16="http://schemas.microsoft.com/office/drawing/2014/main" id="{85388A2D-9C84-210A-CE9F-8D01D609B4E3}"/>
              </a:ext>
            </a:extLst>
          </p:cNvPr>
          <p:cNvSpPr>
            <a:spLocks noChangeArrowheads="1"/>
          </p:cNvSpPr>
          <p:nvPr/>
        </p:nvSpPr>
        <p:spPr bwMode="auto">
          <a:xfrm>
            <a:off x="2335213" y="2765735"/>
            <a:ext cx="2149475" cy="228600"/>
          </a:xfrm>
          <a:prstGeom prst="rect">
            <a:avLst/>
          </a:prstGeom>
          <a:solidFill>
            <a:srgbClr val="0066FF"/>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en-US" altLang="zh-CN" sz="1200" b="1">
                <a:solidFill>
                  <a:schemeClr val="bg1"/>
                </a:solidFill>
                <a:latin typeface="微软雅黑" panose="020B0503020204020204" pitchFamily="34" charset="-122"/>
                <a:ea typeface="微软雅黑" panose="020B0503020204020204" pitchFamily="34" charset="-122"/>
              </a:rPr>
              <a:t>RTS </a:t>
            </a:r>
            <a:r>
              <a:rPr lang="zh-CN" altLang="en-US" sz="1200" b="1">
                <a:solidFill>
                  <a:schemeClr val="bg1"/>
                </a:solidFill>
                <a:latin typeface="微软雅黑" panose="020B0503020204020204" pitchFamily="34" charset="-122"/>
                <a:ea typeface="微软雅黑" panose="020B0503020204020204" pitchFamily="34" charset="-122"/>
              </a:rPr>
              <a:t>持续期</a:t>
            </a:r>
            <a:endParaRPr lang="en-US" altLang="zh-CN" sz="1200" b="1">
              <a:solidFill>
                <a:schemeClr val="bg1"/>
              </a:solidFill>
              <a:latin typeface="微软雅黑" panose="020B0503020204020204" pitchFamily="34" charset="-122"/>
              <a:ea typeface="微软雅黑" panose="020B0503020204020204" pitchFamily="34" charset="-122"/>
            </a:endParaRPr>
          </a:p>
        </p:txBody>
      </p:sp>
      <p:sp>
        <p:nvSpPr>
          <p:cNvPr id="38" name="Rectangle 42">
            <a:extLst>
              <a:ext uri="{FF2B5EF4-FFF2-40B4-BE49-F238E27FC236}">
                <a16:creationId xmlns:a16="http://schemas.microsoft.com/office/drawing/2014/main" id="{AEB87F8A-B5E0-955A-627D-CE71DEC241AB}"/>
              </a:ext>
            </a:extLst>
          </p:cNvPr>
          <p:cNvSpPr>
            <a:spLocks noChangeArrowheads="1"/>
          </p:cNvSpPr>
          <p:nvPr/>
        </p:nvSpPr>
        <p:spPr bwMode="auto">
          <a:xfrm>
            <a:off x="2976563" y="3235635"/>
            <a:ext cx="1524000" cy="228600"/>
          </a:xfrm>
          <a:prstGeom prst="rect">
            <a:avLst/>
          </a:prstGeom>
          <a:solidFill>
            <a:srgbClr val="99FF99"/>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en-US" altLang="zh-CN" sz="1200" b="1">
                <a:latin typeface="微软雅黑" panose="020B0503020204020204" pitchFamily="34" charset="-122"/>
                <a:ea typeface="微软雅黑" panose="020B0503020204020204" pitchFamily="34" charset="-122"/>
              </a:rPr>
              <a:t>CTS </a:t>
            </a:r>
            <a:r>
              <a:rPr lang="zh-CN" altLang="en-US" sz="1200" b="1">
                <a:latin typeface="微软雅黑" panose="020B0503020204020204" pitchFamily="34" charset="-122"/>
                <a:ea typeface="微软雅黑" panose="020B0503020204020204" pitchFamily="34" charset="-122"/>
              </a:rPr>
              <a:t>持续期</a:t>
            </a:r>
            <a:endParaRPr lang="en-US" altLang="zh-CN" sz="1200" b="1">
              <a:latin typeface="微软雅黑" panose="020B0503020204020204" pitchFamily="34" charset="-122"/>
              <a:ea typeface="微软雅黑" panose="020B0503020204020204" pitchFamily="34" charset="-122"/>
            </a:endParaRPr>
          </a:p>
        </p:txBody>
      </p:sp>
      <p:sp>
        <p:nvSpPr>
          <p:cNvPr id="39" name="AutoShape 43">
            <a:extLst>
              <a:ext uri="{FF2B5EF4-FFF2-40B4-BE49-F238E27FC236}">
                <a16:creationId xmlns:a16="http://schemas.microsoft.com/office/drawing/2014/main" id="{F374DB7C-3AE6-6003-7866-1ACF0A2B8F2E}"/>
              </a:ext>
            </a:extLst>
          </p:cNvPr>
          <p:cNvSpPr>
            <a:spLocks/>
          </p:cNvSpPr>
          <p:nvPr/>
        </p:nvSpPr>
        <p:spPr bwMode="auto">
          <a:xfrm rot="16200000">
            <a:off x="4895854" y="-321956"/>
            <a:ext cx="242888" cy="3760791"/>
          </a:xfrm>
          <a:prstGeom prst="rightBrace">
            <a:avLst>
              <a:gd name="adj1" fmla="val 146679"/>
              <a:gd name="adj2" fmla="val 50000"/>
            </a:avLst>
          </a:prstGeom>
          <a:noFill/>
          <a:ln w="12700">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endParaRPr lang="zh-CN" altLang="en-US" sz="1200" b="1">
              <a:latin typeface="微软雅黑" panose="020B0503020204020204" pitchFamily="34" charset="-122"/>
              <a:ea typeface="微软雅黑" panose="020B0503020204020204" pitchFamily="34" charset="-122"/>
            </a:endParaRPr>
          </a:p>
        </p:txBody>
      </p:sp>
      <p:sp>
        <p:nvSpPr>
          <p:cNvPr id="40" name="Text Box 44">
            <a:extLst>
              <a:ext uri="{FF2B5EF4-FFF2-40B4-BE49-F238E27FC236}">
                <a16:creationId xmlns:a16="http://schemas.microsoft.com/office/drawing/2014/main" id="{7EB3632B-0D72-C895-831F-0A47D9273CD8}"/>
              </a:ext>
            </a:extLst>
          </p:cNvPr>
          <p:cNvSpPr txBox="1">
            <a:spLocks noChangeArrowheads="1"/>
          </p:cNvSpPr>
          <p:nvPr/>
        </p:nvSpPr>
        <p:spPr bwMode="auto">
          <a:xfrm>
            <a:off x="3946526" y="1135373"/>
            <a:ext cx="2236787"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r>
              <a:rPr kumimoji="1" lang="zh-CN" altLang="en-US" sz="1600" b="1" dirty="0">
                <a:solidFill>
                  <a:srgbClr val="0000CC"/>
                </a:solidFill>
                <a:latin typeface="微软雅黑" panose="020B0503020204020204" pitchFamily="34" charset="-122"/>
                <a:ea typeface="微软雅黑" panose="020B0503020204020204" pitchFamily="34" charset="-122"/>
              </a:rPr>
              <a:t>长的帧划分为许多分片</a:t>
            </a:r>
          </a:p>
        </p:txBody>
      </p:sp>
      <p:sp>
        <p:nvSpPr>
          <p:cNvPr id="41" name="Rectangle 48">
            <a:extLst>
              <a:ext uri="{FF2B5EF4-FFF2-40B4-BE49-F238E27FC236}">
                <a16:creationId xmlns:a16="http://schemas.microsoft.com/office/drawing/2014/main" id="{CA40A7A8-F64C-8F3D-F16C-8415B71AB90A}"/>
              </a:ext>
            </a:extLst>
          </p:cNvPr>
          <p:cNvSpPr>
            <a:spLocks noChangeArrowheads="1"/>
          </p:cNvSpPr>
          <p:nvPr/>
        </p:nvSpPr>
        <p:spPr bwMode="auto">
          <a:xfrm>
            <a:off x="3857625" y="2997510"/>
            <a:ext cx="2176463" cy="231775"/>
          </a:xfrm>
          <a:prstGeom prst="rect">
            <a:avLst/>
          </a:prstGeom>
          <a:solidFill>
            <a:srgbClr val="99FFCC"/>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buNone/>
            </a:pPr>
            <a:r>
              <a:rPr lang="zh-CN" altLang="en-US" sz="1200" b="1">
                <a:latin typeface="微软雅黑" panose="020B0503020204020204" pitchFamily="34" charset="-122"/>
                <a:ea typeface="微软雅黑" panose="020B0503020204020204" pitchFamily="34" charset="-122"/>
              </a:rPr>
              <a:t>分片</a:t>
            </a:r>
            <a:r>
              <a:rPr lang="en-US" altLang="zh-CN" sz="1200" b="1">
                <a:latin typeface="微软雅黑" panose="020B0503020204020204" pitchFamily="34" charset="-122"/>
                <a:ea typeface="微软雅黑" panose="020B0503020204020204" pitchFamily="34" charset="-122"/>
              </a:rPr>
              <a:t>0 </a:t>
            </a:r>
            <a:r>
              <a:rPr lang="zh-CN" altLang="en-US" sz="1200" b="1">
                <a:latin typeface="微软雅黑" panose="020B0503020204020204" pitchFamily="34" charset="-122"/>
                <a:ea typeface="微软雅黑" panose="020B0503020204020204" pitchFamily="34" charset="-122"/>
              </a:rPr>
              <a:t>持续期</a:t>
            </a:r>
            <a:endParaRPr lang="en-US" altLang="zh-CN" sz="1200" b="1">
              <a:latin typeface="微软雅黑" panose="020B0503020204020204" pitchFamily="34" charset="-122"/>
              <a:ea typeface="微软雅黑" panose="020B0503020204020204" pitchFamily="34" charset="-122"/>
            </a:endParaRPr>
          </a:p>
        </p:txBody>
      </p:sp>
      <p:sp>
        <p:nvSpPr>
          <p:cNvPr id="42" name="Rectangle 49">
            <a:extLst>
              <a:ext uri="{FF2B5EF4-FFF2-40B4-BE49-F238E27FC236}">
                <a16:creationId xmlns:a16="http://schemas.microsoft.com/office/drawing/2014/main" id="{06245CB7-9D6B-5B4D-7B30-67F732405ECF}"/>
              </a:ext>
            </a:extLst>
          </p:cNvPr>
          <p:cNvSpPr>
            <a:spLocks noChangeArrowheads="1"/>
          </p:cNvSpPr>
          <p:nvPr/>
        </p:nvSpPr>
        <p:spPr bwMode="auto">
          <a:xfrm>
            <a:off x="4494213" y="3238810"/>
            <a:ext cx="1544637" cy="228600"/>
          </a:xfrm>
          <a:prstGeom prst="rect">
            <a:avLst/>
          </a:prstGeom>
          <a:solidFill>
            <a:srgbClr val="FFCCFF"/>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buNone/>
            </a:pPr>
            <a:r>
              <a:rPr lang="en-US" altLang="zh-CN" sz="1200" b="1">
                <a:latin typeface="微软雅黑" panose="020B0503020204020204" pitchFamily="34" charset="-122"/>
                <a:ea typeface="微软雅黑" panose="020B0503020204020204" pitchFamily="34" charset="-122"/>
              </a:rPr>
              <a:t>ACK0 </a:t>
            </a:r>
            <a:r>
              <a:rPr lang="zh-CN" altLang="en-US" sz="1200" b="1">
                <a:latin typeface="微软雅黑" panose="020B0503020204020204" pitchFamily="34" charset="-122"/>
                <a:ea typeface="微软雅黑" panose="020B0503020204020204" pitchFamily="34" charset="-122"/>
              </a:rPr>
              <a:t>持续期</a:t>
            </a:r>
            <a:endParaRPr lang="en-US" altLang="zh-CN" sz="1200" b="1">
              <a:latin typeface="微软雅黑" panose="020B0503020204020204" pitchFamily="34" charset="-122"/>
              <a:ea typeface="微软雅黑" panose="020B0503020204020204" pitchFamily="34" charset="-122"/>
            </a:endParaRPr>
          </a:p>
        </p:txBody>
      </p:sp>
      <p:sp>
        <p:nvSpPr>
          <p:cNvPr id="43" name="Rectangle 50">
            <a:extLst>
              <a:ext uri="{FF2B5EF4-FFF2-40B4-BE49-F238E27FC236}">
                <a16:creationId xmlns:a16="http://schemas.microsoft.com/office/drawing/2014/main" id="{C4B0F200-1B68-FD55-88AA-279981A1FC5D}"/>
              </a:ext>
            </a:extLst>
          </p:cNvPr>
          <p:cNvSpPr>
            <a:spLocks noChangeArrowheads="1"/>
          </p:cNvSpPr>
          <p:nvPr/>
        </p:nvSpPr>
        <p:spPr bwMode="auto">
          <a:xfrm>
            <a:off x="6034088" y="3235635"/>
            <a:ext cx="1562100" cy="228600"/>
          </a:xfrm>
          <a:prstGeom prst="rect">
            <a:avLst/>
          </a:prstGeom>
          <a:solidFill>
            <a:srgbClr val="FFCCFF"/>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buNone/>
            </a:pPr>
            <a:r>
              <a:rPr lang="en-US" altLang="zh-CN" sz="1200" b="1">
                <a:latin typeface="微软雅黑" panose="020B0503020204020204" pitchFamily="34" charset="-122"/>
                <a:ea typeface="微软雅黑" panose="020B0503020204020204" pitchFamily="34" charset="-122"/>
              </a:rPr>
              <a:t>ACK1 </a:t>
            </a:r>
            <a:r>
              <a:rPr lang="zh-CN" altLang="en-US" sz="1200" b="1">
                <a:latin typeface="微软雅黑" panose="020B0503020204020204" pitchFamily="34" charset="-122"/>
                <a:ea typeface="微软雅黑" panose="020B0503020204020204" pitchFamily="34" charset="-122"/>
              </a:rPr>
              <a:t>持续期</a:t>
            </a:r>
            <a:endParaRPr lang="en-US" altLang="zh-CN" sz="1200" b="1">
              <a:latin typeface="微软雅黑" panose="020B0503020204020204" pitchFamily="34" charset="-122"/>
              <a:ea typeface="微软雅黑" panose="020B0503020204020204" pitchFamily="34" charset="-122"/>
            </a:endParaRPr>
          </a:p>
        </p:txBody>
      </p:sp>
      <p:sp>
        <p:nvSpPr>
          <p:cNvPr id="44" name="Line 51">
            <a:extLst>
              <a:ext uri="{FF2B5EF4-FFF2-40B4-BE49-F238E27FC236}">
                <a16:creationId xmlns:a16="http://schemas.microsoft.com/office/drawing/2014/main" id="{43EE0817-312B-5612-EF91-920030FB4D93}"/>
              </a:ext>
            </a:extLst>
          </p:cNvPr>
          <p:cNvSpPr>
            <a:spLocks noChangeShapeType="1"/>
          </p:cNvSpPr>
          <p:nvPr/>
        </p:nvSpPr>
        <p:spPr bwMode="auto">
          <a:xfrm>
            <a:off x="7596188" y="1978335"/>
            <a:ext cx="0" cy="1066800"/>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45" name="Rectangle 52">
            <a:extLst>
              <a:ext uri="{FF2B5EF4-FFF2-40B4-BE49-F238E27FC236}">
                <a16:creationId xmlns:a16="http://schemas.microsoft.com/office/drawing/2014/main" id="{7BEEF473-889D-063E-D25A-D1BAC59E37EF}"/>
              </a:ext>
            </a:extLst>
          </p:cNvPr>
          <p:cNvSpPr>
            <a:spLocks noChangeArrowheads="1"/>
          </p:cNvSpPr>
          <p:nvPr/>
        </p:nvSpPr>
        <p:spPr bwMode="auto">
          <a:xfrm>
            <a:off x="5380038" y="2765735"/>
            <a:ext cx="2216150" cy="228600"/>
          </a:xfrm>
          <a:prstGeom prst="rect">
            <a:avLst/>
          </a:prstGeom>
          <a:solidFill>
            <a:srgbClr val="99FFCC"/>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buNone/>
            </a:pPr>
            <a:r>
              <a:rPr lang="zh-CN" altLang="en-US" sz="1200" b="1">
                <a:latin typeface="微软雅黑" panose="020B0503020204020204" pitchFamily="34" charset="-122"/>
                <a:ea typeface="微软雅黑" panose="020B0503020204020204" pitchFamily="34" charset="-122"/>
              </a:rPr>
              <a:t>分片</a:t>
            </a:r>
            <a:r>
              <a:rPr lang="en-US" altLang="zh-CN" sz="1200" b="1">
                <a:latin typeface="微软雅黑" panose="020B0503020204020204" pitchFamily="34" charset="-122"/>
                <a:ea typeface="微软雅黑" panose="020B0503020204020204" pitchFamily="34" charset="-122"/>
              </a:rPr>
              <a:t>1 </a:t>
            </a:r>
            <a:r>
              <a:rPr lang="zh-CN" altLang="en-US" sz="1200" b="1">
                <a:latin typeface="微软雅黑" panose="020B0503020204020204" pitchFamily="34" charset="-122"/>
                <a:ea typeface="微软雅黑" panose="020B0503020204020204" pitchFamily="34" charset="-122"/>
              </a:rPr>
              <a:t>持续期</a:t>
            </a:r>
            <a:endParaRPr lang="en-US" altLang="zh-CN" sz="1200" b="1">
              <a:latin typeface="微软雅黑" panose="020B0503020204020204" pitchFamily="34" charset="-122"/>
              <a:ea typeface="微软雅黑" panose="020B0503020204020204" pitchFamily="34" charset="-122"/>
            </a:endParaRPr>
          </a:p>
        </p:txBody>
      </p:sp>
      <p:sp>
        <p:nvSpPr>
          <p:cNvPr id="46" name="Line 10">
            <a:extLst>
              <a:ext uri="{FF2B5EF4-FFF2-40B4-BE49-F238E27FC236}">
                <a16:creationId xmlns:a16="http://schemas.microsoft.com/office/drawing/2014/main" id="{9937AEB0-F0B3-017C-FE52-869E228DA1F1}"/>
              </a:ext>
            </a:extLst>
          </p:cNvPr>
          <p:cNvSpPr>
            <a:spLocks noChangeShapeType="1"/>
          </p:cNvSpPr>
          <p:nvPr/>
        </p:nvSpPr>
        <p:spPr bwMode="auto">
          <a:xfrm>
            <a:off x="944563" y="2668898"/>
            <a:ext cx="7126287"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47" name="Line 5">
            <a:extLst>
              <a:ext uri="{FF2B5EF4-FFF2-40B4-BE49-F238E27FC236}">
                <a16:creationId xmlns:a16="http://schemas.microsoft.com/office/drawing/2014/main" id="{6C1ACC46-139E-03A6-0281-29806D9F9155}"/>
              </a:ext>
            </a:extLst>
          </p:cNvPr>
          <p:cNvSpPr>
            <a:spLocks noChangeShapeType="1"/>
          </p:cNvSpPr>
          <p:nvPr/>
        </p:nvSpPr>
        <p:spPr bwMode="auto">
          <a:xfrm>
            <a:off x="946150" y="1987860"/>
            <a:ext cx="7129463"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48" name="文本框 46">
            <a:extLst>
              <a:ext uri="{FF2B5EF4-FFF2-40B4-BE49-F238E27FC236}">
                <a16:creationId xmlns:a16="http://schemas.microsoft.com/office/drawing/2014/main" id="{C6B4B682-D877-2D6B-86AB-FAB2B40C1394}"/>
              </a:ext>
            </a:extLst>
          </p:cNvPr>
          <p:cNvSpPr txBox="1">
            <a:spLocks noChangeArrowheads="1"/>
          </p:cNvSpPr>
          <p:nvPr/>
        </p:nvSpPr>
        <p:spPr bwMode="auto">
          <a:xfrm>
            <a:off x="860425" y="2970523"/>
            <a:ext cx="954088"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kumimoji="1" lang="zh-CN" altLang="en-US" sz="1200" b="1">
                <a:latin typeface="微软雅黑" panose="020B0503020204020204" pitchFamily="34" charset="-122"/>
                <a:ea typeface="微软雅黑" panose="020B0503020204020204" pitchFamily="34" charset="-122"/>
              </a:rPr>
              <a:t>各帧持续期</a:t>
            </a:r>
          </a:p>
        </p:txBody>
      </p:sp>
      <p:sp>
        <p:nvSpPr>
          <p:cNvPr id="49" name="Text Box 11">
            <a:extLst>
              <a:ext uri="{FF2B5EF4-FFF2-40B4-BE49-F238E27FC236}">
                <a16:creationId xmlns:a16="http://schemas.microsoft.com/office/drawing/2014/main" id="{DABC59C9-1065-5B11-23F2-1AEBADC29082}"/>
              </a:ext>
            </a:extLst>
          </p:cNvPr>
          <p:cNvSpPr txBox="1">
            <a:spLocks noChangeArrowheads="1"/>
          </p:cNvSpPr>
          <p:nvPr/>
        </p:nvSpPr>
        <p:spPr bwMode="auto">
          <a:xfrm>
            <a:off x="7826375" y="3237223"/>
            <a:ext cx="242888" cy="261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r>
              <a:rPr kumimoji="1" lang="en-US" altLang="zh-CN" sz="1100" b="1" i="1">
                <a:latin typeface="微软雅黑" panose="020B0503020204020204" pitchFamily="34" charset="-122"/>
                <a:ea typeface="微软雅黑" panose="020B0503020204020204" pitchFamily="34" charset="-122"/>
              </a:rPr>
              <a:t>t</a:t>
            </a:r>
          </a:p>
        </p:txBody>
      </p:sp>
      <p:sp>
        <p:nvSpPr>
          <p:cNvPr id="94" name="Line 10">
            <a:extLst>
              <a:ext uri="{FF2B5EF4-FFF2-40B4-BE49-F238E27FC236}">
                <a16:creationId xmlns:a16="http://schemas.microsoft.com/office/drawing/2014/main" id="{54A81F57-AB1A-8619-8296-E4DAC7017E45}"/>
              </a:ext>
            </a:extLst>
          </p:cNvPr>
          <p:cNvSpPr>
            <a:spLocks noChangeShapeType="1"/>
          </p:cNvSpPr>
          <p:nvPr/>
        </p:nvSpPr>
        <p:spPr bwMode="auto">
          <a:xfrm>
            <a:off x="904875" y="3468998"/>
            <a:ext cx="7127875"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95" name="对话气泡: 圆角矩形 94">
            <a:extLst>
              <a:ext uri="{FF2B5EF4-FFF2-40B4-BE49-F238E27FC236}">
                <a16:creationId xmlns:a16="http://schemas.microsoft.com/office/drawing/2014/main" id="{A326D7D6-A64C-FFF2-CE97-A23CC981AA2E}"/>
              </a:ext>
            </a:extLst>
          </p:cNvPr>
          <p:cNvSpPr/>
          <p:nvPr/>
        </p:nvSpPr>
        <p:spPr>
          <a:xfrm>
            <a:off x="6897694" y="1305235"/>
            <a:ext cx="1135056" cy="280989"/>
          </a:xfrm>
          <a:prstGeom prst="wedgeRoundRectCallout">
            <a:avLst>
              <a:gd name="adj1" fmla="val -51584"/>
              <a:gd name="adj2" fmla="val 102740"/>
              <a:gd name="adj3" fmla="val 16667"/>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200" b="1" dirty="0">
                <a:latin typeface="微软雅黑" panose="020B0503020204020204" pitchFamily="34" charset="-122"/>
                <a:ea typeface="微软雅黑" panose="020B0503020204020204" pitchFamily="34" charset="-122"/>
              </a:rPr>
              <a:t>最后一个分片</a:t>
            </a:r>
          </a:p>
        </p:txBody>
      </p:sp>
      <p:sp>
        <p:nvSpPr>
          <p:cNvPr id="96" name="Rectangle 52">
            <a:extLst>
              <a:ext uri="{FF2B5EF4-FFF2-40B4-BE49-F238E27FC236}">
                <a16:creationId xmlns:a16="http://schemas.microsoft.com/office/drawing/2014/main" id="{2FC688FF-6164-B8CF-4628-DA5999CAC514}"/>
              </a:ext>
            </a:extLst>
          </p:cNvPr>
          <p:cNvSpPr>
            <a:spLocks noChangeArrowheads="1"/>
          </p:cNvSpPr>
          <p:nvPr/>
        </p:nvSpPr>
        <p:spPr bwMode="auto">
          <a:xfrm>
            <a:off x="6915149" y="3000684"/>
            <a:ext cx="681040" cy="238126"/>
          </a:xfrm>
          <a:prstGeom prst="rect">
            <a:avLst/>
          </a:prstGeom>
          <a:solidFill>
            <a:srgbClr val="99FFCC"/>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buNone/>
            </a:pPr>
            <a:r>
              <a:rPr lang="zh-CN" altLang="en-US" sz="1200" b="1" dirty="0">
                <a:latin typeface="微软雅黑" panose="020B0503020204020204" pitchFamily="34" charset="-122"/>
                <a:ea typeface="微软雅黑" panose="020B0503020204020204" pitchFamily="34" charset="-122"/>
              </a:rPr>
              <a:t>分片</a:t>
            </a:r>
            <a:r>
              <a:rPr lang="en-US" altLang="zh-CN" sz="1200" b="1" dirty="0">
                <a:latin typeface="微软雅黑" panose="020B0503020204020204" pitchFamily="34" charset="-122"/>
                <a:ea typeface="微软雅黑" panose="020B0503020204020204" pitchFamily="34" charset="-122"/>
              </a:rPr>
              <a:t>2</a:t>
            </a:r>
            <a:r>
              <a:rPr lang="zh-CN" altLang="en-US" sz="1200" b="1" dirty="0">
                <a:latin typeface="微软雅黑" panose="020B0503020204020204" pitchFamily="34" charset="-122"/>
                <a:ea typeface="微软雅黑" panose="020B0503020204020204" pitchFamily="34" charset="-122"/>
              </a:rPr>
              <a:t>持续期</a:t>
            </a:r>
            <a:endParaRPr lang="en-US" altLang="zh-CN" sz="12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426091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1000"/>
                                        <p:tgtEl>
                                          <p:spTgt spid="5">
                                            <p:txEl>
                                              <p:pRg st="0" end="0"/>
                                            </p:txEl>
                                          </p:spTgt>
                                        </p:tgtEl>
                                      </p:cBhvr>
                                    </p:animEffect>
                                    <p:anim calcmode="lin" valueType="num">
                                      <p:cBhvr>
                                        <p:cTn id="8"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5" presetClass="emph" presetSubtype="0" repeatCount="3000" fill="hold" grpId="0" nodeType="clickEffect">
                                  <p:stCondLst>
                                    <p:cond delay="0"/>
                                  </p:stCondLst>
                                  <p:childTnLst>
                                    <p:anim calcmode="discrete" valueType="str">
                                      <p:cBhvr>
                                        <p:cTn id="13" dur="1000" fill="hold"/>
                                        <p:tgtEl>
                                          <p:spTgt spid="40"/>
                                        </p:tgtEl>
                                        <p:attrNameLst>
                                          <p:attrName>style.visibility</p:attrName>
                                        </p:attrNameLst>
                                      </p:cBhvr>
                                      <p:tavLst>
                                        <p:tav tm="0">
                                          <p:val>
                                            <p:strVal val="hidden"/>
                                          </p:val>
                                        </p:tav>
                                        <p:tav tm="50000">
                                          <p:val>
                                            <p:strVal val="visible"/>
                                          </p:val>
                                        </p:tav>
                                      </p:tavLst>
                                    </p:anim>
                                  </p:childTnLst>
                                </p:cTn>
                              </p:par>
                              <p:par>
                                <p:cTn id="14" presetID="35" presetClass="emph" presetSubtype="0" repeatCount="3000" fill="hold" grpId="0" nodeType="withEffect">
                                  <p:stCondLst>
                                    <p:cond delay="0"/>
                                  </p:stCondLst>
                                  <p:childTnLst>
                                    <p:anim calcmode="discrete" valueType="str">
                                      <p:cBhvr>
                                        <p:cTn id="15"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nodeType="clickEffect">
                                  <p:stCondLst>
                                    <p:cond delay="0"/>
                                  </p:stCondLst>
                                  <p:childTnLst>
                                    <p:set>
                                      <p:cBhvr>
                                        <p:cTn id="19" dur="1" fill="hold">
                                          <p:stCondLst>
                                            <p:cond delay="0"/>
                                          </p:stCondLst>
                                        </p:cTn>
                                        <p:tgtEl>
                                          <p:spTgt spid="5">
                                            <p:txEl>
                                              <p:pRg st="1" end="1"/>
                                            </p:txEl>
                                          </p:spTgt>
                                        </p:tgtEl>
                                        <p:attrNameLst>
                                          <p:attrName>style.visibility</p:attrName>
                                        </p:attrNameLst>
                                      </p:cBhvr>
                                      <p:to>
                                        <p:strVal val="visible"/>
                                      </p:to>
                                    </p:set>
                                    <p:animEffect transition="in" filter="fade">
                                      <p:cBhvr>
                                        <p:cTn id="20" dur="1000"/>
                                        <p:tgtEl>
                                          <p:spTgt spid="5">
                                            <p:txEl>
                                              <p:pRg st="1" end="1"/>
                                            </p:txEl>
                                          </p:spTgt>
                                        </p:tgtEl>
                                      </p:cBhvr>
                                    </p:animEffect>
                                    <p:anim calcmode="lin" valueType="num">
                                      <p:cBhvr>
                                        <p:cTn id="21"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22" dur="10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nodeType="clickEffect">
                                  <p:stCondLst>
                                    <p:cond delay="0"/>
                                  </p:stCondLst>
                                  <p:childTnLst>
                                    <p:set>
                                      <p:cBhvr>
                                        <p:cTn id="26" dur="1" fill="hold">
                                          <p:stCondLst>
                                            <p:cond delay="0"/>
                                          </p:stCondLst>
                                        </p:cTn>
                                        <p:tgtEl>
                                          <p:spTgt spid="5">
                                            <p:txEl>
                                              <p:pRg st="2" end="2"/>
                                            </p:txEl>
                                          </p:spTgt>
                                        </p:tgtEl>
                                        <p:attrNameLst>
                                          <p:attrName>style.visibility</p:attrName>
                                        </p:attrNameLst>
                                      </p:cBhvr>
                                      <p:to>
                                        <p:strVal val="visible"/>
                                      </p:to>
                                    </p:set>
                                    <p:animEffect transition="in" filter="fade">
                                      <p:cBhvr>
                                        <p:cTn id="27" dur="1000"/>
                                        <p:tgtEl>
                                          <p:spTgt spid="5">
                                            <p:txEl>
                                              <p:pRg st="2" end="2"/>
                                            </p:txEl>
                                          </p:spTgt>
                                        </p:tgtEl>
                                      </p:cBhvr>
                                    </p:animEffect>
                                    <p:anim calcmode="lin" valueType="num">
                                      <p:cBhvr>
                                        <p:cTn id="28" dur="1000" fill="hold"/>
                                        <p:tgtEl>
                                          <p:spTgt spid="5">
                                            <p:txEl>
                                              <p:pRg st="2" end="2"/>
                                            </p:txEl>
                                          </p:spTgt>
                                        </p:tgtEl>
                                        <p:attrNameLst>
                                          <p:attrName>ppt_x</p:attrName>
                                        </p:attrNameLst>
                                      </p:cBhvr>
                                      <p:tavLst>
                                        <p:tav tm="0">
                                          <p:val>
                                            <p:strVal val="#ppt_x"/>
                                          </p:val>
                                        </p:tav>
                                        <p:tav tm="100000">
                                          <p:val>
                                            <p:strVal val="#ppt_x"/>
                                          </p:val>
                                        </p:tav>
                                      </p:tavLst>
                                    </p:anim>
                                    <p:anim calcmode="lin" valueType="num">
                                      <p:cBhvr>
                                        <p:cTn id="29" dur="1000" fill="hold"/>
                                        <p:tgtEl>
                                          <p:spTgt spid="5">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0"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75C2CE-1990-C79C-20C2-9FA6CBAC7873}"/>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15A5CC81-CDEA-2732-C3A3-D2BBE6D13C14}"/>
              </a:ext>
            </a:extLst>
          </p:cNvPr>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a:extLst>
              <a:ext uri="{FF2B5EF4-FFF2-40B4-BE49-F238E27FC236}">
                <a16:creationId xmlns:a16="http://schemas.microsoft.com/office/drawing/2014/main" id="{EA4394F4-2628-EC78-D83C-26B49D043947}"/>
              </a:ext>
            </a:extLst>
          </p:cNvPr>
          <p:cNvSpPr/>
          <p:nvPr/>
        </p:nvSpPr>
        <p:spPr>
          <a:xfrm>
            <a:off x="637984" y="570462"/>
            <a:ext cx="2056973" cy="400110"/>
          </a:xfrm>
          <a:prstGeom prst="rect">
            <a:avLst/>
          </a:prstGeom>
        </p:spPr>
        <p:txBody>
          <a:bodyPr wrap="none">
            <a:spAutoFit/>
          </a:bodyPr>
          <a:lstStyle/>
          <a:p>
            <a:r>
              <a:rPr lang="zh-CN" altLang="en-US" sz="2000" b="1" dirty="0">
                <a:latin typeface="微软雅黑" pitchFamily="34" charset="-122"/>
                <a:ea typeface="微软雅黑" pitchFamily="34" charset="-122"/>
              </a:rPr>
              <a:t>分片的发送举例 </a:t>
            </a:r>
          </a:p>
        </p:txBody>
      </p:sp>
      <p:sp>
        <p:nvSpPr>
          <p:cNvPr id="4" name="圆角矩形 3">
            <a:extLst>
              <a:ext uri="{FF2B5EF4-FFF2-40B4-BE49-F238E27FC236}">
                <a16:creationId xmlns:a16="http://schemas.microsoft.com/office/drawing/2014/main" id="{B886A36B-7965-D3AB-67C2-C0DA246A05FB}"/>
              </a:ext>
            </a:extLst>
          </p:cNvPr>
          <p:cNvSpPr/>
          <p:nvPr/>
        </p:nvSpPr>
        <p:spPr>
          <a:xfrm>
            <a:off x="517852" y="977956"/>
            <a:ext cx="8133857" cy="281238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矩形 4">
            <a:extLst>
              <a:ext uri="{FF2B5EF4-FFF2-40B4-BE49-F238E27FC236}">
                <a16:creationId xmlns:a16="http://schemas.microsoft.com/office/drawing/2014/main" id="{3FF4ACDC-C9EC-7C6A-389C-6F12DD2B0CF5}"/>
              </a:ext>
            </a:extLst>
          </p:cNvPr>
          <p:cNvSpPr/>
          <p:nvPr/>
        </p:nvSpPr>
        <p:spPr>
          <a:xfrm>
            <a:off x="1191419" y="3864253"/>
            <a:ext cx="7233444" cy="954107"/>
          </a:xfrm>
          <a:prstGeom prst="rect">
            <a:avLst/>
          </a:prstGeom>
          <a:noFill/>
          <a:ln>
            <a:noFill/>
          </a:ln>
        </p:spPr>
        <p:txBody>
          <a:bodyPr wrap="square">
            <a:spAutoFit/>
          </a:bodyPr>
          <a:lstStyle/>
          <a:p>
            <a:pPr marL="285750" indent="-285750">
              <a:buFont typeface="Wingdings" panose="05000000000000000000" pitchFamily="2" charset="2"/>
              <a:buChar char="l"/>
            </a:pPr>
            <a:r>
              <a:rPr lang="zh-CN" altLang="en-US" sz="1400" b="1" dirty="0">
                <a:latin typeface="微软雅黑" pitchFamily="34" charset="-122"/>
                <a:ea typeface="微软雅黑" pitchFamily="34" charset="-122"/>
              </a:rPr>
              <a:t>除最后一个分片外，每个分片帧的还有</a:t>
            </a:r>
            <a:r>
              <a:rPr lang="zh-CN" altLang="en-US" sz="1400" b="1" dirty="0">
                <a:solidFill>
                  <a:srgbClr val="C00000"/>
                </a:solidFill>
                <a:latin typeface="微软雅黑" pitchFamily="34" charset="-122"/>
                <a:ea typeface="微软雅黑" pitchFamily="34" charset="-122"/>
              </a:rPr>
              <a:t>分片字段</a:t>
            </a:r>
            <a:r>
              <a:rPr lang="zh-CN" altLang="en-US" sz="1400" b="1" dirty="0">
                <a:latin typeface="微软雅黑" pitchFamily="34" charset="-122"/>
                <a:ea typeface="微软雅黑" pitchFamily="34" charset="-122"/>
              </a:rPr>
              <a:t>置为</a:t>
            </a:r>
            <a:r>
              <a:rPr lang="en-US" altLang="zh-CN" sz="1400" b="1" dirty="0">
                <a:latin typeface="微软雅黑" pitchFamily="34" charset="-122"/>
                <a:ea typeface="微软雅黑" pitchFamily="34" charset="-122"/>
              </a:rPr>
              <a:t>1</a:t>
            </a:r>
            <a:r>
              <a:rPr lang="zh-CN" altLang="en-US" sz="1400" b="1" dirty="0">
                <a:latin typeface="微软雅黑" pitchFamily="34" charset="-122"/>
                <a:ea typeface="微软雅黑" pitchFamily="34" charset="-122"/>
              </a:rPr>
              <a:t>。</a:t>
            </a:r>
            <a:endParaRPr lang="en-US" altLang="zh-CN" sz="1400" b="1" dirty="0">
              <a:latin typeface="微软雅黑" pitchFamily="34" charset="-122"/>
              <a:ea typeface="微软雅黑" pitchFamily="34" charset="-122"/>
            </a:endParaRPr>
          </a:p>
          <a:p>
            <a:pPr marL="285750" indent="-285750">
              <a:buFont typeface="Wingdings" panose="05000000000000000000" pitchFamily="2" charset="2"/>
              <a:buChar char="l"/>
            </a:pPr>
            <a:r>
              <a:rPr lang="en-US" altLang="zh-CN" sz="1400" b="1" dirty="0">
                <a:latin typeface="微软雅黑" pitchFamily="34" charset="-122"/>
                <a:ea typeface="微软雅黑" pitchFamily="34" charset="-122"/>
              </a:rPr>
              <a:t>RTS</a:t>
            </a:r>
            <a:r>
              <a:rPr lang="zh-CN" altLang="en-US" sz="1400" b="1" dirty="0">
                <a:latin typeface="微软雅黑" pitchFamily="34" charset="-122"/>
                <a:ea typeface="微软雅黑" pitchFamily="34" charset="-122"/>
              </a:rPr>
              <a:t>帧和</a:t>
            </a:r>
            <a:r>
              <a:rPr lang="en-US" altLang="zh-CN" sz="1400" b="1" dirty="0">
                <a:latin typeface="微软雅黑" pitchFamily="34" charset="-122"/>
                <a:ea typeface="微软雅黑" pitchFamily="34" charset="-122"/>
              </a:rPr>
              <a:t>CTS</a:t>
            </a:r>
            <a:r>
              <a:rPr lang="zh-CN" altLang="en-US" sz="1400" b="1" dirty="0">
                <a:latin typeface="微软雅黑" pitchFamily="34" charset="-122"/>
                <a:ea typeface="微软雅黑" pitchFamily="34" charset="-122"/>
              </a:rPr>
              <a:t>帧的持续期实际上仅预约了第</a:t>
            </a:r>
            <a:r>
              <a:rPr lang="en-US" altLang="zh-CN" sz="1400" b="1" dirty="0">
                <a:latin typeface="微软雅黑" pitchFamily="34" charset="-122"/>
                <a:ea typeface="微软雅黑" pitchFamily="34" charset="-122"/>
              </a:rPr>
              <a:t>1</a:t>
            </a:r>
            <a:r>
              <a:rPr lang="zh-CN" altLang="en-US" sz="1400" b="1" dirty="0">
                <a:latin typeface="微软雅黑" pitchFamily="34" charset="-122"/>
                <a:ea typeface="微软雅黑" pitchFamily="34" charset="-122"/>
              </a:rPr>
              <a:t>个分片及其确认占用信道的时间。</a:t>
            </a:r>
            <a:endParaRPr lang="en-US" altLang="zh-CN" sz="1400" b="1" dirty="0">
              <a:latin typeface="微软雅黑" pitchFamily="34" charset="-122"/>
              <a:ea typeface="微软雅黑" pitchFamily="34" charset="-122"/>
            </a:endParaRPr>
          </a:p>
          <a:p>
            <a:pPr marL="285750" indent="-285750">
              <a:buFont typeface="Wingdings" panose="05000000000000000000" pitchFamily="2" charset="2"/>
              <a:buChar char="l"/>
            </a:pPr>
            <a:r>
              <a:rPr lang="zh-CN" altLang="en-US" sz="1400" b="1" dirty="0">
                <a:latin typeface="微软雅黑" pitchFamily="34" charset="-122"/>
                <a:ea typeface="微软雅黑" pitchFamily="34" charset="-122"/>
              </a:rPr>
              <a:t>中间每个分片帧（除最后一个分片外）及其确认帧的持续期又预约了下一个分片及其确认占用信道的时间。</a:t>
            </a:r>
          </a:p>
        </p:txBody>
      </p:sp>
      <p:sp>
        <p:nvSpPr>
          <p:cNvPr id="50" name="Text Box 6">
            <a:extLst>
              <a:ext uri="{FF2B5EF4-FFF2-40B4-BE49-F238E27FC236}">
                <a16:creationId xmlns:a16="http://schemas.microsoft.com/office/drawing/2014/main" id="{F2C64B5D-67AC-E34D-44A9-BBF86549A710}"/>
              </a:ext>
            </a:extLst>
          </p:cNvPr>
          <p:cNvSpPr txBox="1">
            <a:spLocks noChangeArrowheads="1"/>
          </p:cNvSpPr>
          <p:nvPr/>
        </p:nvSpPr>
        <p:spPr bwMode="auto">
          <a:xfrm>
            <a:off x="7866063" y="1737035"/>
            <a:ext cx="241300"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r>
              <a:rPr kumimoji="1" lang="en-US" altLang="zh-CN" sz="1100" b="1" i="1">
                <a:latin typeface="微软雅黑" panose="020B0503020204020204" pitchFamily="34" charset="-122"/>
                <a:ea typeface="微软雅黑" panose="020B0503020204020204" pitchFamily="34" charset="-122"/>
              </a:rPr>
              <a:t>t</a:t>
            </a:r>
          </a:p>
        </p:txBody>
      </p:sp>
      <p:sp>
        <p:nvSpPr>
          <p:cNvPr id="51" name="Text Box 11">
            <a:extLst>
              <a:ext uri="{FF2B5EF4-FFF2-40B4-BE49-F238E27FC236}">
                <a16:creationId xmlns:a16="http://schemas.microsoft.com/office/drawing/2014/main" id="{D4BB84A6-CB24-ECD7-447E-560FF28C242C}"/>
              </a:ext>
            </a:extLst>
          </p:cNvPr>
          <p:cNvSpPr txBox="1">
            <a:spLocks noChangeArrowheads="1"/>
          </p:cNvSpPr>
          <p:nvPr/>
        </p:nvSpPr>
        <p:spPr bwMode="auto">
          <a:xfrm>
            <a:off x="7866063" y="2437123"/>
            <a:ext cx="241300" cy="261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r>
              <a:rPr kumimoji="1" lang="en-US" altLang="zh-CN" sz="1100" b="1" i="1">
                <a:latin typeface="微软雅黑" panose="020B0503020204020204" pitchFamily="34" charset="-122"/>
                <a:ea typeface="微软雅黑" panose="020B0503020204020204" pitchFamily="34" charset="-122"/>
              </a:rPr>
              <a:t>t</a:t>
            </a:r>
          </a:p>
        </p:txBody>
      </p:sp>
      <p:sp>
        <p:nvSpPr>
          <p:cNvPr id="52" name="Text Box 9">
            <a:extLst>
              <a:ext uri="{FF2B5EF4-FFF2-40B4-BE49-F238E27FC236}">
                <a16:creationId xmlns:a16="http://schemas.microsoft.com/office/drawing/2014/main" id="{5FD5E1ED-9CA9-E288-E3CF-909722384FD4}"/>
              </a:ext>
            </a:extLst>
          </p:cNvPr>
          <p:cNvSpPr txBox="1">
            <a:spLocks noChangeArrowheads="1"/>
          </p:cNvSpPr>
          <p:nvPr/>
        </p:nvSpPr>
        <p:spPr bwMode="auto">
          <a:xfrm>
            <a:off x="860425" y="1659248"/>
            <a:ext cx="492125"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kumimoji="1" lang="zh-CN" altLang="en-US" sz="1200" b="1" dirty="0">
                <a:latin typeface="微软雅黑" panose="020B0503020204020204" pitchFamily="34" charset="-122"/>
                <a:ea typeface="微软雅黑" panose="020B0503020204020204" pitchFamily="34" charset="-122"/>
              </a:rPr>
              <a:t>源站</a:t>
            </a:r>
          </a:p>
        </p:txBody>
      </p:sp>
      <p:sp>
        <p:nvSpPr>
          <p:cNvPr id="53" name="Text Box 12">
            <a:extLst>
              <a:ext uri="{FF2B5EF4-FFF2-40B4-BE49-F238E27FC236}">
                <a16:creationId xmlns:a16="http://schemas.microsoft.com/office/drawing/2014/main" id="{34727D4E-95E2-3512-F2EC-B82C51AFEAA7}"/>
              </a:ext>
            </a:extLst>
          </p:cNvPr>
          <p:cNvSpPr txBox="1">
            <a:spLocks noChangeArrowheads="1"/>
          </p:cNvSpPr>
          <p:nvPr/>
        </p:nvSpPr>
        <p:spPr bwMode="auto">
          <a:xfrm>
            <a:off x="868363" y="2321235"/>
            <a:ext cx="646112"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kumimoji="1" lang="zh-CN" altLang="en-US" sz="1200" b="1">
                <a:latin typeface="微软雅黑" panose="020B0503020204020204" pitchFamily="34" charset="-122"/>
                <a:ea typeface="微软雅黑" panose="020B0503020204020204" pitchFamily="34" charset="-122"/>
              </a:rPr>
              <a:t>目的站</a:t>
            </a:r>
          </a:p>
        </p:txBody>
      </p:sp>
      <p:sp>
        <p:nvSpPr>
          <p:cNvPr id="54" name="Rectangle 14">
            <a:extLst>
              <a:ext uri="{FF2B5EF4-FFF2-40B4-BE49-F238E27FC236}">
                <a16:creationId xmlns:a16="http://schemas.microsoft.com/office/drawing/2014/main" id="{7C267EC2-1035-ABB9-FD43-9E6A7284061E}"/>
              </a:ext>
            </a:extLst>
          </p:cNvPr>
          <p:cNvSpPr>
            <a:spLocks noChangeArrowheads="1"/>
          </p:cNvSpPr>
          <p:nvPr/>
        </p:nvSpPr>
        <p:spPr bwMode="auto">
          <a:xfrm>
            <a:off x="1855788" y="1683060"/>
            <a:ext cx="479425" cy="304800"/>
          </a:xfrm>
          <a:prstGeom prst="rect">
            <a:avLst/>
          </a:prstGeom>
          <a:solidFill>
            <a:srgbClr val="0066FF"/>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en-US" altLang="zh-CN" sz="1200" b="1">
                <a:solidFill>
                  <a:schemeClr val="bg1"/>
                </a:solidFill>
                <a:latin typeface="微软雅黑" panose="020B0503020204020204" pitchFamily="34" charset="-122"/>
                <a:ea typeface="微软雅黑" panose="020B0503020204020204" pitchFamily="34" charset="-122"/>
              </a:rPr>
              <a:t>RTS</a:t>
            </a:r>
          </a:p>
        </p:txBody>
      </p:sp>
      <p:sp>
        <p:nvSpPr>
          <p:cNvPr id="55" name="Rectangle 15">
            <a:extLst>
              <a:ext uri="{FF2B5EF4-FFF2-40B4-BE49-F238E27FC236}">
                <a16:creationId xmlns:a16="http://schemas.microsoft.com/office/drawing/2014/main" id="{DDE1F437-E5FC-B4D8-92C4-45E55302EC50}"/>
              </a:ext>
            </a:extLst>
          </p:cNvPr>
          <p:cNvSpPr>
            <a:spLocks noChangeArrowheads="1"/>
          </p:cNvSpPr>
          <p:nvPr/>
        </p:nvSpPr>
        <p:spPr bwMode="auto">
          <a:xfrm>
            <a:off x="2495550" y="2364098"/>
            <a:ext cx="481013" cy="304800"/>
          </a:xfrm>
          <a:prstGeom prst="rect">
            <a:avLst/>
          </a:prstGeom>
          <a:solidFill>
            <a:srgbClr val="99FF99"/>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en-US" altLang="zh-CN" sz="1200" b="1">
                <a:latin typeface="微软雅黑" panose="020B0503020204020204" pitchFamily="34" charset="-122"/>
                <a:ea typeface="微软雅黑" panose="020B0503020204020204" pitchFamily="34" charset="-122"/>
              </a:rPr>
              <a:t>CTS</a:t>
            </a:r>
          </a:p>
        </p:txBody>
      </p:sp>
      <p:sp>
        <p:nvSpPr>
          <p:cNvPr id="56" name="Rectangle 16">
            <a:extLst>
              <a:ext uri="{FF2B5EF4-FFF2-40B4-BE49-F238E27FC236}">
                <a16:creationId xmlns:a16="http://schemas.microsoft.com/office/drawing/2014/main" id="{DF18AB19-9D13-BF34-0D3D-151A0AD83242}"/>
              </a:ext>
            </a:extLst>
          </p:cNvPr>
          <p:cNvSpPr>
            <a:spLocks noChangeArrowheads="1"/>
          </p:cNvSpPr>
          <p:nvPr/>
        </p:nvSpPr>
        <p:spPr bwMode="auto">
          <a:xfrm>
            <a:off x="3136900" y="1683060"/>
            <a:ext cx="720725" cy="304800"/>
          </a:xfrm>
          <a:prstGeom prst="rect">
            <a:avLst/>
          </a:prstGeom>
          <a:solidFill>
            <a:srgbClr val="99FFCC"/>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zh-CN" altLang="en-US" sz="1200" b="1">
                <a:latin typeface="微软雅黑" panose="020B0503020204020204" pitchFamily="34" charset="-122"/>
                <a:ea typeface="微软雅黑" panose="020B0503020204020204" pitchFamily="34" charset="-122"/>
              </a:rPr>
              <a:t>分片</a:t>
            </a:r>
            <a:r>
              <a:rPr lang="zh-CN" altLang="en-US" sz="700" b="1">
                <a:latin typeface="微软雅黑" panose="020B0503020204020204" pitchFamily="34" charset="-122"/>
                <a:ea typeface="微软雅黑" panose="020B0503020204020204" pitchFamily="34" charset="-122"/>
              </a:rPr>
              <a:t> </a:t>
            </a:r>
            <a:r>
              <a:rPr lang="en-US" altLang="zh-CN" sz="1200" b="1">
                <a:latin typeface="微软雅黑" panose="020B0503020204020204" pitchFamily="34" charset="-122"/>
                <a:ea typeface="微软雅黑" panose="020B0503020204020204" pitchFamily="34" charset="-122"/>
              </a:rPr>
              <a:t>0</a:t>
            </a:r>
          </a:p>
        </p:txBody>
      </p:sp>
      <p:sp>
        <p:nvSpPr>
          <p:cNvPr id="57" name="Line 17">
            <a:extLst>
              <a:ext uri="{FF2B5EF4-FFF2-40B4-BE49-F238E27FC236}">
                <a16:creationId xmlns:a16="http://schemas.microsoft.com/office/drawing/2014/main" id="{EDD72136-2924-F5EC-4F03-48DB4B7C2FA4}"/>
              </a:ext>
            </a:extLst>
          </p:cNvPr>
          <p:cNvSpPr>
            <a:spLocks noChangeShapeType="1"/>
          </p:cNvSpPr>
          <p:nvPr/>
        </p:nvSpPr>
        <p:spPr bwMode="auto">
          <a:xfrm>
            <a:off x="2335213" y="1457635"/>
            <a:ext cx="0" cy="1590675"/>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58" name="Line 18">
            <a:extLst>
              <a:ext uri="{FF2B5EF4-FFF2-40B4-BE49-F238E27FC236}">
                <a16:creationId xmlns:a16="http://schemas.microsoft.com/office/drawing/2014/main" id="{A89C1580-77AF-E97C-B118-7457047701E9}"/>
              </a:ext>
            </a:extLst>
          </p:cNvPr>
          <p:cNvSpPr>
            <a:spLocks noChangeShapeType="1"/>
          </p:cNvSpPr>
          <p:nvPr/>
        </p:nvSpPr>
        <p:spPr bwMode="auto">
          <a:xfrm>
            <a:off x="2495550" y="1457635"/>
            <a:ext cx="0" cy="121126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59" name="Line 19">
            <a:extLst>
              <a:ext uri="{FF2B5EF4-FFF2-40B4-BE49-F238E27FC236}">
                <a16:creationId xmlns:a16="http://schemas.microsoft.com/office/drawing/2014/main" id="{4AEDBDC5-069E-8BF1-584F-3C23E954FD09}"/>
              </a:ext>
            </a:extLst>
          </p:cNvPr>
          <p:cNvSpPr>
            <a:spLocks noChangeShapeType="1"/>
          </p:cNvSpPr>
          <p:nvPr/>
        </p:nvSpPr>
        <p:spPr bwMode="auto">
          <a:xfrm>
            <a:off x="2976563" y="2364098"/>
            <a:ext cx="0" cy="684212"/>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60" name="Line 20">
            <a:extLst>
              <a:ext uri="{FF2B5EF4-FFF2-40B4-BE49-F238E27FC236}">
                <a16:creationId xmlns:a16="http://schemas.microsoft.com/office/drawing/2014/main" id="{2557138E-F94F-4C30-405A-C82D66A8C571}"/>
              </a:ext>
            </a:extLst>
          </p:cNvPr>
          <p:cNvSpPr>
            <a:spLocks noChangeShapeType="1"/>
          </p:cNvSpPr>
          <p:nvPr/>
        </p:nvSpPr>
        <p:spPr bwMode="auto">
          <a:xfrm>
            <a:off x="3136900" y="1683060"/>
            <a:ext cx="0" cy="9858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61" name="Rectangle 21">
            <a:extLst>
              <a:ext uri="{FF2B5EF4-FFF2-40B4-BE49-F238E27FC236}">
                <a16:creationId xmlns:a16="http://schemas.microsoft.com/office/drawing/2014/main" id="{CACF56DE-6DA9-B12B-627D-3D9E5147256B}"/>
              </a:ext>
            </a:extLst>
          </p:cNvPr>
          <p:cNvSpPr>
            <a:spLocks noChangeArrowheads="1"/>
          </p:cNvSpPr>
          <p:nvPr/>
        </p:nvSpPr>
        <p:spPr bwMode="auto">
          <a:xfrm>
            <a:off x="4017963" y="2364098"/>
            <a:ext cx="476250" cy="304800"/>
          </a:xfrm>
          <a:prstGeom prst="rect">
            <a:avLst/>
          </a:prstGeom>
          <a:solidFill>
            <a:srgbClr val="FFCCFF"/>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en-US" altLang="zh-CN" sz="1200" b="1">
                <a:latin typeface="微软雅黑" panose="020B0503020204020204" pitchFamily="34" charset="-122"/>
                <a:ea typeface="微软雅黑" panose="020B0503020204020204" pitchFamily="34" charset="-122"/>
              </a:rPr>
              <a:t>ACK 0</a:t>
            </a:r>
          </a:p>
        </p:txBody>
      </p:sp>
      <p:sp>
        <p:nvSpPr>
          <p:cNvPr id="62" name="Line 22">
            <a:extLst>
              <a:ext uri="{FF2B5EF4-FFF2-40B4-BE49-F238E27FC236}">
                <a16:creationId xmlns:a16="http://schemas.microsoft.com/office/drawing/2014/main" id="{451F6430-D8D3-10D9-75A9-5C36F3E3DC6D}"/>
              </a:ext>
            </a:extLst>
          </p:cNvPr>
          <p:cNvSpPr>
            <a:spLocks noChangeShapeType="1"/>
          </p:cNvSpPr>
          <p:nvPr/>
        </p:nvSpPr>
        <p:spPr bwMode="auto">
          <a:xfrm>
            <a:off x="3857625" y="1911660"/>
            <a:ext cx="0" cy="7572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63" name="Line 23">
            <a:extLst>
              <a:ext uri="{FF2B5EF4-FFF2-40B4-BE49-F238E27FC236}">
                <a16:creationId xmlns:a16="http://schemas.microsoft.com/office/drawing/2014/main" id="{4AABE15C-C985-5136-C1F2-D70A16493F82}"/>
              </a:ext>
            </a:extLst>
          </p:cNvPr>
          <p:cNvSpPr>
            <a:spLocks noChangeShapeType="1"/>
          </p:cNvSpPr>
          <p:nvPr/>
        </p:nvSpPr>
        <p:spPr bwMode="auto">
          <a:xfrm>
            <a:off x="4017963" y="1987860"/>
            <a:ext cx="0" cy="6810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64" name="Rectangle 24">
            <a:extLst>
              <a:ext uri="{FF2B5EF4-FFF2-40B4-BE49-F238E27FC236}">
                <a16:creationId xmlns:a16="http://schemas.microsoft.com/office/drawing/2014/main" id="{EB38147F-FC86-E925-9F43-4F1CF449623C}"/>
              </a:ext>
            </a:extLst>
          </p:cNvPr>
          <p:cNvSpPr>
            <a:spLocks noChangeArrowheads="1"/>
          </p:cNvSpPr>
          <p:nvPr/>
        </p:nvSpPr>
        <p:spPr bwMode="auto">
          <a:xfrm>
            <a:off x="4659313" y="1683060"/>
            <a:ext cx="720725" cy="304800"/>
          </a:xfrm>
          <a:prstGeom prst="rect">
            <a:avLst/>
          </a:prstGeom>
          <a:solidFill>
            <a:srgbClr val="99FFCC"/>
          </a:solidFill>
          <a:ln w="9525" algn="ctr">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zh-CN" altLang="en-US" sz="1200" b="1">
                <a:latin typeface="微软雅黑" panose="020B0503020204020204" pitchFamily="34" charset="-122"/>
                <a:ea typeface="微软雅黑" panose="020B0503020204020204" pitchFamily="34" charset="-122"/>
              </a:rPr>
              <a:t>分片 </a:t>
            </a:r>
            <a:r>
              <a:rPr lang="en-US" altLang="zh-CN" sz="1200" b="1">
                <a:latin typeface="微软雅黑" panose="020B0503020204020204" pitchFamily="34" charset="-122"/>
                <a:ea typeface="微软雅黑" panose="020B0503020204020204" pitchFamily="34" charset="-122"/>
              </a:rPr>
              <a:t>1</a:t>
            </a:r>
          </a:p>
        </p:txBody>
      </p:sp>
      <p:sp>
        <p:nvSpPr>
          <p:cNvPr id="65" name="Rectangle 25">
            <a:extLst>
              <a:ext uri="{FF2B5EF4-FFF2-40B4-BE49-F238E27FC236}">
                <a16:creationId xmlns:a16="http://schemas.microsoft.com/office/drawing/2014/main" id="{F08AD64E-738E-DCD0-567E-490073F9128E}"/>
              </a:ext>
            </a:extLst>
          </p:cNvPr>
          <p:cNvSpPr>
            <a:spLocks noChangeArrowheads="1"/>
          </p:cNvSpPr>
          <p:nvPr/>
        </p:nvSpPr>
        <p:spPr bwMode="auto">
          <a:xfrm>
            <a:off x="5540375" y="2364098"/>
            <a:ext cx="487363" cy="304800"/>
          </a:xfrm>
          <a:prstGeom prst="rect">
            <a:avLst/>
          </a:prstGeom>
          <a:solidFill>
            <a:srgbClr val="FFCCFF"/>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en-US" altLang="zh-CN" sz="1200" b="1">
                <a:latin typeface="微软雅黑" panose="020B0503020204020204" pitchFamily="34" charset="-122"/>
                <a:ea typeface="微软雅黑" panose="020B0503020204020204" pitchFamily="34" charset="-122"/>
              </a:rPr>
              <a:t>ACK 1</a:t>
            </a:r>
          </a:p>
        </p:txBody>
      </p:sp>
      <p:sp>
        <p:nvSpPr>
          <p:cNvPr id="66" name="Line 27">
            <a:extLst>
              <a:ext uri="{FF2B5EF4-FFF2-40B4-BE49-F238E27FC236}">
                <a16:creationId xmlns:a16="http://schemas.microsoft.com/office/drawing/2014/main" id="{66549602-2407-FC2C-2649-7C49B5D15876}"/>
              </a:ext>
            </a:extLst>
          </p:cNvPr>
          <p:cNvSpPr>
            <a:spLocks noChangeShapeType="1"/>
          </p:cNvSpPr>
          <p:nvPr/>
        </p:nvSpPr>
        <p:spPr bwMode="auto">
          <a:xfrm flipH="1">
            <a:off x="4484688" y="1987860"/>
            <a:ext cx="15875" cy="1057275"/>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67" name="Line 28">
            <a:extLst>
              <a:ext uri="{FF2B5EF4-FFF2-40B4-BE49-F238E27FC236}">
                <a16:creationId xmlns:a16="http://schemas.microsoft.com/office/drawing/2014/main" id="{881619CA-8554-1187-36C0-2AF8F9D2B5CD}"/>
              </a:ext>
            </a:extLst>
          </p:cNvPr>
          <p:cNvSpPr>
            <a:spLocks noChangeShapeType="1"/>
          </p:cNvSpPr>
          <p:nvPr/>
        </p:nvSpPr>
        <p:spPr bwMode="auto">
          <a:xfrm>
            <a:off x="4660900" y="1987860"/>
            <a:ext cx="0" cy="6810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68" name="Line 29">
            <a:extLst>
              <a:ext uri="{FF2B5EF4-FFF2-40B4-BE49-F238E27FC236}">
                <a16:creationId xmlns:a16="http://schemas.microsoft.com/office/drawing/2014/main" id="{7039AF67-45AA-46A0-4A8D-20030A42DB40}"/>
              </a:ext>
            </a:extLst>
          </p:cNvPr>
          <p:cNvSpPr>
            <a:spLocks noChangeShapeType="1"/>
          </p:cNvSpPr>
          <p:nvPr/>
        </p:nvSpPr>
        <p:spPr bwMode="auto">
          <a:xfrm>
            <a:off x="5381625" y="1987860"/>
            <a:ext cx="0" cy="6810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69" name="Line 30">
            <a:extLst>
              <a:ext uri="{FF2B5EF4-FFF2-40B4-BE49-F238E27FC236}">
                <a16:creationId xmlns:a16="http://schemas.microsoft.com/office/drawing/2014/main" id="{0831FFDC-60F8-12C6-535A-0B3DAAA4BE87}"/>
              </a:ext>
            </a:extLst>
          </p:cNvPr>
          <p:cNvSpPr>
            <a:spLocks noChangeShapeType="1"/>
          </p:cNvSpPr>
          <p:nvPr/>
        </p:nvSpPr>
        <p:spPr bwMode="auto">
          <a:xfrm>
            <a:off x="5541963" y="1987860"/>
            <a:ext cx="0" cy="6810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70" name="Line 31">
            <a:extLst>
              <a:ext uri="{FF2B5EF4-FFF2-40B4-BE49-F238E27FC236}">
                <a16:creationId xmlns:a16="http://schemas.microsoft.com/office/drawing/2014/main" id="{E14AB256-A13E-D528-7A07-C0BD81BFD201}"/>
              </a:ext>
            </a:extLst>
          </p:cNvPr>
          <p:cNvSpPr>
            <a:spLocks noChangeShapeType="1"/>
          </p:cNvSpPr>
          <p:nvPr/>
        </p:nvSpPr>
        <p:spPr bwMode="auto">
          <a:xfrm>
            <a:off x="6027738" y="1987860"/>
            <a:ext cx="6350" cy="112236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71" name="Line 32">
            <a:extLst>
              <a:ext uri="{FF2B5EF4-FFF2-40B4-BE49-F238E27FC236}">
                <a16:creationId xmlns:a16="http://schemas.microsoft.com/office/drawing/2014/main" id="{17ABE9BF-77E4-5C43-10B2-108416786F42}"/>
              </a:ext>
            </a:extLst>
          </p:cNvPr>
          <p:cNvSpPr>
            <a:spLocks noChangeShapeType="1"/>
          </p:cNvSpPr>
          <p:nvPr/>
        </p:nvSpPr>
        <p:spPr bwMode="auto">
          <a:xfrm>
            <a:off x="6183313" y="1987860"/>
            <a:ext cx="0" cy="6810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72" name="Line 33">
            <a:extLst>
              <a:ext uri="{FF2B5EF4-FFF2-40B4-BE49-F238E27FC236}">
                <a16:creationId xmlns:a16="http://schemas.microsoft.com/office/drawing/2014/main" id="{CE87B3E3-797E-17DE-0722-17144D2531A4}"/>
              </a:ext>
            </a:extLst>
          </p:cNvPr>
          <p:cNvSpPr>
            <a:spLocks noChangeShapeType="1"/>
          </p:cNvSpPr>
          <p:nvPr/>
        </p:nvSpPr>
        <p:spPr bwMode="auto">
          <a:xfrm>
            <a:off x="6904038" y="1987860"/>
            <a:ext cx="0" cy="6810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73" name="Line 34">
            <a:extLst>
              <a:ext uri="{FF2B5EF4-FFF2-40B4-BE49-F238E27FC236}">
                <a16:creationId xmlns:a16="http://schemas.microsoft.com/office/drawing/2014/main" id="{FA729451-AAF0-D789-1508-440798E5D92D}"/>
              </a:ext>
            </a:extLst>
          </p:cNvPr>
          <p:cNvSpPr>
            <a:spLocks noChangeShapeType="1"/>
          </p:cNvSpPr>
          <p:nvPr/>
        </p:nvSpPr>
        <p:spPr bwMode="auto">
          <a:xfrm>
            <a:off x="7064375" y="1987860"/>
            <a:ext cx="0" cy="681038"/>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74" name="Rectangle 35">
            <a:extLst>
              <a:ext uri="{FF2B5EF4-FFF2-40B4-BE49-F238E27FC236}">
                <a16:creationId xmlns:a16="http://schemas.microsoft.com/office/drawing/2014/main" id="{ACD245BE-2A44-404D-2573-BEFBDDF7F716}"/>
              </a:ext>
            </a:extLst>
          </p:cNvPr>
          <p:cNvSpPr>
            <a:spLocks noChangeArrowheads="1"/>
          </p:cNvSpPr>
          <p:nvPr/>
        </p:nvSpPr>
        <p:spPr bwMode="auto">
          <a:xfrm>
            <a:off x="6183313" y="1683060"/>
            <a:ext cx="720725" cy="304800"/>
          </a:xfrm>
          <a:prstGeom prst="rect">
            <a:avLst/>
          </a:prstGeom>
          <a:solidFill>
            <a:srgbClr val="99FFCC"/>
          </a:solidFill>
          <a:ln w="9525" algn="ctr">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zh-CN" altLang="en-US" sz="1200" b="1">
                <a:latin typeface="微软雅黑" panose="020B0503020204020204" pitchFamily="34" charset="-122"/>
                <a:ea typeface="微软雅黑" panose="020B0503020204020204" pitchFamily="34" charset="-122"/>
              </a:rPr>
              <a:t>分片 </a:t>
            </a:r>
            <a:r>
              <a:rPr lang="en-US" altLang="zh-CN" sz="1200" b="1">
                <a:latin typeface="微软雅黑" panose="020B0503020204020204" pitchFamily="34" charset="-122"/>
                <a:ea typeface="微软雅黑" panose="020B0503020204020204" pitchFamily="34" charset="-122"/>
              </a:rPr>
              <a:t>2</a:t>
            </a:r>
          </a:p>
        </p:txBody>
      </p:sp>
      <p:sp>
        <p:nvSpPr>
          <p:cNvPr id="75" name="Rectangle 36">
            <a:extLst>
              <a:ext uri="{FF2B5EF4-FFF2-40B4-BE49-F238E27FC236}">
                <a16:creationId xmlns:a16="http://schemas.microsoft.com/office/drawing/2014/main" id="{97D4CECE-86DB-A47D-5D2E-0209562B363F}"/>
              </a:ext>
            </a:extLst>
          </p:cNvPr>
          <p:cNvSpPr>
            <a:spLocks noChangeArrowheads="1"/>
          </p:cNvSpPr>
          <p:nvPr/>
        </p:nvSpPr>
        <p:spPr bwMode="auto">
          <a:xfrm>
            <a:off x="7064375" y="2364098"/>
            <a:ext cx="534988" cy="304800"/>
          </a:xfrm>
          <a:prstGeom prst="rect">
            <a:avLst/>
          </a:prstGeom>
          <a:solidFill>
            <a:srgbClr val="FFCCFF"/>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en-US" altLang="zh-CN" sz="1200" b="1">
                <a:latin typeface="微软雅黑" panose="020B0503020204020204" pitchFamily="34" charset="-122"/>
                <a:ea typeface="微软雅黑" panose="020B0503020204020204" pitchFamily="34" charset="-122"/>
              </a:rPr>
              <a:t>ACK 2</a:t>
            </a:r>
          </a:p>
        </p:txBody>
      </p:sp>
      <p:sp>
        <p:nvSpPr>
          <p:cNvPr id="76" name="Line 37">
            <a:extLst>
              <a:ext uri="{FF2B5EF4-FFF2-40B4-BE49-F238E27FC236}">
                <a16:creationId xmlns:a16="http://schemas.microsoft.com/office/drawing/2014/main" id="{9988E78C-8D1A-72C1-B074-65889BAEC7A1}"/>
              </a:ext>
            </a:extLst>
          </p:cNvPr>
          <p:cNvSpPr>
            <a:spLocks noChangeShapeType="1"/>
          </p:cNvSpPr>
          <p:nvPr/>
        </p:nvSpPr>
        <p:spPr bwMode="auto">
          <a:xfrm>
            <a:off x="2017713" y="1532248"/>
            <a:ext cx="317500"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77" name="Line 38">
            <a:extLst>
              <a:ext uri="{FF2B5EF4-FFF2-40B4-BE49-F238E27FC236}">
                <a16:creationId xmlns:a16="http://schemas.microsoft.com/office/drawing/2014/main" id="{5A297A4D-6841-0F20-9319-CADC10ACA17B}"/>
              </a:ext>
            </a:extLst>
          </p:cNvPr>
          <p:cNvSpPr>
            <a:spLocks noChangeShapeType="1"/>
          </p:cNvSpPr>
          <p:nvPr/>
        </p:nvSpPr>
        <p:spPr bwMode="auto">
          <a:xfrm flipH="1">
            <a:off x="2498725" y="1532248"/>
            <a:ext cx="319088"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78" name="Text Box 39">
            <a:extLst>
              <a:ext uri="{FF2B5EF4-FFF2-40B4-BE49-F238E27FC236}">
                <a16:creationId xmlns:a16="http://schemas.microsoft.com/office/drawing/2014/main" id="{FFF377F6-D1A5-B997-B466-194EED34C93B}"/>
              </a:ext>
            </a:extLst>
          </p:cNvPr>
          <p:cNvSpPr txBox="1">
            <a:spLocks noChangeArrowheads="1"/>
          </p:cNvSpPr>
          <p:nvPr/>
        </p:nvSpPr>
        <p:spPr bwMode="auto">
          <a:xfrm>
            <a:off x="2230438" y="1068698"/>
            <a:ext cx="560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r>
              <a:rPr kumimoji="1" lang="en-US" altLang="zh-CN" sz="1400" b="1">
                <a:solidFill>
                  <a:srgbClr val="0000CC"/>
                </a:solidFill>
                <a:latin typeface="微软雅黑" panose="020B0503020204020204" pitchFamily="34" charset="-122"/>
                <a:ea typeface="微软雅黑" panose="020B0503020204020204" pitchFamily="34" charset="-122"/>
              </a:rPr>
              <a:t>SIFS</a:t>
            </a:r>
          </a:p>
        </p:txBody>
      </p:sp>
      <p:sp>
        <p:nvSpPr>
          <p:cNvPr id="79" name="Line 40">
            <a:extLst>
              <a:ext uri="{FF2B5EF4-FFF2-40B4-BE49-F238E27FC236}">
                <a16:creationId xmlns:a16="http://schemas.microsoft.com/office/drawing/2014/main" id="{7F48E297-EEA7-F5BD-B99D-642F016A6394}"/>
              </a:ext>
            </a:extLst>
          </p:cNvPr>
          <p:cNvSpPr>
            <a:spLocks noChangeShapeType="1"/>
          </p:cNvSpPr>
          <p:nvPr/>
        </p:nvSpPr>
        <p:spPr bwMode="auto">
          <a:xfrm flipH="1">
            <a:off x="2416175" y="1305235"/>
            <a:ext cx="79375" cy="227013"/>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80" name="Rectangle 41">
            <a:extLst>
              <a:ext uri="{FF2B5EF4-FFF2-40B4-BE49-F238E27FC236}">
                <a16:creationId xmlns:a16="http://schemas.microsoft.com/office/drawing/2014/main" id="{8D2CBCF2-72A3-0EB6-FC0D-BE4837A21682}"/>
              </a:ext>
            </a:extLst>
          </p:cNvPr>
          <p:cNvSpPr>
            <a:spLocks noChangeArrowheads="1"/>
          </p:cNvSpPr>
          <p:nvPr/>
        </p:nvSpPr>
        <p:spPr bwMode="auto">
          <a:xfrm>
            <a:off x="2335213" y="2765735"/>
            <a:ext cx="2149475" cy="228600"/>
          </a:xfrm>
          <a:prstGeom prst="rect">
            <a:avLst/>
          </a:prstGeom>
          <a:solidFill>
            <a:srgbClr val="0066FF"/>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en-US" altLang="zh-CN" sz="1200" b="1">
                <a:solidFill>
                  <a:schemeClr val="bg1"/>
                </a:solidFill>
                <a:latin typeface="微软雅黑" panose="020B0503020204020204" pitchFamily="34" charset="-122"/>
                <a:ea typeface="微软雅黑" panose="020B0503020204020204" pitchFamily="34" charset="-122"/>
              </a:rPr>
              <a:t>RTS </a:t>
            </a:r>
            <a:r>
              <a:rPr lang="zh-CN" altLang="en-US" sz="1200" b="1">
                <a:solidFill>
                  <a:schemeClr val="bg1"/>
                </a:solidFill>
                <a:latin typeface="微软雅黑" panose="020B0503020204020204" pitchFamily="34" charset="-122"/>
                <a:ea typeface="微软雅黑" panose="020B0503020204020204" pitchFamily="34" charset="-122"/>
              </a:rPr>
              <a:t>持续期</a:t>
            </a:r>
            <a:endParaRPr lang="en-US" altLang="zh-CN" sz="1200" b="1">
              <a:solidFill>
                <a:schemeClr val="bg1"/>
              </a:solidFill>
              <a:latin typeface="微软雅黑" panose="020B0503020204020204" pitchFamily="34" charset="-122"/>
              <a:ea typeface="微软雅黑" panose="020B0503020204020204" pitchFamily="34" charset="-122"/>
            </a:endParaRPr>
          </a:p>
        </p:txBody>
      </p:sp>
      <p:sp>
        <p:nvSpPr>
          <p:cNvPr id="81" name="Rectangle 42">
            <a:extLst>
              <a:ext uri="{FF2B5EF4-FFF2-40B4-BE49-F238E27FC236}">
                <a16:creationId xmlns:a16="http://schemas.microsoft.com/office/drawing/2014/main" id="{38687C06-2748-8C7F-55D4-A30E33A373E7}"/>
              </a:ext>
            </a:extLst>
          </p:cNvPr>
          <p:cNvSpPr>
            <a:spLocks noChangeArrowheads="1"/>
          </p:cNvSpPr>
          <p:nvPr/>
        </p:nvSpPr>
        <p:spPr bwMode="auto">
          <a:xfrm>
            <a:off x="2976563" y="3235635"/>
            <a:ext cx="1524000" cy="228600"/>
          </a:xfrm>
          <a:prstGeom prst="rect">
            <a:avLst/>
          </a:prstGeom>
          <a:solidFill>
            <a:srgbClr val="99FF99"/>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lang="en-US" altLang="zh-CN" sz="1200" b="1">
                <a:latin typeface="微软雅黑" panose="020B0503020204020204" pitchFamily="34" charset="-122"/>
                <a:ea typeface="微软雅黑" panose="020B0503020204020204" pitchFamily="34" charset="-122"/>
              </a:rPr>
              <a:t>CTS </a:t>
            </a:r>
            <a:r>
              <a:rPr lang="zh-CN" altLang="en-US" sz="1200" b="1">
                <a:latin typeface="微软雅黑" panose="020B0503020204020204" pitchFamily="34" charset="-122"/>
                <a:ea typeface="微软雅黑" panose="020B0503020204020204" pitchFamily="34" charset="-122"/>
              </a:rPr>
              <a:t>持续期</a:t>
            </a:r>
            <a:endParaRPr lang="en-US" altLang="zh-CN" sz="1200" b="1">
              <a:latin typeface="微软雅黑" panose="020B0503020204020204" pitchFamily="34" charset="-122"/>
              <a:ea typeface="微软雅黑" panose="020B0503020204020204" pitchFamily="34" charset="-122"/>
            </a:endParaRPr>
          </a:p>
        </p:txBody>
      </p:sp>
      <p:sp>
        <p:nvSpPr>
          <p:cNvPr id="82" name="AutoShape 43">
            <a:extLst>
              <a:ext uri="{FF2B5EF4-FFF2-40B4-BE49-F238E27FC236}">
                <a16:creationId xmlns:a16="http://schemas.microsoft.com/office/drawing/2014/main" id="{8B4FBE98-E1D6-8F4A-1E48-365E38B0CA32}"/>
              </a:ext>
            </a:extLst>
          </p:cNvPr>
          <p:cNvSpPr>
            <a:spLocks/>
          </p:cNvSpPr>
          <p:nvPr/>
        </p:nvSpPr>
        <p:spPr bwMode="auto">
          <a:xfrm rot="16200000">
            <a:off x="4895854" y="-321956"/>
            <a:ext cx="242888" cy="3760791"/>
          </a:xfrm>
          <a:prstGeom prst="rightBrace">
            <a:avLst>
              <a:gd name="adj1" fmla="val 146679"/>
              <a:gd name="adj2" fmla="val 50000"/>
            </a:avLst>
          </a:prstGeom>
          <a:noFill/>
          <a:ln w="12700">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endParaRPr lang="zh-CN" altLang="en-US" sz="1200" b="1">
              <a:latin typeface="微软雅黑" panose="020B0503020204020204" pitchFamily="34" charset="-122"/>
              <a:ea typeface="微软雅黑" panose="020B0503020204020204" pitchFamily="34" charset="-122"/>
            </a:endParaRPr>
          </a:p>
        </p:txBody>
      </p:sp>
      <p:sp>
        <p:nvSpPr>
          <p:cNvPr id="83" name="Text Box 44">
            <a:extLst>
              <a:ext uri="{FF2B5EF4-FFF2-40B4-BE49-F238E27FC236}">
                <a16:creationId xmlns:a16="http://schemas.microsoft.com/office/drawing/2014/main" id="{38AF18E8-1FC9-23D1-565C-3190BF3001F7}"/>
              </a:ext>
            </a:extLst>
          </p:cNvPr>
          <p:cNvSpPr txBox="1">
            <a:spLocks noChangeArrowheads="1"/>
          </p:cNvSpPr>
          <p:nvPr/>
        </p:nvSpPr>
        <p:spPr bwMode="auto">
          <a:xfrm>
            <a:off x="3946526" y="1135373"/>
            <a:ext cx="2236787"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r>
              <a:rPr kumimoji="1" lang="zh-CN" altLang="en-US" sz="1600" b="1" dirty="0">
                <a:solidFill>
                  <a:srgbClr val="0000CC"/>
                </a:solidFill>
                <a:latin typeface="微软雅黑" panose="020B0503020204020204" pitchFamily="34" charset="-122"/>
                <a:ea typeface="微软雅黑" panose="020B0503020204020204" pitchFamily="34" charset="-122"/>
              </a:rPr>
              <a:t>长的帧划分为许多分片</a:t>
            </a:r>
          </a:p>
        </p:txBody>
      </p:sp>
      <p:sp>
        <p:nvSpPr>
          <p:cNvPr id="84" name="Rectangle 48">
            <a:extLst>
              <a:ext uri="{FF2B5EF4-FFF2-40B4-BE49-F238E27FC236}">
                <a16:creationId xmlns:a16="http://schemas.microsoft.com/office/drawing/2014/main" id="{3A677EAD-B5BE-4961-155B-69A4DD389C54}"/>
              </a:ext>
            </a:extLst>
          </p:cNvPr>
          <p:cNvSpPr>
            <a:spLocks noChangeArrowheads="1"/>
          </p:cNvSpPr>
          <p:nvPr/>
        </p:nvSpPr>
        <p:spPr bwMode="auto">
          <a:xfrm>
            <a:off x="3857625" y="2997510"/>
            <a:ext cx="2176463" cy="231775"/>
          </a:xfrm>
          <a:prstGeom prst="rect">
            <a:avLst/>
          </a:prstGeom>
          <a:solidFill>
            <a:srgbClr val="99FFCC"/>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buNone/>
            </a:pPr>
            <a:r>
              <a:rPr lang="zh-CN" altLang="en-US" sz="1200" b="1">
                <a:latin typeface="微软雅黑" panose="020B0503020204020204" pitchFamily="34" charset="-122"/>
                <a:ea typeface="微软雅黑" panose="020B0503020204020204" pitchFamily="34" charset="-122"/>
              </a:rPr>
              <a:t>分片</a:t>
            </a:r>
            <a:r>
              <a:rPr lang="en-US" altLang="zh-CN" sz="1200" b="1">
                <a:latin typeface="微软雅黑" panose="020B0503020204020204" pitchFamily="34" charset="-122"/>
                <a:ea typeface="微软雅黑" panose="020B0503020204020204" pitchFamily="34" charset="-122"/>
              </a:rPr>
              <a:t>0 </a:t>
            </a:r>
            <a:r>
              <a:rPr lang="zh-CN" altLang="en-US" sz="1200" b="1">
                <a:latin typeface="微软雅黑" panose="020B0503020204020204" pitchFamily="34" charset="-122"/>
                <a:ea typeface="微软雅黑" panose="020B0503020204020204" pitchFamily="34" charset="-122"/>
              </a:rPr>
              <a:t>持续期</a:t>
            </a:r>
            <a:endParaRPr lang="en-US" altLang="zh-CN" sz="1200" b="1">
              <a:latin typeface="微软雅黑" panose="020B0503020204020204" pitchFamily="34" charset="-122"/>
              <a:ea typeface="微软雅黑" panose="020B0503020204020204" pitchFamily="34" charset="-122"/>
            </a:endParaRPr>
          </a:p>
        </p:txBody>
      </p:sp>
      <p:sp>
        <p:nvSpPr>
          <p:cNvPr id="85" name="Rectangle 49">
            <a:extLst>
              <a:ext uri="{FF2B5EF4-FFF2-40B4-BE49-F238E27FC236}">
                <a16:creationId xmlns:a16="http://schemas.microsoft.com/office/drawing/2014/main" id="{5283FFAA-0C37-5E97-E547-4793AB594D4C}"/>
              </a:ext>
            </a:extLst>
          </p:cNvPr>
          <p:cNvSpPr>
            <a:spLocks noChangeArrowheads="1"/>
          </p:cNvSpPr>
          <p:nvPr/>
        </p:nvSpPr>
        <p:spPr bwMode="auto">
          <a:xfrm>
            <a:off x="4494213" y="3238810"/>
            <a:ext cx="1544637" cy="228600"/>
          </a:xfrm>
          <a:prstGeom prst="rect">
            <a:avLst/>
          </a:prstGeom>
          <a:solidFill>
            <a:srgbClr val="FFCCFF"/>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buNone/>
            </a:pPr>
            <a:r>
              <a:rPr lang="en-US" altLang="zh-CN" sz="1200" b="1">
                <a:latin typeface="微软雅黑" panose="020B0503020204020204" pitchFamily="34" charset="-122"/>
                <a:ea typeface="微软雅黑" panose="020B0503020204020204" pitchFamily="34" charset="-122"/>
              </a:rPr>
              <a:t>ACK0 </a:t>
            </a:r>
            <a:r>
              <a:rPr lang="zh-CN" altLang="en-US" sz="1200" b="1">
                <a:latin typeface="微软雅黑" panose="020B0503020204020204" pitchFamily="34" charset="-122"/>
                <a:ea typeface="微软雅黑" panose="020B0503020204020204" pitchFamily="34" charset="-122"/>
              </a:rPr>
              <a:t>持续期</a:t>
            </a:r>
            <a:endParaRPr lang="en-US" altLang="zh-CN" sz="1200" b="1">
              <a:latin typeface="微软雅黑" panose="020B0503020204020204" pitchFamily="34" charset="-122"/>
              <a:ea typeface="微软雅黑" panose="020B0503020204020204" pitchFamily="34" charset="-122"/>
            </a:endParaRPr>
          </a:p>
        </p:txBody>
      </p:sp>
      <p:sp>
        <p:nvSpPr>
          <p:cNvPr id="86" name="Rectangle 50">
            <a:extLst>
              <a:ext uri="{FF2B5EF4-FFF2-40B4-BE49-F238E27FC236}">
                <a16:creationId xmlns:a16="http://schemas.microsoft.com/office/drawing/2014/main" id="{FD20EAD4-946A-BADA-8792-3C6D0C8841B7}"/>
              </a:ext>
            </a:extLst>
          </p:cNvPr>
          <p:cNvSpPr>
            <a:spLocks noChangeArrowheads="1"/>
          </p:cNvSpPr>
          <p:nvPr/>
        </p:nvSpPr>
        <p:spPr bwMode="auto">
          <a:xfrm>
            <a:off x="6034088" y="3235635"/>
            <a:ext cx="1562100" cy="228600"/>
          </a:xfrm>
          <a:prstGeom prst="rect">
            <a:avLst/>
          </a:prstGeom>
          <a:solidFill>
            <a:srgbClr val="FFCCFF"/>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buNone/>
            </a:pPr>
            <a:r>
              <a:rPr lang="en-US" altLang="zh-CN" sz="1200" b="1">
                <a:latin typeface="微软雅黑" panose="020B0503020204020204" pitchFamily="34" charset="-122"/>
                <a:ea typeface="微软雅黑" panose="020B0503020204020204" pitchFamily="34" charset="-122"/>
              </a:rPr>
              <a:t>ACK1 </a:t>
            </a:r>
            <a:r>
              <a:rPr lang="zh-CN" altLang="en-US" sz="1200" b="1">
                <a:latin typeface="微软雅黑" panose="020B0503020204020204" pitchFamily="34" charset="-122"/>
                <a:ea typeface="微软雅黑" panose="020B0503020204020204" pitchFamily="34" charset="-122"/>
              </a:rPr>
              <a:t>持续期</a:t>
            </a:r>
            <a:endParaRPr lang="en-US" altLang="zh-CN" sz="1200" b="1">
              <a:latin typeface="微软雅黑" panose="020B0503020204020204" pitchFamily="34" charset="-122"/>
              <a:ea typeface="微软雅黑" panose="020B0503020204020204" pitchFamily="34" charset="-122"/>
            </a:endParaRPr>
          </a:p>
        </p:txBody>
      </p:sp>
      <p:sp>
        <p:nvSpPr>
          <p:cNvPr id="87" name="Line 51">
            <a:extLst>
              <a:ext uri="{FF2B5EF4-FFF2-40B4-BE49-F238E27FC236}">
                <a16:creationId xmlns:a16="http://schemas.microsoft.com/office/drawing/2014/main" id="{50CE4EB9-08CB-4B29-841A-3CE313849451}"/>
              </a:ext>
            </a:extLst>
          </p:cNvPr>
          <p:cNvSpPr>
            <a:spLocks noChangeShapeType="1"/>
          </p:cNvSpPr>
          <p:nvPr/>
        </p:nvSpPr>
        <p:spPr bwMode="auto">
          <a:xfrm>
            <a:off x="7596188" y="1978335"/>
            <a:ext cx="0" cy="1066800"/>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88" name="Rectangle 52">
            <a:extLst>
              <a:ext uri="{FF2B5EF4-FFF2-40B4-BE49-F238E27FC236}">
                <a16:creationId xmlns:a16="http://schemas.microsoft.com/office/drawing/2014/main" id="{1FDB2AC1-B17C-197B-61BA-ECCF0A43FB7A}"/>
              </a:ext>
            </a:extLst>
          </p:cNvPr>
          <p:cNvSpPr>
            <a:spLocks noChangeArrowheads="1"/>
          </p:cNvSpPr>
          <p:nvPr/>
        </p:nvSpPr>
        <p:spPr bwMode="auto">
          <a:xfrm>
            <a:off x="5380038" y="2765735"/>
            <a:ext cx="2216150" cy="228600"/>
          </a:xfrm>
          <a:prstGeom prst="rect">
            <a:avLst/>
          </a:prstGeom>
          <a:solidFill>
            <a:srgbClr val="99FFCC"/>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buNone/>
            </a:pPr>
            <a:r>
              <a:rPr lang="zh-CN" altLang="en-US" sz="1200" b="1">
                <a:latin typeface="微软雅黑" panose="020B0503020204020204" pitchFamily="34" charset="-122"/>
                <a:ea typeface="微软雅黑" panose="020B0503020204020204" pitchFamily="34" charset="-122"/>
              </a:rPr>
              <a:t>分片</a:t>
            </a:r>
            <a:r>
              <a:rPr lang="en-US" altLang="zh-CN" sz="1200" b="1">
                <a:latin typeface="微软雅黑" panose="020B0503020204020204" pitchFamily="34" charset="-122"/>
                <a:ea typeface="微软雅黑" panose="020B0503020204020204" pitchFamily="34" charset="-122"/>
              </a:rPr>
              <a:t>1 </a:t>
            </a:r>
            <a:r>
              <a:rPr lang="zh-CN" altLang="en-US" sz="1200" b="1">
                <a:latin typeface="微软雅黑" panose="020B0503020204020204" pitchFamily="34" charset="-122"/>
                <a:ea typeface="微软雅黑" panose="020B0503020204020204" pitchFamily="34" charset="-122"/>
              </a:rPr>
              <a:t>持续期</a:t>
            </a:r>
            <a:endParaRPr lang="en-US" altLang="zh-CN" sz="1200" b="1">
              <a:latin typeface="微软雅黑" panose="020B0503020204020204" pitchFamily="34" charset="-122"/>
              <a:ea typeface="微软雅黑" panose="020B0503020204020204" pitchFamily="34" charset="-122"/>
            </a:endParaRPr>
          </a:p>
        </p:txBody>
      </p:sp>
      <p:sp>
        <p:nvSpPr>
          <p:cNvPr id="89" name="Line 10">
            <a:extLst>
              <a:ext uri="{FF2B5EF4-FFF2-40B4-BE49-F238E27FC236}">
                <a16:creationId xmlns:a16="http://schemas.microsoft.com/office/drawing/2014/main" id="{1763CE15-C006-06EC-4019-1A1786030FFB}"/>
              </a:ext>
            </a:extLst>
          </p:cNvPr>
          <p:cNvSpPr>
            <a:spLocks noChangeShapeType="1"/>
          </p:cNvSpPr>
          <p:nvPr/>
        </p:nvSpPr>
        <p:spPr bwMode="auto">
          <a:xfrm>
            <a:off x="944563" y="2668898"/>
            <a:ext cx="7126287"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90" name="Line 5">
            <a:extLst>
              <a:ext uri="{FF2B5EF4-FFF2-40B4-BE49-F238E27FC236}">
                <a16:creationId xmlns:a16="http://schemas.microsoft.com/office/drawing/2014/main" id="{9630733E-404B-FF1F-4ADB-B3542290B3CF}"/>
              </a:ext>
            </a:extLst>
          </p:cNvPr>
          <p:cNvSpPr>
            <a:spLocks noChangeShapeType="1"/>
          </p:cNvSpPr>
          <p:nvPr/>
        </p:nvSpPr>
        <p:spPr bwMode="auto">
          <a:xfrm>
            <a:off x="946150" y="1987860"/>
            <a:ext cx="7129463"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91" name="文本框 46">
            <a:extLst>
              <a:ext uri="{FF2B5EF4-FFF2-40B4-BE49-F238E27FC236}">
                <a16:creationId xmlns:a16="http://schemas.microsoft.com/office/drawing/2014/main" id="{30A6C110-232F-960F-156A-AB3A1DA4CBF0}"/>
              </a:ext>
            </a:extLst>
          </p:cNvPr>
          <p:cNvSpPr txBox="1">
            <a:spLocks noChangeArrowheads="1"/>
          </p:cNvSpPr>
          <p:nvPr/>
        </p:nvSpPr>
        <p:spPr bwMode="auto">
          <a:xfrm>
            <a:off x="860425" y="2970523"/>
            <a:ext cx="954088"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FontTx/>
              <a:buNone/>
            </a:pPr>
            <a:r>
              <a:rPr kumimoji="1" lang="zh-CN" altLang="en-US" sz="1200" b="1">
                <a:latin typeface="微软雅黑" panose="020B0503020204020204" pitchFamily="34" charset="-122"/>
                <a:ea typeface="微软雅黑" panose="020B0503020204020204" pitchFamily="34" charset="-122"/>
              </a:rPr>
              <a:t>各帧持续期</a:t>
            </a:r>
          </a:p>
        </p:txBody>
      </p:sp>
      <p:sp>
        <p:nvSpPr>
          <p:cNvPr id="92" name="Text Box 11">
            <a:extLst>
              <a:ext uri="{FF2B5EF4-FFF2-40B4-BE49-F238E27FC236}">
                <a16:creationId xmlns:a16="http://schemas.microsoft.com/office/drawing/2014/main" id="{5C83D2B9-A7D7-CCFC-0703-F45D035F06C1}"/>
              </a:ext>
            </a:extLst>
          </p:cNvPr>
          <p:cNvSpPr txBox="1">
            <a:spLocks noChangeArrowheads="1"/>
          </p:cNvSpPr>
          <p:nvPr/>
        </p:nvSpPr>
        <p:spPr bwMode="auto">
          <a:xfrm>
            <a:off x="7826375" y="3237223"/>
            <a:ext cx="242888" cy="261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r>
              <a:rPr kumimoji="1" lang="en-US" altLang="zh-CN" sz="1100" b="1" i="1">
                <a:latin typeface="微软雅黑" panose="020B0503020204020204" pitchFamily="34" charset="-122"/>
                <a:ea typeface="微软雅黑" panose="020B0503020204020204" pitchFamily="34" charset="-122"/>
              </a:rPr>
              <a:t>t</a:t>
            </a:r>
          </a:p>
        </p:txBody>
      </p:sp>
      <p:sp>
        <p:nvSpPr>
          <p:cNvPr id="93" name="Line 10">
            <a:extLst>
              <a:ext uri="{FF2B5EF4-FFF2-40B4-BE49-F238E27FC236}">
                <a16:creationId xmlns:a16="http://schemas.microsoft.com/office/drawing/2014/main" id="{DCF4394E-5DC4-1D14-E775-5179D32B741D}"/>
              </a:ext>
            </a:extLst>
          </p:cNvPr>
          <p:cNvSpPr>
            <a:spLocks noChangeShapeType="1"/>
          </p:cNvSpPr>
          <p:nvPr/>
        </p:nvSpPr>
        <p:spPr bwMode="auto">
          <a:xfrm>
            <a:off x="904875" y="3468998"/>
            <a:ext cx="7127875"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ea typeface="微软雅黑" panose="020B0503020204020204" pitchFamily="34" charset="-122"/>
            </a:endParaRPr>
          </a:p>
        </p:txBody>
      </p:sp>
      <p:sp>
        <p:nvSpPr>
          <p:cNvPr id="9" name="对话气泡: 圆角矩形 8">
            <a:extLst>
              <a:ext uri="{FF2B5EF4-FFF2-40B4-BE49-F238E27FC236}">
                <a16:creationId xmlns:a16="http://schemas.microsoft.com/office/drawing/2014/main" id="{8407131F-69D0-421A-3231-6E989DDCB29C}"/>
              </a:ext>
            </a:extLst>
          </p:cNvPr>
          <p:cNvSpPr/>
          <p:nvPr/>
        </p:nvSpPr>
        <p:spPr>
          <a:xfrm>
            <a:off x="6897694" y="1305235"/>
            <a:ext cx="1135056" cy="280989"/>
          </a:xfrm>
          <a:prstGeom prst="wedgeRoundRectCallout">
            <a:avLst>
              <a:gd name="adj1" fmla="val -51584"/>
              <a:gd name="adj2" fmla="val 102740"/>
              <a:gd name="adj3" fmla="val 16667"/>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200" b="1" dirty="0">
                <a:latin typeface="微软雅黑" panose="020B0503020204020204" pitchFamily="34" charset="-122"/>
                <a:ea typeface="微软雅黑" panose="020B0503020204020204" pitchFamily="34" charset="-122"/>
              </a:rPr>
              <a:t>最后一个分片</a:t>
            </a:r>
          </a:p>
        </p:txBody>
      </p:sp>
      <p:sp>
        <p:nvSpPr>
          <p:cNvPr id="10" name="Rectangle 52">
            <a:extLst>
              <a:ext uri="{FF2B5EF4-FFF2-40B4-BE49-F238E27FC236}">
                <a16:creationId xmlns:a16="http://schemas.microsoft.com/office/drawing/2014/main" id="{2EF35D0A-4CC6-7454-6427-FF062EDDD8C0}"/>
              </a:ext>
            </a:extLst>
          </p:cNvPr>
          <p:cNvSpPr>
            <a:spLocks noChangeArrowheads="1"/>
          </p:cNvSpPr>
          <p:nvPr/>
        </p:nvSpPr>
        <p:spPr bwMode="auto">
          <a:xfrm>
            <a:off x="6915149" y="3000684"/>
            <a:ext cx="681040" cy="238126"/>
          </a:xfrm>
          <a:prstGeom prst="rect">
            <a:avLst/>
          </a:prstGeom>
          <a:solidFill>
            <a:srgbClr val="99FFCC"/>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buNone/>
            </a:pPr>
            <a:r>
              <a:rPr lang="zh-CN" altLang="en-US" sz="1200" b="1" dirty="0">
                <a:latin typeface="微软雅黑" panose="020B0503020204020204" pitchFamily="34" charset="-122"/>
                <a:ea typeface="微软雅黑" panose="020B0503020204020204" pitchFamily="34" charset="-122"/>
              </a:rPr>
              <a:t>分片</a:t>
            </a:r>
            <a:r>
              <a:rPr lang="en-US" altLang="zh-CN" sz="1200" b="1" dirty="0">
                <a:latin typeface="微软雅黑" panose="020B0503020204020204" pitchFamily="34" charset="-122"/>
                <a:ea typeface="微软雅黑" panose="020B0503020204020204" pitchFamily="34" charset="-122"/>
              </a:rPr>
              <a:t>2</a:t>
            </a:r>
            <a:r>
              <a:rPr lang="zh-CN" altLang="en-US" sz="1200" b="1" dirty="0">
                <a:latin typeface="微软雅黑" panose="020B0503020204020204" pitchFamily="34" charset="-122"/>
                <a:ea typeface="微软雅黑" panose="020B0503020204020204" pitchFamily="34" charset="-122"/>
              </a:rPr>
              <a:t>持续期</a:t>
            </a:r>
            <a:endParaRPr lang="en-US" altLang="zh-CN" sz="12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4372635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1000"/>
                                        <p:tgtEl>
                                          <p:spTgt spid="5">
                                            <p:txEl>
                                              <p:pRg st="0" end="0"/>
                                            </p:txEl>
                                          </p:spTgt>
                                        </p:tgtEl>
                                      </p:cBhvr>
                                    </p:animEffect>
                                    <p:anim calcmode="lin" valueType="num">
                                      <p:cBhvr>
                                        <p:cTn id="8"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5">
                                            <p:txEl>
                                              <p:pRg st="1" end="1"/>
                                            </p:txEl>
                                          </p:spTgt>
                                        </p:tgtEl>
                                        <p:attrNameLst>
                                          <p:attrName>style.visibility</p:attrName>
                                        </p:attrNameLst>
                                      </p:cBhvr>
                                      <p:to>
                                        <p:strVal val="visible"/>
                                      </p:to>
                                    </p:set>
                                    <p:animEffect transition="in" filter="fade">
                                      <p:cBhvr>
                                        <p:cTn id="14" dur="1000"/>
                                        <p:tgtEl>
                                          <p:spTgt spid="5">
                                            <p:txEl>
                                              <p:pRg st="1" end="1"/>
                                            </p:txEl>
                                          </p:spTgt>
                                        </p:tgtEl>
                                      </p:cBhvr>
                                    </p:animEffect>
                                    <p:anim calcmode="lin" valueType="num">
                                      <p:cBhvr>
                                        <p:cTn id="15"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
                                            <p:txEl>
                                              <p:pRg st="2" end="2"/>
                                            </p:txEl>
                                          </p:spTgt>
                                        </p:tgtEl>
                                        <p:attrNameLst>
                                          <p:attrName>style.visibility</p:attrName>
                                        </p:attrNameLst>
                                      </p:cBhvr>
                                      <p:to>
                                        <p:strVal val="visible"/>
                                      </p:to>
                                    </p:set>
                                    <p:animEffect transition="in" filter="fade">
                                      <p:cBhvr>
                                        <p:cTn id="21" dur="1000"/>
                                        <p:tgtEl>
                                          <p:spTgt spid="5">
                                            <p:txEl>
                                              <p:pRg st="2" end="2"/>
                                            </p:txEl>
                                          </p:spTgt>
                                        </p:tgtEl>
                                      </p:cBhvr>
                                    </p:animEffect>
                                    <p:anim calcmode="lin" valueType="num">
                                      <p:cBhvr>
                                        <p:cTn id="22" dur="1000" fill="hold"/>
                                        <p:tgtEl>
                                          <p:spTgt spid="5">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5">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545145" y="1012964"/>
            <a:ext cx="8272930" cy="3433119"/>
          </a:xfrm>
          <a:prstGeom prst="rect">
            <a:avLst/>
          </a:prstGeom>
        </p:spPr>
        <p:txBody>
          <a:bodyPr wrap="square">
            <a:spAutoFit/>
          </a:bodyPr>
          <a:lstStyle/>
          <a:p>
            <a:pPr marL="357188" indent="-357188"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无线特种网</a:t>
            </a:r>
            <a:r>
              <a:rPr lang="en-US" altLang="zh-CN" sz="2000" b="1" dirty="0">
                <a:solidFill>
                  <a:srgbClr val="C00000"/>
                </a:solidFill>
                <a:latin typeface="微软雅黑" pitchFamily="34" charset="-122"/>
                <a:ea typeface="微软雅黑" pitchFamily="34" charset="-122"/>
              </a:rPr>
              <a:t>WSN (Wireless Specialty Network)</a:t>
            </a:r>
            <a:r>
              <a:rPr lang="zh-CN" altLang="en-US" sz="2000" b="1" dirty="0">
                <a:latin typeface="微软雅黑" pitchFamily="34" charset="-122"/>
                <a:ea typeface="微软雅黑" pitchFamily="34" charset="-122"/>
              </a:rPr>
              <a:t>：为特定环境、特殊需求或专业应用而设计的非传统无线网络系统。与普通商业无线网络不同，</a:t>
            </a:r>
            <a:r>
              <a:rPr lang="en-US" altLang="zh-CN" sz="2000" b="1" dirty="0">
                <a:latin typeface="微软雅黑" pitchFamily="34" charset="-122"/>
                <a:ea typeface="微软雅黑" pitchFamily="34" charset="-122"/>
              </a:rPr>
              <a:t>WSN</a:t>
            </a:r>
            <a:r>
              <a:rPr lang="zh-CN" altLang="en-US" sz="2000" b="1" dirty="0">
                <a:latin typeface="微软雅黑" pitchFamily="34" charset="-122"/>
                <a:ea typeface="微软雅黑" pitchFamily="34" charset="-122"/>
              </a:rPr>
              <a:t>通常需要应对恶劣环境条件，满足特殊性能要求，并适应非常规应用场景。这类网络在军事、应急救援、工业监控、科学研究等领域具有广泛应用。</a:t>
            </a:r>
          </a:p>
          <a:p>
            <a:pPr marL="357188" indent="-357188"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无线特种网</a:t>
            </a:r>
            <a:r>
              <a:rPr lang="en-US" altLang="zh-CN" sz="2000" b="1" dirty="0">
                <a:latin typeface="微软雅黑" pitchFamily="34" charset="-122"/>
                <a:ea typeface="微软雅黑" pitchFamily="34" charset="-122"/>
              </a:rPr>
              <a:t>WSN</a:t>
            </a:r>
            <a:r>
              <a:rPr lang="zh-CN" altLang="en-US" sz="2000" b="1" dirty="0">
                <a:latin typeface="微软雅黑" pitchFamily="34" charset="-122"/>
                <a:ea typeface="微软雅黑" pitchFamily="34" charset="-122"/>
              </a:rPr>
              <a:t>标准由</a:t>
            </a:r>
            <a:r>
              <a:rPr lang="en-US" altLang="zh-CN" sz="2000" b="1" dirty="0">
                <a:latin typeface="微软雅黑" pitchFamily="34" charset="-122"/>
                <a:ea typeface="微软雅黑" pitchFamily="34" charset="-122"/>
              </a:rPr>
              <a:t>IEEE 802</a:t>
            </a:r>
            <a:r>
              <a:rPr lang="zh-CN" altLang="en-US" sz="2000" b="1" dirty="0">
                <a:latin typeface="微软雅黑" pitchFamily="34" charset="-122"/>
                <a:ea typeface="微软雅黑" pitchFamily="34" charset="-122"/>
              </a:rPr>
              <a:t>委员会下属的</a:t>
            </a:r>
            <a:r>
              <a:rPr lang="en-US" altLang="zh-CN" sz="2000" b="1" dirty="0">
                <a:latin typeface="微软雅黑" pitchFamily="34" charset="-122"/>
                <a:ea typeface="微软雅黑" pitchFamily="34" charset="-122"/>
              </a:rPr>
              <a:t>802.15 WSN</a:t>
            </a:r>
            <a:r>
              <a:rPr lang="zh-CN" altLang="en-US" sz="2000" b="1" dirty="0">
                <a:latin typeface="微软雅黑" pitchFamily="34" charset="-122"/>
                <a:ea typeface="微软雅黑" pitchFamily="34" charset="-122"/>
              </a:rPr>
              <a:t>工作组负责制订。这个工作组的旧名称</a:t>
            </a:r>
            <a:r>
              <a:rPr lang="zh-CN" altLang="en-US" sz="2000" b="1" dirty="0">
                <a:solidFill>
                  <a:srgbClr val="C00000"/>
                </a:solidFill>
                <a:latin typeface="微软雅黑" pitchFamily="34" charset="-122"/>
                <a:ea typeface="微软雅黑" pitchFamily="34" charset="-122"/>
              </a:rPr>
              <a:t>无线个人区域网</a:t>
            </a:r>
            <a:r>
              <a:rPr lang="en-US" altLang="zh-CN" sz="2000" b="1" dirty="0">
                <a:solidFill>
                  <a:srgbClr val="C00000"/>
                </a:solidFill>
                <a:latin typeface="微软雅黑" pitchFamily="34" charset="-122"/>
                <a:ea typeface="微软雅黑" pitchFamily="34" charset="-122"/>
              </a:rPr>
              <a:t>WPAN (Wireless Personal Area Network)</a:t>
            </a:r>
            <a:r>
              <a:rPr lang="zh-CN" altLang="en-US" sz="2000" b="1" dirty="0">
                <a:latin typeface="微软雅黑" pitchFamily="34" charset="-122"/>
                <a:ea typeface="微软雅黑" pitchFamily="34" charset="-122"/>
              </a:rPr>
              <a:t>已不再使用，但</a:t>
            </a:r>
            <a:r>
              <a:rPr lang="en-US" altLang="zh-CN" sz="2000" b="1" dirty="0">
                <a:latin typeface="微软雅黑" pitchFamily="34" charset="-122"/>
                <a:ea typeface="微软雅黑" pitchFamily="34" charset="-122"/>
              </a:rPr>
              <a:t>WPAN</a:t>
            </a:r>
            <a:r>
              <a:rPr lang="zh-CN" altLang="en-US" sz="2000" b="1" dirty="0">
                <a:latin typeface="微软雅黑" pitchFamily="34" charset="-122"/>
                <a:ea typeface="微软雅黑" pitchFamily="34" charset="-122"/>
              </a:rPr>
              <a:t>仍在广泛使用。</a:t>
            </a:r>
          </a:p>
        </p:txBody>
      </p:sp>
      <p:sp>
        <p:nvSpPr>
          <p:cNvPr id="5" name="AutoShape 5"/>
          <p:cNvSpPr>
            <a:spLocks noChangeArrowheads="1"/>
          </p:cNvSpPr>
          <p:nvPr/>
        </p:nvSpPr>
        <p:spPr bwMode="auto">
          <a:xfrm>
            <a:off x="545144" y="620132"/>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996093" y="577861"/>
            <a:ext cx="31518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8.2</a:t>
            </a:r>
            <a:r>
              <a:rPr lang="en-US" altLang="zh-CN" sz="2400" b="1" dirty="0">
                <a:solidFill>
                  <a:schemeClr val="bg1"/>
                </a:solidFill>
                <a:latin typeface="微软雅黑" pitchFamily="34" charset="-122"/>
                <a:ea typeface="微软雅黑" pitchFamily="34" charset="-122"/>
              </a:rPr>
              <a:t>  </a:t>
            </a:r>
            <a:r>
              <a:rPr lang="zh-CN" altLang="en-US" sz="2400" b="1" dirty="0">
                <a:solidFill>
                  <a:schemeClr val="bg1"/>
                </a:solidFill>
                <a:latin typeface="微软雅黑" pitchFamily="34" charset="-122"/>
                <a:ea typeface="微软雅黑" pitchFamily="34" charset="-122"/>
              </a:rPr>
              <a:t>无线特种网</a:t>
            </a:r>
            <a:r>
              <a:rPr lang="en-US" altLang="zh-CN" sz="2400" b="1" dirty="0">
                <a:solidFill>
                  <a:schemeClr val="bg1"/>
                </a:solidFill>
                <a:latin typeface="微软雅黑" pitchFamily="34" charset="-122"/>
                <a:ea typeface="微软雅黑" pitchFamily="34" charset="-122"/>
              </a:rPr>
              <a:t>WSN</a:t>
            </a:r>
            <a:endParaRPr lang="zh-CN" altLang="en-US" sz="24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25279311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82631"/>
            <a:ext cx="8104716" cy="365433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1994 </a:t>
            </a:r>
            <a:r>
              <a:rPr lang="zh-CN" altLang="en-US" sz="2000" b="1" dirty="0">
                <a:latin typeface="微软雅黑" pitchFamily="34" charset="-122"/>
                <a:ea typeface="微软雅黑" pitchFamily="34" charset="-122"/>
              </a:rPr>
              <a:t>年，由爱立信公司推出。目前由蓝牙技术联盟负责维护和更新其技术标准、认证制造厂商，并授权使用蓝牙技术和蓝牙标志。</a:t>
            </a:r>
          </a:p>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rPr>
              <a:t>第 </a:t>
            </a:r>
            <a:r>
              <a:rPr lang="en-US" altLang="zh-CN" sz="2000" b="1" dirty="0">
                <a:solidFill>
                  <a:srgbClr val="0000CC"/>
                </a:solidFill>
                <a:latin typeface="微软雅黑" pitchFamily="34" charset="-122"/>
                <a:ea typeface="微软雅黑" pitchFamily="34" charset="-122"/>
              </a:rPr>
              <a:t>1 </a:t>
            </a:r>
            <a:r>
              <a:rPr lang="zh-CN" altLang="en-US" sz="2000" b="1" dirty="0">
                <a:solidFill>
                  <a:srgbClr val="0000CC"/>
                </a:solidFill>
                <a:latin typeface="微软雅黑" pitchFamily="34" charset="-122"/>
                <a:ea typeface="微软雅黑" pitchFamily="34" charset="-122"/>
              </a:rPr>
              <a:t>代蓝牙：</a:t>
            </a:r>
            <a:r>
              <a:rPr lang="zh-CN" altLang="en-US" sz="2000" b="1" dirty="0">
                <a:latin typeface="微软雅黑" pitchFamily="34" charset="-122"/>
                <a:ea typeface="微软雅黑" pitchFamily="34" charset="-122"/>
              </a:rPr>
              <a:t>数据率 </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720 </a:t>
            </a:r>
            <a:r>
              <a:rPr lang="en-US" altLang="zh-CN" sz="2000" b="1" dirty="0" err="1">
                <a:latin typeface="微软雅黑" pitchFamily="34" charset="-122"/>
                <a:ea typeface="微软雅黑" pitchFamily="34" charset="-122"/>
              </a:rPr>
              <a:t>kbit</a:t>
            </a:r>
            <a:r>
              <a:rPr lang="en-US" altLang="zh-CN" sz="2000" b="1" dirty="0">
                <a:latin typeface="微软雅黑" pitchFamily="34" charset="-122"/>
                <a:ea typeface="微软雅黑" pitchFamily="34" charset="-122"/>
              </a:rPr>
              <a:t>/s</a:t>
            </a:r>
            <a:r>
              <a:rPr lang="zh-CN" altLang="en-US" sz="2000" b="1" dirty="0">
                <a:latin typeface="微软雅黑" pitchFamily="34" charset="-122"/>
                <a:ea typeface="微软雅黑" pitchFamily="34" charset="-122"/>
              </a:rPr>
              <a:t>，通信范围 </a:t>
            </a:r>
            <a:r>
              <a:rPr lang="en-US" altLang="zh-CN" sz="2000" b="1" dirty="0">
                <a:latin typeface="微软雅黑" pitchFamily="34" charset="-122"/>
                <a:ea typeface="微软雅黑" pitchFamily="34" charset="-122"/>
              </a:rPr>
              <a:t>= 10 </a:t>
            </a:r>
            <a:r>
              <a:rPr lang="zh-CN" altLang="en-US" sz="2000" b="1" dirty="0">
                <a:latin typeface="微软雅黑" pitchFamily="34" charset="-122"/>
                <a:ea typeface="微软雅黑" pitchFamily="34" charset="-122"/>
              </a:rPr>
              <a:t>米左右。</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rPr>
              <a:t>蓝牙 </a:t>
            </a:r>
            <a:r>
              <a:rPr lang="en-US" altLang="zh-CN" sz="2000" b="1" dirty="0">
                <a:solidFill>
                  <a:srgbClr val="0000CC"/>
                </a:solidFill>
                <a:latin typeface="微软雅黑" pitchFamily="34" charset="-122"/>
                <a:ea typeface="微软雅黑" pitchFamily="34" charset="-122"/>
              </a:rPr>
              <a:t>4.0</a:t>
            </a:r>
            <a:r>
              <a:rPr lang="zh-CN" altLang="en-US" sz="2000" b="1" dirty="0">
                <a:solidFill>
                  <a:srgbClr val="0000CC"/>
                </a:solidFill>
                <a:latin typeface="微软雅黑" pitchFamily="34" charset="-122"/>
                <a:ea typeface="微软雅黑" pitchFamily="34" charset="-122"/>
              </a:rPr>
              <a:t>：</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solidFill>
                  <a:srgbClr val="C00000"/>
                </a:solidFill>
                <a:latin typeface="微软雅黑" pitchFamily="34" charset="-122"/>
                <a:ea typeface="微软雅黑" pitchFamily="34" charset="-122"/>
              </a:rPr>
              <a:t>低耗能蓝牙 </a:t>
            </a:r>
            <a:r>
              <a:rPr lang="en-US" altLang="zh-CN" b="1" dirty="0">
                <a:solidFill>
                  <a:srgbClr val="C00000"/>
                </a:solidFill>
                <a:latin typeface="微软雅黑" pitchFamily="34" charset="-122"/>
                <a:ea typeface="微软雅黑" pitchFamily="34" charset="-122"/>
              </a:rPr>
              <a:t>BLE </a:t>
            </a:r>
            <a:r>
              <a:rPr lang="en-US" altLang="zh-CN" b="1" dirty="0">
                <a:latin typeface="微软雅黑" pitchFamily="34" charset="-122"/>
                <a:ea typeface="微软雅黑" pitchFamily="34" charset="-122"/>
              </a:rPr>
              <a:t>(Bluetooth Low Energy)</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174750" lvl="2" indent="-34290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适用于数据量很小的节点，电池可以连续工作 </a:t>
            </a:r>
            <a:r>
              <a:rPr lang="en-US" altLang="zh-CN" b="1" dirty="0">
                <a:latin typeface="微软雅黑" pitchFamily="34" charset="-122"/>
                <a:ea typeface="微软雅黑" pitchFamily="34" charset="-122"/>
              </a:rPr>
              <a:t>4 ~ 5 </a:t>
            </a:r>
            <a:r>
              <a:rPr lang="zh-CN" altLang="en-US" b="1" dirty="0">
                <a:latin typeface="微软雅黑" pitchFamily="34" charset="-122"/>
                <a:ea typeface="微软雅黑" pitchFamily="34" charset="-122"/>
              </a:rPr>
              <a:t>年；</a:t>
            </a:r>
            <a:endParaRPr lang="en-US" altLang="zh-CN" b="1" dirty="0">
              <a:latin typeface="微软雅黑" pitchFamily="34" charset="-122"/>
              <a:ea typeface="微软雅黑" pitchFamily="34" charset="-122"/>
            </a:endParaRPr>
          </a:p>
          <a:p>
            <a:pPr marL="1174750" lvl="2" indent="-34290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距离增大到 </a:t>
            </a:r>
            <a:r>
              <a:rPr lang="en-US" altLang="zh-CN" b="1" dirty="0">
                <a:latin typeface="微软雅黑" pitchFamily="34" charset="-122"/>
                <a:ea typeface="微软雅黑" pitchFamily="34" charset="-122"/>
              </a:rPr>
              <a:t>30 m</a:t>
            </a:r>
            <a:r>
              <a:rPr lang="zh-CN" altLang="en-US" b="1" dirty="0">
                <a:latin typeface="微软雅黑" pitchFamily="34" charset="-122"/>
                <a:ea typeface="微软雅黑" pitchFamily="34" charset="-122"/>
              </a:rPr>
              <a:t>，数据率可达 </a:t>
            </a:r>
            <a:r>
              <a:rPr lang="en-US" altLang="zh-CN" b="1" dirty="0">
                <a:latin typeface="微软雅黑" pitchFamily="34" charset="-122"/>
                <a:ea typeface="微软雅黑" pitchFamily="34" charset="-122"/>
              </a:rPr>
              <a:t>1 Mbit/s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solidFill>
                  <a:srgbClr val="C00000"/>
                </a:solidFill>
                <a:latin typeface="微软雅黑" pitchFamily="34" charset="-122"/>
                <a:ea typeface="微软雅黑" pitchFamily="34" charset="-122"/>
              </a:rPr>
              <a:t>经典蓝牙</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(classic Bluetooth)</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174750" lvl="2" indent="-34290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数据率提高到 </a:t>
            </a:r>
            <a:r>
              <a:rPr lang="en-US" altLang="zh-CN" b="1" dirty="0">
                <a:latin typeface="微软雅黑" pitchFamily="34" charset="-122"/>
                <a:ea typeface="微软雅黑" pitchFamily="34" charset="-122"/>
              </a:rPr>
              <a:t>3 Mbit/s</a:t>
            </a:r>
            <a:r>
              <a:rPr lang="zh-CN" altLang="en-US" b="1" dirty="0">
                <a:latin typeface="微软雅黑" pitchFamily="34" charset="-122"/>
                <a:ea typeface="微软雅黑" pitchFamily="34" charset="-122"/>
              </a:rPr>
              <a:t>，传输距离可达 </a:t>
            </a:r>
            <a:r>
              <a:rPr lang="en-US" altLang="zh-CN" b="1" dirty="0">
                <a:latin typeface="微软雅黑" pitchFamily="34" charset="-122"/>
                <a:ea typeface="微软雅黑" pitchFamily="34" charset="-122"/>
              </a:rPr>
              <a:t>100 m</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rPr>
              <a:t>蓝牙 </a:t>
            </a:r>
            <a:r>
              <a:rPr lang="en-US" altLang="zh-CN" sz="2000" b="1" dirty="0">
                <a:solidFill>
                  <a:srgbClr val="0000CC"/>
                </a:solidFill>
                <a:latin typeface="微软雅黑" pitchFamily="34" charset="-122"/>
                <a:ea typeface="微软雅黑" pitchFamily="34" charset="-122"/>
              </a:rPr>
              <a:t>5.0</a:t>
            </a:r>
            <a:r>
              <a:rPr lang="zh-CN" altLang="en-US" sz="2000" b="1" dirty="0">
                <a:solidFill>
                  <a:srgbClr val="0000CC"/>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数据率上限达 </a:t>
            </a:r>
            <a:r>
              <a:rPr lang="en-US" altLang="zh-CN" sz="2000" b="1" dirty="0">
                <a:latin typeface="微软雅黑" pitchFamily="34" charset="-122"/>
                <a:ea typeface="微软雅黑" pitchFamily="34" charset="-122"/>
              </a:rPr>
              <a:t>24 Mbit/s</a:t>
            </a:r>
            <a:r>
              <a:rPr lang="zh-CN" altLang="en-US" sz="2000" b="1" dirty="0">
                <a:latin typeface="微软雅黑" pitchFamily="34" charset="-122"/>
                <a:ea typeface="微软雅黑" pitchFamily="34" charset="-122"/>
              </a:rPr>
              <a:t>，传输距离最高可达 </a:t>
            </a:r>
            <a:r>
              <a:rPr lang="en-US" altLang="zh-CN" sz="2000" b="1" dirty="0">
                <a:latin typeface="微软雅黑" pitchFamily="34" charset="-122"/>
                <a:ea typeface="微软雅黑" pitchFamily="34" charset="-122"/>
              </a:rPr>
              <a:t>300 m</a:t>
            </a:r>
            <a:r>
              <a:rPr lang="zh-CN" altLang="en-US" sz="2000" b="1" dirty="0">
                <a:latin typeface="微软雅黑" pitchFamily="34" charset="-122"/>
                <a:ea typeface="微软雅黑" pitchFamily="34" charset="-122"/>
              </a:rPr>
              <a:t>。</a:t>
            </a:r>
          </a:p>
        </p:txBody>
      </p:sp>
      <p:sp>
        <p:nvSpPr>
          <p:cNvPr id="3" name="AutoShape 5"/>
          <p:cNvSpPr>
            <a:spLocks noChangeArrowheads="1"/>
          </p:cNvSpPr>
          <p:nvPr/>
        </p:nvSpPr>
        <p:spPr bwMode="auto">
          <a:xfrm>
            <a:off x="511897" y="61834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028256" y="585134"/>
            <a:ext cx="30737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蓝牙系统 </a:t>
            </a:r>
            <a:r>
              <a:rPr lang="en-US" altLang="zh-CN" sz="2000" b="1" dirty="0">
                <a:solidFill>
                  <a:schemeClr val="bg1"/>
                </a:solidFill>
                <a:latin typeface="微软雅黑" pitchFamily="34" charset="-122"/>
                <a:ea typeface="微软雅黑" pitchFamily="34" charset="-122"/>
              </a:rPr>
              <a:t>(Bluetooth)</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4237389132"/>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30377"/>
            <a:ext cx="8104716"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蓝牙使用 </a:t>
            </a:r>
            <a:r>
              <a:rPr lang="en-US" altLang="zh-CN" sz="2000" b="1" dirty="0">
                <a:solidFill>
                  <a:srgbClr val="C00000"/>
                </a:solidFill>
                <a:latin typeface="微软雅黑" pitchFamily="34" charset="-122"/>
                <a:ea typeface="微软雅黑" pitchFamily="34" charset="-122"/>
              </a:rPr>
              <a:t>TDM</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方式和扩频跳频 </a:t>
            </a:r>
            <a:r>
              <a:rPr lang="en-US" altLang="zh-CN" sz="2000" b="1" dirty="0">
                <a:solidFill>
                  <a:srgbClr val="C00000"/>
                </a:solidFill>
                <a:latin typeface="微软雅黑" pitchFamily="34" charset="-122"/>
                <a:ea typeface="微软雅黑" pitchFamily="34" charset="-122"/>
              </a:rPr>
              <a:t>FHSS</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技术组成不用接入点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的</a:t>
            </a:r>
            <a:r>
              <a:rPr lang="zh-CN" altLang="en-US" sz="2000" b="1" dirty="0">
                <a:solidFill>
                  <a:srgbClr val="C00000"/>
                </a:solidFill>
                <a:latin typeface="微软雅黑" pitchFamily="34" charset="-122"/>
                <a:ea typeface="微软雅黑" pitchFamily="34" charset="-122"/>
              </a:rPr>
              <a:t>皮可网</a:t>
            </a:r>
            <a:r>
              <a:rPr lang="zh-CN" altLang="en-US" sz="2000" b="1" dirty="0">
                <a:solidFill>
                  <a:srgbClr val="0000FF"/>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piconet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每一个皮可网有一个</a:t>
            </a:r>
            <a:r>
              <a:rPr lang="zh-CN" altLang="en-US" sz="2000" b="1" dirty="0">
                <a:solidFill>
                  <a:srgbClr val="0000CC"/>
                </a:solidFill>
                <a:latin typeface="微软雅黑" pitchFamily="34" charset="-122"/>
                <a:ea typeface="微软雅黑" pitchFamily="34" charset="-122"/>
              </a:rPr>
              <a:t>主设备</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(Master) </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最多 </a:t>
            </a:r>
            <a:r>
              <a:rPr lang="en-US" altLang="zh-CN" sz="2000" b="1" dirty="0">
                <a:solidFill>
                  <a:srgbClr val="C00000"/>
                </a:solidFill>
                <a:latin typeface="微软雅黑" pitchFamily="34" charset="-122"/>
                <a:ea typeface="微软雅黑" pitchFamily="34" charset="-122"/>
              </a:rPr>
              <a:t>7 </a:t>
            </a:r>
            <a:r>
              <a:rPr lang="zh-CN" altLang="en-US" sz="2000" b="1" dirty="0">
                <a:solidFill>
                  <a:srgbClr val="C00000"/>
                </a:solidFill>
                <a:latin typeface="微软雅黑" pitchFamily="34" charset="-122"/>
                <a:ea typeface="微软雅黑" pitchFamily="34" charset="-122"/>
              </a:rPr>
              <a:t>个</a:t>
            </a:r>
            <a:r>
              <a:rPr lang="zh-CN" altLang="en-US" sz="2000" b="1" dirty="0">
                <a:latin typeface="微软雅黑" pitchFamily="34" charset="-122"/>
                <a:ea typeface="微软雅黑" pitchFamily="34" charset="-122"/>
              </a:rPr>
              <a:t>工作的</a:t>
            </a:r>
            <a:r>
              <a:rPr lang="zh-CN" altLang="en-US" sz="2000" b="1" dirty="0">
                <a:solidFill>
                  <a:srgbClr val="0000CC"/>
                </a:solidFill>
                <a:latin typeface="微软雅黑" pitchFamily="34" charset="-122"/>
                <a:ea typeface="微软雅黑" pitchFamily="34" charset="-122"/>
              </a:rPr>
              <a:t>从设备 </a:t>
            </a:r>
            <a:r>
              <a:rPr lang="en-US" altLang="zh-CN" sz="2000" b="1" dirty="0">
                <a:latin typeface="微软雅黑" pitchFamily="34" charset="-122"/>
                <a:ea typeface="微软雅黑" pitchFamily="34" charset="-122"/>
              </a:rPr>
              <a:t>(Slave)</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通过共享主设备或从设备，可以把多个皮可网链接起来，形成一个范围更大的</a:t>
            </a:r>
            <a:r>
              <a:rPr lang="zh-CN" altLang="en-US" sz="2000" b="1" dirty="0">
                <a:solidFill>
                  <a:srgbClr val="C00000"/>
                </a:solidFill>
                <a:latin typeface="微软雅黑" pitchFamily="34" charset="-122"/>
                <a:ea typeface="微软雅黑" pitchFamily="34" charset="-122"/>
              </a:rPr>
              <a:t>扩散网</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scatternet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endParaRPr lang="zh-CN" altLang="en-US" sz="2000" b="1" dirty="0">
              <a:latin typeface="微软雅黑" pitchFamily="34" charset="-122"/>
              <a:ea typeface="微软雅黑" pitchFamily="34" charset="-122"/>
            </a:endParaRPr>
          </a:p>
        </p:txBody>
      </p:sp>
      <p:sp>
        <p:nvSpPr>
          <p:cNvPr id="5" name="AutoShape 5"/>
          <p:cNvSpPr>
            <a:spLocks noChangeArrowheads="1"/>
          </p:cNvSpPr>
          <p:nvPr/>
        </p:nvSpPr>
        <p:spPr bwMode="auto">
          <a:xfrm>
            <a:off x="517853" y="614359"/>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a:spLocks noChangeArrowheads="1"/>
          </p:cNvSpPr>
          <p:nvPr/>
        </p:nvSpPr>
        <p:spPr bwMode="auto">
          <a:xfrm>
            <a:off x="635844" y="564531"/>
            <a:ext cx="21996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皮可网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piconet</a:t>
            </a:r>
            <a:r>
              <a:rPr lang="en-US" altLang="zh-CN" sz="2000" b="1" dirty="0">
                <a:latin typeface="微软雅黑" pitchFamily="34" charset="-122"/>
                <a:ea typeface="微软雅黑" pitchFamily="34" charset="-122"/>
              </a:rPr>
              <a:t>)</a:t>
            </a:r>
          </a:p>
        </p:txBody>
      </p:sp>
    </p:spTree>
    <p:extLst>
      <p:ext uri="{BB962C8B-B14F-4D97-AF65-F5344CB8AC3E}">
        <p14:creationId xmlns:p14="http://schemas.microsoft.com/office/powerpoint/2010/main" val="407031152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圆角矩形 2"/>
          <p:cNvSpPr/>
          <p:nvPr/>
        </p:nvSpPr>
        <p:spPr>
          <a:xfrm>
            <a:off x="517852" y="995373"/>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p:cNvSpPr/>
          <p:nvPr/>
        </p:nvSpPr>
        <p:spPr>
          <a:xfrm>
            <a:off x="637984" y="570462"/>
            <a:ext cx="3595856" cy="400110"/>
          </a:xfrm>
          <a:prstGeom prst="rect">
            <a:avLst/>
          </a:prstGeom>
        </p:spPr>
        <p:txBody>
          <a:bodyPr wrap="none">
            <a:spAutoFit/>
          </a:bodyPr>
          <a:lstStyle/>
          <a:p>
            <a:r>
              <a:rPr lang="zh-CN" altLang="en-US" sz="2000" b="1" dirty="0">
                <a:latin typeface="微软雅黑" pitchFamily="34" charset="-122"/>
                <a:ea typeface="微软雅黑" pitchFamily="34" charset="-122"/>
              </a:rPr>
              <a:t>蓝牙系统中的皮可网和扩散网 </a:t>
            </a:r>
          </a:p>
        </p:txBody>
      </p:sp>
      <p:sp>
        <p:nvSpPr>
          <p:cNvPr id="5" name="Oval 4"/>
          <p:cNvSpPr>
            <a:spLocks noChangeArrowheads="1"/>
          </p:cNvSpPr>
          <p:nvPr/>
        </p:nvSpPr>
        <p:spPr bwMode="auto">
          <a:xfrm>
            <a:off x="2478877" y="1545516"/>
            <a:ext cx="2344192" cy="2087292"/>
          </a:xfrm>
          <a:prstGeom prst="ellipse">
            <a:avLst/>
          </a:prstGeom>
          <a:solidFill>
            <a:srgbClr val="99FF66"/>
          </a:solidFill>
          <a:ln w="9525">
            <a:solidFill>
              <a:schemeClr val="tx1"/>
            </a:solid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 name="Oval 5"/>
          <p:cNvSpPr>
            <a:spLocks noChangeArrowheads="1"/>
          </p:cNvSpPr>
          <p:nvPr/>
        </p:nvSpPr>
        <p:spPr bwMode="auto">
          <a:xfrm>
            <a:off x="4354230" y="1545516"/>
            <a:ext cx="2344192" cy="2087292"/>
          </a:xfrm>
          <a:prstGeom prst="ellipse">
            <a:avLst/>
          </a:prstGeom>
          <a:solidFill>
            <a:srgbClr val="0066FF">
              <a:alpha val="39000"/>
            </a:srgbClr>
          </a:solidFill>
          <a:ln w="9525">
            <a:solidFill>
              <a:schemeClr val="tx1"/>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Oval 6"/>
          <p:cNvSpPr>
            <a:spLocks noChangeArrowheads="1"/>
          </p:cNvSpPr>
          <p:nvPr/>
        </p:nvSpPr>
        <p:spPr bwMode="auto">
          <a:xfrm>
            <a:off x="3510824" y="1712591"/>
            <a:ext cx="375824" cy="33531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p>
        </p:txBody>
      </p:sp>
      <p:sp>
        <p:nvSpPr>
          <p:cNvPr id="8" name="Oval 7"/>
          <p:cNvSpPr>
            <a:spLocks noChangeArrowheads="1"/>
          </p:cNvSpPr>
          <p:nvPr/>
        </p:nvSpPr>
        <p:spPr bwMode="auto">
          <a:xfrm>
            <a:off x="6136570" y="2380896"/>
            <a:ext cx="375825" cy="33531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p>
        </p:txBody>
      </p:sp>
      <p:sp>
        <p:nvSpPr>
          <p:cNvPr id="9" name="Oval 8"/>
          <p:cNvSpPr>
            <a:spLocks noChangeArrowheads="1"/>
          </p:cNvSpPr>
          <p:nvPr/>
        </p:nvSpPr>
        <p:spPr bwMode="auto">
          <a:xfrm>
            <a:off x="2667418" y="2631510"/>
            <a:ext cx="375825"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0" name="Oval 9"/>
          <p:cNvSpPr>
            <a:spLocks noChangeArrowheads="1"/>
          </p:cNvSpPr>
          <p:nvPr/>
        </p:nvSpPr>
        <p:spPr bwMode="auto">
          <a:xfrm>
            <a:off x="2854702" y="1963205"/>
            <a:ext cx="377082"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dirty="0">
                <a:latin typeface="微软雅黑" panose="020B0503020204020204" pitchFamily="34" charset="-122"/>
                <a:ea typeface="微软雅黑" panose="020B0503020204020204" pitchFamily="34" charset="-122"/>
              </a:rPr>
              <a:t>S</a:t>
            </a:r>
          </a:p>
        </p:txBody>
      </p:sp>
      <p:sp>
        <p:nvSpPr>
          <p:cNvPr id="11" name="Oval 10"/>
          <p:cNvSpPr>
            <a:spLocks noChangeArrowheads="1"/>
          </p:cNvSpPr>
          <p:nvPr/>
        </p:nvSpPr>
        <p:spPr bwMode="auto">
          <a:xfrm>
            <a:off x="5104623" y="2964503"/>
            <a:ext cx="375824" cy="335312"/>
          </a:xfrm>
          <a:prstGeom prst="ellipse">
            <a:avLst/>
          </a:prstGeom>
          <a:solidFill>
            <a:srgbClr val="0000FF"/>
          </a:solidFill>
          <a:ln w="6350">
            <a:solidFill>
              <a:schemeClr val="tx1"/>
            </a:solidFill>
            <a:round/>
            <a:headEnd/>
            <a:tailEnd/>
          </a:ln>
          <a:effectLst/>
        </p:spPr>
        <p:txBody>
          <a:bodyPr wrap="none" anchor="ctr"/>
          <a:lstStyle/>
          <a:p>
            <a:pPr algn="ctr"/>
            <a:r>
              <a:rPr lang="en-US" altLang="zh-CN" sz="1600" b="1">
                <a:solidFill>
                  <a:schemeClr val="bg1"/>
                </a:solidFill>
                <a:latin typeface="微软雅黑" panose="020B0503020204020204" pitchFamily="34" charset="-122"/>
                <a:ea typeface="微软雅黑" panose="020B0503020204020204" pitchFamily="34" charset="-122"/>
              </a:rPr>
              <a:t>P</a:t>
            </a:r>
          </a:p>
        </p:txBody>
      </p:sp>
      <p:sp>
        <p:nvSpPr>
          <p:cNvPr id="12" name="Oval 11"/>
          <p:cNvSpPr>
            <a:spLocks noChangeArrowheads="1"/>
          </p:cNvSpPr>
          <p:nvPr/>
        </p:nvSpPr>
        <p:spPr bwMode="auto">
          <a:xfrm>
            <a:off x="4396966" y="2351890"/>
            <a:ext cx="377082" cy="335312"/>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3" name="Oval 12"/>
          <p:cNvSpPr>
            <a:spLocks noChangeArrowheads="1"/>
          </p:cNvSpPr>
          <p:nvPr/>
        </p:nvSpPr>
        <p:spPr bwMode="auto">
          <a:xfrm>
            <a:off x="3884135" y="2964503"/>
            <a:ext cx="377082" cy="335312"/>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4" name="Oval 13"/>
          <p:cNvSpPr>
            <a:spLocks noChangeArrowheads="1"/>
          </p:cNvSpPr>
          <p:nvPr/>
        </p:nvSpPr>
        <p:spPr bwMode="auto">
          <a:xfrm>
            <a:off x="3226756" y="3132738"/>
            <a:ext cx="377082" cy="334152"/>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5" name="Oval 14"/>
          <p:cNvSpPr>
            <a:spLocks noChangeArrowheads="1"/>
          </p:cNvSpPr>
          <p:nvPr/>
        </p:nvSpPr>
        <p:spPr bwMode="auto">
          <a:xfrm>
            <a:off x="5759488" y="3049200"/>
            <a:ext cx="377082"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6" name="Oval 15"/>
          <p:cNvSpPr>
            <a:spLocks noChangeArrowheads="1"/>
          </p:cNvSpPr>
          <p:nvPr/>
        </p:nvSpPr>
        <p:spPr bwMode="auto">
          <a:xfrm>
            <a:off x="5480448" y="1963205"/>
            <a:ext cx="377082"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7" name="Oval 16"/>
          <p:cNvSpPr>
            <a:spLocks noChangeArrowheads="1"/>
          </p:cNvSpPr>
          <p:nvPr/>
        </p:nvSpPr>
        <p:spPr bwMode="auto">
          <a:xfrm>
            <a:off x="3884135" y="2129122"/>
            <a:ext cx="377082" cy="335312"/>
          </a:xfrm>
          <a:prstGeom prst="ellipse">
            <a:avLst/>
          </a:prstGeom>
          <a:solidFill>
            <a:srgbClr val="0000FF"/>
          </a:solidFill>
          <a:ln w="6350">
            <a:solidFill>
              <a:schemeClr val="tx1"/>
            </a:solidFill>
            <a:round/>
            <a:headEnd/>
            <a:tailEnd/>
          </a:ln>
          <a:effectLst/>
        </p:spPr>
        <p:txBody>
          <a:bodyPr wrap="none" anchor="ctr"/>
          <a:lstStyle/>
          <a:p>
            <a:pPr algn="ctr"/>
            <a:r>
              <a:rPr lang="en-US" altLang="zh-CN" sz="1600" b="1" dirty="0">
                <a:solidFill>
                  <a:schemeClr val="bg1"/>
                </a:solidFill>
                <a:latin typeface="微软雅黑" panose="020B0503020204020204" pitchFamily="34" charset="-122"/>
                <a:ea typeface="微软雅黑" panose="020B0503020204020204" pitchFamily="34" charset="-122"/>
              </a:rPr>
              <a:t>P</a:t>
            </a:r>
          </a:p>
        </p:txBody>
      </p:sp>
      <p:sp>
        <p:nvSpPr>
          <p:cNvPr id="18" name="Text Box 17"/>
          <p:cNvSpPr txBox="1">
            <a:spLocks noChangeArrowheads="1"/>
          </p:cNvSpPr>
          <p:nvPr/>
        </p:nvSpPr>
        <p:spPr bwMode="auto">
          <a:xfrm>
            <a:off x="4916082" y="2342606"/>
            <a:ext cx="98777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皮可网 </a:t>
            </a:r>
            <a:r>
              <a:rPr lang="en-US" altLang="zh-CN" sz="1600" b="1">
                <a:latin typeface="微软雅黑" panose="020B0503020204020204" pitchFamily="34" charset="-122"/>
                <a:ea typeface="微软雅黑" panose="020B0503020204020204" pitchFamily="34" charset="-122"/>
              </a:rPr>
              <a:t>2</a:t>
            </a:r>
          </a:p>
        </p:txBody>
      </p:sp>
      <p:sp>
        <p:nvSpPr>
          <p:cNvPr id="19" name="Text Box 18"/>
          <p:cNvSpPr txBox="1">
            <a:spLocks noChangeArrowheads="1"/>
          </p:cNvSpPr>
          <p:nvPr/>
        </p:nvSpPr>
        <p:spPr bwMode="auto">
          <a:xfrm>
            <a:off x="4146342" y="101756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latin typeface="微软雅黑" panose="020B0503020204020204" pitchFamily="34" charset="-122"/>
                <a:ea typeface="微软雅黑" panose="020B0503020204020204" pitchFamily="34" charset="-122"/>
              </a:rPr>
              <a:t>扩散网</a:t>
            </a:r>
          </a:p>
        </p:txBody>
      </p:sp>
      <p:sp>
        <p:nvSpPr>
          <p:cNvPr id="20" name="AutoShape 19"/>
          <p:cNvSpPr>
            <a:spLocks/>
          </p:cNvSpPr>
          <p:nvPr/>
        </p:nvSpPr>
        <p:spPr bwMode="auto">
          <a:xfrm rot="16200000">
            <a:off x="4423798" y="47292"/>
            <a:ext cx="251774" cy="2814287"/>
          </a:xfrm>
          <a:prstGeom prst="rightBrace">
            <a:avLst>
              <a:gd name="adj1" fmla="val 85983"/>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3040729" y="2399459"/>
            <a:ext cx="98777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皮可网 </a:t>
            </a:r>
            <a:r>
              <a:rPr lang="en-US" altLang="zh-CN" sz="1600" b="1">
                <a:latin typeface="微软雅黑" panose="020B0503020204020204" pitchFamily="34" charset="-122"/>
                <a:ea typeface="微软雅黑" panose="020B0503020204020204" pitchFamily="34" charset="-122"/>
              </a:rPr>
              <a:t>1</a:t>
            </a:r>
          </a:p>
        </p:txBody>
      </p:sp>
      <p:sp>
        <p:nvSpPr>
          <p:cNvPr id="22" name="Oval 22"/>
          <p:cNvSpPr>
            <a:spLocks noChangeArrowheads="1"/>
          </p:cNvSpPr>
          <p:nvPr/>
        </p:nvSpPr>
        <p:spPr bwMode="auto">
          <a:xfrm>
            <a:off x="1504226" y="3816859"/>
            <a:ext cx="375824" cy="33531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p>
        </p:txBody>
      </p:sp>
      <p:sp>
        <p:nvSpPr>
          <p:cNvPr id="23" name="Text Box 23"/>
          <p:cNvSpPr txBox="1">
            <a:spLocks noChangeArrowheads="1"/>
          </p:cNvSpPr>
          <p:nvPr/>
        </p:nvSpPr>
        <p:spPr bwMode="auto">
          <a:xfrm>
            <a:off x="1831030" y="3816858"/>
            <a:ext cx="12426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主设备</a:t>
            </a:r>
          </a:p>
        </p:txBody>
      </p:sp>
      <p:sp>
        <p:nvSpPr>
          <p:cNvPr id="24" name="Oval 24"/>
          <p:cNvSpPr>
            <a:spLocks noChangeArrowheads="1"/>
          </p:cNvSpPr>
          <p:nvPr/>
        </p:nvSpPr>
        <p:spPr bwMode="auto">
          <a:xfrm>
            <a:off x="3556806" y="3816859"/>
            <a:ext cx="377082"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25" name="Text Box 25"/>
          <p:cNvSpPr txBox="1">
            <a:spLocks noChangeArrowheads="1"/>
          </p:cNvSpPr>
          <p:nvPr/>
        </p:nvSpPr>
        <p:spPr bwMode="auto">
          <a:xfrm>
            <a:off x="3898694" y="3818019"/>
            <a:ext cx="12426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从设备</a:t>
            </a:r>
          </a:p>
        </p:txBody>
      </p:sp>
      <p:sp>
        <p:nvSpPr>
          <p:cNvPr id="26" name="Oval 26"/>
          <p:cNvSpPr>
            <a:spLocks noChangeArrowheads="1"/>
          </p:cNvSpPr>
          <p:nvPr/>
        </p:nvSpPr>
        <p:spPr bwMode="auto">
          <a:xfrm>
            <a:off x="5599334" y="3816859"/>
            <a:ext cx="375824" cy="335313"/>
          </a:xfrm>
          <a:prstGeom prst="ellipse">
            <a:avLst/>
          </a:prstGeom>
          <a:solidFill>
            <a:srgbClr val="0000FF"/>
          </a:solidFill>
          <a:ln w="6350">
            <a:solidFill>
              <a:schemeClr val="tx1"/>
            </a:solidFill>
            <a:round/>
            <a:headEnd/>
            <a:tailEnd/>
          </a:ln>
          <a:effectLst/>
        </p:spPr>
        <p:txBody>
          <a:bodyPr wrap="none" anchor="ctr"/>
          <a:lstStyle/>
          <a:p>
            <a:pPr algn="ctr"/>
            <a:r>
              <a:rPr lang="en-US" altLang="zh-CN" sz="1600" b="1">
                <a:solidFill>
                  <a:schemeClr val="bg1"/>
                </a:solidFill>
                <a:latin typeface="微软雅黑" panose="020B0503020204020204" pitchFamily="34" charset="-122"/>
                <a:ea typeface="微软雅黑" panose="020B0503020204020204" pitchFamily="34" charset="-122"/>
              </a:rPr>
              <a:t>P</a:t>
            </a:r>
          </a:p>
        </p:txBody>
      </p:sp>
      <p:sp>
        <p:nvSpPr>
          <p:cNvPr id="27" name="Text Box 27"/>
          <p:cNvSpPr txBox="1">
            <a:spLocks noChangeArrowheads="1"/>
          </p:cNvSpPr>
          <p:nvPr/>
        </p:nvSpPr>
        <p:spPr bwMode="auto">
          <a:xfrm>
            <a:off x="5951276" y="3816859"/>
            <a:ext cx="165301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搁置的设备</a:t>
            </a:r>
          </a:p>
        </p:txBody>
      </p:sp>
    </p:spTree>
    <p:extLst>
      <p:ext uri="{BB962C8B-B14F-4D97-AF65-F5344CB8AC3E}">
        <p14:creationId xmlns:p14="http://schemas.microsoft.com/office/powerpoint/2010/main" val="3281778651"/>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86856"/>
            <a:ext cx="8104716"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主要用于工业监控组网、办公自动化与控制等领域</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速率是 </a:t>
            </a:r>
            <a:r>
              <a:rPr lang="en-US" altLang="zh-CN" sz="2000" b="1" dirty="0">
                <a:latin typeface="微软雅黑" pitchFamily="34" charset="-122"/>
                <a:ea typeface="微软雅黑" pitchFamily="34" charset="-122"/>
              </a:rPr>
              <a:t>2 ~ 250 </a:t>
            </a:r>
            <a:r>
              <a:rPr lang="en-US" altLang="zh-CN" sz="2000" b="1" dirty="0" err="1">
                <a:latin typeface="微软雅黑" pitchFamily="34" charset="-122"/>
                <a:ea typeface="微软雅黑" pitchFamily="34" charset="-122"/>
              </a:rPr>
              <a:t>kbit</a:t>
            </a:r>
            <a:r>
              <a:rPr lang="en-US" altLang="zh-CN" sz="2000" b="1" dirty="0">
                <a:latin typeface="微软雅黑" pitchFamily="34" charset="-122"/>
                <a:ea typeface="微软雅黑" pitchFamily="34" charset="-122"/>
              </a:rPr>
              <a:t>/s</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标准是 </a:t>
            </a:r>
            <a:r>
              <a:rPr lang="en-US" altLang="zh-CN" sz="2000" b="1" dirty="0">
                <a:latin typeface="微软雅黑" pitchFamily="34" charset="-122"/>
                <a:ea typeface="微软雅黑" pitchFamily="34" charset="-122"/>
              </a:rPr>
              <a:t>IEEE 802.15.4</a:t>
            </a:r>
            <a:r>
              <a:rPr lang="zh-CN" altLang="en-US" sz="2000" b="1" dirty="0">
                <a:latin typeface="微软雅黑" pitchFamily="34" charset="-122"/>
                <a:ea typeface="微软雅黑" pitchFamily="34" charset="-122"/>
              </a:rPr>
              <a:t>。新修订的标准是 </a:t>
            </a:r>
            <a:r>
              <a:rPr lang="en-US" altLang="zh-CN" sz="2000" b="1" dirty="0">
                <a:latin typeface="微软雅黑" pitchFamily="34" charset="-122"/>
                <a:ea typeface="微软雅黑" pitchFamily="34" charset="-122"/>
              </a:rPr>
              <a:t>IEEE 802.15.4-2006</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低速 </a:t>
            </a:r>
            <a:r>
              <a:rPr lang="en-US" altLang="zh-CN" sz="2000" b="1" dirty="0">
                <a:solidFill>
                  <a:srgbClr val="0000FF"/>
                </a:solidFill>
                <a:latin typeface="微软雅黑" pitchFamily="34" charset="-122"/>
                <a:ea typeface="微软雅黑" pitchFamily="34" charset="-122"/>
              </a:rPr>
              <a:t>WPAN </a:t>
            </a:r>
            <a:r>
              <a:rPr lang="zh-CN" altLang="en-US" sz="2000" b="1" dirty="0">
                <a:solidFill>
                  <a:srgbClr val="0000FF"/>
                </a:solidFill>
                <a:latin typeface="微软雅黑" pitchFamily="34" charset="-122"/>
                <a:ea typeface="微软雅黑" pitchFamily="34" charset="-122"/>
              </a:rPr>
              <a:t>中最重要的就是 </a:t>
            </a:r>
            <a:r>
              <a:rPr lang="en-US" altLang="zh-CN" sz="2000" b="1" dirty="0">
                <a:solidFill>
                  <a:srgbClr val="C00000"/>
                </a:solidFill>
                <a:latin typeface="微软雅黑" pitchFamily="34" charset="-122"/>
                <a:ea typeface="微软雅黑" pitchFamily="34" charset="-122"/>
              </a:rPr>
              <a:t>ZigBee</a:t>
            </a:r>
            <a:r>
              <a:rPr lang="zh-CN" altLang="en-US" sz="2000" b="1" dirty="0">
                <a:solidFill>
                  <a:srgbClr val="C00000"/>
                </a:solidFill>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技术主要用于各种电子设备（固定的、便携的或移动的）之间的无线通信。</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11897" y="62257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831407" y="589359"/>
            <a:ext cx="346742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低速 </a:t>
            </a:r>
            <a:r>
              <a:rPr lang="en-US" altLang="zh-CN" sz="2000" b="1" dirty="0">
                <a:solidFill>
                  <a:schemeClr val="bg1"/>
                </a:solidFill>
                <a:latin typeface="微软雅黑" pitchFamily="34" charset="-122"/>
                <a:ea typeface="微软雅黑" pitchFamily="34" charset="-122"/>
              </a:rPr>
              <a:t>WPAN(LR-WPAN) </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986233479"/>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6591"/>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a:spLocks noChangeArrowheads="1"/>
          </p:cNvSpPr>
          <p:nvPr/>
        </p:nvSpPr>
        <p:spPr bwMode="auto">
          <a:xfrm>
            <a:off x="635844" y="566763"/>
            <a:ext cx="19159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的特点</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5353"/>
            <a:ext cx="8133857" cy="3554819"/>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通信距离短 </a:t>
            </a:r>
            <a:r>
              <a:rPr lang="en-US" altLang="zh-CN" sz="2000" b="1" dirty="0">
                <a:latin typeface="微软雅黑" pitchFamily="34" charset="-122"/>
                <a:ea typeface="微软雅黑" pitchFamily="34" charset="-122"/>
              </a:rPr>
              <a:t>(10 ~ 80 m)</a:t>
            </a:r>
            <a:r>
              <a:rPr lang="zh-CN" altLang="en-US" sz="2000" b="1" dirty="0">
                <a:latin typeface="微软雅黑" pitchFamily="34" charset="-122"/>
                <a:ea typeface="微软雅黑" pitchFamily="34" charset="-122"/>
              </a:rPr>
              <a:t>，传输数据</a:t>
            </a:r>
            <a:r>
              <a:rPr lang="zh-CN" altLang="en-US" sz="2000" b="1" dirty="0">
                <a:solidFill>
                  <a:srgbClr val="0000FF"/>
                </a:solidFill>
                <a:latin typeface="微软雅黑" pitchFamily="34" charset="-122"/>
                <a:ea typeface="微软雅黑" pitchFamily="34" charset="-122"/>
              </a:rPr>
              <a:t>速率低</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成本低廉</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功耗非常低</a:t>
            </a: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对于某些工作时间和总时间之比小于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的情况，电池的寿命甚至可以超过 </a:t>
            </a:r>
            <a:r>
              <a:rPr lang="en-US" altLang="zh-CN" sz="2000" b="1" dirty="0">
                <a:latin typeface="微软雅黑" pitchFamily="34" charset="-122"/>
                <a:ea typeface="微软雅黑" pitchFamily="34" charset="-122"/>
              </a:rPr>
              <a:t>10 </a:t>
            </a:r>
            <a:r>
              <a:rPr lang="zh-CN" altLang="en-US" sz="2000" b="1" dirty="0">
                <a:latin typeface="微软雅黑" pitchFamily="34" charset="-122"/>
                <a:ea typeface="微软雅黑" pitchFamily="34" charset="-122"/>
              </a:rPr>
              <a:t>年。</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网络容量大</a:t>
            </a: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一个 </a:t>
            </a:r>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的网络最多包括有 </a:t>
            </a:r>
            <a:r>
              <a:rPr lang="en-US" altLang="zh-CN" sz="2000" b="1" dirty="0">
                <a:latin typeface="微软雅黑" pitchFamily="34" charset="-122"/>
                <a:ea typeface="微软雅黑" pitchFamily="34" charset="-122"/>
              </a:rPr>
              <a:t>255 </a:t>
            </a:r>
            <a:r>
              <a:rPr lang="zh-CN" altLang="en-US" sz="2000" b="1" dirty="0">
                <a:latin typeface="微软雅黑" pitchFamily="34" charset="-122"/>
                <a:ea typeface="微软雅黑" pitchFamily="34" charset="-122"/>
              </a:rPr>
              <a:t>个节点，其中一个是主设备，其余则是从设备。</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若是通过网络协调器进行扩展，</a:t>
            </a:r>
            <a:r>
              <a:rPr lang="zh-CN" altLang="en-US" sz="2000" b="1" dirty="0">
                <a:solidFill>
                  <a:srgbClr val="C00000"/>
                </a:solidFill>
                <a:latin typeface="微软雅黑" pitchFamily="34" charset="-122"/>
                <a:ea typeface="微软雅黑" pitchFamily="34" charset="-122"/>
              </a:rPr>
              <a:t>整个网络</a:t>
            </a:r>
            <a:r>
              <a:rPr lang="zh-CN" altLang="en-US" sz="2000" b="1" dirty="0">
                <a:latin typeface="微软雅黑" pitchFamily="34" charset="-122"/>
                <a:ea typeface="微软雅黑" pitchFamily="34" charset="-122"/>
              </a:rPr>
              <a:t>最多可以支持超过 </a:t>
            </a:r>
            <a:r>
              <a:rPr lang="en-US" altLang="zh-CN" sz="2000" b="1" dirty="0">
                <a:latin typeface="微软雅黑" pitchFamily="34" charset="-122"/>
                <a:ea typeface="微软雅黑" pitchFamily="34" charset="-122"/>
              </a:rPr>
              <a:t>65000 </a:t>
            </a:r>
            <a:r>
              <a:rPr lang="zh-CN" altLang="en-US" sz="2000" b="1" dirty="0">
                <a:latin typeface="微软雅黑" pitchFamily="34" charset="-122"/>
                <a:ea typeface="微软雅黑" pitchFamily="34" charset="-122"/>
              </a:rPr>
              <a:t>个节点。 </a:t>
            </a:r>
          </a:p>
        </p:txBody>
      </p:sp>
    </p:spTree>
    <p:extLst>
      <p:ext uri="{BB962C8B-B14F-4D97-AF65-F5344CB8AC3E}">
        <p14:creationId xmlns:p14="http://schemas.microsoft.com/office/powerpoint/2010/main" val="211837324"/>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圆角矩形 2"/>
          <p:cNvSpPr/>
          <p:nvPr/>
        </p:nvSpPr>
        <p:spPr>
          <a:xfrm>
            <a:off x="517852" y="970550"/>
            <a:ext cx="8133857" cy="257595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solidFill>
                <a:schemeClr val="tx1"/>
              </a:solidFill>
            </a:endParaRPr>
          </a:p>
        </p:txBody>
      </p:sp>
      <p:sp>
        <p:nvSpPr>
          <p:cNvPr id="4" name="矩形 3"/>
          <p:cNvSpPr/>
          <p:nvPr/>
        </p:nvSpPr>
        <p:spPr>
          <a:xfrm>
            <a:off x="637984" y="570462"/>
            <a:ext cx="2762295" cy="400110"/>
          </a:xfrm>
          <a:prstGeom prst="rect">
            <a:avLst/>
          </a:prstGeom>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标准与协议栈 </a:t>
            </a:r>
          </a:p>
        </p:txBody>
      </p:sp>
      <p:grpSp>
        <p:nvGrpSpPr>
          <p:cNvPr id="23" name="组合 22"/>
          <p:cNvGrpSpPr/>
          <p:nvPr/>
        </p:nvGrpSpPr>
        <p:grpSpPr>
          <a:xfrm>
            <a:off x="1184188" y="1255712"/>
            <a:ext cx="6190833" cy="1974598"/>
            <a:chOff x="1184188" y="1324079"/>
            <a:chExt cx="6664777" cy="2736851"/>
          </a:xfrm>
        </p:grpSpPr>
        <p:sp>
          <p:nvSpPr>
            <p:cNvPr id="5" name="Rectangle 5"/>
            <p:cNvSpPr>
              <a:spLocks noChangeArrowheads="1"/>
            </p:cNvSpPr>
            <p:nvPr/>
          </p:nvSpPr>
          <p:spPr bwMode="auto">
            <a:xfrm>
              <a:off x="2549394" y="3457679"/>
              <a:ext cx="2694913" cy="601662"/>
            </a:xfrm>
            <a:prstGeom prst="rect">
              <a:avLst/>
            </a:prstGeom>
            <a:solidFill>
              <a:srgbClr val="00FFFF"/>
            </a:solidFill>
            <a:ln w="9525">
              <a:solidFill>
                <a:schemeClr val="tx1"/>
              </a:solidFill>
              <a:miter lim="800000"/>
              <a:headEnd/>
              <a:tailEnd/>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6" name="Text Box 6"/>
            <p:cNvSpPr txBox="1">
              <a:spLocks noChangeArrowheads="1"/>
            </p:cNvSpPr>
            <p:nvPr/>
          </p:nvSpPr>
          <p:spPr bwMode="auto">
            <a:xfrm>
              <a:off x="3424321" y="3557863"/>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a:latin typeface="微软雅黑" panose="020B0503020204020204" pitchFamily="34" charset="-122"/>
                  <a:ea typeface="微软雅黑" panose="020B0503020204020204" pitchFamily="34" charset="-122"/>
                </a:rPr>
                <a:t>物理层</a:t>
              </a:r>
            </a:p>
          </p:txBody>
        </p:sp>
        <p:sp>
          <p:nvSpPr>
            <p:cNvPr id="7" name="Rectangle 7"/>
            <p:cNvSpPr>
              <a:spLocks noChangeArrowheads="1"/>
            </p:cNvSpPr>
            <p:nvPr/>
          </p:nvSpPr>
          <p:spPr bwMode="auto">
            <a:xfrm>
              <a:off x="2549394" y="2738542"/>
              <a:ext cx="2694913" cy="601663"/>
            </a:xfrm>
            <a:prstGeom prst="rect">
              <a:avLst/>
            </a:prstGeom>
            <a:solidFill>
              <a:srgbClr val="00FFFF"/>
            </a:solidFill>
            <a:ln w="9525">
              <a:solidFill>
                <a:schemeClr val="tx1"/>
              </a:solidFill>
              <a:miter lim="800000"/>
              <a:headEnd/>
              <a:tailEnd/>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8" name="Text Box 8"/>
            <p:cNvSpPr txBox="1">
              <a:spLocks noChangeArrowheads="1"/>
            </p:cNvSpPr>
            <p:nvPr/>
          </p:nvSpPr>
          <p:spPr bwMode="auto">
            <a:xfrm>
              <a:off x="3371743" y="2837138"/>
              <a:ext cx="95077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1600" b="1">
                  <a:latin typeface="微软雅黑" panose="020B0503020204020204" pitchFamily="34" charset="-122"/>
                  <a:ea typeface="微软雅黑" panose="020B0503020204020204" pitchFamily="34" charset="-122"/>
                </a:rPr>
                <a:t>MAC </a:t>
              </a:r>
              <a:r>
                <a:rPr lang="zh-CN" altLang="en-US" sz="1600" b="1">
                  <a:latin typeface="微软雅黑" panose="020B0503020204020204" pitchFamily="34" charset="-122"/>
                  <a:ea typeface="微软雅黑" panose="020B0503020204020204" pitchFamily="34" charset="-122"/>
                </a:rPr>
                <a:t>层</a:t>
              </a:r>
            </a:p>
          </p:txBody>
        </p:sp>
        <p:sp>
          <p:nvSpPr>
            <p:cNvPr id="9" name="Rectangle 9"/>
            <p:cNvSpPr>
              <a:spLocks noChangeArrowheads="1"/>
            </p:cNvSpPr>
            <p:nvPr/>
          </p:nvSpPr>
          <p:spPr bwMode="auto">
            <a:xfrm>
              <a:off x="2549394" y="2055917"/>
              <a:ext cx="2694913" cy="601663"/>
            </a:xfrm>
            <a:prstGeom prst="rect">
              <a:avLst/>
            </a:prstGeom>
            <a:solidFill>
              <a:srgbClr val="99FF99"/>
            </a:solidFill>
            <a:ln w="9525">
              <a:solidFill>
                <a:schemeClr val="tx1"/>
              </a:solidFill>
              <a:miter lim="800000"/>
              <a:headEnd/>
              <a:tailEnd/>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10" name="Rectangle 10"/>
            <p:cNvSpPr>
              <a:spLocks noChangeArrowheads="1"/>
            </p:cNvSpPr>
            <p:nvPr/>
          </p:nvSpPr>
          <p:spPr bwMode="auto">
            <a:xfrm>
              <a:off x="2549394" y="1352654"/>
              <a:ext cx="2694913" cy="601662"/>
            </a:xfrm>
            <a:prstGeom prst="rect">
              <a:avLst/>
            </a:prstGeom>
            <a:solidFill>
              <a:srgbClr val="99FF99"/>
            </a:solidFill>
            <a:ln w="9525">
              <a:solidFill>
                <a:schemeClr val="tx1"/>
              </a:solidFill>
              <a:miter lim="800000"/>
              <a:headEnd/>
              <a:tailEnd/>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11" name="Text Box 11"/>
            <p:cNvSpPr txBox="1">
              <a:spLocks noChangeArrowheads="1"/>
            </p:cNvSpPr>
            <p:nvPr/>
          </p:nvSpPr>
          <p:spPr bwMode="auto">
            <a:xfrm>
              <a:off x="3424321" y="2156101"/>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a:latin typeface="微软雅黑" panose="020B0503020204020204" pitchFamily="34" charset="-122"/>
                  <a:ea typeface="微软雅黑" panose="020B0503020204020204" pitchFamily="34" charset="-122"/>
                </a:rPr>
                <a:t>网络层</a:t>
              </a:r>
            </a:p>
          </p:txBody>
        </p:sp>
        <p:sp>
          <p:nvSpPr>
            <p:cNvPr id="12" name="Text Box 12"/>
            <p:cNvSpPr txBox="1">
              <a:spLocks noChangeArrowheads="1"/>
            </p:cNvSpPr>
            <p:nvPr/>
          </p:nvSpPr>
          <p:spPr bwMode="auto">
            <a:xfrm>
              <a:off x="3424321" y="1452838"/>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latin typeface="微软雅黑" panose="020B0503020204020204" pitchFamily="34" charset="-122"/>
                  <a:ea typeface="微软雅黑" panose="020B0503020204020204" pitchFamily="34" charset="-122"/>
                </a:rPr>
                <a:t>应用层</a:t>
              </a:r>
            </a:p>
          </p:txBody>
        </p:sp>
        <p:sp>
          <p:nvSpPr>
            <p:cNvPr id="13" name="Line 13"/>
            <p:cNvSpPr>
              <a:spLocks noChangeShapeType="1"/>
            </p:cNvSpPr>
            <p:nvPr/>
          </p:nvSpPr>
          <p:spPr bwMode="auto">
            <a:xfrm>
              <a:off x="5340615" y="4060929"/>
              <a:ext cx="2493698" cy="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4" name="Line 14"/>
            <p:cNvSpPr>
              <a:spLocks noChangeShapeType="1"/>
            </p:cNvSpPr>
            <p:nvPr/>
          </p:nvSpPr>
          <p:spPr bwMode="auto">
            <a:xfrm>
              <a:off x="5321698" y="2694091"/>
              <a:ext cx="2491978" cy="0"/>
            </a:xfrm>
            <a:prstGeom prst="line">
              <a:avLst/>
            </a:prstGeom>
            <a:noFill/>
            <a:ln w="19050">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5" name="Line 15"/>
            <p:cNvSpPr>
              <a:spLocks noChangeShapeType="1"/>
            </p:cNvSpPr>
            <p:nvPr/>
          </p:nvSpPr>
          <p:spPr bwMode="auto">
            <a:xfrm>
              <a:off x="5340615" y="1324079"/>
              <a:ext cx="2493698" cy="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6" name="Line 16"/>
            <p:cNvSpPr>
              <a:spLocks noChangeShapeType="1"/>
            </p:cNvSpPr>
            <p:nvPr/>
          </p:nvSpPr>
          <p:spPr bwMode="auto">
            <a:xfrm>
              <a:off x="5857940" y="2657579"/>
              <a:ext cx="0" cy="1403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7" name="Text Box 17"/>
            <p:cNvSpPr txBox="1">
              <a:spLocks noChangeArrowheads="1"/>
            </p:cNvSpPr>
            <p:nvPr/>
          </p:nvSpPr>
          <p:spPr bwMode="auto">
            <a:xfrm>
              <a:off x="5833670" y="3270525"/>
              <a:ext cx="2015295" cy="338554"/>
            </a:xfrm>
            <a:prstGeom prst="rect">
              <a:avLst/>
            </a:prstGeom>
            <a:noFill/>
            <a:ln>
              <a:noFill/>
            </a:ln>
            <a:effectLst/>
          </p:spPr>
          <p:txBody>
            <a:bodyPr wrap="none">
              <a:spAutoFit/>
            </a:bodyPr>
            <a:lstStyle>
              <a:defPPr>
                <a:defRPr lang="zh-CN"/>
              </a:defPPr>
              <a:lvl1pPr>
                <a:defRPr sz="1200" b="1">
                  <a:latin typeface="微软雅黑" panose="020B0503020204020204" pitchFamily="34" charset="-122"/>
                  <a:ea typeface="微软雅黑" panose="020B0503020204020204" pitchFamily="34" charset="-122"/>
                </a:defRPr>
              </a:lvl1pPr>
            </a:lstStyle>
            <a:p>
              <a:pPr algn="ctr"/>
              <a:r>
                <a:rPr lang="en-US" altLang="zh-CN" sz="1600" dirty="0"/>
                <a:t>IEEE 802.15.4 </a:t>
              </a:r>
              <a:r>
                <a:rPr lang="zh-CN" altLang="en-US" sz="1600" dirty="0"/>
                <a:t>定义</a:t>
              </a:r>
            </a:p>
          </p:txBody>
        </p:sp>
        <p:sp>
          <p:nvSpPr>
            <p:cNvPr id="18" name="Line 18"/>
            <p:cNvSpPr>
              <a:spLocks noChangeShapeType="1"/>
            </p:cNvSpPr>
            <p:nvPr/>
          </p:nvSpPr>
          <p:spPr bwMode="auto">
            <a:xfrm flipH="1">
              <a:off x="5857941" y="1333605"/>
              <a:ext cx="3440" cy="1323975"/>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 name="Text Box 19"/>
            <p:cNvSpPr txBox="1">
              <a:spLocks noChangeArrowheads="1"/>
            </p:cNvSpPr>
            <p:nvPr/>
          </p:nvSpPr>
          <p:spPr bwMode="auto">
            <a:xfrm>
              <a:off x="5833670" y="1829075"/>
              <a:ext cx="1778051" cy="338554"/>
            </a:xfrm>
            <a:prstGeom prst="rect">
              <a:avLst/>
            </a:prstGeom>
            <a:noFill/>
            <a:ln>
              <a:noFill/>
            </a:ln>
            <a:effectLst/>
          </p:spPr>
          <p:txBody>
            <a:bodyPr wrap="none">
              <a:spAutoFit/>
            </a:bodyPr>
            <a:lstStyle>
              <a:defPPr>
                <a:defRPr lang="zh-CN"/>
              </a:defPPr>
              <a:lvl1pPr>
                <a:defRPr sz="2000" b="1">
                  <a:latin typeface="微软雅黑" panose="020B0503020204020204" pitchFamily="34" charset="-122"/>
                  <a:ea typeface="微软雅黑" panose="020B0503020204020204" pitchFamily="34" charset="-122"/>
                </a:defRPr>
              </a:lvl1pPr>
            </a:lstStyle>
            <a:p>
              <a:pPr algn="ctr"/>
              <a:r>
                <a:rPr lang="en-US" altLang="zh-CN" sz="1600" dirty="0" err="1"/>
                <a:t>ZigBee</a:t>
              </a:r>
              <a:r>
                <a:rPr lang="en-US" altLang="zh-CN" sz="1600" dirty="0"/>
                <a:t> </a:t>
              </a:r>
              <a:r>
                <a:rPr lang="zh-CN" altLang="en-US" sz="1600" dirty="0"/>
                <a:t>联盟定义</a:t>
              </a:r>
            </a:p>
          </p:txBody>
        </p:sp>
        <p:sp>
          <p:nvSpPr>
            <p:cNvPr id="20" name="AutoShape 20"/>
            <p:cNvSpPr>
              <a:spLocks/>
            </p:cNvSpPr>
            <p:nvPr/>
          </p:nvSpPr>
          <p:spPr bwMode="auto">
            <a:xfrm>
              <a:off x="2253589" y="1352655"/>
              <a:ext cx="197776" cy="2708275"/>
            </a:xfrm>
            <a:prstGeom prst="leftBrace">
              <a:avLst>
                <a:gd name="adj1" fmla="val 123624"/>
                <a:gd name="adj2" fmla="val 50000"/>
              </a:avLst>
            </a:prstGeom>
            <a:noFill/>
            <a:ln w="19050">
              <a:solidFill>
                <a:srgbClr val="00006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21" name="Text Box 21"/>
            <p:cNvSpPr txBox="1">
              <a:spLocks noChangeArrowheads="1"/>
            </p:cNvSpPr>
            <p:nvPr/>
          </p:nvSpPr>
          <p:spPr bwMode="auto">
            <a:xfrm>
              <a:off x="1184188" y="2397400"/>
              <a:ext cx="896399" cy="53553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lang="en-US" altLang="zh-CN" sz="1600" b="1" dirty="0">
                  <a:latin typeface="微软雅黑" panose="020B0503020204020204" pitchFamily="34" charset="-122"/>
                  <a:ea typeface="微软雅黑" panose="020B0503020204020204" pitchFamily="34" charset="-122"/>
                </a:rPr>
                <a:t>ZigBee</a:t>
              </a:r>
            </a:p>
            <a:p>
              <a:pPr algn="ctr">
                <a:lnSpc>
                  <a:spcPct val="90000"/>
                </a:lnSpc>
              </a:pPr>
              <a:r>
                <a:rPr lang="zh-CN" altLang="en-US" sz="1600" b="1" dirty="0">
                  <a:latin typeface="微软雅黑" panose="020B0503020204020204" pitchFamily="34" charset="-122"/>
                  <a:ea typeface="微软雅黑" panose="020B0503020204020204" pitchFamily="34" charset="-122"/>
                </a:rPr>
                <a:t>协议栈</a:t>
              </a:r>
            </a:p>
          </p:txBody>
        </p:sp>
      </p:grpSp>
      <p:sp>
        <p:nvSpPr>
          <p:cNvPr id="24" name="矩形 23"/>
          <p:cNvSpPr/>
          <p:nvPr/>
        </p:nvSpPr>
        <p:spPr>
          <a:xfrm>
            <a:off x="899236" y="3553375"/>
            <a:ext cx="7544008" cy="1015663"/>
          </a:xfrm>
          <a:prstGeom prst="rect">
            <a:avLst/>
          </a:prstGeom>
        </p:spPr>
        <p:txBody>
          <a:bodyPr wrap="square">
            <a:spAutoFit/>
          </a:bodyPr>
          <a:lstStyle/>
          <a:p>
            <a:pPr eaLnBrk="0" hangingPunct="0">
              <a:lnSpc>
                <a:spcPts val="2400"/>
              </a:lnSpc>
              <a:buClr>
                <a:srgbClr val="0070C0"/>
              </a:buClr>
            </a:pPr>
            <a:r>
              <a:rPr lang="zh-CN" altLang="en-US" sz="1600" b="1" dirty="0">
                <a:latin typeface="微软雅黑" pitchFamily="34" charset="-122"/>
                <a:ea typeface="微软雅黑" pitchFamily="34" charset="-122"/>
              </a:rPr>
              <a:t>在 </a:t>
            </a:r>
            <a:r>
              <a:rPr lang="en-US" altLang="zh-CN" sz="1600" b="1" dirty="0">
                <a:latin typeface="微软雅黑" pitchFamily="34" charset="-122"/>
                <a:ea typeface="微软雅黑" pitchFamily="34" charset="-122"/>
              </a:rPr>
              <a:t>IEEE 802.15.4 </a:t>
            </a:r>
            <a:r>
              <a:rPr lang="zh-CN" altLang="en-US" sz="1600" b="1" dirty="0">
                <a:latin typeface="微软雅黑" pitchFamily="34" charset="-122"/>
                <a:ea typeface="微软雅黑" pitchFamily="34" charset="-122"/>
              </a:rPr>
              <a:t>标准基础上发展而来。所有 </a:t>
            </a: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产品也是 </a:t>
            </a:r>
            <a:r>
              <a:rPr lang="en-US" altLang="zh-CN" sz="1600" b="1" dirty="0">
                <a:latin typeface="微软雅黑" pitchFamily="34" charset="-122"/>
                <a:ea typeface="微软雅黑" pitchFamily="34" charset="-122"/>
              </a:rPr>
              <a:t>802.15.4 </a:t>
            </a:r>
            <a:r>
              <a:rPr lang="zh-CN" altLang="en-US" sz="1600" b="1" dirty="0">
                <a:latin typeface="微软雅黑" pitchFamily="34" charset="-122"/>
                <a:ea typeface="微软雅黑" pitchFamily="34" charset="-122"/>
              </a:rPr>
              <a:t>产品。</a:t>
            </a:r>
          </a:p>
          <a:p>
            <a:pPr eaLnBrk="0" hangingPunct="0">
              <a:lnSpc>
                <a:spcPts val="2400"/>
              </a:lnSpc>
              <a:buClr>
                <a:srgbClr val="0070C0"/>
              </a:buClr>
            </a:pPr>
            <a:r>
              <a:rPr lang="en-US" altLang="zh-CN" sz="1600" b="1" dirty="0">
                <a:latin typeface="微软雅黑" pitchFamily="34" charset="-122"/>
                <a:ea typeface="微软雅黑" pitchFamily="34" charset="-122"/>
              </a:rPr>
              <a:t>IEEE 802.15.4 </a:t>
            </a:r>
            <a:r>
              <a:rPr lang="zh-CN" altLang="en-US" sz="1600" b="1" dirty="0">
                <a:latin typeface="微软雅黑" pitchFamily="34" charset="-122"/>
                <a:ea typeface="微软雅黑" pitchFamily="34" charset="-122"/>
              </a:rPr>
              <a:t>只是定义了 </a:t>
            </a: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协议栈的</a:t>
            </a:r>
            <a:r>
              <a:rPr lang="zh-CN" altLang="en-US" sz="1600" b="1" dirty="0">
                <a:solidFill>
                  <a:srgbClr val="C00000"/>
                </a:solidFill>
                <a:latin typeface="微软雅黑" pitchFamily="34" charset="-122"/>
                <a:ea typeface="微软雅黑" pitchFamily="34" charset="-122"/>
              </a:rPr>
              <a:t>最低的两层</a:t>
            </a:r>
            <a:r>
              <a:rPr lang="zh-CN" altLang="en-US" sz="1600" b="1" dirty="0">
                <a:latin typeface="微软雅黑" pitchFamily="34" charset="-122"/>
                <a:ea typeface="微软雅黑" pitchFamily="34" charset="-122"/>
              </a:rPr>
              <a:t>（物理层和 </a:t>
            </a:r>
            <a:r>
              <a:rPr lang="en-US" altLang="zh-CN" sz="1600" b="1" dirty="0">
                <a:latin typeface="微软雅黑" pitchFamily="34" charset="-122"/>
                <a:ea typeface="微软雅黑" pitchFamily="34" charset="-122"/>
              </a:rPr>
              <a:t>MAC </a:t>
            </a:r>
            <a:r>
              <a:rPr lang="zh-CN" altLang="en-US" sz="1600" b="1" dirty="0">
                <a:latin typeface="微软雅黑" pitchFamily="34" charset="-122"/>
                <a:ea typeface="微软雅黑" pitchFamily="34" charset="-122"/>
              </a:rPr>
              <a:t>层），而上面的两层（网络层和应用层）则是由 </a:t>
            </a: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联盟定义的。</a:t>
            </a:r>
          </a:p>
        </p:txBody>
      </p:sp>
    </p:spTree>
    <p:extLst>
      <p:ext uri="{BB962C8B-B14F-4D97-AF65-F5344CB8AC3E}">
        <p14:creationId xmlns:p14="http://schemas.microsoft.com/office/powerpoint/2010/main" val="968107751"/>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531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5484"/>
            <a:ext cx="27622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标准与协议栈 </a:t>
            </a:r>
          </a:p>
        </p:txBody>
      </p:sp>
      <p:sp>
        <p:nvSpPr>
          <p:cNvPr id="4" name="Rectangle 46"/>
          <p:cNvSpPr>
            <a:spLocks noChangeArrowheads="1"/>
          </p:cNvSpPr>
          <p:nvPr/>
        </p:nvSpPr>
        <p:spPr bwMode="auto">
          <a:xfrm>
            <a:off x="517853" y="934074"/>
            <a:ext cx="8270547" cy="515526"/>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itchFamily="34" charset="-122"/>
                <a:ea typeface="微软雅黑" pitchFamily="34" charset="-122"/>
              </a:rPr>
              <a:t>IEEE 802.15.4 </a:t>
            </a:r>
            <a:r>
              <a:rPr lang="zh-CN" altLang="en-US" sz="2000" b="1" dirty="0">
                <a:solidFill>
                  <a:srgbClr val="C00000"/>
                </a:solidFill>
                <a:latin typeface="微软雅黑" pitchFamily="34" charset="-122"/>
                <a:ea typeface="微软雅黑" pitchFamily="34" charset="-122"/>
              </a:rPr>
              <a:t>物理层</a:t>
            </a:r>
            <a:r>
              <a:rPr lang="zh-CN" altLang="en-US" sz="2000" b="1" dirty="0">
                <a:latin typeface="微软雅黑" pitchFamily="34" charset="-122"/>
                <a:ea typeface="微软雅黑" pitchFamily="34" charset="-122"/>
              </a:rPr>
              <a:t>使用的三个频段</a:t>
            </a:r>
          </a:p>
        </p:txBody>
      </p:sp>
      <p:sp>
        <p:nvSpPr>
          <p:cNvPr id="6" name="Rectangle 46"/>
          <p:cNvSpPr>
            <a:spLocks noChangeArrowheads="1"/>
          </p:cNvSpPr>
          <p:nvPr/>
        </p:nvSpPr>
        <p:spPr bwMode="auto">
          <a:xfrm>
            <a:off x="517853" y="3060935"/>
            <a:ext cx="8380820" cy="938719"/>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 </a:t>
            </a:r>
            <a:r>
              <a:rPr lang="en-US" altLang="zh-CN" sz="2000" b="1" dirty="0">
                <a:solidFill>
                  <a:srgbClr val="C00000"/>
                </a:solidFill>
                <a:latin typeface="微软雅黑" pitchFamily="34" charset="-122"/>
                <a:ea typeface="微软雅黑" pitchFamily="34" charset="-122"/>
              </a:rPr>
              <a:t>MAC </a:t>
            </a:r>
            <a:r>
              <a:rPr lang="zh-CN" altLang="en-US" sz="2000" b="1" dirty="0">
                <a:solidFill>
                  <a:srgbClr val="C00000"/>
                </a:solidFill>
                <a:latin typeface="微软雅黑" pitchFamily="34" charset="-122"/>
                <a:ea typeface="微软雅黑" pitchFamily="34" charset="-122"/>
              </a:rPr>
              <a:t>层</a:t>
            </a:r>
            <a:r>
              <a:rPr lang="zh-CN" altLang="en-US" sz="2000" b="1" dirty="0">
                <a:latin typeface="微软雅黑" pitchFamily="34" charset="-122"/>
                <a:ea typeface="微软雅黑" pitchFamily="34" charset="-122"/>
              </a:rPr>
              <a:t>主要沿用 </a:t>
            </a:r>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无线局域网标准的 </a:t>
            </a:r>
            <a:r>
              <a:rPr lang="en-US" altLang="zh-CN" sz="2000" b="1" dirty="0">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协议。</a:t>
            </a: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在</a:t>
            </a:r>
            <a:r>
              <a:rPr lang="zh-CN" altLang="en-US" sz="2000" b="1" dirty="0">
                <a:solidFill>
                  <a:srgbClr val="C00000"/>
                </a:solidFill>
                <a:latin typeface="微软雅黑" pitchFamily="34" charset="-122"/>
                <a:ea typeface="微软雅黑" pitchFamily="34" charset="-122"/>
              </a:rPr>
              <a:t>网络层</a:t>
            </a:r>
            <a:r>
              <a:rPr lang="zh-CN" altLang="en-US"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ZigBee</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可采用</a:t>
            </a:r>
            <a:r>
              <a:rPr lang="zh-CN" altLang="en-US" sz="2000" b="1" dirty="0">
                <a:solidFill>
                  <a:srgbClr val="0000FF"/>
                </a:solidFill>
                <a:latin typeface="微软雅黑" pitchFamily="34" charset="-122"/>
                <a:ea typeface="微软雅黑" pitchFamily="34" charset="-122"/>
              </a:rPr>
              <a:t>星形</a:t>
            </a:r>
            <a:r>
              <a:rPr lang="zh-CN" altLang="en-US" sz="2000" b="1" dirty="0">
                <a:latin typeface="微软雅黑" pitchFamily="34" charset="-122"/>
                <a:ea typeface="微软雅黑" pitchFamily="34" charset="-122"/>
              </a:rPr>
              <a:t>和</a:t>
            </a:r>
            <a:r>
              <a:rPr lang="zh-CN" altLang="en-US" sz="2000" b="1" dirty="0">
                <a:solidFill>
                  <a:srgbClr val="0000FF"/>
                </a:solidFill>
                <a:latin typeface="微软雅黑" pitchFamily="34" charset="-122"/>
                <a:ea typeface="微软雅黑" pitchFamily="34" charset="-122"/>
              </a:rPr>
              <a:t>网状</a:t>
            </a:r>
            <a:r>
              <a:rPr lang="zh-CN" altLang="en-US" sz="2000" b="1" dirty="0">
                <a:latin typeface="微软雅黑" pitchFamily="34" charset="-122"/>
                <a:ea typeface="微软雅黑" pitchFamily="34" charset="-122"/>
              </a:rPr>
              <a:t>拓扑，或两者的组合。</a:t>
            </a:r>
          </a:p>
        </p:txBody>
      </p:sp>
      <p:graphicFrame>
        <p:nvGraphicFramePr>
          <p:cNvPr id="7" name="Group 179"/>
          <p:cNvGraphicFramePr>
            <a:graphicFrameLocks/>
          </p:cNvGraphicFramePr>
          <p:nvPr>
            <p:extLst>
              <p:ext uri="{D42A27DB-BD31-4B8C-83A1-F6EECF244321}">
                <p14:modId xmlns:p14="http://schemas.microsoft.com/office/powerpoint/2010/main" val="2618856287"/>
              </p:ext>
            </p:extLst>
          </p:nvPr>
        </p:nvGraphicFramePr>
        <p:xfrm>
          <a:off x="534781" y="1486104"/>
          <a:ext cx="8100000" cy="1502616"/>
        </p:xfrm>
        <a:graphic>
          <a:graphicData uri="http://schemas.openxmlformats.org/drawingml/2006/table">
            <a:tbl>
              <a:tblPr/>
              <a:tblGrid>
                <a:gridCol w="2700000">
                  <a:extLst>
                    <a:ext uri="{9D8B030D-6E8A-4147-A177-3AD203B41FA5}">
                      <a16:colId xmlns:a16="http://schemas.microsoft.com/office/drawing/2014/main" val="20000"/>
                    </a:ext>
                  </a:extLst>
                </a:gridCol>
                <a:gridCol w="2700000">
                  <a:extLst>
                    <a:ext uri="{9D8B030D-6E8A-4147-A177-3AD203B41FA5}">
                      <a16:colId xmlns:a16="http://schemas.microsoft.com/office/drawing/2014/main" val="20001"/>
                    </a:ext>
                  </a:extLst>
                </a:gridCol>
                <a:gridCol w="2700000">
                  <a:extLst>
                    <a:ext uri="{9D8B030D-6E8A-4147-A177-3AD203B41FA5}">
                      <a16:colId xmlns:a16="http://schemas.microsoft.com/office/drawing/2014/main" val="20002"/>
                    </a:ext>
                  </a:extLst>
                </a:gridCol>
              </a:tblGrid>
              <a:tr h="375654">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频段</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数据率</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信道数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extLst>
                  <a:ext uri="{0D108BD9-81ED-4DB2-BD59-A6C34878D82A}">
                    <a16:rowId xmlns:a16="http://schemas.microsoft.com/office/drawing/2014/main" val="10000"/>
                  </a:ext>
                </a:extLst>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2.4 GHz</a:t>
                      </a:r>
                      <a:r>
                        <a:rPr lang="zh-CN" sz="1600" b="1" dirty="0">
                          <a:solidFill>
                            <a:schemeClr val="tx1"/>
                          </a:solidFill>
                          <a:effectLst/>
                          <a:latin typeface="微软雅黑" panose="020B0503020204020204" pitchFamily="34" charset="-122"/>
                          <a:ea typeface="微软雅黑" panose="020B0503020204020204" pitchFamily="34" charset="-122"/>
                        </a:rPr>
                        <a:t>（全球）</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250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16</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915 MHz</a:t>
                      </a:r>
                      <a:r>
                        <a:rPr lang="zh-CN" sz="1600" b="1" dirty="0">
                          <a:solidFill>
                            <a:schemeClr val="tx1"/>
                          </a:solidFill>
                          <a:effectLst/>
                          <a:latin typeface="微软雅黑" panose="020B0503020204020204" pitchFamily="34" charset="-122"/>
                          <a:ea typeface="微软雅黑" panose="020B0503020204020204" pitchFamily="34" charset="-122"/>
                        </a:rPr>
                        <a:t>（美国）</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40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10</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extLst>
                  <a:ext uri="{0D108BD9-81ED-4DB2-BD59-A6C34878D82A}">
                    <a16:rowId xmlns:a16="http://schemas.microsoft.com/office/drawing/2014/main" val="10002"/>
                  </a:ext>
                </a:extLst>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868 MHz</a:t>
                      </a:r>
                      <a:r>
                        <a:rPr lang="zh-CN" sz="1600" b="1" dirty="0">
                          <a:solidFill>
                            <a:schemeClr val="tx1"/>
                          </a:solidFill>
                          <a:effectLst/>
                          <a:latin typeface="微软雅黑" panose="020B0503020204020204" pitchFamily="34" charset="-122"/>
                          <a:ea typeface="微软雅黑" panose="020B0503020204020204" pitchFamily="34" charset="-122"/>
                        </a:rPr>
                        <a:t>（欧洲）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1524300889"/>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517853" y="62027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 name="矩形 4"/>
          <p:cNvSpPr>
            <a:spLocks noChangeArrowheads="1"/>
          </p:cNvSpPr>
          <p:nvPr/>
        </p:nvSpPr>
        <p:spPr bwMode="auto">
          <a:xfrm>
            <a:off x="635844" y="570444"/>
            <a:ext cx="24288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的组网方式</a:t>
            </a:r>
            <a:endParaRPr lang="en-US" altLang="zh-CN" sz="2000" b="1" dirty="0">
              <a:latin typeface="微软雅黑" pitchFamily="34" charset="-122"/>
              <a:ea typeface="微软雅黑" pitchFamily="34" charset="-122"/>
            </a:endParaRPr>
          </a:p>
        </p:txBody>
      </p:sp>
      <p:sp>
        <p:nvSpPr>
          <p:cNvPr id="6" name="Rectangle 46"/>
          <p:cNvSpPr>
            <a:spLocks noChangeArrowheads="1"/>
          </p:cNvSpPr>
          <p:nvPr/>
        </p:nvSpPr>
        <p:spPr bwMode="auto">
          <a:xfrm>
            <a:off x="517853" y="939034"/>
            <a:ext cx="8264197" cy="3731599"/>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600"/>
              </a:lnSpc>
              <a:buClr>
                <a:srgbClr val="0070C0"/>
              </a:buClr>
              <a:buFont typeface="Wingdings" panose="05000000000000000000" pitchFamily="2" charset="2"/>
              <a:buChar char="l"/>
            </a:pPr>
            <a:r>
              <a:rPr lang="zh-CN" altLang="en-US" b="1" dirty="0">
                <a:latin typeface="微软雅黑" pitchFamily="34" charset="-122"/>
                <a:ea typeface="微软雅黑" pitchFamily="34" charset="-122"/>
              </a:rPr>
              <a:t>一个 </a:t>
            </a:r>
            <a:r>
              <a:rPr lang="en-US" altLang="zh-CN" b="1" dirty="0" err="1">
                <a:latin typeface="微软雅黑" pitchFamily="34" charset="-122"/>
                <a:ea typeface="微软雅黑" pitchFamily="34" charset="-122"/>
              </a:rPr>
              <a:t>ZigBee</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网络最多可以有 </a:t>
            </a:r>
            <a:r>
              <a:rPr lang="en-US" altLang="zh-CN" b="1" dirty="0">
                <a:latin typeface="微软雅黑" pitchFamily="34" charset="-122"/>
                <a:ea typeface="微软雅黑" pitchFamily="34" charset="-122"/>
              </a:rPr>
              <a:t>255 </a:t>
            </a:r>
            <a:r>
              <a:rPr lang="zh-CN" altLang="en-US" b="1" dirty="0">
                <a:latin typeface="微软雅黑" pitchFamily="34" charset="-122"/>
                <a:ea typeface="微软雅黑" pitchFamily="34" charset="-122"/>
              </a:rPr>
              <a:t>个节点。</a:t>
            </a:r>
          </a:p>
          <a:p>
            <a:pPr marL="342900" indent="-342900" eaLnBrk="0" hangingPunct="0">
              <a:lnSpc>
                <a:spcPts val="2600"/>
              </a:lnSpc>
              <a:buClr>
                <a:srgbClr val="0070C0"/>
              </a:buClr>
              <a:buFont typeface="Wingdings" panose="05000000000000000000" pitchFamily="2" charset="2"/>
              <a:buChar char="l"/>
            </a:pPr>
            <a:r>
              <a:rPr lang="zh-CN" altLang="en-US" b="1" dirty="0">
                <a:latin typeface="微软雅黑" pitchFamily="34" charset="-122"/>
                <a:ea typeface="微软雅黑" pitchFamily="34" charset="-122"/>
              </a:rPr>
              <a:t>节点按功能的强弱可划分为</a:t>
            </a:r>
            <a:r>
              <a:rPr lang="zh-CN" altLang="en-US" b="1" dirty="0">
                <a:solidFill>
                  <a:srgbClr val="C00000"/>
                </a:solidFill>
                <a:latin typeface="微软雅黑" pitchFamily="34" charset="-122"/>
                <a:ea typeface="微软雅黑" pitchFamily="34" charset="-122"/>
              </a:rPr>
              <a:t>两大类：</a:t>
            </a:r>
          </a:p>
          <a:p>
            <a:pPr marL="714375" indent="-374650" eaLnBrk="0" hangingPunct="0">
              <a:lnSpc>
                <a:spcPts val="26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全功能设备 </a:t>
            </a:r>
            <a:r>
              <a:rPr lang="en-US" altLang="zh-CN" b="1" dirty="0">
                <a:latin typeface="微软雅黑" pitchFamily="34" charset="-122"/>
                <a:ea typeface="微软雅黑" pitchFamily="34" charset="-122"/>
              </a:rPr>
              <a:t>FFD (Full-Function Device)</a:t>
            </a: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具备</a:t>
            </a:r>
            <a:r>
              <a:rPr lang="zh-CN" altLang="en-US" b="1" dirty="0">
                <a:solidFill>
                  <a:srgbClr val="C00000"/>
                </a:solidFill>
                <a:latin typeface="微软雅黑" pitchFamily="34" charset="-122"/>
                <a:ea typeface="微软雅黑" pitchFamily="34" charset="-122"/>
              </a:rPr>
              <a:t>控制器</a:t>
            </a:r>
            <a:r>
              <a:rPr lang="en-US" altLang="zh-CN" b="1" dirty="0">
                <a:latin typeface="微软雅黑" pitchFamily="34" charset="-122"/>
                <a:ea typeface="微软雅黑" pitchFamily="34" charset="-122"/>
              </a:rPr>
              <a:t>(Controller)</a:t>
            </a:r>
            <a:r>
              <a:rPr lang="zh-CN" altLang="en-US" b="1" dirty="0">
                <a:latin typeface="微软雅黑" pitchFamily="34" charset="-122"/>
                <a:ea typeface="微软雅黑" pitchFamily="34" charset="-122"/>
              </a:rPr>
              <a:t>的功能，能够提供数据交换功能，是</a:t>
            </a:r>
            <a:r>
              <a:rPr lang="en-US" altLang="zh-CN" b="1" dirty="0">
                <a:latin typeface="微软雅黑" pitchFamily="34" charset="-122"/>
                <a:ea typeface="微软雅黑" pitchFamily="34" charset="-122"/>
              </a:rPr>
              <a:t>ZigBee</a:t>
            </a:r>
            <a:r>
              <a:rPr lang="zh-CN" altLang="en-US" b="1" dirty="0">
                <a:latin typeface="微软雅黑" pitchFamily="34" charset="-122"/>
                <a:ea typeface="微软雅黑" pitchFamily="34" charset="-122"/>
              </a:rPr>
              <a:t>网络中的路由器。</a:t>
            </a:r>
            <a:endParaRPr lang="en-US" altLang="zh-CN" b="1" dirty="0">
              <a:latin typeface="微软雅黑" pitchFamily="34" charset="-122"/>
              <a:ea typeface="微软雅黑" pitchFamily="34" charset="-122"/>
            </a:endParaRP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可充当网络</a:t>
            </a:r>
            <a:r>
              <a:rPr lang="zh-CN" altLang="en-US" b="1" dirty="0">
                <a:solidFill>
                  <a:srgbClr val="C00000"/>
                </a:solidFill>
                <a:latin typeface="微软雅黑" pitchFamily="34" charset="-122"/>
                <a:ea typeface="微软雅黑" pitchFamily="34" charset="-122"/>
              </a:rPr>
              <a:t>协调器</a:t>
            </a:r>
            <a:r>
              <a:rPr lang="en-US" altLang="zh-CN" b="1" dirty="0">
                <a:latin typeface="微软雅黑" pitchFamily="34" charset="-122"/>
                <a:ea typeface="微软雅黑" pitchFamily="34" charset="-122"/>
              </a:rPr>
              <a:t>(coordinator)</a:t>
            </a:r>
            <a:r>
              <a:rPr lang="zh-CN" altLang="en-US" b="1" dirty="0">
                <a:latin typeface="微软雅黑" pitchFamily="34" charset="-122"/>
                <a:ea typeface="微软雅黑" pitchFamily="34" charset="-122"/>
              </a:rPr>
              <a:t>，负责维护整个</a:t>
            </a:r>
            <a:r>
              <a:rPr lang="en-US" altLang="zh-CN" b="1" dirty="0">
                <a:latin typeface="微软雅黑" pitchFamily="34" charset="-122"/>
                <a:ea typeface="微软雅黑" pitchFamily="34" charset="-122"/>
              </a:rPr>
              <a:t>ZigBee</a:t>
            </a:r>
            <a:r>
              <a:rPr lang="zh-CN" altLang="en-US" b="1" dirty="0">
                <a:latin typeface="微软雅黑" pitchFamily="34" charset="-122"/>
                <a:ea typeface="微软雅黑" pitchFamily="34" charset="-122"/>
              </a:rPr>
              <a:t>网络的节点信息，同时还可以与其他</a:t>
            </a:r>
            <a:r>
              <a:rPr lang="en-US" altLang="zh-CN" b="1" dirty="0">
                <a:latin typeface="微软雅黑" pitchFamily="34" charset="-122"/>
                <a:ea typeface="微软雅黑" pitchFamily="34" charset="-122"/>
              </a:rPr>
              <a:t>ZigBee</a:t>
            </a:r>
            <a:r>
              <a:rPr lang="zh-CN" altLang="en-US" b="1" dirty="0">
                <a:latin typeface="微软雅黑" pitchFamily="34" charset="-122"/>
                <a:ea typeface="微软雅黑" pitchFamily="34" charset="-122"/>
              </a:rPr>
              <a:t>网络的协调器交换数据。</a:t>
            </a:r>
            <a:endParaRPr lang="zh-CN" altLang="en-US" b="1" dirty="0">
              <a:solidFill>
                <a:srgbClr val="C00000"/>
              </a:solidFill>
              <a:latin typeface="微软雅黑" pitchFamily="34" charset="-122"/>
              <a:ea typeface="微软雅黑" pitchFamily="34" charset="-122"/>
            </a:endParaRPr>
          </a:p>
          <a:p>
            <a:pPr marL="714375" indent="-374650" eaLnBrk="0" hangingPunct="0">
              <a:lnSpc>
                <a:spcPts val="2600"/>
              </a:lnSpc>
              <a:buClr>
                <a:srgbClr val="7030A0"/>
              </a:buClr>
              <a:buFont typeface="+mj-lt"/>
              <a:buAutoNum type="arabicPeriod" startAt="2"/>
            </a:pPr>
            <a:r>
              <a:rPr lang="zh-CN" altLang="en-US" b="1" dirty="0">
                <a:solidFill>
                  <a:srgbClr val="0000FF"/>
                </a:solidFill>
                <a:latin typeface="微软雅黑" pitchFamily="34" charset="-122"/>
                <a:ea typeface="微软雅黑" pitchFamily="34" charset="-122"/>
              </a:rPr>
              <a:t>精简功能设备 </a:t>
            </a:r>
            <a:r>
              <a:rPr lang="en-US" altLang="zh-CN" b="1" dirty="0">
                <a:latin typeface="微软雅黑" pitchFamily="34" charset="-122"/>
                <a:ea typeface="微软雅黑" pitchFamily="34" charset="-122"/>
              </a:rPr>
              <a:t>RFD (Reduced-Function Device) </a:t>
            </a: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是 </a:t>
            </a:r>
            <a:r>
              <a:rPr lang="en-US" altLang="zh-CN" b="1" dirty="0" err="1">
                <a:latin typeface="微软雅黑" pitchFamily="34" charset="-122"/>
                <a:ea typeface="微软雅黑" pitchFamily="34" charset="-122"/>
              </a:rPr>
              <a:t>ZigBee</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网络中数量最多的</a:t>
            </a:r>
            <a:r>
              <a:rPr lang="zh-CN" altLang="en-US" b="1" dirty="0">
                <a:solidFill>
                  <a:srgbClr val="C00000"/>
                </a:solidFill>
                <a:latin typeface="微软雅黑" pitchFamily="34" charset="-122"/>
                <a:ea typeface="微软雅黑" pitchFamily="34" charset="-122"/>
              </a:rPr>
              <a:t>端设备。</a:t>
            </a: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电路简单，存储容量较小，因而成本较低。</a:t>
            </a:r>
          </a:p>
          <a:p>
            <a:pPr marL="1260000" indent="-457200" eaLnBrk="0" hangingPunct="0">
              <a:lnSpc>
                <a:spcPts val="2600"/>
              </a:lnSpc>
              <a:buClr>
                <a:srgbClr val="000099"/>
              </a:buClr>
              <a:buFont typeface="+mj-ea"/>
              <a:buAutoNum type="circleNumDbPlain"/>
            </a:pPr>
            <a:r>
              <a:rPr lang="en-US" altLang="zh-CN" b="1" dirty="0">
                <a:latin typeface="微软雅黑" pitchFamily="34" charset="-122"/>
                <a:ea typeface="微软雅黑" pitchFamily="34" charset="-122"/>
              </a:rPr>
              <a:t>RFD </a:t>
            </a:r>
            <a:r>
              <a:rPr lang="zh-CN" altLang="en-US" b="1" dirty="0">
                <a:latin typeface="微软雅黑" pitchFamily="34" charset="-122"/>
                <a:ea typeface="微软雅黑" pitchFamily="34" charset="-122"/>
              </a:rPr>
              <a:t>节点</a:t>
            </a:r>
            <a:r>
              <a:rPr lang="zh-CN" altLang="en-US" b="1" dirty="0">
                <a:solidFill>
                  <a:srgbClr val="C00000"/>
                </a:solidFill>
                <a:latin typeface="微软雅黑" pitchFamily="34" charset="-122"/>
                <a:ea typeface="微软雅黑" pitchFamily="34" charset="-122"/>
              </a:rPr>
              <a:t>只能</a:t>
            </a:r>
            <a:r>
              <a:rPr lang="zh-CN" altLang="en-US" b="1" dirty="0">
                <a:latin typeface="微软雅黑" pitchFamily="34" charset="-122"/>
                <a:ea typeface="微软雅黑" pitchFamily="34" charset="-122"/>
              </a:rPr>
              <a:t>与处在该星形网中心的 </a:t>
            </a:r>
            <a:r>
              <a:rPr lang="en-US" altLang="zh-CN" b="1" dirty="0">
                <a:latin typeface="微软雅黑" pitchFamily="34" charset="-122"/>
                <a:ea typeface="微软雅黑" pitchFamily="34" charset="-122"/>
              </a:rPr>
              <a:t>FFD </a:t>
            </a:r>
            <a:r>
              <a:rPr lang="zh-CN" altLang="en-US" b="1" dirty="0">
                <a:latin typeface="微软雅黑" pitchFamily="34" charset="-122"/>
                <a:ea typeface="微软雅黑" pitchFamily="34" charset="-122"/>
              </a:rPr>
              <a:t>节点交换数据。</a:t>
            </a:r>
          </a:p>
        </p:txBody>
      </p:sp>
    </p:spTree>
    <p:extLst>
      <p:ext uri="{BB962C8B-B14F-4D97-AF65-F5344CB8AC3E}">
        <p14:creationId xmlns:p14="http://schemas.microsoft.com/office/powerpoint/2010/main" val="3992835067"/>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圆角矩形 3"/>
          <p:cNvSpPr/>
          <p:nvPr/>
        </p:nvSpPr>
        <p:spPr>
          <a:xfrm>
            <a:off x="517852" y="986320"/>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solidFill>
                <a:schemeClr val="tx1"/>
              </a:solidFill>
            </a:endParaRPr>
          </a:p>
        </p:txBody>
      </p:sp>
      <p:sp>
        <p:nvSpPr>
          <p:cNvPr id="5" name="矩形 4"/>
          <p:cNvSpPr/>
          <p:nvPr/>
        </p:nvSpPr>
        <p:spPr>
          <a:xfrm>
            <a:off x="637984" y="570462"/>
            <a:ext cx="2428870" cy="400110"/>
          </a:xfrm>
          <a:prstGeom prst="rect">
            <a:avLst/>
          </a:prstGeom>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的组网方式</a:t>
            </a:r>
          </a:p>
        </p:txBody>
      </p:sp>
      <p:sp>
        <p:nvSpPr>
          <p:cNvPr id="2" name="矩形 1"/>
          <p:cNvSpPr/>
          <p:nvPr/>
        </p:nvSpPr>
        <p:spPr>
          <a:xfrm>
            <a:off x="1614154" y="1045038"/>
            <a:ext cx="5941251" cy="656590"/>
          </a:xfrm>
          <a:prstGeom prst="rect">
            <a:avLst/>
          </a:prstGeom>
          <a:solidFill>
            <a:srgbClr val="FFFFCC"/>
          </a:solidFill>
          <a:ln>
            <a:noFill/>
          </a:ln>
        </p:spPr>
        <p:txBody>
          <a:bodyPr wrap="square">
            <a:spAutoFit/>
          </a:bodyPr>
          <a:lstStyle/>
          <a:p>
            <a:pPr algn="ctr">
              <a:lnSpc>
                <a:spcPts val="2200"/>
              </a:lnSpc>
            </a:pPr>
            <a:r>
              <a:rPr lang="zh-CN" altLang="en-US" sz="1600" b="1" dirty="0">
                <a:latin typeface="微软雅黑" pitchFamily="34" charset="-122"/>
                <a:ea typeface="微软雅黑" pitchFamily="34" charset="-122"/>
              </a:rPr>
              <a:t>有一个全功能设备 </a:t>
            </a:r>
            <a:r>
              <a:rPr lang="en-US" altLang="zh-CN" sz="1600" b="1" dirty="0">
                <a:latin typeface="微软雅黑" pitchFamily="34" charset="-122"/>
                <a:ea typeface="微软雅黑" pitchFamily="34" charset="-122"/>
              </a:rPr>
              <a:t>FFD </a:t>
            </a:r>
            <a:r>
              <a:rPr lang="zh-CN" altLang="en-US" sz="1600" b="1" dirty="0">
                <a:latin typeface="微软雅黑" pitchFamily="34" charset="-122"/>
                <a:ea typeface="微软雅黑" pitchFamily="34" charset="-122"/>
              </a:rPr>
              <a:t>充当网络的</a:t>
            </a:r>
            <a:r>
              <a:rPr lang="zh-CN" altLang="en-US" sz="1600" b="1" dirty="0">
                <a:solidFill>
                  <a:srgbClr val="0000FF"/>
                </a:solidFill>
                <a:latin typeface="微软雅黑" pitchFamily="34" charset="-122"/>
                <a:ea typeface="微软雅黑" pitchFamily="34" charset="-122"/>
              </a:rPr>
              <a:t>协调器</a:t>
            </a:r>
            <a:r>
              <a:rPr lang="zh-CN" altLang="en-US" sz="1600" b="1" dirty="0">
                <a:latin typeface="微软雅黑" pitchFamily="34" charset="-122"/>
                <a:ea typeface="微软雅黑" pitchFamily="34" charset="-122"/>
              </a:rPr>
              <a:t>。</a:t>
            </a:r>
          </a:p>
          <a:p>
            <a:pPr algn="ctr">
              <a:lnSpc>
                <a:spcPts val="2200"/>
              </a:lnSpc>
            </a:pP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网络中</a:t>
            </a:r>
            <a:r>
              <a:rPr lang="zh-CN" altLang="en-US" sz="1600" b="1" dirty="0">
                <a:solidFill>
                  <a:srgbClr val="0000FF"/>
                </a:solidFill>
                <a:latin typeface="微软雅黑" pitchFamily="34" charset="-122"/>
                <a:ea typeface="微软雅黑" pitchFamily="34" charset="-122"/>
              </a:rPr>
              <a:t>数量最多</a:t>
            </a:r>
            <a:r>
              <a:rPr lang="zh-CN" altLang="en-US" sz="1600" b="1" dirty="0">
                <a:latin typeface="微软雅黑" pitchFamily="34" charset="-122"/>
                <a:ea typeface="微软雅黑" pitchFamily="34" charset="-122"/>
              </a:rPr>
              <a:t>的端设备是精简功能设备 </a:t>
            </a:r>
            <a:r>
              <a:rPr lang="en-US" altLang="zh-CN" sz="1600" b="1" dirty="0">
                <a:latin typeface="微软雅黑" pitchFamily="34" charset="-122"/>
                <a:ea typeface="微软雅黑" pitchFamily="34" charset="-122"/>
              </a:rPr>
              <a:t>RFD </a:t>
            </a:r>
            <a:r>
              <a:rPr lang="zh-CN" altLang="en-US" sz="1600" b="1" dirty="0">
                <a:latin typeface="微软雅黑" pitchFamily="34" charset="-122"/>
                <a:ea typeface="微软雅黑" pitchFamily="34" charset="-122"/>
              </a:rPr>
              <a:t>节点。 </a:t>
            </a:r>
          </a:p>
        </p:txBody>
      </p:sp>
      <p:sp>
        <p:nvSpPr>
          <p:cNvPr id="6" name="Oval 5"/>
          <p:cNvSpPr>
            <a:spLocks noChangeArrowheads="1"/>
          </p:cNvSpPr>
          <p:nvPr/>
        </p:nvSpPr>
        <p:spPr bwMode="auto">
          <a:xfrm>
            <a:off x="2741840" y="1996395"/>
            <a:ext cx="145060" cy="136010"/>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Oval 6"/>
          <p:cNvSpPr>
            <a:spLocks noChangeArrowheads="1"/>
          </p:cNvSpPr>
          <p:nvPr/>
        </p:nvSpPr>
        <p:spPr bwMode="auto">
          <a:xfrm>
            <a:off x="7151876" y="3970119"/>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 name="Oval 7"/>
          <p:cNvSpPr>
            <a:spLocks noChangeArrowheads="1"/>
          </p:cNvSpPr>
          <p:nvPr/>
        </p:nvSpPr>
        <p:spPr bwMode="auto">
          <a:xfrm>
            <a:off x="5790508" y="3820354"/>
            <a:ext cx="145060"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 name="Oval 8"/>
          <p:cNvSpPr>
            <a:spLocks noChangeArrowheads="1"/>
          </p:cNvSpPr>
          <p:nvPr/>
        </p:nvSpPr>
        <p:spPr bwMode="auto">
          <a:xfrm>
            <a:off x="7362544" y="3172056"/>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 name="Oval 9"/>
          <p:cNvSpPr>
            <a:spLocks noChangeArrowheads="1"/>
          </p:cNvSpPr>
          <p:nvPr/>
        </p:nvSpPr>
        <p:spPr bwMode="auto">
          <a:xfrm>
            <a:off x="6430005" y="2879932"/>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 name="Oval 10"/>
          <p:cNvSpPr>
            <a:spLocks noChangeArrowheads="1"/>
          </p:cNvSpPr>
          <p:nvPr/>
        </p:nvSpPr>
        <p:spPr bwMode="auto">
          <a:xfrm>
            <a:off x="1787966" y="2125001"/>
            <a:ext cx="146201" cy="137064"/>
          </a:xfrm>
          <a:prstGeom prst="ellipse">
            <a:avLst/>
          </a:prstGeom>
          <a:solidFill>
            <a:srgbClr val="0000FF"/>
          </a:solidFill>
          <a:ln w="9525">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2" name="Oval 11"/>
          <p:cNvSpPr>
            <a:spLocks noChangeArrowheads="1"/>
          </p:cNvSpPr>
          <p:nvPr/>
        </p:nvSpPr>
        <p:spPr bwMode="auto">
          <a:xfrm>
            <a:off x="1655607" y="2812454"/>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 name="Oval 12"/>
          <p:cNvSpPr>
            <a:spLocks noChangeArrowheads="1"/>
          </p:cNvSpPr>
          <p:nvPr/>
        </p:nvSpPr>
        <p:spPr bwMode="auto">
          <a:xfrm>
            <a:off x="2307803" y="3357548"/>
            <a:ext cx="145060"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Oval 13"/>
          <p:cNvSpPr>
            <a:spLocks noChangeArrowheads="1"/>
          </p:cNvSpPr>
          <p:nvPr/>
        </p:nvSpPr>
        <p:spPr bwMode="auto">
          <a:xfrm>
            <a:off x="3525254" y="2732277"/>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Oval 14"/>
          <p:cNvSpPr>
            <a:spLocks noChangeArrowheads="1"/>
          </p:cNvSpPr>
          <p:nvPr/>
        </p:nvSpPr>
        <p:spPr bwMode="auto">
          <a:xfrm>
            <a:off x="2451721" y="2541489"/>
            <a:ext cx="651054" cy="273073"/>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16" name="Oval 15"/>
          <p:cNvSpPr>
            <a:spLocks noChangeArrowheads="1"/>
          </p:cNvSpPr>
          <p:nvPr/>
        </p:nvSpPr>
        <p:spPr bwMode="auto">
          <a:xfrm>
            <a:off x="3608770" y="3902641"/>
            <a:ext cx="651054" cy="273074"/>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17" name="Oval 16"/>
          <p:cNvSpPr>
            <a:spLocks noChangeArrowheads="1"/>
          </p:cNvSpPr>
          <p:nvPr/>
        </p:nvSpPr>
        <p:spPr bwMode="auto">
          <a:xfrm>
            <a:off x="5346056" y="2404425"/>
            <a:ext cx="649912" cy="273073"/>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18" name="Oval 17"/>
          <p:cNvSpPr>
            <a:spLocks noChangeArrowheads="1"/>
          </p:cNvSpPr>
          <p:nvPr/>
        </p:nvSpPr>
        <p:spPr bwMode="auto">
          <a:xfrm>
            <a:off x="4042806" y="1859332"/>
            <a:ext cx="651054" cy="273074"/>
          </a:xfrm>
          <a:prstGeom prst="ellipse">
            <a:avLst/>
          </a:prstGeom>
          <a:solidFill>
            <a:srgbClr val="99FF99"/>
          </a:solidFill>
          <a:ln w="6350">
            <a:solidFill>
              <a:schemeClr val="tx1"/>
            </a:solidFill>
            <a:round/>
            <a:headEnd/>
            <a:tailEnd/>
          </a:ln>
          <a:effectLst/>
        </p:spPr>
        <p:txBody>
          <a:bodyPr wrap="none" anchor="ctr"/>
          <a:lstStyle/>
          <a:p>
            <a:pPr algn="ctr"/>
            <a:r>
              <a:rPr lang="en-US" altLang="zh-CN" sz="1600" b="1" dirty="0">
                <a:latin typeface="微软雅黑" panose="020B0503020204020204" pitchFamily="34" charset="-122"/>
                <a:ea typeface="微软雅黑" panose="020B0503020204020204" pitchFamily="34" charset="-122"/>
              </a:rPr>
              <a:t>FFD</a:t>
            </a:r>
          </a:p>
        </p:txBody>
      </p:sp>
      <p:sp>
        <p:nvSpPr>
          <p:cNvPr id="19" name="Oval 18"/>
          <p:cNvSpPr>
            <a:spLocks noChangeArrowheads="1"/>
          </p:cNvSpPr>
          <p:nvPr/>
        </p:nvSpPr>
        <p:spPr bwMode="auto">
          <a:xfrm>
            <a:off x="6212987" y="3425025"/>
            <a:ext cx="649912" cy="27307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20" name="Line 19"/>
          <p:cNvSpPr>
            <a:spLocks noChangeShapeType="1"/>
          </p:cNvSpPr>
          <p:nvPr/>
        </p:nvSpPr>
        <p:spPr bwMode="auto">
          <a:xfrm flipH="1">
            <a:off x="3906884" y="2131351"/>
            <a:ext cx="426041" cy="1084915"/>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20"/>
          <p:cNvSpPr>
            <a:spLocks noChangeShapeType="1"/>
          </p:cNvSpPr>
          <p:nvPr/>
        </p:nvSpPr>
        <p:spPr bwMode="auto">
          <a:xfrm>
            <a:off x="2918880" y="2821943"/>
            <a:ext cx="761848" cy="433333"/>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Line 21"/>
          <p:cNvSpPr>
            <a:spLocks noChangeShapeType="1"/>
          </p:cNvSpPr>
          <p:nvPr/>
        </p:nvSpPr>
        <p:spPr bwMode="auto">
          <a:xfrm>
            <a:off x="4621901" y="2063874"/>
            <a:ext cx="794972" cy="408030"/>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Line 22"/>
          <p:cNvSpPr>
            <a:spLocks noChangeShapeType="1"/>
          </p:cNvSpPr>
          <p:nvPr/>
        </p:nvSpPr>
        <p:spPr bwMode="auto">
          <a:xfrm flipH="1">
            <a:off x="4098774" y="2623727"/>
            <a:ext cx="1300967" cy="666342"/>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 name="Line 23"/>
          <p:cNvSpPr>
            <a:spLocks noChangeShapeType="1"/>
          </p:cNvSpPr>
          <p:nvPr/>
        </p:nvSpPr>
        <p:spPr bwMode="auto">
          <a:xfrm>
            <a:off x="3893178" y="3523079"/>
            <a:ext cx="9137" cy="370073"/>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flipH="1" flipV="1">
            <a:off x="4211852" y="3375471"/>
            <a:ext cx="566532" cy="101217"/>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1927450" y="2236785"/>
            <a:ext cx="575669" cy="35953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3125619" y="2710183"/>
            <a:ext cx="378069" cy="7064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flipH="1">
            <a:off x="2774964" y="2139786"/>
            <a:ext cx="29697" cy="39854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 name="Line 28"/>
          <p:cNvSpPr>
            <a:spLocks noChangeShapeType="1"/>
          </p:cNvSpPr>
          <p:nvPr/>
        </p:nvSpPr>
        <p:spPr bwMode="auto">
          <a:xfrm flipV="1">
            <a:off x="1800667" y="2744976"/>
            <a:ext cx="651054" cy="134955"/>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 name="Line 29"/>
          <p:cNvSpPr>
            <a:spLocks noChangeShapeType="1"/>
          </p:cNvSpPr>
          <p:nvPr/>
        </p:nvSpPr>
        <p:spPr bwMode="auto">
          <a:xfrm flipH="1">
            <a:off x="6849193" y="3272145"/>
            <a:ext cx="515133" cy="22352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 name="Line 30"/>
          <p:cNvSpPr>
            <a:spLocks noChangeShapeType="1"/>
          </p:cNvSpPr>
          <p:nvPr/>
        </p:nvSpPr>
        <p:spPr bwMode="auto">
          <a:xfrm>
            <a:off x="6499679" y="3016996"/>
            <a:ext cx="28555" cy="41541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flipH="1">
            <a:off x="2422023" y="2807183"/>
            <a:ext cx="229583" cy="54193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a:off x="6716697" y="3680175"/>
            <a:ext cx="451169" cy="31103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4" name="Line 33"/>
          <p:cNvSpPr>
            <a:spLocks noChangeShapeType="1"/>
          </p:cNvSpPr>
          <p:nvPr/>
        </p:nvSpPr>
        <p:spPr bwMode="auto">
          <a:xfrm flipH="1">
            <a:off x="5928579" y="3677012"/>
            <a:ext cx="373500" cy="182401"/>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Text Box 34"/>
          <p:cNvSpPr txBox="1">
            <a:spLocks noChangeArrowheads="1"/>
          </p:cNvSpPr>
          <p:nvPr/>
        </p:nvSpPr>
        <p:spPr bwMode="auto">
          <a:xfrm>
            <a:off x="2902890" y="1737027"/>
            <a:ext cx="603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latin typeface="微软雅黑" panose="020B0503020204020204" pitchFamily="34" charset="-122"/>
                <a:ea typeface="微软雅黑" panose="020B0503020204020204" pitchFamily="34" charset="-122"/>
              </a:rPr>
              <a:t>RFD</a:t>
            </a:r>
          </a:p>
        </p:txBody>
      </p:sp>
      <p:sp>
        <p:nvSpPr>
          <p:cNvPr id="36" name="Text Box 35"/>
          <p:cNvSpPr txBox="1">
            <a:spLocks noChangeArrowheads="1"/>
          </p:cNvSpPr>
          <p:nvPr/>
        </p:nvSpPr>
        <p:spPr bwMode="auto">
          <a:xfrm>
            <a:off x="2197010" y="1712779"/>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latin typeface="微软雅黑" panose="020B0503020204020204" pitchFamily="34" charset="-122"/>
                <a:ea typeface="微软雅黑" panose="020B0503020204020204" pitchFamily="34" charset="-122"/>
              </a:rPr>
              <a:t>端设备</a:t>
            </a:r>
          </a:p>
        </p:txBody>
      </p:sp>
      <p:sp>
        <p:nvSpPr>
          <p:cNvPr id="37" name="Text Box 36"/>
          <p:cNvSpPr txBox="1">
            <a:spLocks noChangeArrowheads="1"/>
          </p:cNvSpPr>
          <p:nvPr/>
        </p:nvSpPr>
        <p:spPr bwMode="auto">
          <a:xfrm>
            <a:off x="2838927" y="2294773"/>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路由器</a:t>
            </a:r>
          </a:p>
        </p:txBody>
      </p:sp>
      <p:sp>
        <p:nvSpPr>
          <p:cNvPr id="38" name="Oval 37"/>
          <p:cNvSpPr>
            <a:spLocks noChangeArrowheads="1"/>
          </p:cNvSpPr>
          <p:nvPr/>
        </p:nvSpPr>
        <p:spPr bwMode="auto">
          <a:xfrm>
            <a:off x="4766961" y="3356493"/>
            <a:ext cx="649912" cy="273074"/>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39" name="Line 38"/>
          <p:cNvSpPr>
            <a:spLocks noChangeShapeType="1"/>
          </p:cNvSpPr>
          <p:nvPr/>
        </p:nvSpPr>
        <p:spPr bwMode="auto">
          <a:xfrm flipH="1" flipV="1">
            <a:off x="5414589" y="3516752"/>
            <a:ext cx="815531" cy="13707"/>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39"/>
          <p:cNvSpPr>
            <a:spLocks noChangeShapeType="1"/>
          </p:cNvSpPr>
          <p:nvPr/>
        </p:nvSpPr>
        <p:spPr bwMode="auto">
          <a:xfrm flipH="1">
            <a:off x="4247260" y="3623241"/>
            <a:ext cx="770986" cy="360584"/>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Oval 40"/>
          <p:cNvSpPr>
            <a:spLocks noChangeArrowheads="1"/>
          </p:cNvSpPr>
          <p:nvPr/>
        </p:nvSpPr>
        <p:spPr bwMode="auto">
          <a:xfrm>
            <a:off x="3537954" y="3221538"/>
            <a:ext cx="649912" cy="273074"/>
          </a:xfrm>
          <a:prstGeom prst="ellipse">
            <a:avLst/>
          </a:prstGeom>
          <a:solidFill>
            <a:srgbClr val="FFFF00"/>
          </a:solidFill>
          <a:ln w="190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42" name="Text Box 41"/>
          <p:cNvSpPr txBox="1">
            <a:spLocks noChangeArrowheads="1"/>
          </p:cNvSpPr>
          <p:nvPr/>
        </p:nvSpPr>
        <p:spPr bwMode="auto">
          <a:xfrm>
            <a:off x="2747551" y="3201506"/>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协调器</a:t>
            </a:r>
          </a:p>
        </p:txBody>
      </p:sp>
      <p:sp>
        <p:nvSpPr>
          <p:cNvPr id="44" name="文本框 43">
            <a:extLst>
              <a:ext uri="{FF2B5EF4-FFF2-40B4-BE49-F238E27FC236}">
                <a16:creationId xmlns:a16="http://schemas.microsoft.com/office/drawing/2014/main" id="{6D329E95-DF7C-EBE7-4036-CD0438C14914}"/>
              </a:ext>
            </a:extLst>
          </p:cNvPr>
          <p:cNvSpPr txBox="1"/>
          <p:nvPr/>
        </p:nvSpPr>
        <p:spPr>
          <a:xfrm>
            <a:off x="893894" y="4265726"/>
            <a:ext cx="7381769" cy="346633"/>
          </a:xfrm>
          <a:prstGeom prst="rect">
            <a:avLst/>
          </a:prstGeom>
          <a:noFill/>
          <a:ln>
            <a:noFill/>
          </a:ln>
        </p:spPr>
        <p:txBody>
          <a:bodyPr wrap="square">
            <a:spAutoFit/>
          </a:bodyPr>
          <a:lstStyle>
            <a:defPPr>
              <a:defRPr lang="zh-CN"/>
            </a:defPPr>
            <a:lvl1pPr algn="ctr">
              <a:lnSpc>
                <a:spcPts val="2200"/>
              </a:lnSpc>
              <a:defRPr sz="1600" b="1">
                <a:latin typeface="微软雅黑" pitchFamily="34" charset="-122"/>
                <a:ea typeface="微软雅黑" pitchFamily="34" charset="-122"/>
              </a:defRPr>
            </a:lvl1pPr>
          </a:lstStyle>
          <a:p>
            <a:r>
              <a:rPr lang="zh-CN" altLang="en-US" sz="1400" dirty="0"/>
              <a:t>通过各网络协调器的相互通信，可以得到覆盖更大范围、超过</a:t>
            </a:r>
            <a:r>
              <a:rPr lang="en-US" altLang="zh-CN" sz="1400" dirty="0"/>
              <a:t>65000</a:t>
            </a:r>
            <a:r>
              <a:rPr lang="zh-CN" altLang="en-US" sz="1400" dirty="0"/>
              <a:t>个节点的</a:t>
            </a:r>
            <a:r>
              <a:rPr lang="en-US" altLang="zh-CN" sz="1400" dirty="0"/>
              <a:t>ZigBee</a:t>
            </a:r>
            <a:r>
              <a:rPr lang="zh-CN" altLang="en-US" sz="1400" dirty="0"/>
              <a:t>网络。</a:t>
            </a:r>
          </a:p>
        </p:txBody>
      </p:sp>
    </p:spTree>
    <p:extLst>
      <p:ext uri="{BB962C8B-B14F-4D97-AF65-F5344CB8AC3E}">
        <p14:creationId xmlns:p14="http://schemas.microsoft.com/office/powerpoint/2010/main" val="219557592"/>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74411"/>
            <a:ext cx="8372854" cy="29749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zh-CN" altLang="en-US" b="1" dirty="0">
                <a:latin typeface="微软雅黑" pitchFamily="34" charset="-122"/>
                <a:ea typeface="微软雅黑" pitchFamily="34" charset="-122"/>
              </a:rPr>
              <a:t>用于在</a:t>
            </a:r>
            <a:r>
              <a:rPr lang="zh-CN" altLang="en-US" b="1" dirty="0">
                <a:solidFill>
                  <a:srgbClr val="C00000"/>
                </a:solidFill>
                <a:latin typeface="微软雅黑" pitchFamily="34" charset="-122"/>
                <a:ea typeface="微软雅黑" pitchFamily="34" charset="-122"/>
              </a:rPr>
              <a:t>便携式多媒体装置</a:t>
            </a:r>
            <a:r>
              <a:rPr lang="zh-CN" altLang="en-US" b="1" dirty="0">
                <a:latin typeface="微软雅黑" pitchFamily="34" charset="-122"/>
                <a:ea typeface="微软雅黑" pitchFamily="34" charset="-122"/>
              </a:rPr>
              <a:t>之间传送数据，支持</a:t>
            </a:r>
            <a:r>
              <a:rPr lang="en-US" altLang="zh-CN" b="1" dirty="0">
                <a:latin typeface="微软雅黑" pitchFamily="34" charset="-122"/>
                <a:ea typeface="微软雅黑" pitchFamily="34" charset="-122"/>
              </a:rPr>
              <a:t>11 ~ 55 Mbit/s </a:t>
            </a:r>
            <a:r>
              <a:rPr lang="zh-CN" altLang="en-US" b="1" dirty="0">
                <a:latin typeface="微软雅黑" pitchFamily="34" charset="-122"/>
                <a:ea typeface="微软雅黑" pitchFamily="34" charset="-122"/>
              </a:rPr>
              <a:t>的数据率，标准是 </a:t>
            </a:r>
            <a:r>
              <a:rPr lang="en-US" altLang="zh-CN" b="1" dirty="0">
                <a:latin typeface="微软雅黑" pitchFamily="34" charset="-122"/>
                <a:ea typeface="微软雅黑" pitchFamily="34" charset="-122"/>
              </a:rPr>
              <a:t>802.15.3</a:t>
            </a:r>
            <a:r>
              <a:rPr lang="zh-CN" altLang="en-US" b="1" dirty="0">
                <a:latin typeface="微软雅黑" pitchFamily="34" charset="-122"/>
                <a:ea typeface="微软雅黑" pitchFamily="34" charset="-122"/>
              </a:rPr>
              <a:t>。</a:t>
            </a:r>
          </a:p>
          <a:p>
            <a:pPr marL="342900" indent="-342900" eaLnBrk="0" hangingPunct="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IEEE 802.15.3a </a:t>
            </a:r>
            <a:r>
              <a:rPr lang="zh-CN" altLang="en-US" b="1" dirty="0">
                <a:latin typeface="微软雅黑" pitchFamily="34" charset="-122"/>
                <a:ea typeface="微软雅黑" pitchFamily="34" charset="-122"/>
              </a:rPr>
              <a:t>工作组还提出了更高数据率的物理层标准的</a:t>
            </a:r>
            <a:r>
              <a:rPr lang="zh-CN" altLang="en-US" b="1" dirty="0">
                <a:solidFill>
                  <a:srgbClr val="C00000"/>
                </a:solidFill>
                <a:latin typeface="微软雅黑" pitchFamily="34" charset="-122"/>
                <a:ea typeface="微软雅黑" pitchFamily="34" charset="-122"/>
              </a:rPr>
              <a:t>超高速</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WPAN</a:t>
            </a:r>
            <a:r>
              <a:rPr lang="zh-CN" altLang="en-US" b="1" dirty="0">
                <a:latin typeface="微软雅黑" pitchFamily="34" charset="-122"/>
                <a:ea typeface="微软雅黑" pitchFamily="34" charset="-122"/>
              </a:rPr>
              <a:t>，使用</a:t>
            </a:r>
            <a:r>
              <a:rPr lang="zh-CN" altLang="en-US" b="1" dirty="0">
                <a:solidFill>
                  <a:srgbClr val="C00000"/>
                </a:solidFill>
                <a:latin typeface="微软雅黑" pitchFamily="34" charset="-122"/>
                <a:ea typeface="微软雅黑" pitchFamily="34" charset="-122"/>
              </a:rPr>
              <a:t>超宽带 </a:t>
            </a:r>
            <a:r>
              <a:rPr lang="en-US" altLang="zh-CN" b="1" dirty="0">
                <a:solidFill>
                  <a:srgbClr val="C00000"/>
                </a:solidFill>
                <a:latin typeface="微软雅黑" pitchFamily="34" charset="-122"/>
                <a:ea typeface="微软雅黑" pitchFamily="34" charset="-122"/>
              </a:rPr>
              <a:t>UWB (Ultra-Wide Band) </a:t>
            </a:r>
            <a:r>
              <a:rPr lang="zh-CN" altLang="en-US" b="1" dirty="0">
                <a:latin typeface="微软雅黑" pitchFamily="34" charset="-122"/>
                <a:ea typeface="微软雅黑" pitchFamily="34" charset="-122"/>
              </a:rPr>
              <a:t>技术：</a:t>
            </a:r>
          </a:p>
          <a:p>
            <a:pPr marL="717550" lvl="1" indent="-342900" eaLnBrk="0" hangingPunct="0">
              <a:lnSpc>
                <a:spcPts val="3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工作在 </a:t>
            </a:r>
            <a:r>
              <a:rPr lang="en-US" altLang="zh-CN" b="1" dirty="0">
                <a:latin typeface="微软雅黑" pitchFamily="34" charset="-122"/>
                <a:ea typeface="微软雅黑" pitchFamily="34" charset="-122"/>
              </a:rPr>
              <a:t>3.1 ~ 10.6 GHz </a:t>
            </a:r>
            <a:r>
              <a:rPr lang="zh-CN" altLang="en-US" b="1" dirty="0">
                <a:latin typeface="微软雅黑" pitchFamily="34" charset="-122"/>
                <a:ea typeface="微软雅黑" pitchFamily="34" charset="-122"/>
              </a:rPr>
              <a:t>微波频段，有非常高的信道带宽。</a:t>
            </a:r>
            <a:endParaRPr lang="en-US" altLang="zh-CN"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可支持 </a:t>
            </a:r>
            <a:r>
              <a:rPr lang="en-US" altLang="zh-CN" b="1" dirty="0">
                <a:latin typeface="微软雅黑" pitchFamily="34" charset="-122"/>
                <a:ea typeface="微软雅黑" pitchFamily="34" charset="-122"/>
              </a:rPr>
              <a:t>100 ~ 400 Mbit/s </a:t>
            </a:r>
            <a:r>
              <a:rPr lang="zh-CN" altLang="en-US" b="1" dirty="0">
                <a:latin typeface="微软雅黑" pitchFamily="34" charset="-122"/>
                <a:ea typeface="微软雅黑" pitchFamily="34" charset="-122"/>
              </a:rPr>
              <a:t>的数据率。</a:t>
            </a:r>
            <a:endParaRPr lang="en-US" altLang="zh-CN"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由于各方无法就物理层标准达成一致意见，</a:t>
            </a:r>
            <a:r>
              <a:rPr lang="en-US" altLang="zh-CN" b="1" dirty="0">
                <a:latin typeface="微软雅黑" pitchFamily="34" charset="-122"/>
                <a:ea typeface="微软雅黑" pitchFamily="34" charset="-122"/>
              </a:rPr>
              <a:t>2006</a:t>
            </a:r>
            <a:r>
              <a:rPr lang="zh-CN" altLang="en-US" b="1" dirty="0">
                <a:latin typeface="微软雅黑" pitchFamily="34" charset="-122"/>
                <a:ea typeface="微软雅黑" pitchFamily="34" charset="-122"/>
              </a:rPr>
              <a:t>年</a:t>
            </a:r>
            <a:r>
              <a:rPr lang="en-US" altLang="zh-CN" b="1" dirty="0">
                <a:latin typeface="微软雅黑" pitchFamily="34" charset="-122"/>
                <a:ea typeface="微软雅黑" pitchFamily="34" charset="-122"/>
              </a:rPr>
              <a:t>1</a:t>
            </a:r>
            <a:r>
              <a:rPr lang="zh-CN" altLang="en-US" b="1" dirty="0">
                <a:latin typeface="微软雅黑" pitchFamily="34" charset="-122"/>
                <a:ea typeface="微软雅黑" pitchFamily="34" charset="-122"/>
              </a:rPr>
              <a:t>月，</a:t>
            </a:r>
            <a:r>
              <a:rPr lang="en-US" altLang="zh-CN" b="1" dirty="0">
                <a:latin typeface="微软雅黑" pitchFamily="34" charset="-122"/>
                <a:ea typeface="微软雅黑" pitchFamily="34" charset="-122"/>
              </a:rPr>
              <a:t>IEEE 802.15.3a</a:t>
            </a:r>
            <a:r>
              <a:rPr lang="zh-CN" altLang="en-US" b="1" dirty="0">
                <a:latin typeface="微软雅黑" pitchFamily="34" charset="-122"/>
                <a:ea typeface="微软雅黑" pitchFamily="34" charset="-122"/>
              </a:rPr>
              <a:t>项目最终被终止。</a:t>
            </a:r>
          </a:p>
        </p:txBody>
      </p:sp>
      <p:sp>
        <p:nvSpPr>
          <p:cNvPr id="3"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835414" y="585623"/>
            <a:ext cx="345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高速 </a:t>
            </a:r>
            <a:r>
              <a:rPr lang="en-US" altLang="zh-CN" sz="2000" b="1" dirty="0">
                <a:solidFill>
                  <a:schemeClr val="bg1"/>
                </a:solidFill>
                <a:latin typeface="微软雅黑" pitchFamily="34" charset="-122"/>
                <a:ea typeface="微软雅黑" pitchFamily="34" charset="-122"/>
              </a:rPr>
              <a:t>WPAN(HR-WPAN)</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0824319"/>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21BE85-C107-A20A-88C4-EF954199FF92}"/>
            </a:ext>
          </a:extLst>
        </p:cNvPr>
        <p:cNvGrpSpPr/>
        <p:nvPr/>
      </p:nvGrpSpPr>
      <p:grpSpPr>
        <a:xfrm>
          <a:off x="0" y="0"/>
          <a:ext cx="0" cy="0"/>
          <a:chOff x="0" y="0"/>
          <a:chExt cx="0" cy="0"/>
        </a:xfrm>
      </p:grpSpPr>
      <p:sp>
        <p:nvSpPr>
          <p:cNvPr id="2" name="Rectangle 46">
            <a:extLst>
              <a:ext uri="{FF2B5EF4-FFF2-40B4-BE49-F238E27FC236}">
                <a16:creationId xmlns:a16="http://schemas.microsoft.com/office/drawing/2014/main" id="{0C8F28BE-0F5F-56E9-A8AF-EDF57237A55C}"/>
              </a:ext>
            </a:extLst>
          </p:cNvPr>
          <p:cNvSpPr>
            <a:spLocks noChangeArrowheads="1"/>
          </p:cNvSpPr>
          <p:nvPr/>
        </p:nvSpPr>
        <p:spPr bwMode="auto">
          <a:xfrm>
            <a:off x="536196" y="974411"/>
            <a:ext cx="8372854" cy="352320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IEEE 802.15.6</a:t>
            </a:r>
            <a:r>
              <a:rPr lang="zh-CN" altLang="en-US" b="1" dirty="0">
                <a:latin typeface="微软雅黑" pitchFamily="34" charset="-122"/>
                <a:ea typeface="微软雅黑" pitchFamily="34" charset="-122"/>
              </a:rPr>
              <a:t>是专为人体周围或内部的短距离、低功耗无线通信而设计的国际标准。</a:t>
            </a:r>
            <a:endParaRPr lang="en-US" altLang="zh-CN" b="1" dirty="0">
              <a:latin typeface="微软雅黑" pitchFamily="34" charset="-122"/>
              <a:ea typeface="微软雅黑" pitchFamily="34" charset="-122"/>
            </a:endParaRPr>
          </a:p>
          <a:p>
            <a:pPr marL="342900" indent="-342900" eaLnBrk="0" hangingPunct="0">
              <a:lnSpc>
                <a:spcPts val="27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人体区域网</a:t>
            </a:r>
            <a:r>
              <a:rPr lang="en-US" altLang="zh-CN" b="1" dirty="0">
                <a:solidFill>
                  <a:srgbClr val="C00000"/>
                </a:solidFill>
                <a:latin typeface="微软雅黑" pitchFamily="34" charset="-122"/>
                <a:ea typeface="微软雅黑" pitchFamily="34" charset="-122"/>
              </a:rPr>
              <a:t>BAN </a:t>
            </a:r>
            <a:r>
              <a:rPr lang="en-US" altLang="zh-CN" b="1" dirty="0">
                <a:latin typeface="微软雅黑" pitchFamily="34" charset="-122"/>
                <a:ea typeface="微软雅黑" pitchFamily="34" charset="-122"/>
              </a:rPr>
              <a:t>(Body Area Network) </a:t>
            </a:r>
            <a:r>
              <a:rPr lang="zh-CN" altLang="en-US" b="1" dirty="0">
                <a:latin typeface="微软雅黑" pitchFamily="34" charset="-122"/>
                <a:ea typeface="微软雅黑" pitchFamily="34" charset="-122"/>
              </a:rPr>
              <a:t>或</a:t>
            </a:r>
            <a:r>
              <a:rPr lang="zh-CN" altLang="en-US" b="1" dirty="0">
                <a:solidFill>
                  <a:srgbClr val="C00000"/>
                </a:solidFill>
                <a:latin typeface="微软雅黑" pitchFamily="34" charset="-122"/>
                <a:ea typeface="微软雅黑" pitchFamily="34" charset="-122"/>
              </a:rPr>
              <a:t>身体传感器网</a:t>
            </a:r>
            <a:r>
              <a:rPr lang="en-US" altLang="zh-CN" b="1" dirty="0">
                <a:solidFill>
                  <a:srgbClr val="C00000"/>
                </a:solidFill>
                <a:latin typeface="微软雅黑" pitchFamily="34" charset="-122"/>
                <a:ea typeface="微软雅黑" pitchFamily="34" charset="-122"/>
              </a:rPr>
              <a:t>BSN </a:t>
            </a:r>
            <a:r>
              <a:rPr lang="en-US" altLang="zh-CN" b="1" dirty="0">
                <a:latin typeface="微软雅黑" pitchFamily="34" charset="-122"/>
                <a:ea typeface="微软雅黑" pitchFamily="34" charset="-122"/>
              </a:rPr>
              <a:t>(Body Sensor Network)</a:t>
            </a:r>
            <a:r>
              <a:rPr lang="zh-CN" altLang="en-US" b="1" dirty="0">
                <a:latin typeface="微软雅黑" pitchFamily="34" charset="-122"/>
                <a:ea typeface="微软雅黑" pitchFamily="34" charset="-122"/>
              </a:rPr>
              <a:t>，是一种特殊类型的无线传感器网，设计用于在人体周围或内部运行。人体区域网</a:t>
            </a:r>
            <a:r>
              <a:rPr lang="en-US" altLang="zh-CN" b="1" dirty="0">
                <a:latin typeface="微软雅黑" pitchFamily="34" charset="-122"/>
                <a:ea typeface="微软雅黑" pitchFamily="34" charset="-122"/>
              </a:rPr>
              <a:t>BAN</a:t>
            </a:r>
            <a:r>
              <a:rPr lang="zh-CN" altLang="en-US" b="1" dirty="0">
                <a:latin typeface="微软雅黑" pitchFamily="34" charset="-122"/>
                <a:ea typeface="微软雅黑" pitchFamily="34" charset="-122"/>
              </a:rPr>
              <a:t>实际上可以被视为医疗物联网</a:t>
            </a:r>
            <a:r>
              <a:rPr lang="en-US" altLang="zh-CN" b="1" dirty="0">
                <a:latin typeface="微软雅黑" pitchFamily="34" charset="-122"/>
                <a:ea typeface="微软雅黑" pitchFamily="34" charset="-122"/>
              </a:rPr>
              <a:t>IoMT (Internet of Medical Things)</a:t>
            </a:r>
            <a:r>
              <a:rPr lang="zh-CN" altLang="en-US" b="1" dirty="0">
                <a:latin typeface="微软雅黑" pitchFamily="34" charset="-122"/>
                <a:ea typeface="微软雅黑" pitchFamily="34" charset="-122"/>
              </a:rPr>
              <a:t>的一个子集或组成部分。</a:t>
            </a:r>
            <a:endParaRPr lang="en-US" altLang="zh-CN" b="1" dirty="0">
              <a:latin typeface="微软雅黑" pitchFamily="34" charset="-122"/>
              <a:ea typeface="微软雅黑" pitchFamily="34" charset="-122"/>
            </a:endParaRPr>
          </a:p>
          <a:p>
            <a:pPr marL="342900" indent="-342900" eaLnBrk="0" hangingPunct="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IEEE 802.15.6-2012</a:t>
            </a:r>
            <a:r>
              <a:rPr lang="zh-CN" altLang="en-US" b="1" dirty="0">
                <a:latin typeface="微软雅黑" pitchFamily="34" charset="-122"/>
                <a:ea typeface="微软雅黑" pitchFamily="34" charset="-122"/>
              </a:rPr>
              <a:t>标准定义了短距人体局域网络，能够在</a:t>
            </a:r>
            <a:r>
              <a:rPr lang="en-US" altLang="zh-CN" b="1" dirty="0">
                <a:latin typeface="微软雅黑" pitchFamily="34" charset="-122"/>
                <a:ea typeface="微软雅黑" pitchFamily="34" charset="-122"/>
              </a:rPr>
              <a:t>3 m</a:t>
            </a:r>
            <a:r>
              <a:rPr lang="zh-CN" altLang="en-US" b="1" dirty="0">
                <a:latin typeface="微软雅黑" pitchFamily="34" charset="-122"/>
                <a:ea typeface="微软雅黑" pitchFamily="34" charset="-122"/>
              </a:rPr>
              <a:t>范围内提供</a:t>
            </a:r>
            <a:r>
              <a:rPr lang="en-US" altLang="zh-CN" b="1" dirty="0">
                <a:latin typeface="微软雅黑" pitchFamily="34" charset="-122"/>
                <a:ea typeface="微软雅黑" pitchFamily="34" charset="-122"/>
              </a:rPr>
              <a:t>10 Mbit/s</a:t>
            </a:r>
            <a:r>
              <a:rPr lang="zh-CN" altLang="en-US" b="1" dirty="0">
                <a:latin typeface="微软雅黑" pitchFamily="34" charset="-122"/>
                <a:ea typeface="微软雅黑" pitchFamily="34" charset="-122"/>
              </a:rPr>
              <a:t>的传输率，并提供比低功耗蓝牙更稳定的链接和抗干扰能力。</a:t>
            </a:r>
            <a:endParaRPr lang="en-US" altLang="zh-CN" b="1" dirty="0">
              <a:latin typeface="微软雅黑" pitchFamily="34" charset="-122"/>
              <a:ea typeface="微软雅黑" pitchFamily="34" charset="-122"/>
            </a:endParaRPr>
          </a:p>
          <a:p>
            <a:pPr marL="342900" indent="-342900" eaLnBrk="0" hangingPunct="0">
              <a:lnSpc>
                <a:spcPts val="2700"/>
              </a:lnSpc>
              <a:buClr>
                <a:srgbClr val="0070C0"/>
              </a:buClr>
              <a:buFont typeface="Wingdings" pitchFamily="2" charset="2"/>
              <a:buChar char="l"/>
            </a:pPr>
            <a:r>
              <a:rPr lang="zh-CN" altLang="en-US" b="1" dirty="0">
                <a:latin typeface="微软雅黑" pitchFamily="34" charset="-122"/>
                <a:ea typeface="微软雅黑" pitchFamily="34" charset="-122"/>
              </a:rPr>
              <a:t>人体区域网由许多传感单元组成。这些传感单元必须是</a:t>
            </a:r>
            <a:r>
              <a:rPr lang="zh-CN" altLang="en-US" b="1" dirty="0">
                <a:solidFill>
                  <a:srgbClr val="0000FF"/>
                </a:solidFill>
                <a:latin typeface="微软雅黑" pitchFamily="34" charset="-122"/>
                <a:ea typeface="微软雅黑" pitchFamily="34" charset="-122"/>
              </a:rPr>
              <a:t>低功耗</a:t>
            </a:r>
            <a:r>
              <a:rPr lang="zh-CN" altLang="en-US" b="1" dirty="0">
                <a:latin typeface="微软雅黑" pitchFamily="34" charset="-122"/>
                <a:ea typeface="微软雅黑" pitchFamily="34" charset="-122"/>
              </a:rPr>
              <a:t>、</a:t>
            </a:r>
            <a:r>
              <a:rPr lang="zh-CN" altLang="en-US" b="1" dirty="0">
                <a:solidFill>
                  <a:srgbClr val="0000FF"/>
                </a:solidFill>
                <a:latin typeface="微软雅黑" pitchFamily="34" charset="-122"/>
                <a:ea typeface="微软雅黑" pitchFamily="34" charset="-122"/>
              </a:rPr>
              <a:t>体积小且轻便</a:t>
            </a:r>
            <a:r>
              <a:rPr lang="zh-CN" altLang="en-US" b="1" dirty="0">
                <a:latin typeface="微软雅黑" pitchFamily="34" charset="-122"/>
                <a:ea typeface="微软雅黑" pitchFamily="34" charset="-122"/>
              </a:rPr>
              <a:t>，</a:t>
            </a:r>
            <a:r>
              <a:rPr lang="zh-CN" altLang="en-US" b="1" dirty="0">
                <a:solidFill>
                  <a:srgbClr val="0000FF"/>
                </a:solidFill>
                <a:latin typeface="微软雅黑" pitchFamily="34" charset="-122"/>
                <a:ea typeface="微软雅黑" pitchFamily="34" charset="-122"/>
              </a:rPr>
              <a:t>可穿戴或可植入</a:t>
            </a:r>
            <a:r>
              <a:rPr lang="zh-CN" altLang="en-US" b="1" dirty="0">
                <a:latin typeface="微软雅黑" pitchFamily="34" charset="-122"/>
                <a:ea typeface="微软雅黑" pitchFamily="34" charset="-122"/>
              </a:rPr>
              <a:t>，并且具有</a:t>
            </a:r>
            <a:r>
              <a:rPr lang="zh-CN" altLang="en-US" b="1" dirty="0">
                <a:solidFill>
                  <a:srgbClr val="0000FF"/>
                </a:solidFill>
                <a:latin typeface="微软雅黑" pitchFamily="34" charset="-122"/>
                <a:ea typeface="微软雅黑" pitchFamily="34" charset="-122"/>
              </a:rPr>
              <a:t>很高安全性</a:t>
            </a:r>
            <a:r>
              <a:rPr lang="zh-CN" altLang="en-US" b="1" dirty="0">
                <a:latin typeface="微软雅黑" pitchFamily="34" charset="-122"/>
                <a:ea typeface="微软雅黑" pitchFamily="34" charset="-122"/>
              </a:rPr>
              <a:t>的。</a:t>
            </a:r>
          </a:p>
        </p:txBody>
      </p:sp>
      <p:sp>
        <p:nvSpPr>
          <p:cNvPr id="3" name="AutoShape 5">
            <a:extLst>
              <a:ext uri="{FF2B5EF4-FFF2-40B4-BE49-F238E27FC236}">
                <a16:creationId xmlns:a16="http://schemas.microsoft.com/office/drawing/2014/main" id="{3FAA4BE7-E647-78CD-CD09-F23E6C8380D7}"/>
              </a:ext>
            </a:extLst>
          </p:cNvPr>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a:extLst>
              <a:ext uri="{FF2B5EF4-FFF2-40B4-BE49-F238E27FC236}">
                <a16:creationId xmlns:a16="http://schemas.microsoft.com/office/drawing/2014/main" id="{B11A52B3-EBF4-3F1A-A4B7-497DC6D7C936}"/>
              </a:ext>
            </a:extLst>
          </p:cNvPr>
          <p:cNvSpPr>
            <a:spLocks noChangeArrowheads="1"/>
          </p:cNvSpPr>
          <p:nvPr/>
        </p:nvSpPr>
        <p:spPr bwMode="auto">
          <a:xfrm>
            <a:off x="3676894" y="585623"/>
            <a:ext cx="177644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人体区域网</a:t>
            </a:r>
          </a:p>
        </p:txBody>
      </p:sp>
    </p:spTree>
    <p:extLst>
      <p:ext uri="{BB962C8B-B14F-4D97-AF65-F5344CB8AC3E}">
        <p14:creationId xmlns:p14="http://schemas.microsoft.com/office/powerpoint/2010/main" val="373748129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a:extLst>
              <a:ext uri="{FF2B5EF4-FFF2-40B4-BE49-F238E27FC236}">
                <a16:creationId xmlns:a16="http://schemas.microsoft.com/office/drawing/2014/main" id="{03D785B7-1A3F-B731-0DE4-6C4BE877D8C3}"/>
              </a:ext>
            </a:extLst>
          </p:cNvPr>
          <p:cNvSpPr>
            <a:spLocks noChangeArrowheads="1"/>
          </p:cNvSpPr>
          <p:nvPr/>
        </p:nvSpPr>
        <p:spPr bwMode="auto">
          <a:xfrm>
            <a:off x="2697502" y="246132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3" name="Rectangle 9"/>
          <p:cNvSpPr>
            <a:spLocks noChangeArrowheads="1"/>
          </p:cNvSpPr>
          <p:nvPr/>
        </p:nvSpPr>
        <p:spPr bwMode="auto">
          <a:xfrm>
            <a:off x="2697502" y="124633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4" name="Rectangle 10"/>
          <p:cNvSpPr>
            <a:spLocks noChangeArrowheads="1"/>
          </p:cNvSpPr>
          <p:nvPr/>
        </p:nvSpPr>
        <p:spPr bwMode="auto">
          <a:xfrm>
            <a:off x="2697502" y="185276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5" name="Rectangle 27"/>
          <p:cNvSpPr>
            <a:spLocks noChangeArrowheads="1"/>
          </p:cNvSpPr>
          <p:nvPr/>
        </p:nvSpPr>
        <p:spPr bwMode="auto">
          <a:xfrm>
            <a:off x="708097" y="124633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6" name="Rectangle 29"/>
          <p:cNvSpPr>
            <a:spLocks noChangeArrowheads="1"/>
          </p:cNvSpPr>
          <p:nvPr/>
        </p:nvSpPr>
        <p:spPr bwMode="auto">
          <a:xfrm>
            <a:off x="716986" y="1341269"/>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8.3</a:t>
            </a:r>
          </a:p>
          <a:p>
            <a:pPr eaLnBrk="0" hangingPunct="0"/>
            <a:r>
              <a:rPr lang="zh-CN" altLang="en-US" sz="2000" b="1" dirty="0">
                <a:solidFill>
                  <a:schemeClr val="bg1"/>
                </a:solidFill>
                <a:latin typeface="微软雅黑" pitchFamily="34" charset="-122"/>
                <a:ea typeface="微软雅黑" pitchFamily="34" charset="-122"/>
              </a:rPr>
              <a:t>蜂窝移动通信网</a:t>
            </a:r>
            <a:endParaRPr lang="zh-CN" altLang="fr-FR" sz="2000" b="1" dirty="0">
              <a:solidFill>
                <a:schemeClr val="bg1"/>
              </a:solidFill>
              <a:latin typeface="微软雅黑" pitchFamily="34" charset="-122"/>
              <a:ea typeface="微软雅黑" pitchFamily="34" charset="-122"/>
            </a:endParaRPr>
          </a:p>
        </p:txBody>
      </p:sp>
      <p:sp>
        <p:nvSpPr>
          <p:cNvPr id="17" name="Line 16"/>
          <p:cNvSpPr>
            <a:spLocks noChangeShapeType="1"/>
          </p:cNvSpPr>
          <p:nvPr/>
        </p:nvSpPr>
        <p:spPr bwMode="auto">
          <a:xfrm>
            <a:off x="3705565" y="1174899"/>
            <a:ext cx="0" cy="1893041"/>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 name="Rectangle 8"/>
          <p:cNvSpPr>
            <a:spLocks noChangeArrowheads="1"/>
          </p:cNvSpPr>
          <p:nvPr/>
        </p:nvSpPr>
        <p:spPr bwMode="auto">
          <a:xfrm>
            <a:off x="2768941" y="992337"/>
            <a:ext cx="5703888" cy="18461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8.3.1  	                       </a:t>
            </a:r>
            <a:r>
              <a:rPr lang="zh-CN" altLang="en-US" sz="2000" b="1" dirty="0">
                <a:solidFill>
                  <a:schemeClr val="bg1"/>
                </a:solidFill>
                <a:latin typeface="微软雅黑" pitchFamily="34" charset="-122"/>
                <a:ea typeface="微软雅黑" pitchFamily="34" charset="-122"/>
              </a:rPr>
              <a:t>早期的蜂窝无线通信技术</a:t>
            </a:r>
          </a:p>
          <a:p>
            <a:pPr eaLnBrk="0" hangingPunct="0">
              <a:lnSpc>
                <a:spcPct val="200000"/>
              </a:lnSpc>
            </a:pPr>
            <a:r>
              <a:rPr lang="en-US" altLang="zh-CN" sz="2000" b="1" dirty="0">
                <a:solidFill>
                  <a:schemeClr val="bg1"/>
                </a:solidFill>
                <a:latin typeface="微软雅黑" pitchFamily="34" charset="-122"/>
                <a:ea typeface="微软雅黑" pitchFamily="34" charset="-122"/>
              </a:rPr>
              <a:t>8.3.2  		               4G </a:t>
            </a:r>
            <a:r>
              <a:rPr lang="zh-CN" altLang="en-US" sz="2000" b="1" dirty="0">
                <a:solidFill>
                  <a:schemeClr val="bg1"/>
                </a:solidFill>
                <a:latin typeface="微软雅黑" pitchFamily="34" charset="-122"/>
                <a:ea typeface="微软雅黑" pitchFamily="34" charset="-122"/>
              </a:rPr>
              <a:t>蜂窝无线通信技术</a:t>
            </a:r>
            <a:endParaRPr lang="en-US" altLang="zh-CN" sz="2000" b="1" dirty="0">
              <a:solidFill>
                <a:schemeClr val="bg1"/>
              </a:solidFill>
              <a:latin typeface="微软雅黑" pitchFamily="34" charset="-122"/>
              <a:ea typeface="微软雅黑" pitchFamily="34" charset="-122"/>
            </a:endParaRPr>
          </a:p>
          <a:p>
            <a:pPr eaLnBrk="0" hangingPunct="0">
              <a:lnSpc>
                <a:spcPct val="200000"/>
              </a:lnSpc>
            </a:pPr>
            <a:r>
              <a:rPr lang="en-US" altLang="zh-CN" sz="2000" b="1" dirty="0">
                <a:solidFill>
                  <a:schemeClr val="bg1"/>
                </a:solidFill>
                <a:latin typeface="微软雅黑" pitchFamily="34" charset="-122"/>
                <a:ea typeface="微软雅黑" pitchFamily="34" charset="-122"/>
              </a:rPr>
              <a:t>8.3.3  		               5G </a:t>
            </a:r>
            <a:r>
              <a:rPr lang="zh-CN" altLang="en-US" sz="2000" b="1" dirty="0">
                <a:solidFill>
                  <a:schemeClr val="bg1"/>
                </a:solidFill>
                <a:latin typeface="微软雅黑" pitchFamily="34" charset="-122"/>
                <a:ea typeface="微软雅黑" pitchFamily="34" charset="-122"/>
              </a:rPr>
              <a:t>蜂窝无线通信技术</a:t>
            </a:r>
          </a:p>
        </p:txBody>
      </p:sp>
    </p:spTree>
    <p:extLst>
      <p:ext uri="{BB962C8B-B14F-4D97-AF65-F5344CB8AC3E}">
        <p14:creationId xmlns:p14="http://schemas.microsoft.com/office/powerpoint/2010/main" val="2789859535"/>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706939"/>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1956988" y="681475"/>
            <a:ext cx="52556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solidFill>
                  <a:schemeClr val="bg1"/>
                </a:solidFill>
                <a:latin typeface="微软雅黑" pitchFamily="34" charset="-122"/>
                <a:ea typeface="微软雅黑" pitchFamily="34" charset="-122"/>
              </a:rPr>
              <a:t>8.3.1  </a:t>
            </a:r>
            <a:r>
              <a:rPr lang="zh-CN" altLang="en-US" sz="2400" b="1" dirty="0">
                <a:solidFill>
                  <a:schemeClr val="bg1"/>
                </a:solidFill>
                <a:latin typeface="微软雅黑" pitchFamily="34" charset="-122"/>
                <a:ea typeface="微软雅黑" pitchFamily="34" charset="-122"/>
              </a:rPr>
              <a:t>早期的蜂窝无线通信技术</a:t>
            </a:r>
          </a:p>
        </p:txBody>
      </p:sp>
      <p:sp>
        <p:nvSpPr>
          <p:cNvPr id="4" name="Rectangle 46"/>
          <p:cNvSpPr>
            <a:spLocks noChangeArrowheads="1"/>
          </p:cNvSpPr>
          <p:nvPr/>
        </p:nvSpPr>
        <p:spPr bwMode="auto">
          <a:xfrm>
            <a:off x="511896" y="1131085"/>
            <a:ext cx="8129016" cy="313496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移动通信的种类很多，如蜂窝移动通信、卫星移动通信、集群移动通信、无绳电话通信等，但目前使用最多的是蜂窝移动通信，它又称为</a:t>
            </a:r>
            <a:r>
              <a:rPr lang="zh-CN" altLang="en-US" sz="2000" b="1" dirty="0">
                <a:solidFill>
                  <a:srgbClr val="0000FF"/>
                </a:solidFill>
                <a:latin typeface="微软雅黑" pitchFamily="34" charset="-122"/>
                <a:ea typeface="微软雅黑" pitchFamily="34" charset="-122"/>
              </a:rPr>
              <a:t>小区制</a:t>
            </a:r>
            <a:r>
              <a:rPr lang="zh-CN" altLang="en-US" sz="2000" b="1" dirty="0">
                <a:latin typeface="微软雅黑" pitchFamily="34" charset="-122"/>
                <a:ea typeface="微软雅黑" pitchFamily="34" charset="-122"/>
              </a:rPr>
              <a:t>移动通信。</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蜂窝移动网络的发展非常迅速，其信号的</a:t>
            </a:r>
            <a:r>
              <a:rPr lang="zh-CN" altLang="en-US" sz="2000" b="1" dirty="0">
                <a:solidFill>
                  <a:srgbClr val="C00000"/>
                </a:solidFill>
                <a:latin typeface="微软雅黑" pitchFamily="34" charset="-122"/>
                <a:ea typeface="微软雅黑" pitchFamily="34" charset="-122"/>
              </a:rPr>
              <a:t>覆盖面</a:t>
            </a:r>
            <a:r>
              <a:rPr lang="zh-CN" altLang="en-US" sz="2000" b="1" dirty="0">
                <a:latin typeface="微软雅黑" pitchFamily="34" charset="-122"/>
                <a:ea typeface="微软雅黑" pitchFamily="34" charset="-122"/>
              </a:rPr>
              <a:t>已远远超过 </a:t>
            </a:r>
            <a:r>
              <a:rPr lang="en-US" altLang="zh-CN" sz="2000" b="1" dirty="0">
                <a:latin typeface="微软雅黑" pitchFamily="34" charset="-122"/>
                <a:ea typeface="微软雅黑" pitchFamily="34" charset="-122"/>
              </a:rPr>
              <a:t>Wi-Fi </a:t>
            </a:r>
            <a:r>
              <a:rPr lang="zh-CN" altLang="en-US" sz="2000" b="1" dirty="0">
                <a:latin typeface="微软雅黑" pitchFamily="34" charset="-122"/>
                <a:ea typeface="微软雅黑" pitchFamily="34" charset="-122"/>
              </a:rPr>
              <a:t>无线局域网的覆盖面。</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随着技术的发展，使用蜂窝无线通信进行电话通信的</a:t>
            </a:r>
            <a:r>
              <a:rPr lang="zh-CN" altLang="en-US" sz="2000" b="1" dirty="0">
                <a:solidFill>
                  <a:srgbClr val="C00000"/>
                </a:solidFill>
                <a:latin typeface="微软雅黑" pitchFamily="34" charset="-122"/>
                <a:ea typeface="微软雅黑" pitchFamily="34" charset="-122"/>
              </a:rPr>
              <a:t>手机</a:t>
            </a:r>
            <a:r>
              <a:rPr lang="zh-CN" altLang="en-US" sz="2000" b="1" dirty="0">
                <a:latin typeface="微软雅黑" pitchFamily="34" charset="-122"/>
                <a:ea typeface="微软雅黑" pitchFamily="34" charset="-122"/>
              </a:rPr>
              <a:t>已经发展成为接入到互联网最主要的用户设备。</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在移动的环境下，蜂窝无线通信网已经成为不可或缺的接入方式。</a:t>
            </a:r>
            <a:endParaRPr lang="zh-CN" altLang="en-US" sz="2000" b="1" dirty="0">
              <a:solidFill>
                <a:srgbClr val="C00000"/>
              </a:solidFill>
              <a:latin typeface="微软雅黑" pitchFamily="34" charset="-122"/>
              <a:ea typeface="微软雅黑" pitchFamily="34" charset="-122"/>
            </a:endParaRPr>
          </a:p>
        </p:txBody>
      </p:sp>
    </p:spTree>
    <p:extLst>
      <p:ext uri="{BB962C8B-B14F-4D97-AF65-F5344CB8AC3E}">
        <p14:creationId xmlns:p14="http://schemas.microsoft.com/office/powerpoint/2010/main" val="465727594"/>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0159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第一代 </a:t>
            </a:r>
            <a:r>
              <a:rPr lang="en-US" altLang="zh-CN" sz="2000" b="1" dirty="0">
                <a:latin typeface="微软雅黑" pitchFamily="34" charset="-122"/>
                <a:ea typeface="微软雅黑" pitchFamily="34" charset="-122"/>
              </a:rPr>
              <a:t>(1G) </a:t>
            </a:r>
            <a:r>
              <a:rPr lang="zh-CN" altLang="en-US" sz="2000" b="1" dirty="0">
                <a:latin typeface="微软雅黑" pitchFamily="34" charset="-122"/>
                <a:ea typeface="微软雅黑" pitchFamily="34" charset="-122"/>
              </a:rPr>
              <a:t>蜂窝移动通信系统</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1978 </a:t>
            </a:r>
            <a:r>
              <a:rPr lang="zh-CN" altLang="en-US" sz="2000" b="1" dirty="0">
                <a:latin typeface="微软雅黑" pitchFamily="34" charset="-122"/>
                <a:ea typeface="微软雅黑" pitchFamily="34" charset="-122"/>
              </a:rPr>
              <a:t>年底问世。</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模拟技术</a:t>
            </a:r>
            <a:r>
              <a:rPr lang="zh-CN" altLang="en-US" sz="2000" b="1" dirty="0">
                <a:latin typeface="微软雅黑" pitchFamily="34" charset="-122"/>
                <a:ea typeface="微软雅黑" pitchFamily="34" charset="-122"/>
              </a:rPr>
              <a:t>和传统的</a:t>
            </a:r>
            <a:r>
              <a:rPr lang="zh-CN" altLang="en-US" sz="2000" b="1" dirty="0">
                <a:solidFill>
                  <a:srgbClr val="C00000"/>
                </a:solidFill>
                <a:latin typeface="微软雅黑" pitchFamily="34" charset="-122"/>
                <a:ea typeface="微软雅黑" pitchFamily="34" charset="-122"/>
              </a:rPr>
              <a:t>电路交换</a:t>
            </a:r>
            <a:r>
              <a:rPr lang="zh-CN" altLang="en-US" sz="2000" b="1" dirty="0">
                <a:latin typeface="微软雅黑" pitchFamily="34" charset="-122"/>
                <a:ea typeface="微软雅黑" pitchFamily="34" charset="-122"/>
              </a:rPr>
              <a:t>及</a:t>
            </a:r>
            <a:r>
              <a:rPr lang="zh-CN" altLang="en-US" sz="2000" b="1" dirty="0">
                <a:solidFill>
                  <a:srgbClr val="C00000"/>
                </a:solidFill>
                <a:latin typeface="微软雅黑" pitchFamily="34" charset="-122"/>
                <a:ea typeface="微软雅黑" pitchFamily="34" charset="-122"/>
              </a:rPr>
              <a:t>频分多址 </a:t>
            </a:r>
            <a:r>
              <a:rPr lang="en-US" altLang="zh-CN" sz="2000" b="1" dirty="0">
                <a:solidFill>
                  <a:srgbClr val="C00000"/>
                </a:solidFill>
                <a:latin typeface="微软雅黑" pitchFamily="34" charset="-122"/>
                <a:ea typeface="微软雅黑" pitchFamily="34" charset="-122"/>
              </a:rPr>
              <a:t>FDMA </a:t>
            </a:r>
            <a:r>
              <a:rPr lang="zh-CN" altLang="en-US" sz="2000" b="1" dirty="0">
                <a:latin typeface="微软雅黑" pitchFamily="34" charset="-122"/>
                <a:ea typeface="微软雅黑" pitchFamily="34" charset="-122"/>
              </a:rPr>
              <a:t>提供电话服务。</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手机相当笨重（俗称大哥大），且话音质量差。</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35693" y="585623"/>
            <a:ext cx="30588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蜂窝移动通信系统问世</a:t>
            </a:r>
          </a:p>
        </p:txBody>
      </p:sp>
    </p:spTree>
    <p:extLst>
      <p:ext uri="{BB962C8B-B14F-4D97-AF65-F5344CB8AC3E}">
        <p14:creationId xmlns:p14="http://schemas.microsoft.com/office/powerpoint/2010/main" val="4061538160"/>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3655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第二代</a:t>
            </a:r>
            <a:r>
              <a:rPr lang="zh-CN" altLang="en-US" sz="2000" b="1" dirty="0">
                <a:solidFill>
                  <a:srgbClr val="0000CC"/>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(2G) </a:t>
            </a:r>
            <a:r>
              <a:rPr lang="zh-CN" altLang="en-US" sz="2000" b="1" dirty="0">
                <a:latin typeface="微软雅黑" pitchFamily="34" charset="-122"/>
                <a:ea typeface="微软雅黑" pitchFamily="34" charset="-122"/>
              </a:rPr>
              <a:t>蜂窝移动通信系统</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1990 </a:t>
            </a:r>
            <a:r>
              <a:rPr lang="zh-CN" altLang="en-US" sz="2000" b="1" dirty="0">
                <a:latin typeface="微软雅黑" pitchFamily="34" charset="-122"/>
                <a:ea typeface="微软雅黑" pitchFamily="34" charset="-122"/>
              </a:rPr>
              <a:t>年后开始。</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solidFill>
                  <a:srgbClr val="C00000"/>
                </a:solidFill>
                <a:latin typeface="微软雅黑" pitchFamily="34" charset="-122"/>
                <a:ea typeface="微软雅黑" pitchFamily="34" charset="-122"/>
              </a:rPr>
              <a:t>基于数字技术。</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solidFill>
                  <a:srgbClr val="C00000"/>
                </a:solidFill>
                <a:latin typeface="微软雅黑" pitchFamily="34" charset="-122"/>
                <a:ea typeface="微软雅黑" pitchFamily="34" charset="-122"/>
              </a:rPr>
              <a:t>代表：</a:t>
            </a:r>
            <a:r>
              <a:rPr lang="zh-CN" altLang="en-US" sz="2000" b="1" dirty="0">
                <a:latin typeface="微软雅黑" pitchFamily="34" charset="-122"/>
                <a:ea typeface="微软雅黑" pitchFamily="34" charset="-122"/>
              </a:rPr>
              <a:t>欧洲提出的 </a:t>
            </a:r>
            <a:r>
              <a:rPr lang="en-US" altLang="zh-CN" sz="2000" b="1" dirty="0">
                <a:solidFill>
                  <a:srgbClr val="C00000"/>
                </a:solidFill>
                <a:latin typeface="微软雅黑" pitchFamily="34" charset="-122"/>
                <a:ea typeface="微软雅黑" pitchFamily="34" charset="-122"/>
              </a:rPr>
              <a:t>GSM</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系统等。</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GSM</a:t>
            </a:r>
            <a:r>
              <a:rPr lang="zh-CN" altLang="en-US" sz="2000" b="1" dirty="0">
                <a:latin typeface="微软雅黑" pitchFamily="34" charset="-122"/>
                <a:ea typeface="微软雅黑" pitchFamily="34" charset="-122"/>
              </a:rPr>
              <a:t>的数据率仅为</a:t>
            </a:r>
            <a:r>
              <a:rPr lang="en-US" altLang="zh-CN" sz="2000" b="1" dirty="0">
                <a:latin typeface="微软雅黑" pitchFamily="34" charset="-122"/>
                <a:ea typeface="微软雅黑" pitchFamily="34" charset="-122"/>
              </a:rPr>
              <a:t>9.6 kbit/s</a:t>
            </a:r>
            <a:r>
              <a:rPr lang="zh-CN" altLang="en-US" sz="2000" b="1" dirty="0">
                <a:latin typeface="微软雅黑" pitchFamily="34" charset="-122"/>
                <a:ea typeface="微软雅黑" pitchFamily="34" charset="-122"/>
              </a:rPr>
              <a:t>，早期</a:t>
            </a:r>
            <a:r>
              <a:rPr lang="zh-CN" altLang="en-US" sz="2000" b="1" dirty="0">
                <a:solidFill>
                  <a:srgbClr val="0000FF"/>
                </a:solidFill>
                <a:latin typeface="微软雅黑" pitchFamily="34" charset="-122"/>
                <a:ea typeface="微软雅黑" pitchFamily="34" charset="-122"/>
              </a:rPr>
              <a:t>以提供语音为主</a:t>
            </a:r>
            <a:r>
              <a:rPr lang="zh-CN" altLang="en-US" sz="2000" b="1" dirty="0">
                <a:latin typeface="微软雅黑" pitchFamily="34" charset="-122"/>
                <a:ea typeface="微软雅黑" pitchFamily="34" charset="-122"/>
              </a:rPr>
              <a:t>，不过可通过其信令系统提供字数不多的短信服务。</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76570" y="585623"/>
            <a:ext cx="29770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2G </a:t>
            </a:r>
            <a:r>
              <a:rPr lang="zh-CN" altLang="en-US" sz="2000" b="1" dirty="0">
                <a:solidFill>
                  <a:schemeClr val="bg1"/>
                </a:solidFill>
                <a:latin typeface="微软雅黑" pitchFamily="34" charset="-122"/>
                <a:ea typeface="微软雅黑" pitchFamily="34" charset="-122"/>
              </a:rPr>
              <a:t>蜂窝移动通信系统</a:t>
            </a:r>
          </a:p>
        </p:txBody>
      </p:sp>
    </p:spTree>
    <p:extLst>
      <p:ext uri="{BB962C8B-B14F-4D97-AF65-F5344CB8AC3E}">
        <p14:creationId xmlns:p14="http://schemas.microsoft.com/office/powerpoint/2010/main" val="384433771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84CA79-9D8A-64A3-9EBA-F8B211BED071}"/>
            </a:ext>
          </a:extLst>
        </p:cNvPr>
        <p:cNvGrpSpPr/>
        <p:nvPr/>
      </p:nvGrpSpPr>
      <p:grpSpPr>
        <a:xfrm>
          <a:off x="0" y="0"/>
          <a:ext cx="0" cy="0"/>
          <a:chOff x="0" y="0"/>
          <a:chExt cx="0" cy="0"/>
        </a:xfrm>
      </p:grpSpPr>
      <p:sp>
        <p:nvSpPr>
          <p:cNvPr id="333" name="圆角矩形 332">
            <a:extLst>
              <a:ext uri="{FF2B5EF4-FFF2-40B4-BE49-F238E27FC236}">
                <a16:creationId xmlns:a16="http://schemas.microsoft.com/office/drawing/2014/main" id="{7572BC7A-0DD6-DFD7-8C3C-4C2A67913ECE}"/>
              </a:ext>
            </a:extLst>
          </p:cNvPr>
          <p:cNvSpPr/>
          <p:nvPr/>
        </p:nvSpPr>
        <p:spPr>
          <a:xfrm>
            <a:off x="517853" y="967864"/>
            <a:ext cx="8133857"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a:extLst>
              <a:ext uri="{FF2B5EF4-FFF2-40B4-BE49-F238E27FC236}">
                <a16:creationId xmlns:a16="http://schemas.microsoft.com/office/drawing/2014/main" id="{89FD3538-2043-B16E-76EE-B36FE3AE9E65}"/>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a:extLst>
              <a:ext uri="{FF2B5EF4-FFF2-40B4-BE49-F238E27FC236}">
                <a16:creationId xmlns:a16="http://schemas.microsoft.com/office/drawing/2014/main" id="{3BE869DC-F056-84EA-ADC5-E1BD1E8672FA}"/>
              </a:ext>
            </a:extLst>
          </p:cNvPr>
          <p:cNvSpPr>
            <a:spLocks noChangeArrowheads="1"/>
          </p:cNvSpPr>
          <p:nvPr/>
        </p:nvSpPr>
        <p:spPr bwMode="auto">
          <a:xfrm>
            <a:off x="635844" y="567754"/>
            <a:ext cx="531491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早期</a:t>
            </a:r>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9" name="Freeform 510">
            <a:extLst>
              <a:ext uri="{FF2B5EF4-FFF2-40B4-BE49-F238E27FC236}">
                <a16:creationId xmlns:a16="http://schemas.microsoft.com/office/drawing/2014/main" id="{E1510303-1B55-FBA0-9C5F-20A2E3B37D61}"/>
              </a:ext>
            </a:extLst>
          </p:cNvPr>
          <p:cNvSpPr>
            <a:spLocks/>
          </p:cNvSpPr>
          <p:nvPr/>
        </p:nvSpPr>
        <p:spPr bwMode="auto">
          <a:xfrm>
            <a:off x="1173614" y="1187646"/>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a:extLst>
              <a:ext uri="{FF2B5EF4-FFF2-40B4-BE49-F238E27FC236}">
                <a16:creationId xmlns:a16="http://schemas.microsoft.com/office/drawing/2014/main" id="{99A5FF1C-3EA3-ABC8-2237-0E975517323B}"/>
              </a:ext>
            </a:extLst>
          </p:cNvPr>
          <p:cNvGrpSpPr/>
          <p:nvPr/>
        </p:nvGrpSpPr>
        <p:grpSpPr>
          <a:xfrm>
            <a:off x="3188329" y="1936957"/>
            <a:ext cx="986929" cy="668447"/>
            <a:chOff x="3131840" y="3501008"/>
            <a:chExt cx="936104" cy="936104"/>
          </a:xfrm>
          <a:solidFill>
            <a:schemeClr val="bg1">
              <a:lumMod val="75000"/>
            </a:schemeClr>
          </a:solidFill>
        </p:grpSpPr>
        <p:sp>
          <p:nvSpPr>
            <p:cNvPr id="11" name="矩形 10">
              <a:extLst>
                <a:ext uri="{FF2B5EF4-FFF2-40B4-BE49-F238E27FC236}">
                  <a16:creationId xmlns:a16="http://schemas.microsoft.com/office/drawing/2014/main" id="{413D88C7-5176-ABA8-A492-DCAA08745AC8}"/>
                </a:ext>
              </a:extLst>
            </p:cNvPr>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a:extLst>
                <a:ext uri="{FF2B5EF4-FFF2-40B4-BE49-F238E27FC236}">
                  <a16:creationId xmlns:a16="http://schemas.microsoft.com/office/drawing/2014/main" id="{BF7C293B-05FB-FD6D-8E77-D7BD8051032D}"/>
                </a:ext>
              </a:extLst>
            </p:cNvPr>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3" name="组合 333">
            <a:extLst>
              <a:ext uri="{FF2B5EF4-FFF2-40B4-BE49-F238E27FC236}">
                <a16:creationId xmlns:a16="http://schemas.microsoft.com/office/drawing/2014/main" id="{E797ECA9-6132-98E9-DFDF-EC66EF209B51}"/>
              </a:ext>
            </a:extLst>
          </p:cNvPr>
          <p:cNvGrpSpPr/>
          <p:nvPr/>
        </p:nvGrpSpPr>
        <p:grpSpPr>
          <a:xfrm>
            <a:off x="4526898" y="1964868"/>
            <a:ext cx="835930" cy="563982"/>
            <a:chOff x="3131840" y="3539328"/>
            <a:chExt cx="936104" cy="897784"/>
          </a:xfrm>
          <a:solidFill>
            <a:schemeClr val="bg1">
              <a:lumMod val="85000"/>
            </a:schemeClr>
          </a:solidFill>
        </p:grpSpPr>
        <p:sp>
          <p:nvSpPr>
            <p:cNvPr id="14" name="等腰三角形 13">
              <a:extLst>
                <a:ext uri="{FF2B5EF4-FFF2-40B4-BE49-F238E27FC236}">
                  <a16:creationId xmlns:a16="http://schemas.microsoft.com/office/drawing/2014/main" id="{D3A0880A-BC87-3947-6B17-1E9F34CAD64E}"/>
                </a:ext>
              </a:extLst>
            </p:cNvPr>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a:extLst>
                <a:ext uri="{FF2B5EF4-FFF2-40B4-BE49-F238E27FC236}">
                  <a16:creationId xmlns:a16="http://schemas.microsoft.com/office/drawing/2014/main" id="{2EF56E2A-FE7F-0875-F165-026B7A550A9A}"/>
                </a:ext>
              </a:extLst>
            </p:cNvPr>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a:extLst>
              <a:ext uri="{FF2B5EF4-FFF2-40B4-BE49-F238E27FC236}">
                <a16:creationId xmlns:a16="http://schemas.microsoft.com/office/drawing/2014/main" id="{C64DC302-7A3F-F118-BC91-B59687D0BF45}"/>
              </a:ext>
            </a:extLst>
          </p:cNvPr>
          <p:cNvGrpSpPr/>
          <p:nvPr/>
        </p:nvGrpSpPr>
        <p:grpSpPr>
          <a:xfrm>
            <a:off x="5684532" y="1984618"/>
            <a:ext cx="871054" cy="549323"/>
            <a:chOff x="3131840" y="3501008"/>
            <a:chExt cx="936104" cy="936104"/>
          </a:xfrm>
          <a:solidFill>
            <a:schemeClr val="bg1">
              <a:lumMod val="85000"/>
            </a:schemeClr>
          </a:solidFill>
        </p:grpSpPr>
        <p:sp>
          <p:nvSpPr>
            <p:cNvPr id="17" name="等腰三角形 16">
              <a:extLst>
                <a:ext uri="{FF2B5EF4-FFF2-40B4-BE49-F238E27FC236}">
                  <a16:creationId xmlns:a16="http://schemas.microsoft.com/office/drawing/2014/main" id="{C42FAAF4-89E4-48C0-A16F-4A3B235144BF}"/>
                </a:ext>
              </a:extLst>
            </p:cNvPr>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a:extLst>
                <a:ext uri="{FF2B5EF4-FFF2-40B4-BE49-F238E27FC236}">
                  <a16:creationId xmlns:a16="http://schemas.microsoft.com/office/drawing/2014/main" id="{FD2F2AE5-7ABB-F03C-E65F-3F5F1BB23A87}"/>
                </a:ext>
              </a:extLst>
            </p:cNvPr>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a:extLst>
              <a:ext uri="{FF2B5EF4-FFF2-40B4-BE49-F238E27FC236}">
                <a16:creationId xmlns:a16="http://schemas.microsoft.com/office/drawing/2014/main" id="{7AB5617F-E7DF-8D4C-B0A8-C69EFCC8FE8C}"/>
              </a:ext>
            </a:extLst>
          </p:cNvPr>
          <p:cNvCxnSpPr>
            <a:cxnSpLocks/>
          </p:cNvCxnSpPr>
          <p:nvPr/>
        </p:nvCxnSpPr>
        <p:spPr>
          <a:xfrm flipV="1">
            <a:off x="6357789" y="2348118"/>
            <a:ext cx="1445091" cy="13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AutoShape 45">
            <a:extLst>
              <a:ext uri="{FF2B5EF4-FFF2-40B4-BE49-F238E27FC236}">
                <a16:creationId xmlns:a16="http://schemas.microsoft.com/office/drawing/2014/main" id="{5391DBE1-99F9-1A6A-4DF7-3DA24764B824}"/>
              </a:ext>
            </a:extLst>
          </p:cNvPr>
          <p:cNvSpPr>
            <a:spLocks noChangeArrowheads="1"/>
          </p:cNvSpPr>
          <p:nvPr/>
        </p:nvSpPr>
        <p:spPr bwMode="auto">
          <a:xfrm>
            <a:off x="1438354" y="17116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a:extLst>
              <a:ext uri="{FF2B5EF4-FFF2-40B4-BE49-F238E27FC236}">
                <a16:creationId xmlns:a16="http://schemas.microsoft.com/office/drawing/2014/main" id="{25C350CF-7A9F-AC76-0D6C-1B3891533AF6}"/>
              </a:ext>
            </a:extLst>
          </p:cNvPr>
          <p:cNvSpPr>
            <a:spLocks noChangeArrowheads="1"/>
          </p:cNvSpPr>
          <p:nvPr/>
        </p:nvSpPr>
        <p:spPr bwMode="auto">
          <a:xfrm>
            <a:off x="1886174" y="1443593"/>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a:extLst>
              <a:ext uri="{FF2B5EF4-FFF2-40B4-BE49-F238E27FC236}">
                <a16:creationId xmlns:a16="http://schemas.microsoft.com/office/drawing/2014/main" id="{AAFCA21C-4566-9A91-5577-F355235C3EEB}"/>
              </a:ext>
            </a:extLst>
          </p:cNvPr>
          <p:cNvSpPr>
            <a:spLocks noChangeArrowheads="1"/>
          </p:cNvSpPr>
          <p:nvPr/>
        </p:nvSpPr>
        <p:spPr bwMode="auto">
          <a:xfrm>
            <a:off x="1891443" y="197156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a:extLst>
              <a:ext uri="{FF2B5EF4-FFF2-40B4-BE49-F238E27FC236}">
                <a16:creationId xmlns:a16="http://schemas.microsoft.com/office/drawing/2014/main" id="{F5D72652-2DA4-2F99-7832-9B63C7AD7459}"/>
              </a:ext>
            </a:extLst>
          </p:cNvPr>
          <p:cNvSpPr>
            <a:spLocks noChangeArrowheads="1"/>
          </p:cNvSpPr>
          <p:nvPr/>
        </p:nvSpPr>
        <p:spPr bwMode="auto">
          <a:xfrm>
            <a:off x="2333994" y="16982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a:extLst>
              <a:ext uri="{FF2B5EF4-FFF2-40B4-BE49-F238E27FC236}">
                <a16:creationId xmlns:a16="http://schemas.microsoft.com/office/drawing/2014/main" id="{A0116C42-0A4D-0C65-FA25-BDFB318CEEE4}"/>
              </a:ext>
            </a:extLst>
          </p:cNvPr>
          <p:cNvSpPr>
            <a:spLocks noChangeArrowheads="1"/>
          </p:cNvSpPr>
          <p:nvPr/>
        </p:nvSpPr>
        <p:spPr bwMode="auto">
          <a:xfrm>
            <a:off x="1444940" y="2239575"/>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a:extLst>
              <a:ext uri="{FF2B5EF4-FFF2-40B4-BE49-F238E27FC236}">
                <a16:creationId xmlns:a16="http://schemas.microsoft.com/office/drawing/2014/main" id="{0049B974-2B1A-C0FA-A2EE-6EF06FF32E7C}"/>
              </a:ext>
            </a:extLst>
          </p:cNvPr>
          <p:cNvSpPr>
            <a:spLocks noChangeArrowheads="1"/>
          </p:cNvSpPr>
          <p:nvPr/>
        </p:nvSpPr>
        <p:spPr bwMode="auto">
          <a:xfrm>
            <a:off x="1884858" y="2495522"/>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a:extLst>
              <a:ext uri="{FF2B5EF4-FFF2-40B4-BE49-F238E27FC236}">
                <a16:creationId xmlns:a16="http://schemas.microsoft.com/office/drawing/2014/main" id="{7FCF6A74-95FA-0554-4E18-1E9D4CF63D5B}"/>
              </a:ext>
            </a:extLst>
          </p:cNvPr>
          <p:cNvSpPr>
            <a:spLocks noChangeArrowheads="1"/>
          </p:cNvSpPr>
          <p:nvPr/>
        </p:nvSpPr>
        <p:spPr bwMode="auto">
          <a:xfrm>
            <a:off x="2339263" y="2232875"/>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a:extLst>
              <a:ext uri="{FF2B5EF4-FFF2-40B4-BE49-F238E27FC236}">
                <a16:creationId xmlns:a16="http://schemas.microsoft.com/office/drawing/2014/main" id="{E33DD59F-E9B7-65AB-15E4-069C3D8B6634}"/>
              </a:ext>
            </a:extLst>
          </p:cNvPr>
          <p:cNvGrpSpPr>
            <a:grpSpLocks/>
          </p:cNvGrpSpPr>
          <p:nvPr/>
        </p:nvGrpSpPr>
        <p:grpSpPr bwMode="auto">
          <a:xfrm>
            <a:off x="2077157" y="1242587"/>
            <a:ext cx="238398" cy="426132"/>
            <a:chOff x="4608" y="700"/>
            <a:chExt cx="306" cy="553"/>
          </a:xfrm>
        </p:grpSpPr>
        <p:grpSp>
          <p:nvGrpSpPr>
            <p:cNvPr id="28" name="Group 12">
              <a:extLst>
                <a:ext uri="{FF2B5EF4-FFF2-40B4-BE49-F238E27FC236}">
                  <a16:creationId xmlns:a16="http://schemas.microsoft.com/office/drawing/2014/main" id="{8605236A-6077-6520-DDD0-1C431D535FCE}"/>
                </a:ext>
              </a:extLst>
            </p:cNvPr>
            <p:cNvGrpSpPr>
              <a:grpSpLocks/>
            </p:cNvGrpSpPr>
            <p:nvPr/>
          </p:nvGrpSpPr>
          <p:grpSpPr bwMode="auto">
            <a:xfrm>
              <a:off x="4694" y="784"/>
              <a:ext cx="134" cy="469"/>
              <a:chOff x="4740" y="784"/>
              <a:chExt cx="88" cy="692"/>
            </a:xfrm>
          </p:grpSpPr>
          <p:sp>
            <p:nvSpPr>
              <p:cNvPr id="36" name="Line 13">
                <a:extLst>
                  <a:ext uri="{FF2B5EF4-FFF2-40B4-BE49-F238E27FC236}">
                    <a16:creationId xmlns:a16="http://schemas.microsoft.com/office/drawing/2014/main" id="{2E5E2D83-733E-89A6-BCBF-8D00608D9C41}"/>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a:extLst>
                  <a:ext uri="{FF2B5EF4-FFF2-40B4-BE49-F238E27FC236}">
                    <a16:creationId xmlns:a16="http://schemas.microsoft.com/office/drawing/2014/main" id="{1DE39EF6-10DD-17D9-C0C6-14E4ABF117AA}"/>
                  </a:ext>
                </a:extLst>
              </p:cNvPr>
              <p:cNvGrpSpPr>
                <a:grpSpLocks/>
              </p:cNvGrpSpPr>
              <p:nvPr/>
            </p:nvGrpSpPr>
            <p:grpSpPr bwMode="auto">
              <a:xfrm>
                <a:off x="4740" y="784"/>
                <a:ext cx="88" cy="692"/>
                <a:chOff x="4740" y="784"/>
                <a:chExt cx="88" cy="692"/>
              </a:xfrm>
            </p:grpSpPr>
            <p:sp>
              <p:nvSpPr>
                <p:cNvPr id="38" name="Line 15">
                  <a:extLst>
                    <a:ext uri="{FF2B5EF4-FFF2-40B4-BE49-F238E27FC236}">
                      <a16:creationId xmlns:a16="http://schemas.microsoft.com/office/drawing/2014/main" id="{805C3224-9276-C726-9787-C607DA1C0380}"/>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a:extLst>
                    <a:ext uri="{FF2B5EF4-FFF2-40B4-BE49-F238E27FC236}">
                      <a16:creationId xmlns:a16="http://schemas.microsoft.com/office/drawing/2014/main" id="{6B289D43-F009-643B-C73B-95F800DA2BE1}"/>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a:extLst>
                    <a:ext uri="{FF2B5EF4-FFF2-40B4-BE49-F238E27FC236}">
                      <a16:creationId xmlns:a16="http://schemas.microsoft.com/office/drawing/2014/main" id="{8A86512B-9249-2F9C-8FF5-9507C29DDAE6}"/>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a:extLst>
                    <a:ext uri="{FF2B5EF4-FFF2-40B4-BE49-F238E27FC236}">
                      <a16:creationId xmlns:a16="http://schemas.microsoft.com/office/drawing/2014/main" id="{605B26A4-F854-1525-11FD-44BF3D2FBA74}"/>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a:extLst>
                    <a:ext uri="{FF2B5EF4-FFF2-40B4-BE49-F238E27FC236}">
                      <a16:creationId xmlns:a16="http://schemas.microsoft.com/office/drawing/2014/main" id="{80985463-4C7B-D203-36D1-C13D5B28EF94}"/>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a:extLst>
                    <a:ext uri="{FF2B5EF4-FFF2-40B4-BE49-F238E27FC236}">
                      <a16:creationId xmlns:a16="http://schemas.microsoft.com/office/drawing/2014/main" id="{4E4E5F46-E595-EEA6-E5BB-62237B7AD52A}"/>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a:extLst>
                    <a:ext uri="{FF2B5EF4-FFF2-40B4-BE49-F238E27FC236}">
                      <a16:creationId xmlns:a16="http://schemas.microsoft.com/office/drawing/2014/main" id="{EAF4B652-067B-235D-3A53-F60D06CA95EB}"/>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a:extLst>
                    <a:ext uri="{FF2B5EF4-FFF2-40B4-BE49-F238E27FC236}">
                      <a16:creationId xmlns:a16="http://schemas.microsoft.com/office/drawing/2014/main" id="{0AE6BA72-FADF-46CC-1727-0E992B9DF4A9}"/>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a:extLst>
                    <a:ext uri="{FF2B5EF4-FFF2-40B4-BE49-F238E27FC236}">
                      <a16:creationId xmlns:a16="http://schemas.microsoft.com/office/drawing/2014/main" id="{FE198B16-4B36-100B-DE85-0E3536521A25}"/>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a:extLst>
                    <a:ext uri="{FF2B5EF4-FFF2-40B4-BE49-F238E27FC236}">
                      <a16:creationId xmlns:a16="http://schemas.microsoft.com/office/drawing/2014/main" id="{2728389F-6436-1187-DF2D-6B82045362E9}"/>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a:extLst>
                    <a:ext uri="{FF2B5EF4-FFF2-40B4-BE49-F238E27FC236}">
                      <a16:creationId xmlns:a16="http://schemas.microsoft.com/office/drawing/2014/main" id="{CCC12F3B-2341-F130-2385-39BE96958823}"/>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a:extLst>
                    <a:ext uri="{FF2B5EF4-FFF2-40B4-BE49-F238E27FC236}">
                      <a16:creationId xmlns:a16="http://schemas.microsoft.com/office/drawing/2014/main" id="{6E922F78-48E4-BEEF-8DB6-FAE2D4E63875}"/>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a:extLst>
                    <a:ext uri="{FF2B5EF4-FFF2-40B4-BE49-F238E27FC236}">
                      <a16:creationId xmlns:a16="http://schemas.microsoft.com/office/drawing/2014/main" id="{10BADEE7-AE2E-C981-B0BE-5C691A7A9735}"/>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a:extLst>
                    <a:ext uri="{FF2B5EF4-FFF2-40B4-BE49-F238E27FC236}">
                      <a16:creationId xmlns:a16="http://schemas.microsoft.com/office/drawing/2014/main" id="{461A22D6-638C-3D08-AC9B-4E83702407A0}"/>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a:extLst>
                <a:ext uri="{FF2B5EF4-FFF2-40B4-BE49-F238E27FC236}">
                  <a16:creationId xmlns:a16="http://schemas.microsoft.com/office/drawing/2014/main" id="{32D980C4-3539-D356-C655-4EBB98BA8348}"/>
                </a:ext>
              </a:extLst>
            </p:cNvPr>
            <p:cNvGrpSpPr>
              <a:grpSpLocks/>
            </p:cNvGrpSpPr>
            <p:nvPr/>
          </p:nvGrpSpPr>
          <p:grpSpPr bwMode="auto">
            <a:xfrm>
              <a:off x="4608" y="700"/>
              <a:ext cx="306" cy="90"/>
              <a:chOff x="748" y="2251"/>
              <a:chExt cx="306" cy="90"/>
            </a:xfrm>
          </p:grpSpPr>
          <p:sp>
            <p:nvSpPr>
              <p:cNvPr id="30" name="AutoShape 30">
                <a:extLst>
                  <a:ext uri="{FF2B5EF4-FFF2-40B4-BE49-F238E27FC236}">
                    <a16:creationId xmlns:a16="http://schemas.microsoft.com/office/drawing/2014/main" id="{7AFADF70-19B4-716D-B4D9-58023FD82B18}"/>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a:extLst>
                  <a:ext uri="{FF2B5EF4-FFF2-40B4-BE49-F238E27FC236}">
                    <a16:creationId xmlns:a16="http://schemas.microsoft.com/office/drawing/2014/main" id="{01DDB995-2B06-8CAC-9325-5F86B2DE0E6C}"/>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a:extLst>
                  <a:ext uri="{FF2B5EF4-FFF2-40B4-BE49-F238E27FC236}">
                    <a16:creationId xmlns:a16="http://schemas.microsoft.com/office/drawing/2014/main" id="{F5363DEC-6040-A404-9CA2-6BB12BE8A867}"/>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a:extLst>
                  <a:ext uri="{FF2B5EF4-FFF2-40B4-BE49-F238E27FC236}">
                    <a16:creationId xmlns:a16="http://schemas.microsoft.com/office/drawing/2014/main" id="{C911667D-315A-A8AE-6618-03E959544B7D}"/>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a:extLst>
                  <a:ext uri="{FF2B5EF4-FFF2-40B4-BE49-F238E27FC236}">
                    <a16:creationId xmlns:a16="http://schemas.microsoft.com/office/drawing/2014/main" id="{BD185E2F-2A1A-C24D-9F4B-FBD57FC3A1A3}"/>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a:extLst>
                  <a:ext uri="{FF2B5EF4-FFF2-40B4-BE49-F238E27FC236}">
                    <a16:creationId xmlns:a16="http://schemas.microsoft.com/office/drawing/2014/main" id="{DD3AB245-388B-C7EB-EA1C-386920C46F37}"/>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a:extLst>
              <a:ext uri="{FF2B5EF4-FFF2-40B4-BE49-F238E27FC236}">
                <a16:creationId xmlns:a16="http://schemas.microsoft.com/office/drawing/2014/main" id="{69FB5689-87A5-D7B6-35EE-594D6D120165}"/>
              </a:ext>
            </a:extLst>
          </p:cNvPr>
          <p:cNvGrpSpPr>
            <a:grpSpLocks/>
          </p:cNvGrpSpPr>
          <p:nvPr/>
        </p:nvGrpSpPr>
        <p:grpSpPr bwMode="auto">
          <a:xfrm>
            <a:off x="1638556" y="1608418"/>
            <a:ext cx="238399" cy="426132"/>
            <a:chOff x="4608" y="700"/>
            <a:chExt cx="306" cy="553"/>
          </a:xfrm>
        </p:grpSpPr>
        <p:grpSp>
          <p:nvGrpSpPr>
            <p:cNvPr id="53" name="Group 65">
              <a:extLst>
                <a:ext uri="{FF2B5EF4-FFF2-40B4-BE49-F238E27FC236}">
                  <a16:creationId xmlns:a16="http://schemas.microsoft.com/office/drawing/2014/main" id="{B64B2660-8A63-F0D8-AD7B-8F6F7416DBDE}"/>
                </a:ext>
              </a:extLst>
            </p:cNvPr>
            <p:cNvGrpSpPr>
              <a:grpSpLocks/>
            </p:cNvGrpSpPr>
            <p:nvPr/>
          </p:nvGrpSpPr>
          <p:grpSpPr bwMode="auto">
            <a:xfrm>
              <a:off x="4694" y="784"/>
              <a:ext cx="134" cy="469"/>
              <a:chOff x="4740" y="784"/>
              <a:chExt cx="88" cy="692"/>
            </a:xfrm>
          </p:grpSpPr>
          <p:sp>
            <p:nvSpPr>
              <p:cNvPr id="61" name="Line 66">
                <a:extLst>
                  <a:ext uri="{FF2B5EF4-FFF2-40B4-BE49-F238E27FC236}">
                    <a16:creationId xmlns:a16="http://schemas.microsoft.com/office/drawing/2014/main" id="{B6A8FE37-E806-AAB1-D2E8-13ED08D5A1AC}"/>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a:extLst>
                  <a:ext uri="{FF2B5EF4-FFF2-40B4-BE49-F238E27FC236}">
                    <a16:creationId xmlns:a16="http://schemas.microsoft.com/office/drawing/2014/main" id="{6867F55A-EF05-EA7D-49F0-20ADC6B7A6F4}"/>
                  </a:ext>
                </a:extLst>
              </p:cNvPr>
              <p:cNvGrpSpPr>
                <a:grpSpLocks/>
              </p:cNvGrpSpPr>
              <p:nvPr/>
            </p:nvGrpSpPr>
            <p:grpSpPr bwMode="auto">
              <a:xfrm>
                <a:off x="4740" y="784"/>
                <a:ext cx="88" cy="692"/>
                <a:chOff x="4740" y="784"/>
                <a:chExt cx="88" cy="692"/>
              </a:xfrm>
            </p:grpSpPr>
            <p:sp>
              <p:nvSpPr>
                <p:cNvPr id="63" name="Line 68">
                  <a:extLst>
                    <a:ext uri="{FF2B5EF4-FFF2-40B4-BE49-F238E27FC236}">
                      <a16:creationId xmlns:a16="http://schemas.microsoft.com/office/drawing/2014/main" id="{59DE959E-9968-D47F-32AA-2E229BE40958}"/>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a:extLst>
                    <a:ext uri="{FF2B5EF4-FFF2-40B4-BE49-F238E27FC236}">
                      <a16:creationId xmlns:a16="http://schemas.microsoft.com/office/drawing/2014/main" id="{18EA48DB-45F8-9053-3A1D-47B30E34A899}"/>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a:extLst>
                    <a:ext uri="{FF2B5EF4-FFF2-40B4-BE49-F238E27FC236}">
                      <a16:creationId xmlns:a16="http://schemas.microsoft.com/office/drawing/2014/main" id="{8354BFB2-194F-35B8-8441-0E6C6B47B683}"/>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a:extLst>
                    <a:ext uri="{FF2B5EF4-FFF2-40B4-BE49-F238E27FC236}">
                      <a16:creationId xmlns:a16="http://schemas.microsoft.com/office/drawing/2014/main" id="{FB842D60-1C20-BDC7-C8DF-999F276CAFD3}"/>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a:extLst>
                    <a:ext uri="{FF2B5EF4-FFF2-40B4-BE49-F238E27FC236}">
                      <a16:creationId xmlns:a16="http://schemas.microsoft.com/office/drawing/2014/main" id="{8CDD5691-A8C3-650E-6496-87F5CFAAAA5C}"/>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a:extLst>
                    <a:ext uri="{FF2B5EF4-FFF2-40B4-BE49-F238E27FC236}">
                      <a16:creationId xmlns:a16="http://schemas.microsoft.com/office/drawing/2014/main" id="{9E29F2D1-C184-68E0-DCC0-30037B8BA193}"/>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a:extLst>
                    <a:ext uri="{FF2B5EF4-FFF2-40B4-BE49-F238E27FC236}">
                      <a16:creationId xmlns:a16="http://schemas.microsoft.com/office/drawing/2014/main" id="{272B2C2F-56C5-A099-2882-D84C11F669D3}"/>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a:extLst>
                    <a:ext uri="{FF2B5EF4-FFF2-40B4-BE49-F238E27FC236}">
                      <a16:creationId xmlns:a16="http://schemas.microsoft.com/office/drawing/2014/main" id="{7FC7888A-04AB-4C3D-719C-A1484D021F2E}"/>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a:extLst>
                    <a:ext uri="{FF2B5EF4-FFF2-40B4-BE49-F238E27FC236}">
                      <a16:creationId xmlns:a16="http://schemas.microsoft.com/office/drawing/2014/main" id="{603F50B4-4319-0010-A8B7-92D2CB61539B}"/>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a:extLst>
                    <a:ext uri="{FF2B5EF4-FFF2-40B4-BE49-F238E27FC236}">
                      <a16:creationId xmlns:a16="http://schemas.microsoft.com/office/drawing/2014/main" id="{4DF1FD53-A183-F1C5-DAC6-16507CACF288}"/>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a:extLst>
                    <a:ext uri="{FF2B5EF4-FFF2-40B4-BE49-F238E27FC236}">
                      <a16:creationId xmlns:a16="http://schemas.microsoft.com/office/drawing/2014/main" id="{BE73F76D-2D03-FC35-1D22-1A5A5B5A57D2}"/>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a:extLst>
                    <a:ext uri="{FF2B5EF4-FFF2-40B4-BE49-F238E27FC236}">
                      <a16:creationId xmlns:a16="http://schemas.microsoft.com/office/drawing/2014/main" id="{0C5E937F-9734-7763-3E59-6BA8C705B440}"/>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a:extLst>
                    <a:ext uri="{FF2B5EF4-FFF2-40B4-BE49-F238E27FC236}">
                      <a16:creationId xmlns:a16="http://schemas.microsoft.com/office/drawing/2014/main" id="{87139B3B-9018-E4A3-2738-D7D3E01D83D3}"/>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a:extLst>
                    <a:ext uri="{FF2B5EF4-FFF2-40B4-BE49-F238E27FC236}">
                      <a16:creationId xmlns:a16="http://schemas.microsoft.com/office/drawing/2014/main" id="{783C5BB8-D9F0-4FA9-BFB4-F88F89ABCC24}"/>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a:extLst>
                <a:ext uri="{FF2B5EF4-FFF2-40B4-BE49-F238E27FC236}">
                  <a16:creationId xmlns:a16="http://schemas.microsoft.com/office/drawing/2014/main" id="{8F49F09B-E45E-CF41-D83E-C768D39A02C8}"/>
                </a:ext>
              </a:extLst>
            </p:cNvPr>
            <p:cNvGrpSpPr>
              <a:grpSpLocks/>
            </p:cNvGrpSpPr>
            <p:nvPr/>
          </p:nvGrpSpPr>
          <p:grpSpPr bwMode="auto">
            <a:xfrm>
              <a:off x="4608" y="700"/>
              <a:ext cx="306" cy="90"/>
              <a:chOff x="748" y="2251"/>
              <a:chExt cx="306" cy="90"/>
            </a:xfrm>
          </p:grpSpPr>
          <p:sp>
            <p:nvSpPr>
              <p:cNvPr id="55" name="AutoShape 83">
                <a:extLst>
                  <a:ext uri="{FF2B5EF4-FFF2-40B4-BE49-F238E27FC236}">
                    <a16:creationId xmlns:a16="http://schemas.microsoft.com/office/drawing/2014/main" id="{61191627-EF74-1E3F-0F46-38B6E848197D}"/>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a:extLst>
                  <a:ext uri="{FF2B5EF4-FFF2-40B4-BE49-F238E27FC236}">
                    <a16:creationId xmlns:a16="http://schemas.microsoft.com/office/drawing/2014/main" id="{64273061-ABB9-8611-63E4-9CDD91C1A930}"/>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a:extLst>
                  <a:ext uri="{FF2B5EF4-FFF2-40B4-BE49-F238E27FC236}">
                    <a16:creationId xmlns:a16="http://schemas.microsoft.com/office/drawing/2014/main" id="{AC583B3F-9DBD-EF5B-835C-852070910F41}"/>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a:extLst>
                  <a:ext uri="{FF2B5EF4-FFF2-40B4-BE49-F238E27FC236}">
                    <a16:creationId xmlns:a16="http://schemas.microsoft.com/office/drawing/2014/main" id="{FAD85831-CD06-E342-2D9E-BB58614F219F}"/>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a:extLst>
                  <a:ext uri="{FF2B5EF4-FFF2-40B4-BE49-F238E27FC236}">
                    <a16:creationId xmlns:a16="http://schemas.microsoft.com/office/drawing/2014/main" id="{953AB1D5-A378-333D-43B3-6D044039C15F}"/>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a:extLst>
                  <a:ext uri="{FF2B5EF4-FFF2-40B4-BE49-F238E27FC236}">
                    <a16:creationId xmlns:a16="http://schemas.microsoft.com/office/drawing/2014/main" id="{E7FFD365-F3E3-9198-407A-3CC16AD8070F}"/>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a:extLst>
              <a:ext uri="{FF2B5EF4-FFF2-40B4-BE49-F238E27FC236}">
                <a16:creationId xmlns:a16="http://schemas.microsoft.com/office/drawing/2014/main" id="{E9725030-7ECB-1EF1-2BCD-7AF0285CB814}"/>
              </a:ext>
            </a:extLst>
          </p:cNvPr>
          <p:cNvGrpSpPr>
            <a:grpSpLocks/>
          </p:cNvGrpSpPr>
          <p:nvPr/>
        </p:nvGrpSpPr>
        <p:grpSpPr bwMode="auto">
          <a:xfrm>
            <a:off x="2136427" y="1850964"/>
            <a:ext cx="238399" cy="426132"/>
            <a:chOff x="4608" y="700"/>
            <a:chExt cx="306" cy="553"/>
          </a:xfrm>
        </p:grpSpPr>
        <p:grpSp>
          <p:nvGrpSpPr>
            <p:cNvPr id="78" name="Group 90">
              <a:extLst>
                <a:ext uri="{FF2B5EF4-FFF2-40B4-BE49-F238E27FC236}">
                  <a16:creationId xmlns:a16="http://schemas.microsoft.com/office/drawing/2014/main" id="{948C329B-C0F8-482C-F0E1-AD91988D658C}"/>
                </a:ext>
              </a:extLst>
            </p:cNvPr>
            <p:cNvGrpSpPr>
              <a:grpSpLocks/>
            </p:cNvGrpSpPr>
            <p:nvPr/>
          </p:nvGrpSpPr>
          <p:grpSpPr bwMode="auto">
            <a:xfrm>
              <a:off x="4694" y="784"/>
              <a:ext cx="134" cy="469"/>
              <a:chOff x="4740" y="784"/>
              <a:chExt cx="88" cy="692"/>
            </a:xfrm>
          </p:grpSpPr>
          <p:sp>
            <p:nvSpPr>
              <p:cNvPr id="86" name="Line 91">
                <a:extLst>
                  <a:ext uri="{FF2B5EF4-FFF2-40B4-BE49-F238E27FC236}">
                    <a16:creationId xmlns:a16="http://schemas.microsoft.com/office/drawing/2014/main" id="{E084A31C-EC09-FE6C-2FA6-FDC3AA318702}"/>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a:extLst>
                  <a:ext uri="{FF2B5EF4-FFF2-40B4-BE49-F238E27FC236}">
                    <a16:creationId xmlns:a16="http://schemas.microsoft.com/office/drawing/2014/main" id="{FA0A2344-8304-5C0C-E85C-96260F3C73DB}"/>
                  </a:ext>
                </a:extLst>
              </p:cNvPr>
              <p:cNvGrpSpPr>
                <a:grpSpLocks/>
              </p:cNvGrpSpPr>
              <p:nvPr/>
            </p:nvGrpSpPr>
            <p:grpSpPr bwMode="auto">
              <a:xfrm>
                <a:off x="4740" y="784"/>
                <a:ext cx="88" cy="692"/>
                <a:chOff x="4740" y="784"/>
                <a:chExt cx="88" cy="692"/>
              </a:xfrm>
            </p:grpSpPr>
            <p:sp>
              <p:nvSpPr>
                <p:cNvPr id="88" name="Line 93">
                  <a:extLst>
                    <a:ext uri="{FF2B5EF4-FFF2-40B4-BE49-F238E27FC236}">
                      <a16:creationId xmlns:a16="http://schemas.microsoft.com/office/drawing/2014/main" id="{C716F844-6848-F068-4D60-16F380C699AB}"/>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a:extLst>
                    <a:ext uri="{FF2B5EF4-FFF2-40B4-BE49-F238E27FC236}">
                      <a16:creationId xmlns:a16="http://schemas.microsoft.com/office/drawing/2014/main" id="{21BAAF90-9DB4-A64D-47CF-363FE4FB36F9}"/>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a:extLst>
                    <a:ext uri="{FF2B5EF4-FFF2-40B4-BE49-F238E27FC236}">
                      <a16:creationId xmlns:a16="http://schemas.microsoft.com/office/drawing/2014/main" id="{29BEC94C-EDA4-D961-BB2C-63772B11FEB4}"/>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a:extLst>
                    <a:ext uri="{FF2B5EF4-FFF2-40B4-BE49-F238E27FC236}">
                      <a16:creationId xmlns:a16="http://schemas.microsoft.com/office/drawing/2014/main" id="{735BC6FD-8733-C586-D4F5-5351703806F3}"/>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a:extLst>
                    <a:ext uri="{FF2B5EF4-FFF2-40B4-BE49-F238E27FC236}">
                      <a16:creationId xmlns:a16="http://schemas.microsoft.com/office/drawing/2014/main" id="{38D618DA-948E-E4E7-A0D8-07993E721DEC}"/>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a:extLst>
                    <a:ext uri="{FF2B5EF4-FFF2-40B4-BE49-F238E27FC236}">
                      <a16:creationId xmlns:a16="http://schemas.microsoft.com/office/drawing/2014/main" id="{9D4315A5-DC8F-4219-2FFE-706F74EC611D}"/>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a:extLst>
                    <a:ext uri="{FF2B5EF4-FFF2-40B4-BE49-F238E27FC236}">
                      <a16:creationId xmlns:a16="http://schemas.microsoft.com/office/drawing/2014/main" id="{5B34BA31-63FC-515D-73B5-B2D9270463AE}"/>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a:extLst>
                    <a:ext uri="{FF2B5EF4-FFF2-40B4-BE49-F238E27FC236}">
                      <a16:creationId xmlns:a16="http://schemas.microsoft.com/office/drawing/2014/main" id="{9E4BFFD7-76E4-E67F-E16D-7443827E5439}"/>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a:extLst>
                    <a:ext uri="{FF2B5EF4-FFF2-40B4-BE49-F238E27FC236}">
                      <a16:creationId xmlns:a16="http://schemas.microsoft.com/office/drawing/2014/main" id="{2FEB2931-6118-7949-C37E-DAF894F9DFBC}"/>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a:extLst>
                    <a:ext uri="{FF2B5EF4-FFF2-40B4-BE49-F238E27FC236}">
                      <a16:creationId xmlns:a16="http://schemas.microsoft.com/office/drawing/2014/main" id="{6AFAA405-35E1-F445-5651-C101D87CA86A}"/>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a:extLst>
                    <a:ext uri="{FF2B5EF4-FFF2-40B4-BE49-F238E27FC236}">
                      <a16:creationId xmlns:a16="http://schemas.microsoft.com/office/drawing/2014/main" id="{AFFCAE18-20A1-95A8-05C8-F6136705477D}"/>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a:extLst>
                    <a:ext uri="{FF2B5EF4-FFF2-40B4-BE49-F238E27FC236}">
                      <a16:creationId xmlns:a16="http://schemas.microsoft.com/office/drawing/2014/main" id="{9273530B-C5BC-675A-BF98-14CE4D443C8A}"/>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a:extLst>
                    <a:ext uri="{FF2B5EF4-FFF2-40B4-BE49-F238E27FC236}">
                      <a16:creationId xmlns:a16="http://schemas.microsoft.com/office/drawing/2014/main" id="{F010D487-1249-6382-F31B-ED7564566D04}"/>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a:extLst>
                    <a:ext uri="{FF2B5EF4-FFF2-40B4-BE49-F238E27FC236}">
                      <a16:creationId xmlns:a16="http://schemas.microsoft.com/office/drawing/2014/main" id="{156771A0-238A-A4BC-B055-225CD138FCE8}"/>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a:extLst>
                <a:ext uri="{FF2B5EF4-FFF2-40B4-BE49-F238E27FC236}">
                  <a16:creationId xmlns:a16="http://schemas.microsoft.com/office/drawing/2014/main" id="{2CA2268C-2C50-F732-644E-094BADC323F1}"/>
                </a:ext>
              </a:extLst>
            </p:cNvPr>
            <p:cNvGrpSpPr>
              <a:grpSpLocks/>
            </p:cNvGrpSpPr>
            <p:nvPr/>
          </p:nvGrpSpPr>
          <p:grpSpPr bwMode="auto">
            <a:xfrm>
              <a:off x="4608" y="700"/>
              <a:ext cx="306" cy="90"/>
              <a:chOff x="748" y="2251"/>
              <a:chExt cx="306" cy="90"/>
            </a:xfrm>
          </p:grpSpPr>
          <p:sp>
            <p:nvSpPr>
              <p:cNvPr id="80" name="AutoShape 108">
                <a:extLst>
                  <a:ext uri="{FF2B5EF4-FFF2-40B4-BE49-F238E27FC236}">
                    <a16:creationId xmlns:a16="http://schemas.microsoft.com/office/drawing/2014/main" id="{D5FCD620-978A-DC40-B4CA-0DEE6A06664B}"/>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a:extLst>
                  <a:ext uri="{FF2B5EF4-FFF2-40B4-BE49-F238E27FC236}">
                    <a16:creationId xmlns:a16="http://schemas.microsoft.com/office/drawing/2014/main" id="{DDA1430B-AF18-60AA-40D8-5698D87C2F43}"/>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a:extLst>
                  <a:ext uri="{FF2B5EF4-FFF2-40B4-BE49-F238E27FC236}">
                    <a16:creationId xmlns:a16="http://schemas.microsoft.com/office/drawing/2014/main" id="{D008D09C-5CBD-9BBE-25F2-642D84B90F10}"/>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a:extLst>
                  <a:ext uri="{FF2B5EF4-FFF2-40B4-BE49-F238E27FC236}">
                    <a16:creationId xmlns:a16="http://schemas.microsoft.com/office/drawing/2014/main" id="{5B3338A9-2728-F96F-3538-1239A7F7F10E}"/>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a:extLst>
                  <a:ext uri="{FF2B5EF4-FFF2-40B4-BE49-F238E27FC236}">
                    <a16:creationId xmlns:a16="http://schemas.microsoft.com/office/drawing/2014/main" id="{57808378-E080-B0C5-5953-E7B8B61DBD01}"/>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a:extLst>
                  <a:ext uri="{FF2B5EF4-FFF2-40B4-BE49-F238E27FC236}">
                    <a16:creationId xmlns:a16="http://schemas.microsoft.com/office/drawing/2014/main" id="{2A1F7694-4F2D-53DC-0F54-B85283A8EAE2}"/>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a:extLst>
              <a:ext uri="{FF2B5EF4-FFF2-40B4-BE49-F238E27FC236}">
                <a16:creationId xmlns:a16="http://schemas.microsoft.com/office/drawing/2014/main" id="{1454D4C9-0D5C-86E5-CDCA-9A9E23D6AC9A}"/>
              </a:ext>
            </a:extLst>
          </p:cNvPr>
          <p:cNvGrpSpPr>
            <a:grpSpLocks/>
          </p:cNvGrpSpPr>
          <p:nvPr/>
        </p:nvGrpSpPr>
        <p:grpSpPr bwMode="auto">
          <a:xfrm>
            <a:off x="2614541" y="1485135"/>
            <a:ext cx="238398" cy="426132"/>
            <a:chOff x="4608" y="700"/>
            <a:chExt cx="306" cy="553"/>
          </a:xfrm>
        </p:grpSpPr>
        <p:grpSp>
          <p:nvGrpSpPr>
            <p:cNvPr id="103" name="Group 115">
              <a:extLst>
                <a:ext uri="{FF2B5EF4-FFF2-40B4-BE49-F238E27FC236}">
                  <a16:creationId xmlns:a16="http://schemas.microsoft.com/office/drawing/2014/main" id="{4FFC929D-9B7B-D0D8-A205-9B09E8A98A54}"/>
                </a:ext>
              </a:extLst>
            </p:cNvPr>
            <p:cNvGrpSpPr>
              <a:grpSpLocks/>
            </p:cNvGrpSpPr>
            <p:nvPr/>
          </p:nvGrpSpPr>
          <p:grpSpPr bwMode="auto">
            <a:xfrm>
              <a:off x="4694" y="784"/>
              <a:ext cx="134" cy="469"/>
              <a:chOff x="4740" y="784"/>
              <a:chExt cx="88" cy="692"/>
            </a:xfrm>
          </p:grpSpPr>
          <p:sp>
            <p:nvSpPr>
              <p:cNvPr id="111" name="Line 116">
                <a:extLst>
                  <a:ext uri="{FF2B5EF4-FFF2-40B4-BE49-F238E27FC236}">
                    <a16:creationId xmlns:a16="http://schemas.microsoft.com/office/drawing/2014/main" id="{7E49F222-5576-B7D9-5BE2-7DD975D0B42C}"/>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a:extLst>
                  <a:ext uri="{FF2B5EF4-FFF2-40B4-BE49-F238E27FC236}">
                    <a16:creationId xmlns:a16="http://schemas.microsoft.com/office/drawing/2014/main" id="{C93D7328-00CD-A21E-C584-F443B2345DA4}"/>
                  </a:ext>
                </a:extLst>
              </p:cNvPr>
              <p:cNvGrpSpPr>
                <a:grpSpLocks/>
              </p:cNvGrpSpPr>
              <p:nvPr/>
            </p:nvGrpSpPr>
            <p:grpSpPr bwMode="auto">
              <a:xfrm>
                <a:off x="4740" y="784"/>
                <a:ext cx="88" cy="692"/>
                <a:chOff x="4740" y="784"/>
                <a:chExt cx="88" cy="692"/>
              </a:xfrm>
            </p:grpSpPr>
            <p:sp>
              <p:nvSpPr>
                <p:cNvPr id="113" name="Line 118">
                  <a:extLst>
                    <a:ext uri="{FF2B5EF4-FFF2-40B4-BE49-F238E27FC236}">
                      <a16:creationId xmlns:a16="http://schemas.microsoft.com/office/drawing/2014/main" id="{574BFDCD-1D35-513E-E514-C87E59D5D856}"/>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a:extLst>
                    <a:ext uri="{FF2B5EF4-FFF2-40B4-BE49-F238E27FC236}">
                      <a16:creationId xmlns:a16="http://schemas.microsoft.com/office/drawing/2014/main" id="{A2D42D9B-5EAA-0C84-AA5A-BFF0DB38D0E3}"/>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a:extLst>
                    <a:ext uri="{FF2B5EF4-FFF2-40B4-BE49-F238E27FC236}">
                      <a16:creationId xmlns:a16="http://schemas.microsoft.com/office/drawing/2014/main" id="{E07BEE96-ED2C-C118-8E9A-AD4E08BB5375}"/>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a:extLst>
                    <a:ext uri="{FF2B5EF4-FFF2-40B4-BE49-F238E27FC236}">
                      <a16:creationId xmlns:a16="http://schemas.microsoft.com/office/drawing/2014/main" id="{F811A6C8-3446-9081-D3D8-7ADD46907CF4}"/>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a:extLst>
                    <a:ext uri="{FF2B5EF4-FFF2-40B4-BE49-F238E27FC236}">
                      <a16:creationId xmlns:a16="http://schemas.microsoft.com/office/drawing/2014/main" id="{D402BBB6-9903-17CA-3718-ED2853603B33}"/>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a:extLst>
                    <a:ext uri="{FF2B5EF4-FFF2-40B4-BE49-F238E27FC236}">
                      <a16:creationId xmlns:a16="http://schemas.microsoft.com/office/drawing/2014/main" id="{D83DEF18-E609-F5DD-090A-1EB03711E5B0}"/>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a:extLst>
                    <a:ext uri="{FF2B5EF4-FFF2-40B4-BE49-F238E27FC236}">
                      <a16:creationId xmlns:a16="http://schemas.microsoft.com/office/drawing/2014/main" id="{E5FE698C-D1C2-5336-90CD-EDE679EB2175}"/>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a:extLst>
                    <a:ext uri="{FF2B5EF4-FFF2-40B4-BE49-F238E27FC236}">
                      <a16:creationId xmlns:a16="http://schemas.microsoft.com/office/drawing/2014/main" id="{F5EA4A51-AB2C-9AFF-C512-2C9AB748CC41}"/>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a:extLst>
                    <a:ext uri="{FF2B5EF4-FFF2-40B4-BE49-F238E27FC236}">
                      <a16:creationId xmlns:a16="http://schemas.microsoft.com/office/drawing/2014/main" id="{36BAF30E-B213-4B5C-78E7-605B84FA5E3E}"/>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a:extLst>
                    <a:ext uri="{FF2B5EF4-FFF2-40B4-BE49-F238E27FC236}">
                      <a16:creationId xmlns:a16="http://schemas.microsoft.com/office/drawing/2014/main" id="{7D615D44-4D2A-EF5B-206F-206B292C16D4}"/>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a:extLst>
                    <a:ext uri="{FF2B5EF4-FFF2-40B4-BE49-F238E27FC236}">
                      <a16:creationId xmlns:a16="http://schemas.microsoft.com/office/drawing/2014/main" id="{968EA2EA-3E14-8C7F-8D18-1EE78743F352}"/>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a:extLst>
                    <a:ext uri="{FF2B5EF4-FFF2-40B4-BE49-F238E27FC236}">
                      <a16:creationId xmlns:a16="http://schemas.microsoft.com/office/drawing/2014/main" id="{DCE0D45E-FA1F-D7BA-5CAC-53D157DF70BE}"/>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a:extLst>
                    <a:ext uri="{FF2B5EF4-FFF2-40B4-BE49-F238E27FC236}">
                      <a16:creationId xmlns:a16="http://schemas.microsoft.com/office/drawing/2014/main" id="{DDD7DD5D-94F5-7485-645F-0546642E4E72}"/>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a:extLst>
                    <a:ext uri="{FF2B5EF4-FFF2-40B4-BE49-F238E27FC236}">
                      <a16:creationId xmlns:a16="http://schemas.microsoft.com/office/drawing/2014/main" id="{F32883F4-8502-A05E-778A-213C8A973617}"/>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a:extLst>
                <a:ext uri="{FF2B5EF4-FFF2-40B4-BE49-F238E27FC236}">
                  <a16:creationId xmlns:a16="http://schemas.microsoft.com/office/drawing/2014/main" id="{F56C9E9B-DD27-FD1F-416E-4C20CDD42499}"/>
                </a:ext>
              </a:extLst>
            </p:cNvPr>
            <p:cNvGrpSpPr>
              <a:grpSpLocks/>
            </p:cNvGrpSpPr>
            <p:nvPr/>
          </p:nvGrpSpPr>
          <p:grpSpPr bwMode="auto">
            <a:xfrm>
              <a:off x="4608" y="700"/>
              <a:ext cx="306" cy="90"/>
              <a:chOff x="748" y="2251"/>
              <a:chExt cx="306" cy="90"/>
            </a:xfrm>
          </p:grpSpPr>
          <p:sp>
            <p:nvSpPr>
              <p:cNvPr id="105" name="AutoShape 133">
                <a:extLst>
                  <a:ext uri="{FF2B5EF4-FFF2-40B4-BE49-F238E27FC236}">
                    <a16:creationId xmlns:a16="http://schemas.microsoft.com/office/drawing/2014/main" id="{73C79096-6673-76D6-1E37-A29E293DD63E}"/>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a:extLst>
                  <a:ext uri="{FF2B5EF4-FFF2-40B4-BE49-F238E27FC236}">
                    <a16:creationId xmlns:a16="http://schemas.microsoft.com/office/drawing/2014/main" id="{C451775E-AEF1-9DB6-0658-F49E0D188A28}"/>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a:extLst>
                  <a:ext uri="{FF2B5EF4-FFF2-40B4-BE49-F238E27FC236}">
                    <a16:creationId xmlns:a16="http://schemas.microsoft.com/office/drawing/2014/main" id="{6831E8BC-5646-20F4-A83A-78019A3777C9}"/>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a:extLst>
                  <a:ext uri="{FF2B5EF4-FFF2-40B4-BE49-F238E27FC236}">
                    <a16:creationId xmlns:a16="http://schemas.microsoft.com/office/drawing/2014/main" id="{813B570B-004E-89FF-A553-9F4287BA29C7}"/>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a:extLst>
                  <a:ext uri="{FF2B5EF4-FFF2-40B4-BE49-F238E27FC236}">
                    <a16:creationId xmlns:a16="http://schemas.microsoft.com/office/drawing/2014/main" id="{D3E72A21-6B63-5D04-4328-EED1A1045BC4}"/>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a:extLst>
                  <a:ext uri="{FF2B5EF4-FFF2-40B4-BE49-F238E27FC236}">
                    <a16:creationId xmlns:a16="http://schemas.microsoft.com/office/drawing/2014/main" id="{F34C06EA-EE05-8C0F-B111-285D73787FCB}"/>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a:extLst>
              <a:ext uri="{FF2B5EF4-FFF2-40B4-BE49-F238E27FC236}">
                <a16:creationId xmlns:a16="http://schemas.microsoft.com/office/drawing/2014/main" id="{00D82E19-BDD7-7E1F-7EDC-CBDDCB7D6820}"/>
              </a:ext>
            </a:extLst>
          </p:cNvPr>
          <p:cNvGrpSpPr>
            <a:grpSpLocks/>
          </p:cNvGrpSpPr>
          <p:nvPr/>
        </p:nvGrpSpPr>
        <p:grpSpPr bwMode="auto">
          <a:xfrm>
            <a:off x="1658313" y="2093511"/>
            <a:ext cx="238398" cy="426132"/>
            <a:chOff x="4608" y="700"/>
            <a:chExt cx="306" cy="553"/>
          </a:xfrm>
        </p:grpSpPr>
        <p:grpSp>
          <p:nvGrpSpPr>
            <p:cNvPr id="128" name="Group 140">
              <a:extLst>
                <a:ext uri="{FF2B5EF4-FFF2-40B4-BE49-F238E27FC236}">
                  <a16:creationId xmlns:a16="http://schemas.microsoft.com/office/drawing/2014/main" id="{8B8815D1-D44C-1DF6-ABB7-E770757A6251}"/>
                </a:ext>
              </a:extLst>
            </p:cNvPr>
            <p:cNvGrpSpPr>
              <a:grpSpLocks/>
            </p:cNvGrpSpPr>
            <p:nvPr/>
          </p:nvGrpSpPr>
          <p:grpSpPr bwMode="auto">
            <a:xfrm>
              <a:off x="4694" y="784"/>
              <a:ext cx="134" cy="469"/>
              <a:chOff x="4740" y="784"/>
              <a:chExt cx="88" cy="692"/>
            </a:xfrm>
          </p:grpSpPr>
          <p:sp>
            <p:nvSpPr>
              <p:cNvPr id="136" name="Line 141">
                <a:extLst>
                  <a:ext uri="{FF2B5EF4-FFF2-40B4-BE49-F238E27FC236}">
                    <a16:creationId xmlns:a16="http://schemas.microsoft.com/office/drawing/2014/main" id="{F504FF79-CD6B-3BE7-071A-3CAAECE7246E}"/>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a:extLst>
                  <a:ext uri="{FF2B5EF4-FFF2-40B4-BE49-F238E27FC236}">
                    <a16:creationId xmlns:a16="http://schemas.microsoft.com/office/drawing/2014/main" id="{192EABCD-E03F-50C5-DBD5-EFD0FB618CC7}"/>
                  </a:ext>
                </a:extLst>
              </p:cNvPr>
              <p:cNvGrpSpPr>
                <a:grpSpLocks/>
              </p:cNvGrpSpPr>
              <p:nvPr/>
            </p:nvGrpSpPr>
            <p:grpSpPr bwMode="auto">
              <a:xfrm>
                <a:off x="4740" y="784"/>
                <a:ext cx="88" cy="692"/>
                <a:chOff x="4740" y="784"/>
                <a:chExt cx="88" cy="692"/>
              </a:xfrm>
            </p:grpSpPr>
            <p:sp>
              <p:nvSpPr>
                <p:cNvPr id="138" name="Line 143">
                  <a:extLst>
                    <a:ext uri="{FF2B5EF4-FFF2-40B4-BE49-F238E27FC236}">
                      <a16:creationId xmlns:a16="http://schemas.microsoft.com/office/drawing/2014/main" id="{A2CA2FA2-1332-34A3-EF75-B7DF002E28AC}"/>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a:extLst>
                    <a:ext uri="{FF2B5EF4-FFF2-40B4-BE49-F238E27FC236}">
                      <a16:creationId xmlns:a16="http://schemas.microsoft.com/office/drawing/2014/main" id="{1B566D81-0FAA-4DC6-EE8C-27DB49BCFE5D}"/>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a:extLst>
                    <a:ext uri="{FF2B5EF4-FFF2-40B4-BE49-F238E27FC236}">
                      <a16:creationId xmlns:a16="http://schemas.microsoft.com/office/drawing/2014/main" id="{B2D96F9D-8DCE-A58D-38D8-AD1FB80FCC88}"/>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a:extLst>
                    <a:ext uri="{FF2B5EF4-FFF2-40B4-BE49-F238E27FC236}">
                      <a16:creationId xmlns:a16="http://schemas.microsoft.com/office/drawing/2014/main" id="{C4027194-8FE3-E985-1715-938A45BBEDBA}"/>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a:extLst>
                    <a:ext uri="{FF2B5EF4-FFF2-40B4-BE49-F238E27FC236}">
                      <a16:creationId xmlns:a16="http://schemas.microsoft.com/office/drawing/2014/main" id="{27A98360-E55E-0497-428E-CF7E26786108}"/>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a:extLst>
                    <a:ext uri="{FF2B5EF4-FFF2-40B4-BE49-F238E27FC236}">
                      <a16:creationId xmlns:a16="http://schemas.microsoft.com/office/drawing/2014/main" id="{B1D55FD4-6D2A-B5F6-A5A0-E40E1CB633FF}"/>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a:extLst>
                    <a:ext uri="{FF2B5EF4-FFF2-40B4-BE49-F238E27FC236}">
                      <a16:creationId xmlns:a16="http://schemas.microsoft.com/office/drawing/2014/main" id="{BDDEB34B-CA21-026E-ADE6-5E5B804CCECE}"/>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a:extLst>
                    <a:ext uri="{FF2B5EF4-FFF2-40B4-BE49-F238E27FC236}">
                      <a16:creationId xmlns:a16="http://schemas.microsoft.com/office/drawing/2014/main" id="{185B05DC-C332-3DC0-41E9-B9A2ABCBAA24}"/>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a:extLst>
                    <a:ext uri="{FF2B5EF4-FFF2-40B4-BE49-F238E27FC236}">
                      <a16:creationId xmlns:a16="http://schemas.microsoft.com/office/drawing/2014/main" id="{6E845385-1739-9CC4-7DF7-3DC70FC04F9A}"/>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a:extLst>
                    <a:ext uri="{FF2B5EF4-FFF2-40B4-BE49-F238E27FC236}">
                      <a16:creationId xmlns:a16="http://schemas.microsoft.com/office/drawing/2014/main" id="{52269DFE-FD13-6DA3-E496-3A05A4A07557}"/>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a:extLst>
                    <a:ext uri="{FF2B5EF4-FFF2-40B4-BE49-F238E27FC236}">
                      <a16:creationId xmlns:a16="http://schemas.microsoft.com/office/drawing/2014/main" id="{B35B0826-F3D8-1E62-BC17-0A35F9951AB1}"/>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a:extLst>
                    <a:ext uri="{FF2B5EF4-FFF2-40B4-BE49-F238E27FC236}">
                      <a16:creationId xmlns:a16="http://schemas.microsoft.com/office/drawing/2014/main" id="{585B5288-9A6C-81B2-C9BC-D9237112850D}"/>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a:extLst>
                    <a:ext uri="{FF2B5EF4-FFF2-40B4-BE49-F238E27FC236}">
                      <a16:creationId xmlns:a16="http://schemas.microsoft.com/office/drawing/2014/main" id="{133EC013-0DC3-F2DD-DE00-7AC9DFDB55EE}"/>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a:extLst>
                    <a:ext uri="{FF2B5EF4-FFF2-40B4-BE49-F238E27FC236}">
                      <a16:creationId xmlns:a16="http://schemas.microsoft.com/office/drawing/2014/main" id="{CB112150-239E-CC94-1798-64E62B187078}"/>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a:extLst>
                <a:ext uri="{FF2B5EF4-FFF2-40B4-BE49-F238E27FC236}">
                  <a16:creationId xmlns:a16="http://schemas.microsoft.com/office/drawing/2014/main" id="{5ED5AE9A-6F52-8AE4-D3C1-EAF0FC004600}"/>
                </a:ext>
              </a:extLst>
            </p:cNvPr>
            <p:cNvGrpSpPr>
              <a:grpSpLocks/>
            </p:cNvGrpSpPr>
            <p:nvPr/>
          </p:nvGrpSpPr>
          <p:grpSpPr bwMode="auto">
            <a:xfrm>
              <a:off x="4608" y="700"/>
              <a:ext cx="306" cy="90"/>
              <a:chOff x="748" y="2251"/>
              <a:chExt cx="306" cy="90"/>
            </a:xfrm>
          </p:grpSpPr>
          <p:sp>
            <p:nvSpPr>
              <p:cNvPr id="130" name="AutoShape 158">
                <a:extLst>
                  <a:ext uri="{FF2B5EF4-FFF2-40B4-BE49-F238E27FC236}">
                    <a16:creationId xmlns:a16="http://schemas.microsoft.com/office/drawing/2014/main" id="{C710608E-A8E8-1437-4612-12554E7338E5}"/>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a:extLst>
                  <a:ext uri="{FF2B5EF4-FFF2-40B4-BE49-F238E27FC236}">
                    <a16:creationId xmlns:a16="http://schemas.microsoft.com/office/drawing/2014/main" id="{D94D60EE-68F6-64D2-E399-FD1F27921547}"/>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a:extLst>
                  <a:ext uri="{FF2B5EF4-FFF2-40B4-BE49-F238E27FC236}">
                    <a16:creationId xmlns:a16="http://schemas.microsoft.com/office/drawing/2014/main" id="{50EA701F-B76F-799C-58F0-816F9CE03EF1}"/>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a:extLst>
                  <a:ext uri="{FF2B5EF4-FFF2-40B4-BE49-F238E27FC236}">
                    <a16:creationId xmlns:a16="http://schemas.microsoft.com/office/drawing/2014/main" id="{222908E6-87B5-4B32-5623-85AAC9EF1349}"/>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a:extLst>
                  <a:ext uri="{FF2B5EF4-FFF2-40B4-BE49-F238E27FC236}">
                    <a16:creationId xmlns:a16="http://schemas.microsoft.com/office/drawing/2014/main" id="{5D879FFA-470D-2E74-0C93-50FC43657C6D}"/>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a:extLst>
                  <a:ext uri="{FF2B5EF4-FFF2-40B4-BE49-F238E27FC236}">
                    <a16:creationId xmlns:a16="http://schemas.microsoft.com/office/drawing/2014/main" id="{D8C5B231-8E4D-3ABF-5C3D-0B40A2373F68}"/>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a:extLst>
              <a:ext uri="{FF2B5EF4-FFF2-40B4-BE49-F238E27FC236}">
                <a16:creationId xmlns:a16="http://schemas.microsoft.com/office/drawing/2014/main" id="{AE99FB15-7764-CD15-1C43-2362E8D7D00F}"/>
              </a:ext>
            </a:extLst>
          </p:cNvPr>
          <p:cNvGrpSpPr>
            <a:grpSpLocks/>
          </p:cNvGrpSpPr>
          <p:nvPr/>
        </p:nvGrpSpPr>
        <p:grpSpPr bwMode="auto">
          <a:xfrm>
            <a:off x="2077157" y="2397699"/>
            <a:ext cx="238398" cy="426132"/>
            <a:chOff x="4608" y="700"/>
            <a:chExt cx="306" cy="553"/>
          </a:xfrm>
        </p:grpSpPr>
        <p:grpSp>
          <p:nvGrpSpPr>
            <p:cNvPr id="153" name="Group 165">
              <a:extLst>
                <a:ext uri="{FF2B5EF4-FFF2-40B4-BE49-F238E27FC236}">
                  <a16:creationId xmlns:a16="http://schemas.microsoft.com/office/drawing/2014/main" id="{F890DC3F-EB79-6AE2-815C-F04C8B659180}"/>
                </a:ext>
              </a:extLst>
            </p:cNvPr>
            <p:cNvGrpSpPr>
              <a:grpSpLocks/>
            </p:cNvGrpSpPr>
            <p:nvPr/>
          </p:nvGrpSpPr>
          <p:grpSpPr bwMode="auto">
            <a:xfrm>
              <a:off x="4694" y="784"/>
              <a:ext cx="134" cy="469"/>
              <a:chOff x="4740" y="784"/>
              <a:chExt cx="88" cy="692"/>
            </a:xfrm>
          </p:grpSpPr>
          <p:sp>
            <p:nvSpPr>
              <p:cNvPr id="161" name="Line 166">
                <a:extLst>
                  <a:ext uri="{FF2B5EF4-FFF2-40B4-BE49-F238E27FC236}">
                    <a16:creationId xmlns:a16="http://schemas.microsoft.com/office/drawing/2014/main" id="{1E28D112-4766-8481-1563-22E50F31E709}"/>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a:extLst>
                  <a:ext uri="{FF2B5EF4-FFF2-40B4-BE49-F238E27FC236}">
                    <a16:creationId xmlns:a16="http://schemas.microsoft.com/office/drawing/2014/main" id="{03720233-6FB4-0827-EE66-B1254669CA02}"/>
                  </a:ext>
                </a:extLst>
              </p:cNvPr>
              <p:cNvGrpSpPr>
                <a:grpSpLocks/>
              </p:cNvGrpSpPr>
              <p:nvPr/>
            </p:nvGrpSpPr>
            <p:grpSpPr bwMode="auto">
              <a:xfrm>
                <a:off x="4740" y="784"/>
                <a:ext cx="88" cy="692"/>
                <a:chOff x="4740" y="784"/>
                <a:chExt cx="88" cy="692"/>
              </a:xfrm>
            </p:grpSpPr>
            <p:sp>
              <p:nvSpPr>
                <p:cNvPr id="163" name="Line 168">
                  <a:extLst>
                    <a:ext uri="{FF2B5EF4-FFF2-40B4-BE49-F238E27FC236}">
                      <a16:creationId xmlns:a16="http://schemas.microsoft.com/office/drawing/2014/main" id="{A0AC14AC-8AD6-0110-21D9-14E3F2488740}"/>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a:extLst>
                    <a:ext uri="{FF2B5EF4-FFF2-40B4-BE49-F238E27FC236}">
                      <a16:creationId xmlns:a16="http://schemas.microsoft.com/office/drawing/2014/main" id="{1189A982-F2B1-5876-EE84-70DE2A995551}"/>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a:extLst>
                    <a:ext uri="{FF2B5EF4-FFF2-40B4-BE49-F238E27FC236}">
                      <a16:creationId xmlns:a16="http://schemas.microsoft.com/office/drawing/2014/main" id="{12A57559-AAA5-7CDE-2046-837FD6A67296}"/>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a:extLst>
                    <a:ext uri="{FF2B5EF4-FFF2-40B4-BE49-F238E27FC236}">
                      <a16:creationId xmlns:a16="http://schemas.microsoft.com/office/drawing/2014/main" id="{BE8BB3B9-F053-5F0D-1D3F-1048E37652D8}"/>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a:extLst>
                    <a:ext uri="{FF2B5EF4-FFF2-40B4-BE49-F238E27FC236}">
                      <a16:creationId xmlns:a16="http://schemas.microsoft.com/office/drawing/2014/main" id="{B5B014C1-9525-2421-5E29-BC6581AB8B0E}"/>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a:extLst>
                    <a:ext uri="{FF2B5EF4-FFF2-40B4-BE49-F238E27FC236}">
                      <a16:creationId xmlns:a16="http://schemas.microsoft.com/office/drawing/2014/main" id="{177895FC-E7A8-F636-9BEB-9EAE779B3EFC}"/>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a:extLst>
                    <a:ext uri="{FF2B5EF4-FFF2-40B4-BE49-F238E27FC236}">
                      <a16:creationId xmlns:a16="http://schemas.microsoft.com/office/drawing/2014/main" id="{B07434D4-783B-45A8-E18D-3B92EDED7923}"/>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a:extLst>
                    <a:ext uri="{FF2B5EF4-FFF2-40B4-BE49-F238E27FC236}">
                      <a16:creationId xmlns:a16="http://schemas.microsoft.com/office/drawing/2014/main" id="{0F753C46-C5AE-49EB-CBB1-ADC51ED69189}"/>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a:extLst>
                    <a:ext uri="{FF2B5EF4-FFF2-40B4-BE49-F238E27FC236}">
                      <a16:creationId xmlns:a16="http://schemas.microsoft.com/office/drawing/2014/main" id="{31AEC83D-1829-3E10-F524-3D139596A09D}"/>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a:extLst>
                    <a:ext uri="{FF2B5EF4-FFF2-40B4-BE49-F238E27FC236}">
                      <a16:creationId xmlns:a16="http://schemas.microsoft.com/office/drawing/2014/main" id="{EF63E8F5-4F3A-304E-95D7-27FDA1601F81}"/>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a:extLst>
                    <a:ext uri="{FF2B5EF4-FFF2-40B4-BE49-F238E27FC236}">
                      <a16:creationId xmlns:a16="http://schemas.microsoft.com/office/drawing/2014/main" id="{BF3B7080-6ECC-644E-215B-EC9E182D1B15}"/>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a:extLst>
                    <a:ext uri="{FF2B5EF4-FFF2-40B4-BE49-F238E27FC236}">
                      <a16:creationId xmlns:a16="http://schemas.microsoft.com/office/drawing/2014/main" id="{1164565A-CBC5-182A-9E3C-74BAF695C76D}"/>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a:extLst>
                    <a:ext uri="{FF2B5EF4-FFF2-40B4-BE49-F238E27FC236}">
                      <a16:creationId xmlns:a16="http://schemas.microsoft.com/office/drawing/2014/main" id="{1E6C945A-77BB-30E7-4255-60EACA783DEC}"/>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a:extLst>
                    <a:ext uri="{FF2B5EF4-FFF2-40B4-BE49-F238E27FC236}">
                      <a16:creationId xmlns:a16="http://schemas.microsoft.com/office/drawing/2014/main" id="{06FB0ABB-0E67-7CF7-DDA6-C08B5C51E2EF}"/>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a:extLst>
                <a:ext uri="{FF2B5EF4-FFF2-40B4-BE49-F238E27FC236}">
                  <a16:creationId xmlns:a16="http://schemas.microsoft.com/office/drawing/2014/main" id="{670B1F2A-9129-50C2-DDE6-586AE839849E}"/>
                </a:ext>
              </a:extLst>
            </p:cNvPr>
            <p:cNvGrpSpPr>
              <a:grpSpLocks/>
            </p:cNvGrpSpPr>
            <p:nvPr/>
          </p:nvGrpSpPr>
          <p:grpSpPr bwMode="auto">
            <a:xfrm>
              <a:off x="4608" y="700"/>
              <a:ext cx="306" cy="90"/>
              <a:chOff x="748" y="2251"/>
              <a:chExt cx="306" cy="90"/>
            </a:xfrm>
          </p:grpSpPr>
          <p:sp>
            <p:nvSpPr>
              <p:cNvPr id="155" name="AutoShape 183">
                <a:extLst>
                  <a:ext uri="{FF2B5EF4-FFF2-40B4-BE49-F238E27FC236}">
                    <a16:creationId xmlns:a16="http://schemas.microsoft.com/office/drawing/2014/main" id="{47C9A1A2-6FC8-6AFA-5CC3-77F1F6DCAD25}"/>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a:extLst>
                  <a:ext uri="{FF2B5EF4-FFF2-40B4-BE49-F238E27FC236}">
                    <a16:creationId xmlns:a16="http://schemas.microsoft.com/office/drawing/2014/main" id="{84F0E645-D8CD-2A45-11B6-6AFF8CA33D9D}"/>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a:extLst>
                  <a:ext uri="{FF2B5EF4-FFF2-40B4-BE49-F238E27FC236}">
                    <a16:creationId xmlns:a16="http://schemas.microsoft.com/office/drawing/2014/main" id="{980E7ECF-E403-8603-4AA3-87ED4952F51D}"/>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a:extLst>
                  <a:ext uri="{FF2B5EF4-FFF2-40B4-BE49-F238E27FC236}">
                    <a16:creationId xmlns:a16="http://schemas.microsoft.com/office/drawing/2014/main" id="{B742754B-93B6-FA96-9195-9956B05EBB9D}"/>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a:extLst>
                  <a:ext uri="{FF2B5EF4-FFF2-40B4-BE49-F238E27FC236}">
                    <a16:creationId xmlns:a16="http://schemas.microsoft.com/office/drawing/2014/main" id="{CEBD6450-1C9A-C436-87ED-E1652DF671E5}"/>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a:extLst>
                  <a:ext uri="{FF2B5EF4-FFF2-40B4-BE49-F238E27FC236}">
                    <a16:creationId xmlns:a16="http://schemas.microsoft.com/office/drawing/2014/main" id="{5D38F3A6-58E2-A8BE-B2FE-EBEC7DE7B512}"/>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a:extLst>
              <a:ext uri="{FF2B5EF4-FFF2-40B4-BE49-F238E27FC236}">
                <a16:creationId xmlns:a16="http://schemas.microsoft.com/office/drawing/2014/main" id="{EDE3FD16-EEBF-FB57-C7FC-5BC7B9331777}"/>
              </a:ext>
            </a:extLst>
          </p:cNvPr>
          <p:cNvGrpSpPr>
            <a:grpSpLocks/>
          </p:cNvGrpSpPr>
          <p:nvPr/>
        </p:nvGrpSpPr>
        <p:grpSpPr bwMode="auto">
          <a:xfrm>
            <a:off x="2555270" y="2093511"/>
            <a:ext cx="238399" cy="426132"/>
            <a:chOff x="4608" y="700"/>
            <a:chExt cx="306" cy="553"/>
          </a:xfrm>
        </p:grpSpPr>
        <p:grpSp>
          <p:nvGrpSpPr>
            <p:cNvPr id="178" name="Group 215">
              <a:extLst>
                <a:ext uri="{FF2B5EF4-FFF2-40B4-BE49-F238E27FC236}">
                  <a16:creationId xmlns:a16="http://schemas.microsoft.com/office/drawing/2014/main" id="{DD905198-07D3-1DC6-6EF6-038DB036CAAD}"/>
                </a:ext>
              </a:extLst>
            </p:cNvPr>
            <p:cNvGrpSpPr>
              <a:grpSpLocks/>
            </p:cNvGrpSpPr>
            <p:nvPr/>
          </p:nvGrpSpPr>
          <p:grpSpPr bwMode="auto">
            <a:xfrm>
              <a:off x="4694" y="784"/>
              <a:ext cx="134" cy="469"/>
              <a:chOff x="4740" y="784"/>
              <a:chExt cx="88" cy="692"/>
            </a:xfrm>
          </p:grpSpPr>
          <p:sp>
            <p:nvSpPr>
              <p:cNvPr id="186" name="Line 216">
                <a:extLst>
                  <a:ext uri="{FF2B5EF4-FFF2-40B4-BE49-F238E27FC236}">
                    <a16:creationId xmlns:a16="http://schemas.microsoft.com/office/drawing/2014/main" id="{306C2417-945D-5427-D2C2-787FB273304B}"/>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a:extLst>
                  <a:ext uri="{FF2B5EF4-FFF2-40B4-BE49-F238E27FC236}">
                    <a16:creationId xmlns:a16="http://schemas.microsoft.com/office/drawing/2014/main" id="{6829AF50-495A-9C86-C309-04B00B3F642A}"/>
                  </a:ext>
                </a:extLst>
              </p:cNvPr>
              <p:cNvGrpSpPr>
                <a:grpSpLocks/>
              </p:cNvGrpSpPr>
              <p:nvPr/>
            </p:nvGrpSpPr>
            <p:grpSpPr bwMode="auto">
              <a:xfrm>
                <a:off x="4740" y="784"/>
                <a:ext cx="88" cy="692"/>
                <a:chOff x="4740" y="784"/>
                <a:chExt cx="88" cy="692"/>
              </a:xfrm>
            </p:grpSpPr>
            <p:sp>
              <p:nvSpPr>
                <p:cNvPr id="188" name="Line 218">
                  <a:extLst>
                    <a:ext uri="{FF2B5EF4-FFF2-40B4-BE49-F238E27FC236}">
                      <a16:creationId xmlns:a16="http://schemas.microsoft.com/office/drawing/2014/main" id="{6C6939D6-F8C3-7134-2D69-B72BEA508E26}"/>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a:extLst>
                    <a:ext uri="{FF2B5EF4-FFF2-40B4-BE49-F238E27FC236}">
                      <a16:creationId xmlns:a16="http://schemas.microsoft.com/office/drawing/2014/main" id="{483BFE1E-A08F-808E-8B9A-4C2261920838}"/>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a:extLst>
                    <a:ext uri="{FF2B5EF4-FFF2-40B4-BE49-F238E27FC236}">
                      <a16:creationId xmlns:a16="http://schemas.microsoft.com/office/drawing/2014/main" id="{1A2C351A-9943-2AD5-0A12-4F0F2768348E}"/>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a:extLst>
                    <a:ext uri="{FF2B5EF4-FFF2-40B4-BE49-F238E27FC236}">
                      <a16:creationId xmlns:a16="http://schemas.microsoft.com/office/drawing/2014/main" id="{D9AC7405-876A-7B34-69A3-E9B34FA3C379}"/>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a:extLst>
                    <a:ext uri="{FF2B5EF4-FFF2-40B4-BE49-F238E27FC236}">
                      <a16:creationId xmlns:a16="http://schemas.microsoft.com/office/drawing/2014/main" id="{C1390D7D-6A8D-7D6A-C130-D2E672D9F18D}"/>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a:extLst>
                    <a:ext uri="{FF2B5EF4-FFF2-40B4-BE49-F238E27FC236}">
                      <a16:creationId xmlns:a16="http://schemas.microsoft.com/office/drawing/2014/main" id="{B00C2F99-C2B4-88E5-94D5-4F67FFDDE427}"/>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a:extLst>
                    <a:ext uri="{FF2B5EF4-FFF2-40B4-BE49-F238E27FC236}">
                      <a16:creationId xmlns:a16="http://schemas.microsoft.com/office/drawing/2014/main" id="{A0A453CD-CC6F-8216-EA6A-133123F68EC0}"/>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a:extLst>
                    <a:ext uri="{FF2B5EF4-FFF2-40B4-BE49-F238E27FC236}">
                      <a16:creationId xmlns:a16="http://schemas.microsoft.com/office/drawing/2014/main" id="{5AD01E16-0823-1DDC-9A47-01B66ABA1753}"/>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a:extLst>
                    <a:ext uri="{FF2B5EF4-FFF2-40B4-BE49-F238E27FC236}">
                      <a16:creationId xmlns:a16="http://schemas.microsoft.com/office/drawing/2014/main" id="{18C38746-D89B-A485-B65A-4CA1CADDAA50}"/>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a:extLst>
                    <a:ext uri="{FF2B5EF4-FFF2-40B4-BE49-F238E27FC236}">
                      <a16:creationId xmlns:a16="http://schemas.microsoft.com/office/drawing/2014/main" id="{3FC25166-1CF4-6A1F-AB83-6BE832B1F765}"/>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a:extLst>
                    <a:ext uri="{FF2B5EF4-FFF2-40B4-BE49-F238E27FC236}">
                      <a16:creationId xmlns:a16="http://schemas.microsoft.com/office/drawing/2014/main" id="{8AC7CA3C-EE5C-30EC-C292-558718DBD2E9}"/>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a:extLst>
                    <a:ext uri="{FF2B5EF4-FFF2-40B4-BE49-F238E27FC236}">
                      <a16:creationId xmlns:a16="http://schemas.microsoft.com/office/drawing/2014/main" id="{2EB3ED55-0E3E-082B-194B-0AF69C600E8F}"/>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a:extLst>
                    <a:ext uri="{FF2B5EF4-FFF2-40B4-BE49-F238E27FC236}">
                      <a16:creationId xmlns:a16="http://schemas.microsoft.com/office/drawing/2014/main" id="{E93F0D64-84CD-431C-B20D-60E9795587DC}"/>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a:extLst>
                    <a:ext uri="{FF2B5EF4-FFF2-40B4-BE49-F238E27FC236}">
                      <a16:creationId xmlns:a16="http://schemas.microsoft.com/office/drawing/2014/main" id="{68BAAB88-0536-BF60-035A-B9D78A30F293}"/>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a:extLst>
                <a:ext uri="{FF2B5EF4-FFF2-40B4-BE49-F238E27FC236}">
                  <a16:creationId xmlns:a16="http://schemas.microsoft.com/office/drawing/2014/main" id="{3B7E1EBD-EE59-EDB6-CB67-E67AE03EF2BE}"/>
                </a:ext>
              </a:extLst>
            </p:cNvPr>
            <p:cNvGrpSpPr>
              <a:grpSpLocks/>
            </p:cNvGrpSpPr>
            <p:nvPr/>
          </p:nvGrpSpPr>
          <p:grpSpPr bwMode="auto">
            <a:xfrm>
              <a:off x="4608" y="700"/>
              <a:ext cx="306" cy="90"/>
              <a:chOff x="748" y="2251"/>
              <a:chExt cx="306" cy="90"/>
            </a:xfrm>
          </p:grpSpPr>
          <p:sp>
            <p:nvSpPr>
              <p:cNvPr id="180" name="AutoShape 233">
                <a:extLst>
                  <a:ext uri="{FF2B5EF4-FFF2-40B4-BE49-F238E27FC236}">
                    <a16:creationId xmlns:a16="http://schemas.microsoft.com/office/drawing/2014/main" id="{6EA47BB7-00F6-AB89-7DB4-C510BDCBB1D7}"/>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a:extLst>
                  <a:ext uri="{FF2B5EF4-FFF2-40B4-BE49-F238E27FC236}">
                    <a16:creationId xmlns:a16="http://schemas.microsoft.com/office/drawing/2014/main" id="{34F2C293-6380-B369-EB60-3733B77950B5}"/>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a:extLst>
                  <a:ext uri="{FF2B5EF4-FFF2-40B4-BE49-F238E27FC236}">
                    <a16:creationId xmlns:a16="http://schemas.microsoft.com/office/drawing/2014/main" id="{886812BF-6C7A-65D7-C21F-57EC411C63FF}"/>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a:extLst>
                  <a:ext uri="{FF2B5EF4-FFF2-40B4-BE49-F238E27FC236}">
                    <a16:creationId xmlns:a16="http://schemas.microsoft.com/office/drawing/2014/main" id="{7141545F-CAAF-1B71-6B06-03D0C4EFDE6D}"/>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a:extLst>
                  <a:ext uri="{FF2B5EF4-FFF2-40B4-BE49-F238E27FC236}">
                    <a16:creationId xmlns:a16="http://schemas.microsoft.com/office/drawing/2014/main" id="{03CB5A84-4956-0EA5-4C92-7E4C72AB664A}"/>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a:extLst>
                  <a:ext uri="{FF2B5EF4-FFF2-40B4-BE49-F238E27FC236}">
                    <a16:creationId xmlns:a16="http://schemas.microsoft.com/office/drawing/2014/main" id="{4DCE941C-CBDD-665C-25BD-0A9965DE8C52}"/>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a:extLst>
              <a:ext uri="{FF2B5EF4-FFF2-40B4-BE49-F238E27FC236}">
                <a16:creationId xmlns:a16="http://schemas.microsoft.com/office/drawing/2014/main" id="{3AF3A4DE-95E3-0107-5DAC-180C3DE0A137}"/>
              </a:ext>
            </a:extLst>
          </p:cNvPr>
          <p:cNvGrpSpPr>
            <a:grpSpLocks/>
          </p:cNvGrpSpPr>
          <p:nvPr/>
        </p:nvGrpSpPr>
        <p:grpSpPr bwMode="auto">
          <a:xfrm>
            <a:off x="1388304" y="1663359"/>
            <a:ext cx="169909" cy="352430"/>
            <a:chOff x="4186" y="1736"/>
            <a:chExt cx="229" cy="461"/>
          </a:xfrm>
        </p:grpSpPr>
        <p:pic>
          <p:nvPicPr>
            <p:cNvPr id="203" name="Picture 5" descr="icon-mobile-phone">
              <a:extLst>
                <a:ext uri="{FF2B5EF4-FFF2-40B4-BE49-F238E27FC236}">
                  <a16:creationId xmlns:a16="http://schemas.microsoft.com/office/drawing/2014/main" id="{CB51A308-8B23-A1F8-1ED7-B73DCE5E810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a:extLst>
                <a:ext uri="{FF2B5EF4-FFF2-40B4-BE49-F238E27FC236}">
                  <a16:creationId xmlns:a16="http://schemas.microsoft.com/office/drawing/2014/main" id="{2A9DFEA8-F060-4629-ED62-640A5CA93DA2}"/>
                </a:ext>
              </a:extLst>
            </p:cNvPr>
            <p:cNvGrpSpPr>
              <a:grpSpLocks/>
            </p:cNvGrpSpPr>
            <p:nvPr/>
          </p:nvGrpSpPr>
          <p:grpSpPr bwMode="auto">
            <a:xfrm>
              <a:off x="4186" y="1736"/>
              <a:ext cx="198" cy="79"/>
              <a:chOff x="4513" y="1707"/>
              <a:chExt cx="198" cy="177"/>
            </a:xfrm>
          </p:grpSpPr>
          <p:sp>
            <p:nvSpPr>
              <p:cNvPr id="205" name="AutoShape 7">
                <a:extLst>
                  <a:ext uri="{FF2B5EF4-FFF2-40B4-BE49-F238E27FC236}">
                    <a16:creationId xmlns:a16="http://schemas.microsoft.com/office/drawing/2014/main" id="{A9D7AE3A-C7BA-CE50-0F47-5961BE41542E}"/>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a:extLst>
                  <a:ext uri="{FF2B5EF4-FFF2-40B4-BE49-F238E27FC236}">
                    <a16:creationId xmlns:a16="http://schemas.microsoft.com/office/drawing/2014/main" id="{20F3C92C-8D21-5FE6-9822-57A89A603D44}"/>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a:extLst>
                  <a:ext uri="{FF2B5EF4-FFF2-40B4-BE49-F238E27FC236}">
                    <a16:creationId xmlns:a16="http://schemas.microsoft.com/office/drawing/2014/main" id="{FDB17EC8-C8C6-BAFE-2EDE-693AC68B45A0}"/>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a:extLst>
              <a:ext uri="{FF2B5EF4-FFF2-40B4-BE49-F238E27FC236}">
                <a16:creationId xmlns:a16="http://schemas.microsoft.com/office/drawing/2014/main" id="{F1881EDD-7B96-0CEA-6FC4-7688F379D596}"/>
              </a:ext>
            </a:extLst>
          </p:cNvPr>
          <p:cNvGrpSpPr>
            <a:grpSpLocks/>
          </p:cNvGrpSpPr>
          <p:nvPr/>
        </p:nvGrpSpPr>
        <p:grpSpPr bwMode="auto">
          <a:xfrm>
            <a:off x="2376142" y="1729021"/>
            <a:ext cx="169909" cy="352429"/>
            <a:chOff x="4186" y="1736"/>
            <a:chExt cx="229" cy="461"/>
          </a:xfrm>
        </p:grpSpPr>
        <p:pic>
          <p:nvPicPr>
            <p:cNvPr id="209" name="Picture 390" descr="icon-mobile-phone">
              <a:extLst>
                <a:ext uri="{FF2B5EF4-FFF2-40B4-BE49-F238E27FC236}">
                  <a16:creationId xmlns:a16="http://schemas.microsoft.com/office/drawing/2014/main" id="{B8F4F88F-ECCB-24D0-3464-C17F45E0FD3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a:extLst>
                <a:ext uri="{FF2B5EF4-FFF2-40B4-BE49-F238E27FC236}">
                  <a16:creationId xmlns:a16="http://schemas.microsoft.com/office/drawing/2014/main" id="{4FC190DC-AE86-3E94-D1C3-78F8464D0917}"/>
                </a:ext>
              </a:extLst>
            </p:cNvPr>
            <p:cNvGrpSpPr>
              <a:grpSpLocks/>
            </p:cNvGrpSpPr>
            <p:nvPr/>
          </p:nvGrpSpPr>
          <p:grpSpPr bwMode="auto">
            <a:xfrm>
              <a:off x="4186" y="1736"/>
              <a:ext cx="198" cy="79"/>
              <a:chOff x="4513" y="1707"/>
              <a:chExt cx="198" cy="177"/>
            </a:xfrm>
          </p:grpSpPr>
          <p:sp>
            <p:nvSpPr>
              <p:cNvPr id="211" name="AutoShape 392">
                <a:extLst>
                  <a:ext uri="{FF2B5EF4-FFF2-40B4-BE49-F238E27FC236}">
                    <a16:creationId xmlns:a16="http://schemas.microsoft.com/office/drawing/2014/main" id="{0625328A-727C-5204-00F6-3C6A22B85D17}"/>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a:extLst>
                  <a:ext uri="{FF2B5EF4-FFF2-40B4-BE49-F238E27FC236}">
                    <a16:creationId xmlns:a16="http://schemas.microsoft.com/office/drawing/2014/main" id="{BBC5C2DA-AB7A-A60F-F563-F5CCB5F596CD}"/>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a:extLst>
                  <a:ext uri="{FF2B5EF4-FFF2-40B4-BE49-F238E27FC236}">
                    <a16:creationId xmlns:a16="http://schemas.microsoft.com/office/drawing/2014/main" id="{9ECE5609-EEA1-F61D-EB82-DEAF2A28ECF1}"/>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a:extLst>
              <a:ext uri="{FF2B5EF4-FFF2-40B4-BE49-F238E27FC236}">
                <a16:creationId xmlns:a16="http://schemas.microsoft.com/office/drawing/2014/main" id="{A8F081D6-C6A9-EFAC-D2E5-5462A9746C8E}"/>
              </a:ext>
            </a:extLst>
          </p:cNvPr>
          <p:cNvGrpSpPr>
            <a:grpSpLocks/>
          </p:cNvGrpSpPr>
          <p:nvPr/>
        </p:nvGrpSpPr>
        <p:grpSpPr bwMode="auto">
          <a:xfrm>
            <a:off x="1898029" y="1424832"/>
            <a:ext cx="169908" cy="352430"/>
            <a:chOff x="4186" y="1736"/>
            <a:chExt cx="229" cy="461"/>
          </a:xfrm>
        </p:grpSpPr>
        <p:pic>
          <p:nvPicPr>
            <p:cNvPr id="215" name="Picture 396" descr="icon-mobile-phone">
              <a:extLst>
                <a:ext uri="{FF2B5EF4-FFF2-40B4-BE49-F238E27FC236}">
                  <a16:creationId xmlns:a16="http://schemas.microsoft.com/office/drawing/2014/main" id="{6EEE1072-5EAB-0A28-4ED1-BC8A2352744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a:extLst>
                <a:ext uri="{FF2B5EF4-FFF2-40B4-BE49-F238E27FC236}">
                  <a16:creationId xmlns:a16="http://schemas.microsoft.com/office/drawing/2014/main" id="{35B2C4A9-1D2E-7048-02C4-E70C897FBEE4}"/>
                </a:ext>
              </a:extLst>
            </p:cNvPr>
            <p:cNvGrpSpPr>
              <a:grpSpLocks/>
            </p:cNvGrpSpPr>
            <p:nvPr/>
          </p:nvGrpSpPr>
          <p:grpSpPr bwMode="auto">
            <a:xfrm>
              <a:off x="4186" y="1736"/>
              <a:ext cx="198" cy="79"/>
              <a:chOff x="4513" y="1707"/>
              <a:chExt cx="198" cy="177"/>
            </a:xfrm>
          </p:grpSpPr>
          <p:sp>
            <p:nvSpPr>
              <p:cNvPr id="217" name="AutoShape 398">
                <a:extLst>
                  <a:ext uri="{FF2B5EF4-FFF2-40B4-BE49-F238E27FC236}">
                    <a16:creationId xmlns:a16="http://schemas.microsoft.com/office/drawing/2014/main" id="{5D24E292-0CDC-5F74-52DC-7D748BD31825}"/>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a:extLst>
                  <a:ext uri="{FF2B5EF4-FFF2-40B4-BE49-F238E27FC236}">
                    <a16:creationId xmlns:a16="http://schemas.microsoft.com/office/drawing/2014/main" id="{294074C1-520B-196A-4353-25D5E09B6292}"/>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a:extLst>
                  <a:ext uri="{FF2B5EF4-FFF2-40B4-BE49-F238E27FC236}">
                    <a16:creationId xmlns:a16="http://schemas.microsoft.com/office/drawing/2014/main" id="{01EA143E-B8D6-400F-A941-864B9964D698}"/>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a:extLst>
              <a:ext uri="{FF2B5EF4-FFF2-40B4-BE49-F238E27FC236}">
                <a16:creationId xmlns:a16="http://schemas.microsoft.com/office/drawing/2014/main" id="{FB1268C5-5A73-92E6-48B2-312DC2A2356D}"/>
              </a:ext>
            </a:extLst>
          </p:cNvPr>
          <p:cNvGrpSpPr>
            <a:grpSpLocks/>
          </p:cNvGrpSpPr>
          <p:nvPr/>
        </p:nvGrpSpPr>
        <p:grpSpPr bwMode="auto">
          <a:xfrm>
            <a:off x="1419915" y="2215454"/>
            <a:ext cx="169909" cy="352430"/>
            <a:chOff x="4186" y="1736"/>
            <a:chExt cx="229" cy="461"/>
          </a:xfrm>
        </p:grpSpPr>
        <p:pic>
          <p:nvPicPr>
            <p:cNvPr id="221" name="Picture 402" descr="icon-mobile-phone">
              <a:extLst>
                <a:ext uri="{FF2B5EF4-FFF2-40B4-BE49-F238E27FC236}">
                  <a16:creationId xmlns:a16="http://schemas.microsoft.com/office/drawing/2014/main" id="{8767C63D-35DE-7051-C727-ADCAD6906C8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a:extLst>
                <a:ext uri="{FF2B5EF4-FFF2-40B4-BE49-F238E27FC236}">
                  <a16:creationId xmlns:a16="http://schemas.microsoft.com/office/drawing/2014/main" id="{E1E599B0-4362-56F6-26DE-8157D24A7BAA}"/>
                </a:ext>
              </a:extLst>
            </p:cNvPr>
            <p:cNvGrpSpPr>
              <a:grpSpLocks/>
            </p:cNvGrpSpPr>
            <p:nvPr/>
          </p:nvGrpSpPr>
          <p:grpSpPr bwMode="auto">
            <a:xfrm>
              <a:off x="4186" y="1736"/>
              <a:ext cx="198" cy="79"/>
              <a:chOff x="4513" y="1707"/>
              <a:chExt cx="198" cy="177"/>
            </a:xfrm>
          </p:grpSpPr>
          <p:sp>
            <p:nvSpPr>
              <p:cNvPr id="223" name="AutoShape 404">
                <a:extLst>
                  <a:ext uri="{FF2B5EF4-FFF2-40B4-BE49-F238E27FC236}">
                    <a16:creationId xmlns:a16="http://schemas.microsoft.com/office/drawing/2014/main" id="{BE54D2E4-3C6A-7223-D475-C3848BDF55C3}"/>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a:extLst>
                  <a:ext uri="{FF2B5EF4-FFF2-40B4-BE49-F238E27FC236}">
                    <a16:creationId xmlns:a16="http://schemas.microsoft.com/office/drawing/2014/main" id="{0353EE56-5217-4C88-1E60-A4687F184364}"/>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a:extLst>
                  <a:ext uri="{FF2B5EF4-FFF2-40B4-BE49-F238E27FC236}">
                    <a16:creationId xmlns:a16="http://schemas.microsoft.com/office/drawing/2014/main" id="{59DA9D7A-A398-A62C-3142-A5E19BE1F5B1}"/>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a:extLst>
              <a:ext uri="{FF2B5EF4-FFF2-40B4-BE49-F238E27FC236}">
                <a16:creationId xmlns:a16="http://schemas.microsoft.com/office/drawing/2014/main" id="{03112332-BB9C-820C-236A-797B10322517}"/>
              </a:ext>
            </a:extLst>
          </p:cNvPr>
          <p:cNvGrpSpPr>
            <a:grpSpLocks/>
          </p:cNvGrpSpPr>
          <p:nvPr/>
        </p:nvGrpSpPr>
        <p:grpSpPr bwMode="auto">
          <a:xfrm>
            <a:off x="1898029" y="1911266"/>
            <a:ext cx="169908" cy="352429"/>
            <a:chOff x="4186" y="1736"/>
            <a:chExt cx="229" cy="461"/>
          </a:xfrm>
        </p:grpSpPr>
        <p:pic>
          <p:nvPicPr>
            <p:cNvPr id="227" name="Picture 408" descr="icon-mobile-phone">
              <a:extLst>
                <a:ext uri="{FF2B5EF4-FFF2-40B4-BE49-F238E27FC236}">
                  <a16:creationId xmlns:a16="http://schemas.microsoft.com/office/drawing/2014/main" id="{6D5387C5-BCE5-E4F9-87C9-96A3CE655DF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a:extLst>
                <a:ext uri="{FF2B5EF4-FFF2-40B4-BE49-F238E27FC236}">
                  <a16:creationId xmlns:a16="http://schemas.microsoft.com/office/drawing/2014/main" id="{0555E505-1D14-20DA-9E6A-00E5CF3ABD55}"/>
                </a:ext>
              </a:extLst>
            </p:cNvPr>
            <p:cNvGrpSpPr>
              <a:grpSpLocks/>
            </p:cNvGrpSpPr>
            <p:nvPr/>
          </p:nvGrpSpPr>
          <p:grpSpPr bwMode="auto">
            <a:xfrm>
              <a:off x="4186" y="1736"/>
              <a:ext cx="198" cy="79"/>
              <a:chOff x="4513" y="1707"/>
              <a:chExt cx="198" cy="177"/>
            </a:xfrm>
          </p:grpSpPr>
          <p:sp>
            <p:nvSpPr>
              <p:cNvPr id="229" name="AutoShape 410">
                <a:extLst>
                  <a:ext uri="{FF2B5EF4-FFF2-40B4-BE49-F238E27FC236}">
                    <a16:creationId xmlns:a16="http://schemas.microsoft.com/office/drawing/2014/main" id="{BD8D8474-E9CC-7ECE-4176-3E699A26B17F}"/>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a:extLst>
                  <a:ext uri="{FF2B5EF4-FFF2-40B4-BE49-F238E27FC236}">
                    <a16:creationId xmlns:a16="http://schemas.microsoft.com/office/drawing/2014/main" id="{ABDB49CB-AF6A-F066-DC4D-8772C77012C8}"/>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a:extLst>
                  <a:ext uri="{FF2B5EF4-FFF2-40B4-BE49-F238E27FC236}">
                    <a16:creationId xmlns:a16="http://schemas.microsoft.com/office/drawing/2014/main" id="{8DB86892-69C0-22EF-C670-D1CBAF746E48}"/>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a:extLst>
              <a:ext uri="{FF2B5EF4-FFF2-40B4-BE49-F238E27FC236}">
                <a16:creationId xmlns:a16="http://schemas.microsoft.com/office/drawing/2014/main" id="{42268862-8860-BF8F-861B-0508CCFEEA71}"/>
              </a:ext>
            </a:extLst>
          </p:cNvPr>
          <p:cNvGrpSpPr>
            <a:grpSpLocks/>
          </p:cNvGrpSpPr>
          <p:nvPr/>
        </p:nvGrpSpPr>
        <p:grpSpPr bwMode="auto">
          <a:xfrm>
            <a:off x="2734398" y="2336057"/>
            <a:ext cx="169909" cy="352430"/>
            <a:chOff x="4186" y="1736"/>
            <a:chExt cx="229" cy="461"/>
          </a:xfrm>
        </p:grpSpPr>
        <p:pic>
          <p:nvPicPr>
            <p:cNvPr id="233" name="Picture 414" descr="icon-mobile-phone">
              <a:extLst>
                <a:ext uri="{FF2B5EF4-FFF2-40B4-BE49-F238E27FC236}">
                  <a16:creationId xmlns:a16="http://schemas.microsoft.com/office/drawing/2014/main" id="{4F0AEF6D-0C97-57B4-BA76-B9DEE4482A5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a:extLst>
                <a:ext uri="{FF2B5EF4-FFF2-40B4-BE49-F238E27FC236}">
                  <a16:creationId xmlns:a16="http://schemas.microsoft.com/office/drawing/2014/main" id="{4AB45420-F86F-8216-FD8A-27839062D8B8}"/>
                </a:ext>
              </a:extLst>
            </p:cNvPr>
            <p:cNvGrpSpPr>
              <a:grpSpLocks/>
            </p:cNvGrpSpPr>
            <p:nvPr/>
          </p:nvGrpSpPr>
          <p:grpSpPr bwMode="auto">
            <a:xfrm>
              <a:off x="4186" y="1736"/>
              <a:ext cx="198" cy="79"/>
              <a:chOff x="4513" y="1707"/>
              <a:chExt cx="198" cy="177"/>
            </a:xfrm>
          </p:grpSpPr>
          <p:sp>
            <p:nvSpPr>
              <p:cNvPr id="235" name="AutoShape 416">
                <a:extLst>
                  <a:ext uri="{FF2B5EF4-FFF2-40B4-BE49-F238E27FC236}">
                    <a16:creationId xmlns:a16="http://schemas.microsoft.com/office/drawing/2014/main" id="{2BC8D9FD-64BC-423A-6D2D-9FD671B68863}"/>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a:extLst>
                  <a:ext uri="{FF2B5EF4-FFF2-40B4-BE49-F238E27FC236}">
                    <a16:creationId xmlns:a16="http://schemas.microsoft.com/office/drawing/2014/main" id="{138AB42F-5CFF-02B0-77F5-14830DA1234E}"/>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a:extLst>
                  <a:ext uri="{FF2B5EF4-FFF2-40B4-BE49-F238E27FC236}">
                    <a16:creationId xmlns:a16="http://schemas.microsoft.com/office/drawing/2014/main" id="{B9D6D678-EB1D-68E6-3F10-C214B726D9B3}"/>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a:extLst>
              <a:ext uri="{FF2B5EF4-FFF2-40B4-BE49-F238E27FC236}">
                <a16:creationId xmlns:a16="http://schemas.microsoft.com/office/drawing/2014/main" id="{A86A8575-EF33-D355-2B96-5E030D2C52C3}"/>
              </a:ext>
            </a:extLst>
          </p:cNvPr>
          <p:cNvGrpSpPr>
            <a:grpSpLocks/>
          </p:cNvGrpSpPr>
          <p:nvPr/>
        </p:nvGrpSpPr>
        <p:grpSpPr bwMode="auto">
          <a:xfrm>
            <a:off x="1837441" y="2545103"/>
            <a:ext cx="169908" cy="352430"/>
            <a:chOff x="4186" y="1736"/>
            <a:chExt cx="229" cy="461"/>
          </a:xfrm>
        </p:grpSpPr>
        <p:pic>
          <p:nvPicPr>
            <p:cNvPr id="239" name="Picture 420" descr="icon-mobile-phone">
              <a:extLst>
                <a:ext uri="{FF2B5EF4-FFF2-40B4-BE49-F238E27FC236}">
                  <a16:creationId xmlns:a16="http://schemas.microsoft.com/office/drawing/2014/main" id="{D11A09FA-4B74-6466-3BD8-CD778182E5F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a:extLst>
                <a:ext uri="{FF2B5EF4-FFF2-40B4-BE49-F238E27FC236}">
                  <a16:creationId xmlns:a16="http://schemas.microsoft.com/office/drawing/2014/main" id="{2B9A4C8C-9025-A895-A0AD-C55B968A047B}"/>
                </a:ext>
              </a:extLst>
            </p:cNvPr>
            <p:cNvGrpSpPr>
              <a:grpSpLocks/>
            </p:cNvGrpSpPr>
            <p:nvPr/>
          </p:nvGrpSpPr>
          <p:grpSpPr bwMode="auto">
            <a:xfrm>
              <a:off x="4186" y="1736"/>
              <a:ext cx="198" cy="79"/>
              <a:chOff x="4513" y="1707"/>
              <a:chExt cx="198" cy="177"/>
            </a:xfrm>
          </p:grpSpPr>
          <p:sp>
            <p:nvSpPr>
              <p:cNvPr id="241" name="AutoShape 422">
                <a:extLst>
                  <a:ext uri="{FF2B5EF4-FFF2-40B4-BE49-F238E27FC236}">
                    <a16:creationId xmlns:a16="http://schemas.microsoft.com/office/drawing/2014/main" id="{C1A4D362-05DA-511B-DB9C-345D7E4A543F}"/>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a:extLst>
                  <a:ext uri="{FF2B5EF4-FFF2-40B4-BE49-F238E27FC236}">
                    <a16:creationId xmlns:a16="http://schemas.microsoft.com/office/drawing/2014/main" id="{02F74461-4816-EBF6-36F6-D29B7E9C14A0}"/>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a:extLst>
                  <a:ext uri="{FF2B5EF4-FFF2-40B4-BE49-F238E27FC236}">
                    <a16:creationId xmlns:a16="http://schemas.microsoft.com/office/drawing/2014/main" id="{8AD9A439-4DDB-E736-E928-6EB82DB7A796}"/>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a:extLst>
              <a:ext uri="{FF2B5EF4-FFF2-40B4-BE49-F238E27FC236}">
                <a16:creationId xmlns:a16="http://schemas.microsoft.com/office/drawing/2014/main" id="{7A71DC37-1B18-DA74-0EB4-5A045BFA6E84}"/>
              </a:ext>
            </a:extLst>
          </p:cNvPr>
          <p:cNvGraphicFramePr>
            <a:graphicFrameLocks/>
          </p:cNvGraphicFramePr>
          <p:nvPr/>
        </p:nvGraphicFramePr>
        <p:xfrm>
          <a:off x="1360645" y="2640246"/>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244" name="Object 36">
                        <a:hlinkClick r:id="" action="ppaction://ole?verb=0"/>
                        <a:extLst>
                          <a:ext uri="{FF2B5EF4-FFF2-40B4-BE49-F238E27FC236}">
                            <a16:creationId xmlns:a16="http://schemas.microsoft.com/office/drawing/2014/main" id="{3656EEF1-CA09-4541-6D3A-BF6DFD789D96}"/>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2640246"/>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a:extLst>
              <a:ext uri="{FF2B5EF4-FFF2-40B4-BE49-F238E27FC236}">
                <a16:creationId xmlns:a16="http://schemas.microsoft.com/office/drawing/2014/main" id="{DA4590CD-CF84-CFF7-9BFE-6CA510B86CA8}"/>
              </a:ext>
            </a:extLst>
          </p:cNvPr>
          <p:cNvSpPr>
            <a:spLocks noChangeShapeType="1"/>
          </p:cNvSpPr>
          <p:nvPr/>
        </p:nvSpPr>
        <p:spPr bwMode="auto">
          <a:xfrm>
            <a:off x="2793669" y="1789322"/>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a:extLst>
              <a:ext uri="{FF2B5EF4-FFF2-40B4-BE49-F238E27FC236}">
                <a16:creationId xmlns:a16="http://schemas.microsoft.com/office/drawing/2014/main" id="{33FCB825-F76A-4755-909A-7F9690C6D9C7}"/>
              </a:ext>
            </a:extLst>
          </p:cNvPr>
          <p:cNvSpPr>
            <a:spLocks noChangeShapeType="1"/>
          </p:cNvSpPr>
          <p:nvPr/>
        </p:nvSpPr>
        <p:spPr bwMode="auto">
          <a:xfrm flipV="1">
            <a:off x="2675128" y="2336057"/>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a:extLst>
              <a:ext uri="{FF2B5EF4-FFF2-40B4-BE49-F238E27FC236}">
                <a16:creationId xmlns:a16="http://schemas.microsoft.com/office/drawing/2014/main" id="{87D5A0FF-8C6B-3E38-9099-44E4F5DC1F21}"/>
              </a:ext>
            </a:extLst>
          </p:cNvPr>
          <p:cNvSpPr>
            <a:spLocks noChangeShapeType="1"/>
          </p:cNvSpPr>
          <p:nvPr/>
        </p:nvSpPr>
        <p:spPr bwMode="auto">
          <a:xfrm>
            <a:off x="2256285" y="2215454"/>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a:extLst>
              <a:ext uri="{FF2B5EF4-FFF2-40B4-BE49-F238E27FC236}">
                <a16:creationId xmlns:a16="http://schemas.microsoft.com/office/drawing/2014/main" id="{2109D025-3C19-D157-DA26-8346492F8B27}"/>
              </a:ext>
            </a:extLst>
          </p:cNvPr>
          <p:cNvSpPr>
            <a:spLocks noChangeShapeType="1"/>
          </p:cNvSpPr>
          <p:nvPr/>
        </p:nvSpPr>
        <p:spPr bwMode="auto">
          <a:xfrm>
            <a:off x="2197014" y="1607077"/>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a:extLst>
              <a:ext uri="{FF2B5EF4-FFF2-40B4-BE49-F238E27FC236}">
                <a16:creationId xmlns:a16="http://schemas.microsoft.com/office/drawing/2014/main" id="{BE989160-6AE6-0CCC-646C-4B571321D896}"/>
              </a:ext>
            </a:extLst>
          </p:cNvPr>
          <p:cNvSpPr>
            <a:spLocks noChangeShapeType="1"/>
          </p:cNvSpPr>
          <p:nvPr/>
        </p:nvSpPr>
        <p:spPr bwMode="auto">
          <a:xfrm>
            <a:off x="1770268" y="1964868"/>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a:extLst>
              <a:ext uri="{FF2B5EF4-FFF2-40B4-BE49-F238E27FC236}">
                <a16:creationId xmlns:a16="http://schemas.microsoft.com/office/drawing/2014/main" id="{38D433F8-2E49-9725-8339-2B0CB0AA43D5}"/>
              </a:ext>
            </a:extLst>
          </p:cNvPr>
          <p:cNvSpPr>
            <a:spLocks noChangeShapeType="1"/>
          </p:cNvSpPr>
          <p:nvPr/>
        </p:nvSpPr>
        <p:spPr bwMode="auto">
          <a:xfrm flipV="1">
            <a:off x="1778171" y="2291837"/>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a:extLst>
              <a:ext uri="{FF2B5EF4-FFF2-40B4-BE49-F238E27FC236}">
                <a16:creationId xmlns:a16="http://schemas.microsoft.com/office/drawing/2014/main" id="{699A1E61-F59F-A303-93A3-DB18A4696570}"/>
              </a:ext>
            </a:extLst>
          </p:cNvPr>
          <p:cNvSpPr>
            <a:spLocks noChangeShapeType="1"/>
          </p:cNvSpPr>
          <p:nvPr/>
        </p:nvSpPr>
        <p:spPr bwMode="auto">
          <a:xfrm flipV="1">
            <a:off x="2219405" y="2362858"/>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a:extLst>
              <a:ext uri="{FF2B5EF4-FFF2-40B4-BE49-F238E27FC236}">
                <a16:creationId xmlns:a16="http://schemas.microsoft.com/office/drawing/2014/main" id="{2D5B97FF-8D03-CAEF-8565-CE41985E9C0A}"/>
              </a:ext>
            </a:extLst>
          </p:cNvPr>
          <p:cNvGrpSpPr>
            <a:grpSpLocks/>
          </p:cNvGrpSpPr>
          <p:nvPr/>
        </p:nvGrpSpPr>
        <p:grpSpPr bwMode="auto">
          <a:xfrm>
            <a:off x="6020607" y="2855841"/>
            <a:ext cx="144883" cy="317589"/>
            <a:chOff x="4186" y="1736"/>
            <a:chExt cx="229" cy="461"/>
          </a:xfrm>
        </p:grpSpPr>
        <p:pic>
          <p:nvPicPr>
            <p:cNvPr id="253" name="Picture 500" descr="icon-mobile-phone">
              <a:extLst>
                <a:ext uri="{FF2B5EF4-FFF2-40B4-BE49-F238E27FC236}">
                  <a16:creationId xmlns:a16="http://schemas.microsoft.com/office/drawing/2014/main" id="{C0582F43-237E-6329-4CFF-179C9AD5EFC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a:extLst>
                <a:ext uri="{FF2B5EF4-FFF2-40B4-BE49-F238E27FC236}">
                  <a16:creationId xmlns:a16="http://schemas.microsoft.com/office/drawing/2014/main" id="{0D119E19-E83D-021B-D080-3BF087DF7D72}"/>
                </a:ext>
              </a:extLst>
            </p:cNvPr>
            <p:cNvGrpSpPr>
              <a:grpSpLocks/>
            </p:cNvGrpSpPr>
            <p:nvPr/>
          </p:nvGrpSpPr>
          <p:grpSpPr bwMode="auto">
            <a:xfrm>
              <a:off x="4186" y="1736"/>
              <a:ext cx="198" cy="79"/>
              <a:chOff x="4513" y="1707"/>
              <a:chExt cx="198" cy="177"/>
            </a:xfrm>
          </p:grpSpPr>
          <p:sp>
            <p:nvSpPr>
              <p:cNvPr id="255" name="AutoShape 502">
                <a:extLst>
                  <a:ext uri="{FF2B5EF4-FFF2-40B4-BE49-F238E27FC236}">
                    <a16:creationId xmlns:a16="http://schemas.microsoft.com/office/drawing/2014/main" id="{1FF8C7CA-0D8C-38B3-04E4-49AE26F616B1}"/>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a:extLst>
                  <a:ext uri="{FF2B5EF4-FFF2-40B4-BE49-F238E27FC236}">
                    <a16:creationId xmlns:a16="http://schemas.microsoft.com/office/drawing/2014/main" id="{13BF62C8-DA7F-7FAA-37D7-799009ECCECA}"/>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a:extLst>
                  <a:ext uri="{FF2B5EF4-FFF2-40B4-BE49-F238E27FC236}">
                    <a16:creationId xmlns:a16="http://schemas.microsoft.com/office/drawing/2014/main" id="{C746093B-3397-525E-51AC-6DAC160CDAD8}"/>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a:extLst>
              <a:ext uri="{FF2B5EF4-FFF2-40B4-BE49-F238E27FC236}">
                <a16:creationId xmlns:a16="http://schemas.microsoft.com/office/drawing/2014/main" id="{3B434BC9-D2CE-6007-95E8-5E7544DD1CD9}"/>
              </a:ext>
            </a:extLst>
          </p:cNvPr>
          <p:cNvSpPr txBox="1">
            <a:spLocks noChangeArrowheads="1"/>
          </p:cNvSpPr>
          <p:nvPr/>
        </p:nvSpPr>
        <p:spPr bwMode="auto">
          <a:xfrm>
            <a:off x="3450910" y="2353150"/>
            <a:ext cx="487634" cy="295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a:t>
            </a:r>
          </a:p>
        </p:txBody>
      </p:sp>
      <p:sp>
        <p:nvSpPr>
          <p:cNvPr id="259" name="Text Box 511">
            <a:extLst>
              <a:ext uri="{FF2B5EF4-FFF2-40B4-BE49-F238E27FC236}">
                <a16:creationId xmlns:a16="http://schemas.microsoft.com/office/drawing/2014/main" id="{B8225FEB-4EBF-6306-FA7F-994129D98BC2}"/>
              </a:ext>
            </a:extLst>
          </p:cNvPr>
          <p:cNvSpPr txBox="1">
            <a:spLocks noChangeArrowheads="1"/>
          </p:cNvSpPr>
          <p:nvPr/>
        </p:nvSpPr>
        <p:spPr bwMode="auto">
          <a:xfrm>
            <a:off x="2615773" y="1200776"/>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a:extLst>
              <a:ext uri="{FF2B5EF4-FFF2-40B4-BE49-F238E27FC236}">
                <a16:creationId xmlns:a16="http://schemas.microsoft.com/office/drawing/2014/main" id="{9F2D741D-C9C1-B277-9B6D-8243222D1A58}"/>
              </a:ext>
            </a:extLst>
          </p:cNvPr>
          <p:cNvGrpSpPr>
            <a:grpSpLocks/>
          </p:cNvGrpSpPr>
          <p:nvPr/>
        </p:nvGrpSpPr>
        <p:grpSpPr bwMode="auto">
          <a:xfrm>
            <a:off x="5363365" y="2821000"/>
            <a:ext cx="238399" cy="364490"/>
            <a:chOff x="4608" y="700"/>
            <a:chExt cx="306" cy="553"/>
          </a:xfrm>
        </p:grpSpPr>
        <p:grpSp>
          <p:nvGrpSpPr>
            <p:cNvPr id="261" name="Group 513">
              <a:extLst>
                <a:ext uri="{FF2B5EF4-FFF2-40B4-BE49-F238E27FC236}">
                  <a16:creationId xmlns:a16="http://schemas.microsoft.com/office/drawing/2014/main" id="{703A04CE-F6DB-D566-5E54-9820386EF9BA}"/>
                </a:ext>
              </a:extLst>
            </p:cNvPr>
            <p:cNvGrpSpPr>
              <a:grpSpLocks/>
            </p:cNvGrpSpPr>
            <p:nvPr/>
          </p:nvGrpSpPr>
          <p:grpSpPr bwMode="auto">
            <a:xfrm>
              <a:off x="4694" y="784"/>
              <a:ext cx="134" cy="469"/>
              <a:chOff x="4740" y="784"/>
              <a:chExt cx="88" cy="692"/>
            </a:xfrm>
          </p:grpSpPr>
          <p:sp>
            <p:nvSpPr>
              <p:cNvPr id="269" name="Line 514">
                <a:extLst>
                  <a:ext uri="{FF2B5EF4-FFF2-40B4-BE49-F238E27FC236}">
                    <a16:creationId xmlns:a16="http://schemas.microsoft.com/office/drawing/2014/main" id="{BBC695C5-6FCA-9968-BF2A-4ED426855A47}"/>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a:extLst>
                  <a:ext uri="{FF2B5EF4-FFF2-40B4-BE49-F238E27FC236}">
                    <a16:creationId xmlns:a16="http://schemas.microsoft.com/office/drawing/2014/main" id="{56FA1928-E4E3-6944-ADC0-245D9E5AB58A}"/>
                  </a:ext>
                </a:extLst>
              </p:cNvPr>
              <p:cNvGrpSpPr>
                <a:grpSpLocks/>
              </p:cNvGrpSpPr>
              <p:nvPr/>
            </p:nvGrpSpPr>
            <p:grpSpPr bwMode="auto">
              <a:xfrm>
                <a:off x="4740" y="784"/>
                <a:ext cx="88" cy="692"/>
                <a:chOff x="4740" y="784"/>
                <a:chExt cx="88" cy="692"/>
              </a:xfrm>
            </p:grpSpPr>
            <p:sp>
              <p:nvSpPr>
                <p:cNvPr id="271" name="Line 516">
                  <a:extLst>
                    <a:ext uri="{FF2B5EF4-FFF2-40B4-BE49-F238E27FC236}">
                      <a16:creationId xmlns:a16="http://schemas.microsoft.com/office/drawing/2014/main" id="{4E8FB484-1A37-24D7-45A2-814E713BFF15}"/>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a:extLst>
                    <a:ext uri="{FF2B5EF4-FFF2-40B4-BE49-F238E27FC236}">
                      <a16:creationId xmlns:a16="http://schemas.microsoft.com/office/drawing/2014/main" id="{040B1E00-A77E-BE79-920F-A4E761D4B123}"/>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a:extLst>
                    <a:ext uri="{FF2B5EF4-FFF2-40B4-BE49-F238E27FC236}">
                      <a16:creationId xmlns:a16="http://schemas.microsoft.com/office/drawing/2014/main" id="{8C21F6BB-06E5-DC3B-1E04-8156109E6052}"/>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a:extLst>
                    <a:ext uri="{FF2B5EF4-FFF2-40B4-BE49-F238E27FC236}">
                      <a16:creationId xmlns:a16="http://schemas.microsoft.com/office/drawing/2014/main" id="{BA99B99F-2EAD-92BA-EF69-E983E8B164EE}"/>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a:extLst>
                    <a:ext uri="{FF2B5EF4-FFF2-40B4-BE49-F238E27FC236}">
                      <a16:creationId xmlns:a16="http://schemas.microsoft.com/office/drawing/2014/main" id="{08EFA8DE-05EC-614A-7B12-9D69B82C2397}"/>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a:extLst>
                    <a:ext uri="{FF2B5EF4-FFF2-40B4-BE49-F238E27FC236}">
                      <a16:creationId xmlns:a16="http://schemas.microsoft.com/office/drawing/2014/main" id="{01682232-1C2F-4696-7968-DA8040654A2E}"/>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a:extLst>
                    <a:ext uri="{FF2B5EF4-FFF2-40B4-BE49-F238E27FC236}">
                      <a16:creationId xmlns:a16="http://schemas.microsoft.com/office/drawing/2014/main" id="{307495EF-1F6E-3F12-96FB-CDFCEB5362E2}"/>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a:extLst>
                    <a:ext uri="{FF2B5EF4-FFF2-40B4-BE49-F238E27FC236}">
                      <a16:creationId xmlns:a16="http://schemas.microsoft.com/office/drawing/2014/main" id="{BB1F9B68-C697-96E4-9FD1-3B86CD61A3F1}"/>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a:extLst>
                    <a:ext uri="{FF2B5EF4-FFF2-40B4-BE49-F238E27FC236}">
                      <a16:creationId xmlns:a16="http://schemas.microsoft.com/office/drawing/2014/main" id="{8E298210-9C91-AB07-1415-5C2540938247}"/>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a:extLst>
                    <a:ext uri="{FF2B5EF4-FFF2-40B4-BE49-F238E27FC236}">
                      <a16:creationId xmlns:a16="http://schemas.microsoft.com/office/drawing/2014/main" id="{0C441651-621C-A35A-2E71-6872BC3D86FE}"/>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a:extLst>
                    <a:ext uri="{FF2B5EF4-FFF2-40B4-BE49-F238E27FC236}">
                      <a16:creationId xmlns:a16="http://schemas.microsoft.com/office/drawing/2014/main" id="{FC81650A-E9F1-60BA-71DA-D1E2C09FA894}"/>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a:extLst>
                    <a:ext uri="{FF2B5EF4-FFF2-40B4-BE49-F238E27FC236}">
                      <a16:creationId xmlns:a16="http://schemas.microsoft.com/office/drawing/2014/main" id="{3CC7930E-A38C-1DC8-3648-BAF0D949FE21}"/>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a:extLst>
                    <a:ext uri="{FF2B5EF4-FFF2-40B4-BE49-F238E27FC236}">
                      <a16:creationId xmlns:a16="http://schemas.microsoft.com/office/drawing/2014/main" id="{D1655321-0484-9623-22AB-655B3F01CCD1}"/>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a:extLst>
                    <a:ext uri="{FF2B5EF4-FFF2-40B4-BE49-F238E27FC236}">
                      <a16:creationId xmlns:a16="http://schemas.microsoft.com/office/drawing/2014/main" id="{996C316A-C100-7D1F-E7BC-226C6B25FCF9}"/>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a:extLst>
                <a:ext uri="{FF2B5EF4-FFF2-40B4-BE49-F238E27FC236}">
                  <a16:creationId xmlns:a16="http://schemas.microsoft.com/office/drawing/2014/main" id="{D4EAB154-C125-4440-A775-6C9E9A1C2FA5}"/>
                </a:ext>
              </a:extLst>
            </p:cNvPr>
            <p:cNvGrpSpPr>
              <a:grpSpLocks/>
            </p:cNvGrpSpPr>
            <p:nvPr/>
          </p:nvGrpSpPr>
          <p:grpSpPr bwMode="auto">
            <a:xfrm>
              <a:off x="4608" y="700"/>
              <a:ext cx="306" cy="90"/>
              <a:chOff x="748" y="2251"/>
              <a:chExt cx="306" cy="90"/>
            </a:xfrm>
          </p:grpSpPr>
          <p:sp>
            <p:nvSpPr>
              <p:cNvPr id="263" name="AutoShape 531">
                <a:extLst>
                  <a:ext uri="{FF2B5EF4-FFF2-40B4-BE49-F238E27FC236}">
                    <a16:creationId xmlns:a16="http://schemas.microsoft.com/office/drawing/2014/main" id="{F71D1D93-211B-A363-B335-4D9509B9F0A4}"/>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a:extLst>
                  <a:ext uri="{FF2B5EF4-FFF2-40B4-BE49-F238E27FC236}">
                    <a16:creationId xmlns:a16="http://schemas.microsoft.com/office/drawing/2014/main" id="{48F81D9F-AAB2-EB83-0BF8-D3ECADF38656}"/>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a:extLst>
                  <a:ext uri="{FF2B5EF4-FFF2-40B4-BE49-F238E27FC236}">
                    <a16:creationId xmlns:a16="http://schemas.microsoft.com/office/drawing/2014/main" id="{E5755A81-542F-E3D7-B69E-964682D60884}"/>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a:extLst>
                  <a:ext uri="{FF2B5EF4-FFF2-40B4-BE49-F238E27FC236}">
                    <a16:creationId xmlns:a16="http://schemas.microsoft.com/office/drawing/2014/main" id="{D91BA5F2-4187-2756-FFA7-9AD0821B1FC0}"/>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a:extLst>
                  <a:ext uri="{FF2B5EF4-FFF2-40B4-BE49-F238E27FC236}">
                    <a16:creationId xmlns:a16="http://schemas.microsoft.com/office/drawing/2014/main" id="{6EA11C65-F3FE-0AF4-8568-FFA2CD926354}"/>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a:extLst>
                  <a:ext uri="{FF2B5EF4-FFF2-40B4-BE49-F238E27FC236}">
                    <a16:creationId xmlns:a16="http://schemas.microsoft.com/office/drawing/2014/main" id="{E3CF5A55-027A-E179-58B9-43C987298593}"/>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a:extLst>
              <a:ext uri="{FF2B5EF4-FFF2-40B4-BE49-F238E27FC236}">
                <a16:creationId xmlns:a16="http://schemas.microsoft.com/office/drawing/2014/main" id="{680A5B68-E96F-A4D5-2361-0DC4B13AF1AA}"/>
              </a:ext>
            </a:extLst>
          </p:cNvPr>
          <p:cNvSpPr txBox="1">
            <a:spLocks noChangeArrowheads="1"/>
          </p:cNvSpPr>
          <p:nvPr/>
        </p:nvSpPr>
        <p:spPr bwMode="auto">
          <a:xfrm>
            <a:off x="5542492" y="2892022"/>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a:extLst>
              <a:ext uri="{FF2B5EF4-FFF2-40B4-BE49-F238E27FC236}">
                <a16:creationId xmlns:a16="http://schemas.microsoft.com/office/drawing/2014/main" id="{A7B6DFE8-1FFC-1291-7157-23BBF6A2305D}"/>
              </a:ext>
            </a:extLst>
          </p:cNvPr>
          <p:cNvSpPr txBox="1">
            <a:spLocks noChangeArrowheads="1"/>
          </p:cNvSpPr>
          <p:nvPr/>
        </p:nvSpPr>
        <p:spPr bwMode="auto">
          <a:xfrm>
            <a:off x="6378862" y="2846462"/>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a:extLst>
              <a:ext uri="{FF2B5EF4-FFF2-40B4-BE49-F238E27FC236}">
                <a16:creationId xmlns:a16="http://schemas.microsoft.com/office/drawing/2014/main" id="{909F50A2-7349-DC16-6E45-DF78119CAAB1}"/>
              </a:ext>
            </a:extLst>
          </p:cNvPr>
          <p:cNvSpPr>
            <a:spLocks noChangeArrowheads="1"/>
          </p:cNvSpPr>
          <p:nvPr/>
        </p:nvSpPr>
        <p:spPr bwMode="auto">
          <a:xfrm>
            <a:off x="4407137" y="2760698"/>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a:extLst>
              <a:ext uri="{FF2B5EF4-FFF2-40B4-BE49-F238E27FC236}">
                <a16:creationId xmlns:a16="http://schemas.microsoft.com/office/drawing/2014/main" id="{0EDA203B-C250-B1A7-A135-560F7BD1BB8F}"/>
              </a:ext>
            </a:extLst>
          </p:cNvPr>
          <p:cNvSpPr>
            <a:spLocks noChangeShapeType="1"/>
          </p:cNvSpPr>
          <p:nvPr/>
        </p:nvSpPr>
        <p:spPr bwMode="auto">
          <a:xfrm>
            <a:off x="5304095"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a:extLst>
              <a:ext uri="{FF2B5EF4-FFF2-40B4-BE49-F238E27FC236}">
                <a16:creationId xmlns:a16="http://schemas.microsoft.com/office/drawing/2014/main" id="{BA496CD7-D216-8ACB-2386-40473BA60393}"/>
              </a:ext>
            </a:extLst>
          </p:cNvPr>
          <p:cNvSpPr>
            <a:spLocks noChangeShapeType="1"/>
          </p:cNvSpPr>
          <p:nvPr/>
        </p:nvSpPr>
        <p:spPr bwMode="auto">
          <a:xfrm>
            <a:off x="6020607"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a:extLst>
              <a:ext uri="{FF2B5EF4-FFF2-40B4-BE49-F238E27FC236}">
                <a16:creationId xmlns:a16="http://schemas.microsoft.com/office/drawing/2014/main" id="{FD68B876-E77F-448F-1918-7346E4841CE9}"/>
              </a:ext>
            </a:extLst>
          </p:cNvPr>
          <p:cNvSpPr>
            <a:spLocks noChangeArrowheads="1"/>
          </p:cNvSpPr>
          <p:nvPr/>
        </p:nvSpPr>
        <p:spPr bwMode="auto">
          <a:xfrm>
            <a:off x="4467725" y="2847800"/>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a:extLst>
              <a:ext uri="{FF2B5EF4-FFF2-40B4-BE49-F238E27FC236}">
                <a16:creationId xmlns:a16="http://schemas.microsoft.com/office/drawing/2014/main" id="{25664D5B-E69E-8FAD-ECA6-A0C73E305F46}"/>
              </a:ext>
            </a:extLst>
          </p:cNvPr>
          <p:cNvSpPr txBox="1">
            <a:spLocks noChangeArrowheads="1"/>
          </p:cNvSpPr>
          <p:nvPr/>
        </p:nvSpPr>
        <p:spPr bwMode="auto">
          <a:xfrm>
            <a:off x="4825981" y="2763378"/>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pSp>
        <p:nvGrpSpPr>
          <p:cNvPr id="292" name="Group 428">
            <a:extLst>
              <a:ext uri="{FF2B5EF4-FFF2-40B4-BE49-F238E27FC236}">
                <a16:creationId xmlns:a16="http://schemas.microsoft.com/office/drawing/2014/main" id="{18CD1D03-676F-0094-567D-254AD7D2DD43}"/>
              </a:ext>
            </a:extLst>
          </p:cNvPr>
          <p:cNvGrpSpPr>
            <a:grpSpLocks/>
          </p:cNvGrpSpPr>
          <p:nvPr/>
        </p:nvGrpSpPr>
        <p:grpSpPr bwMode="auto">
          <a:xfrm>
            <a:off x="7287855" y="1866294"/>
            <a:ext cx="1238925" cy="753730"/>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a:extLst>
                <a:ext uri="{FF2B5EF4-FFF2-40B4-BE49-F238E27FC236}">
                  <a16:creationId xmlns:a16="http://schemas.microsoft.com/office/drawing/2014/main" id="{AC1BD001-CAB1-86AC-F8A7-2F2F075BB6A5}"/>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a:extLst>
                <a:ext uri="{FF2B5EF4-FFF2-40B4-BE49-F238E27FC236}">
                  <a16:creationId xmlns:a16="http://schemas.microsoft.com/office/drawing/2014/main" id="{BDD7F2BE-4FE4-6D6C-194E-2F9733EDB283}"/>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a:extLst>
                <a:ext uri="{FF2B5EF4-FFF2-40B4-BE49-F238E27FC236}">
                  <a16:creationId xmlns:a16="http://schemas.microsoft.com/office/drawing/2014/main" id="{797D3B50-5D4F-F262-56A5-85DD9A89D113}"/>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a:extLst>
                <a:ext uri="{FF2B5EF4-FFF2-40B4-BE49-F238E27FC236}">
                  <a16:creationId xmlns:a16="http://schemas.microsoft.com/office/drawing/2014/main" id="{83E26D8F-2132-AB54-89EA-AD2F78B565FC}"/>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a:extLst>
                <a:ext uri="{FF2B5EF4-FFF2-40B4-BE49-F238E27FC236}">
                  <a16:creationId xmlns:a16="http://schemas.microsoft.com/office/drawing/2014/main" id="{41803328-582C-20E4-9DCC-C28E9A33471C}"/>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a:extLst>
                <a:ext uri="{FF2B5EF4-FFF2-40B4-BE49-F238E27FC236}">
                  <a16:creationId xmlns:a16="http://schemas.microsoft.com/office/drawing/2014/main" id="{F4C94664-D2F8-8852-BC0C-80610A8703F0}"/>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a:extLst>
                <a:ext uri="{FF2B5EF4-FFF2-40B4-BE49-F238E27FC236}">
                  <a16:creationId xmlns:a16="http://schemas.microsoft.com/office/drawing/2014/main" id="{A323F030-1BC4-3697-6900-EDC2E54FD245}"/>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a:extLst>
                <a:ext uri="{FF2B5EF4-FFF2-40B4-BE49-F238E27FC236}">
                  <a16:creationId xmlns:a16="http://schemas.microsoft.com/office/drawing/2014/main" id="{358FC481-0EAF-EA83-7E6E-F10372F2B2BC}"/>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a:extLst>
                <a:ext uri="{FF2B5EF4-FFF2-40B4-BE49-F238E27FC236}">
                  <a16:creationId xmlns:a16="http://schemas.microsoft.com/office/drawing/2014/main" id="{20A0CFBF-E0FA-ED2D-2925-4669F5624A08}"/>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a:extLst>
                <a:ext uri="{FF2B5EF4-FFF2-40B4-BE49-F238E27FC236}">
                  <a16:creationId xmlns:a16="http://schemas.microsoft.com/office/drawing/2014/main" id="{228F98F5-A6B9-FACA-3418-4B9F2115AAC2}"/>
                </a:ext>
              </a:extLst>
            </p:cNvPr>
            <p:cNvGrpSpPr>
              <a:grpSpLocks/>
            </p:cNvGrpSpPr>
            <p:nvPr/>
          </p:nvGrpSpPr>
          <p:grpSpPr bwMode="auto">
            <a:xfrm>
              <a:off x="912" y="768"/>
              <a:ext cx="2386" cy="1553"/>
              <a:chOff x="912" y="768"/>
              <a:chExt cx="2386" cy="1553"/>
            </a:xfrm>
            <a:grpFill/>
          </p:grpSpPr>
          <p:sp>
            <p:nvSpPr>
              <p:cNvPr id="303" name="Oval 439">
                <a:extLst>
                  <a:ext uri="{FF2B5EF4-FFF2-40B4-BE49-F238E27FC236}">
                    <a16:creationId xmlns:a16="http://schemas.microsoft.com/office/drawing/2014/main" id="{C6DDFF04-65C2-1AC4-A36B-F3386C9083F4}"/>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a:extLst>
                  <a:ext uri="{FF2B5EF4-FFF2-40B4-BE49-F238E27FC236}">
                    <a16:creationId xmlns:a16="http://schemas.microsoft.com/office/drawing/2014/main" id="{3D67D12F-D37E-AD8C-BDA1-44304C1D5CC0}"/>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a:extLst>
                  <a:ext uri="{FF2B5EF4-FFF2-40B4-BE49-F238E27FC236}">
                    <a16:creationId xmlns:a16="http://schemas.microsoft.com/office/drawing/2014/main" id="{145D3D07-0C80-D6D8-D255-3F4A28715FE0}"/>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a:extLst>
                  <a:ext uri="{FF2B5EF4-FFF2-40B4-BE49-F238E27FC236}">
                    <a16:creationId xmlns:a16="http://schemas.microsoft.com/office/drawing/2014/main" id="{BC4AA79C-4770-0987-15E3-987FA96F66F3}"/>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a:extLst>
                  <a:ext uri="{FF2B5EF4-FFF2-40B4-BE49-F238E27FC236}">
                    <a16:creationId xmlns:a16="http://schemas.microsoft.com/office/drawing/2014/main" id="{526F4F28-053F-B45B-EF03-D86CACFB79B2}"/>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a:extLst>
                  <a:ext uri="{FF2B5EF4-FFF2-40B4-BE49-F238E27FC236}">
                    <a16:creationId xmlns:a16="http://schemas.microsoft.com/office/drawing/2014/main" id="{B11C409E-CD8F-8151-3236-A891310157AD}"/>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a:extLst>
                  <a:ext uri="{FF2B5EF4-FFF2-40B4-BE49-F238E27FC236}">
                    <a16:creationId xmlns:a16="http://schemas.microsoft.com/office/drawing/2014/main" id="{09C3C4D6-8052-2F13-F734-AA21623FD03C}"/>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a:extLst>
                  <a:ext uri="{FF2B5EF4-FFF2-40B4-BE49-F238E27FC236}">
                    <a16:creationId xmlns:a16="http://schemas.microsoft.com/office/drawing/2014/main" id="{3C219924-1E49-65A8-6760-B142A8E70783}"/>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a:extLst>
                  <a:ext uri="{FF2B5EF4-FFF2-40B4-BE49-F238E27FC236}">
                    <a16:creationId xmlns:a16="http://schemas.microsoft.com/office/drawing/2014/main" id="{03055D0C-C539-6B2B-EABB-369FD2371427}"/>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a:extLst>
              <a:ext uri="{FF2B5EF4-FFF2-40B4-BE49-F238E27FC236}">
                <a16:creationId xmlns:a16="http://schemas.microsoft.com/office/drawing/2014/main" id="{DD9AB9AF-7085-56CC-B42D-436908CDB60F}"/>
              </a:ext>
            </a:extLst>
          </p:cNvPr>
          <p:cNvSpPr txBox="1">
            <a:spLocks noChangeArrowheads="1"/>
          </p:cNvSpPr>
          <p:nvPr/>
        </p:nvSpPr>
        <p:spPr bwMode="auto">
          <a:xfrm>
            <a:off x="7493332" y="2110931"/>
            <a:ext cx="954107"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公用电话网</a:t>
            </a:r>
          </a:p>
        </p:txBody>
      </p:sp>
      <p:sp>
        <p:nvSpPr>
          <p:cNvPr id="313" name="AutoShape 451">
            <a:extLst>
              <a:ext uri="{FF2B5EF4-FFF2-40B4-BE49-F238E27FC236}">
                <a16:creationId xmlns:a16="http://schemas.microsoft.com/office/drawing/2014/main" id="{BB33E531-5105-1A89-81C9-B4DB434A6F8F}"/>
              </a:ext>
            </a:extLst>
          </p:cNvPr>
          <p:cNvSpPr>
            <a:spLocks noChangeArrowheads="1"/>
          </p:cNvSpPr>
          <p:nvPr/>
        </p:nvSpPr>
        <p:spPr bwMode="auto">
          <a:xfrm>
            <a:off x="4706123" y="2180613"/>
            <a:ext cx="478113"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5" name="AutoShape 449">
            <a:extLst>
              <a:ext uri="{FF2B5EF4-FFF2-40B4-BE49-F238E27FC236}">
                <a16:creationId xmlns:a16="http://schemas.microsoft.com/office/drawing/2014/main" id="{54FA79A4-5C7D-889D-F2DF-9B14A3726C73}"/>
              </a:ext>
            </a:extLst>
          </p:cNvPr>
          <p:cNvSpPr>
            <a:spLocks noChangeArrowheads="1"/>
          </p:cNvSpPr>
          <p:nvPr/>
        </p:nvSpPr>
        <p:spPr bwMode="auto">
          <a:xfrm>
            <a:off x="3450910" y="2153812"/>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6" name="Text Box 542">
            <a:extLst>
              <a:ext uri="{FF2B5EF4-FFF2-40B4-BE49-F238E27FC236}">
                <a16:creationId xmlns:a16="http://schemas.microsoft.com/office/drawing/2014/main" id="{63BD5795-F7AE-A7BD-CAEF-1B3598723186}"/>
              </a:ext>
            </a:extLst>
          </p:cNvPr>
          <p:cNvSpPr txBox="1">
            <a:spLocks noChangeArrowheads="1"/>
          </p:cNvSpPr>
          <p:nvPr/>
        </p:nvSpPr>
        <p:spPr bwMode="auto">
          <a:xfrm>
            <a:off x="3365484" y="1512415"/>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sp>
        <p:nvSpPr>
          <p:cNvPr id="320" name="AutoShape 450">
            <a:extLst>
              <a:ext uri="{FF2B5EF4-FFF2-40B4-BE49-F238E27FC236}">
                <a16:creationId xmlns:a16="http://schemas.microsoft.com/office/drawing/2014/main" id="{BBD7A664-B662-124B-0101-34EA0B44A5B2}"/>
              </a:ext>
            </a:extLst>
          </p:cNvPr>
          <p:cNvSpPr>
            <a:spLocks noChangeArrowheads="1"/>
          </p:cNvSpPr>
          <p:nvPr/>
        </p:nvSpPr>
        <p:spPr bwMode="auto">
          <a:xfrm>
            <a:off x="5884943" y="2175253"/>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a:extLst>
              <a:ext uri="{FF2B5EF4-FFF2-40B4-BE49-F238E27FC236}">
                <a16:creationId xmlns:a16="http://schemas.microsoft.com/office/drawing/2014/main" id="{76FC3265-7442-182C-BAAA-2C08B8A488A4}"/>
              </a:ext>
            </a:extLst>
          </p:cNvPr>
          <p:cNvCxnSpPr/>
          <p:nvPr/>
        </p:nvCxnSpPr>
        <p:spPr>
          <a:xfrm>
            <a:off x="3921121" y="2314617"/>
            <a:ext cx="798173" cy="1340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2" name="直接连接符 321">
            <a:extLst>
              <a:ext uri="{FF2B5EF4-FFF2-40B4-BE49-F238E27FC236}">
                <a16:creationId xmlns:a16="http://schemas.microsoft.com/office/drawing/2014/main" id="{E0DE2D86-483D-9D9C-4E65-88AD541DC428}"/>
              </a:ext>
            </a:extLst>
          </p:cNvPr>
          <p:cNvCxnSpPr/>
          <p:nvPr/>
        </p:nvCxnSpPr>
        <p:spPr>
          <a:xfrm flipV="1">
            <a:off x="4363673" y="2392339"/>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a:extLst>
              <a:ext uri="{FF2B5EF4-FFF2-40B4-BE49-F238E27FC236}">
                <a16:creationId xmlns:a16="http://schemas.microsoft.com/office/drawing/2014/main" id="{56D305C2-AE54-FDF0-944D-E05F9833AB27}"/>
              </a:ext>
            </a:extLst>
          </p:cNvPr>
          <p:cNvCxnSpPr/>
          <p:nvPr/>
        </p:nvCxnSpPr>
        <p:spPr>
          <a:xfrm>
            <a:off x="4338647" y="2144433"/>
            <a:ext cx="358256" cy="14070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a:extLst>
              <a:ext uri="{FF2B5EF4-FFF2-40B4-BE49-F238E27FC236}">
                <a16:creationId xmlns:a16="http://schemas.microsoft.com/office/drawing/2014/main" id="{0EE95FD5-6922-FEBA-9F35-5E3452FC8BFF}"/>
              </a:ext>
            </a:extLst>
          </p:cNvPr>
          <p:cNvCxnSpPr/>
          <p:nvPr/>
        </p:nvCxnSpPr>
        <p:spPr>
          <a:xfrm flipV="1">
            <a:off x="5182920" y="2328017"/>
            <a:ext cx="704657" cy="134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a:extLst>
              <a:ext uri="{FF2B5EF4-FFF2-40B4-BE49-F238E27FC236}">
                <a16:creationId xmlns:a16="http://schemas.microsoft.com/office/drawing/2014/main" id="{8A56F271-1CE7-82E4-EFC6-CDAC3209F865}"/>
              </a:ext>
            </a:extLst>
          </p:cNvPr>
          <p:cNvCxnSpPr/>
          <p:nvPr/>
        </p:nvCxnSpPr>
        <p:spPr>
          <a:xfrm>
            <a:off x="5480588" y="2110931"/>
            <a:ext cx="406989" cy="16348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a:extLst>
              <a:ext uri="{FF2B5EF4-FFF2-40B4-BE49-F238E27FC236}">
                <a16:creationId xmlns:a16="http://schemas.microsoft.com/office/drawing/2014/main" id="{5A48EC38-CD96-E07F-B182-52CD9F36C9FB}"/>
              </a:ext>
            </a:extLst>
          </p:cNvPr>
          <p:cNvCxnSpPr/>
          <p:nvPr/>
        </p:nvCxnSpPr>
        <p:spPr>
          <a:xfrm flipV="1">
            <a:off x="5546444" y="2362858"/>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27" name="Object 36">
            <a:hlinkClick r:id="" action="ppaction://ole?verb=0"/>
            <a:extLst>
              <a:ext uri="{FF2B5EF4-FFF2-40B4-BE49-F238E27FC236}">
                <a16:creationId xmlns:a16="http://schemas.microsoft.com/office/drawing/2014/main" id="{7F3001E0-F438-B6D2-C7AE-0B854D23AECB}"/>
              </a:ext>
            </a:extLst>
          </p:cNvPr>
          <p:cNvGraphicFramePr>
            <a:graphicFrameLocks/>
          </p:cNvGraphicFramePr>
          <p:nvPr/>
        </p:nvGraphicFramePr>
        <p:xfrm>
          <a:off x="6166806" y="302066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327" name="Object 36">
                        <a:hlinkClick r:id="" action="ppaction://ole?verb=0"/>
                        <a:extLst>
                          <a:ext uri="{FF2B5EF4-FFF2-40B4-BE49-F238E27FC236}">
                            <a16:creationId xmlns:a16="http://schemas.microsoft.com/office/drawing/2014/main" id="{68805271-6E3C-97B2-50D8-8980BE9098DD}"/>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66806" y="302066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 name="组合 5">
            <a:extLst>
              <a:ext uri="{FF2B5EF4-FFF2-40B4-BE49-F238E27FC236}">
                <a16:creationId xmlns:a16="http://schemas.microsoft.com/office/drawing/2014/main" id="{DE30F477-F10A-F346-2592-7A8B4AEACC33}"/>
              </a:ext>
            </a:extLst>
          </p:cNvPr>
          <p:cNvGrpSpPr/>
          <p:nvPr/>
        </p:nvGrpSpPr>
        <p:grpSpPr>
          <a:xfrm>
            <a:off x="921506" y="1085804"/>
            <a:ext cx="902811" cy="765185"/>
            <a:chOff x="921506" y="1085804"/>
            <a:chExt cx="902811" cy="765185"/>
          </a:xfrm>
        </p:grpSpPr>
        <p:cxnSp>
          <p:nvCxnSpPr>
            <p:cNvPr id="328" name="直接连接符 327">
              <a:extLst>
                <a:ext uri="{FF2B5EF4-FFF2-40B4-BE49-F238E27FC236}">
                  <a16:creationId xmlns:a16="http://schemas.microsoft.com/office/drawing/2014/main" id="{BF546344-9554-A65F-A89D-4DBD793FE4B9}"/>
                </a:ext>
              </a:extLst>
            </p:cNvPr>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29" name="Text Box 541">
              <a:extLst>
                <a:ext uri="{FF2B5EF4-FFF2-40B4-BE49-F238E27FC236}">
                  <a16:creationId xmlns:a16="http://schemas.microsoft.com/office/drawing/2014/main" id="{78483F9E-51B9-387C-0865-570D78253173}"/>
                </a:ext>
              </a:extLst>
            </p:cNvPr>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30" name="直接箭头连接符 329">
              <a:extLst>
                <a:ext uri="{FF2B5EF4-FFF2-40B4-BE49-F238E27FC236}">
                  <a16:creationId xmlns:a16="http://schemas.microsoft.com/office/drawing/2014/main" id="{1AEC2A27-7A8C-7A4F-F78B-0CA8E4E16469}"/>
                </a:ext>
              </a:extLst>
            </p:cNvPr>
            <p:cNvCxnSpPr>
              <a:stCxn id="329"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331" name="Text Box 541">
            <a:extLst>
              <a:ext uri="{FF2B5EF4-FFF2-40B4-BE49-F238E27FC236}">
                <a16:creationId xmlns:a16="http://schemas.microsoft.com/office/drawing/2014/main" id="{98C81BDC-FE62-6D11-994A-E3FCA7813232}"/>
              </a:ext>
            </a:extLst>
          </p:cNvPr>
          <p:cNvSpPr txBox="1">
            <a:spLocks noChangeArrowheads="1"/>
          </p:cNvSpPr>
          <p:nvPr/>
        </p:nvSpPr>
        <p:spPr bwMode="auto">
          <a:xfrm>
            <a:off x="4584781" y="1526872"/>
            <a:ext cx="1980030"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r>
              <a:rPr kumimoji="1" lang="zh-CN" altLang="en-US" sz="1400" b="1" dirty="0">
                <a:latin typeface="微软雅黑" panose="020B0503020204020204" pitchFamily="34" charset="-122"/>
                <a:ea typeface="微软雅黑" panose="020B0503020204020204" pitchFamily="34" charset="-122"/>
              </a:rPr>
              <a:t>（网络子系统）</a:t>
            </a:r>
          </a:p>
        </p:txBody>
      </p:sp>
      <p:sp>
        <p:nvSpPr>
          <p:cNvPr id="332" name="圆角矩形 331">
            <a:extLst>
              <a:ext uri="{FF2B5EF4-FFF2-40B4-BE49-F238E27FC236}">
                <a16:creationId xmlns:a16="http://schemas.microsoft.com/office/drawing/2014/main" id="{415076F6-7631-B4BC-AA3C-672A744069C0}"/>
              </a:ext>
            </a:extLst>
          </p:cNvPr>
          <p:cNvSpPr/>
          <p:nvPr/>
        </p:nvSpPr>
        <p:spPr>
          <a:xfrm>
            <a:off x="4287280" y="1850988"/>
            <a:ext cx="2390568" cy="814719"/>
          </a:xfrm>
          <a:prstGeom prst="roundRect">
            <a:avLst>
              <a:gd name="adj" fmla="val 3205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3" name="矩形 2">
            <a:extLst>
              <a:ext uri="{FF2B5EF4-FFF2-40B4-BE49-F238E27FC236}">
                <a16:creationId xmlns:a16="http://schemas.microsoft.com/office/drawing/2014/main" id="{9DF7E6B4-61A4-AE10-DB8F-0AD1398B667D}"/>
              </a:ext>
            </a:extLst>
          </p:cNvPr>
          <p:cNvSpPr/>
          <p:nvPr/>
        </p:nvSpPr>
        <p:spPr>
          <a:xfrm>
            <a:off x="1025780" y="3366551"/>
            <a:ext cx="7713773" cy="1323439"/>
          </a:xfrm>
          <a:prstGeom prst="rect">
            <a:avLst/>
          </a:prstGeom>
        </p:spPr>
        <p:txBody>
          <a:bodyPr wrap="square">
            <a:spAutoFit/>
          </a:bodyPr>
          <a:lstStyle/>
          <a:p>
            <a:pPr>
              <a:lnSpc>
                <a:spcPts val="24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GSM</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包括</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基站子系统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网络子系统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（常称为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核心网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基站子系统：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包括几十个基站和一个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基站控制器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BSC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(Base Station Controller)</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BSC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为本基站子系统中的几十个基站服务：分配无线信道，确定所在小区，漫游时进行信道切换。</a:t>
            </a:r>
            <a:endPar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4" name="组合 3">
            <a:extLst>
              <a:ext uri="{FF2B5EF4-FFF2-40B4-BE49-F238E27FC236}">
                <a16:creationId xmlns:a16="http://schemas.microsoft.com/office/drawing/2014/main" id="{6998CCFC-E1CE-6864-403C-6FB1B2B458F7}"/>
              </a:ext>
            </a:extLst>
          </p:cNvPr>
          <p:cNvGrpSpPr/>
          <p:nvPr/>
        </p:nvGrpSpPr>
        <p:grpSpPr>
          <a:xfrm>
            <a:off x="1461734" y="1626553"/>
            <a:ext cx="1374912" cy="1381165"/>
            <a:chOff x="1461734" y="1626553"/>
            <a:chExt cx="1374912" cy="1381165"/>
          </a:xfrm>
        </p:grpSpPr>
        <p:sp>
          <p:nvSpPr>
            <p:cNvPr id="334" name="Text Box 509">
              <a:extLst>
                <a:ext uri="{FF2B5EF4-FFF2-40B4-BE49-F238E27FC236}">
                  <a16:creationId xmlns:a16="http://schemas.microsoft.com/office/drawing/2014/main" id="{D53A63CD-2BBC-4E60-D952-CECC8B0461AF}"/>
                </a:ext>
              </a:extLst>
            </p:cNvPr>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a:extLst>
                <a:ext uri="{FF2B5EF4-FFF2-40B4-BE49-F238E27FC236}">
                  <a16:creationId xmlns:a16="http://schemas.microsoft.com/office/drawing/2014/main" id="{4745F0CF-78B9-6749-9FEC-6A9907099A63}"/>
                </a:ext>
              </a:extLst>
            </p:cNvPr>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a:extLst>
                <a:ext uri="{FF2B5EF4-FFF2-40B4-BE49-F238E27FC236}">
                  <a16:creationId xmlns:a16="http://schemas.microsoft.com/office/drawing/2014/main" id="{8180CBBA-0B94-51E3-B62B-93E338FBC31B}"/>
                </a:ext>
              </a:extLst>
            </p:cNvPr>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a:extLst>
                <a:ext uri="{FF2B5EF4-FFF2-40B4-BE49-F238E27FC236}">
                  <a16:creationId xmlns:a16="http://schemas.microsoft.com/office/drawing/2014/main" id="{767B9703-CAEA-BF22-D761-B53CCD06979A}"/>
                </a:ext>
              </a:extLst>
            </p:cNvPr>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a:extLst>
                <a:ext uri="{FF2B5EF4-FFF2-40B4-BE49-F238E27FC236}">
                  <a16:creationId xmlns:a16="http://schemas.microsoft.com/office/drawing/2014/main" id="{8EEBC640-DEDA-85B0-4BCB-293BE68B6F0F}"/>
                </a:ext>
              </a:extLst>
            </p:cNvPr>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a:extLst>
                <a:ext uri="{FF2B5EF4-FFF2-40B4-BE49-F238E27FC236}">
                  <a16:creationId xmlns:a16="http://schemas.microsoft.com/office/drawing/2014/main" id="{7FE1237A-53A7-C3E7-4818-0096920E667F}"/>
                </a:ext>
              </a:extLst>
            </p:cNvPr>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a:extLst>
                <a:ext uri="{FF2B5EF4-FFF2-40B4-BE49-F238E27FC236}">
                  <a16:creationId xmlns:a16="http://schemas.microsoft.com/office/drawing/2014/main" id="{AB2429E4-5888-0F2F-D66B-1345E58FAC28}"/>
                </a:ext>
              </a:extLst>
            </p:cNvPr>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2" name="Text Box 541">
            <a:extLst>
              <a:ext uri="{FF2B5EF4-FFF2-40B4-BE49-F238E27FC236}">
                <a16:creationId xmlns:a16="http://schemas.microsoft.com/office/drawing/2014/main" id="{C35377DC-0F56-CF70-6059-41833DCF626B}"/>
              </a:ext>
            </a:extLst>
          </p:cNvPr>
          <p:cNvSpPr txBox="1">
            <a:spLocks noChangeArrowheads="1"/>
          </p:cNvSpPr>
          <p:nvPr/>
        </p:nvSpPr>
        <p:spPr bwMode="auto">
          <a:xfrm>
            <a:off x="6629183" y="1923896"/>
            <a:ext cx="750843" cy="458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latin typeface="微软雅黑" panose="020B0503020204020204" pitchFamily="34" charset="-122"/>
                <a:ea typeface="微软雅黑" panose="020B0503020204020204" pitchFamily="34" charset="-122"/>
              </a:rPr>
              <a:t>数字</a:t>
            </a:r>
            <a:endParaRPr kumimoji="1" lang="en-US" altLang="zh-CN" sz="1400" b="1" dirty="0">
              <a:latin typeface="微软雅黑" panose="020B0503020204020204" pitchFamily="34" charset="-122"/>
              <a:ea typeface="微软雅黑" panose="020B0503020204020204" pitchFamily="34" charset="-122"/>
            </a:endParaRPr>
          </a:p>
          <a:p>
            <a:pPr algn="ctr" eaLnBrk="1" hangingPunct="1">
              <a:lnSpc>
                <a:spcPct val="85000"/>
              </a:lnSpc>
            </a:pPr>
            <a:r>
              <a:rPr kumimoji="1" lang="zh-CN" altLang="en-US" sz="1400" b="1" dirty="0">
                <a:latin typeface="微软雅黑" panose="020B0503020204020204" pitchFamily="34" charset="-122"/>
                <a:ea typeface="微软雅黑" panose="020B0503020204020204" pitchFamily="34" charset="-122"/>
              </a:rPr>
              <a:t>话音</a:t>
            </a:r>
          </a:p>
        </p:txBody>
      </p:sp>
    </p:spTree>
    <p:extLst>
      <p:ext uri="{BB962C8B-B14F-4D97-AF65-F5344CB8AC3E}">
        <p14:creationId xmlns:p14="http://schemas.microsoft.com/office/powerpoint/2010/main" val="2257873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AA4B27-F765-E203-5399-A7F28EF12F4D}"/>
            </a:ext>
          </a:extLst>
        </p:cNvPr>
        <p:cNvGrpSpPr/>
        <p:nvPr/>
      </p:nvGrpSpPr>
      <p:grpSpPr>
        <a:xfrm>
          <a:off x="0" y="0"/>
          <a:ext cx="0" cy="0"/>
          <a:chOff x="0" y="0"/>
          <a:chExt cx="0" cy="0"/>
        </a:xfrm>
      </p:grpSpPr>
      <p:sp>
        <p:nvSpPr>
          <p:cNvPr id="7" name="AutoShape 5">
            <a:extLst>
              <a:ext uri="{FF2B5EF4-FFF2-40B4-BE49-F238E27FC236}">
                <a16:creationId xmlns:a16="http://schemas.microsoft.com/office/drawing/2014/main" id="{9212FB8A-F2DF-6AF7-7822-F083DFC2E280}"/>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a:extLst>
              <a:ext uri="{FF2B5EF4-FFF2-40B4-BE49-F238E27FC236}">
                <a16:creationId xmlns:a16="http://schemas.microsoft.com/office/drawing/2014/main" id="{A7C11F55-EF25-DF9D-EFCA-8D58E9378CAC}"/>
              </a:ext>
            </a:extLst>
          </p:cNvPr>
          <p:cNvSpPr>
            <a:spLocks noChangeArrowheads="1"/>
          </p:cNvSpPr>
          <p:nvPr/>
        </p:nvSpPr>
        <p:spPr bwMode="auto">
          <a:xfrm>
            <a:off x="635844" y="567754"/>
            <a:ext cx="5153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早期</a:t>
            </a:r>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2" name="矩形 1">
            <a:extLst>
              <a:ext uri="{FF2B5EF4-FFF2-40B4-BE49-F238E27FC236}">
                <a16:creationId xmlns:a16="http://schemas.microsoft.com/office/drawing/2014/main" id="{1A99F1BA-1BF0-22A9-A1B4-D20AAF8F0F88}"/>
              </a:ext>
            </a:extLst>
          </p:cNvPr>
          <p:cNvSpPr/>
          <p:nvPr/>
        </p:nvSpPr>
        <p:spPr>
          <a:xfrm>
            <a:off x="1025781" y="3366551"/>
            <a:ext cx="7426010" cy="1015663"/>
          </a:xfrm>
          <a:prstGeom prst="rect">
            <a:avLst/>
          </a:prstGeom>
        </p:spPr>
        <p:txBody>
          <a:bodyPr wrap="square">
            <a:spAutoFit/>
          </a:bodyPr>
          <a:lstStyle/>
          <a:p>
            <a:pPr>
              <a:lnSpc>
                <a:spcPts val="24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小区</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solidFill>
                  <a:srgbClr val="C00000"/>
                </a:solidFill>
                <a:latin typeface="微软雅黑" panose="020B0503020204020204" pitchFamily="34" charset="-122"/>
                <a:ea typeface="微软雅黑" panose="020B0503020204020204" pitchFamily="34" charset="-122"/>
              </a:rPr>
              <a:t>cell)</a:t>
            </a:r>
            <a:r>
              <a:rPr lang="zh-CN" altLang="en-US" sz="1600" b="1" kern="500" dirty="0">
                <a:solidFill>
                  <a:srgbClr val="C00000"/>
                </a:solidFill>
                <a:latin typeface="微软雅黑" panose="020B0503020204020204" pitchFamily="34" charset="-122"/>
                <a:ea typeface="微软雅黑" panose="020B0503020204020204" pitchFamily="34" charset="-122"/>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整个网络服务区划分成许多小区</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即</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蜂窝</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，好处是可以</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频率复用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基站</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每个小区设置一个，覆盖小区</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负责与本小区各个移动站的联络和控制。</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移动站的发送或接收都必须经过基站完成，因此基站又称为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收发基站。</a:t>
            </a:r>
            <a:endParaRPr lang="zh-CN" altLang="en-US" sz="1600" b="1" dirty="0">
              <a:solidFill>
                <a:srgbClr val="0000CC"/>
              </a:solidFill>
              <a:latin typeface="微软雅黑" panose="020B0503020204020204" pitchFamily="34" charset="-122"/>
              <a:ea typeface="微软雅黑" panose="020B0503020204020204" pitchFamily="34" charset="-122"/>
            </a:endParaRPr>
          </a:p>
        </p:txBody>
      </p:sp>
      <p:sp>
        <p:nvSpPr>
          <p:cNvPr id="5" name="圆角矩形 332">
            <a:extLst>
              <a:ext uri="{FF2B5EF4-FFF2-40B4-BE49-F238E27FC236}">
                <a16:creationId xmlns:a16="http://schemas.microsoft.com/office/drawing/2014/main" id="{72CE2C9D-6852-6B2C-D39A-D77B08DCDBBB}"/>
              </a:ext>
            </a:extLst>
          </p:cNvPr>
          <p:cNvSpPr/>
          <p:nvPr/>
        </p:nvSpPr>
        <p:spPr>
          <a:xfrm>
            <a:off x="517853" y="967864"/>
            <a:ext cx="8133857"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41" name="Freeform 510">
            <a:extLst>
              <a:ext uri="{FF2B5EF4-FFF2-40B4-BE49-F238E27FC236}">
                <a16:creationId xmlns:a16="http://schemas.microsoft.com/office/drawing/2014/main" id="{240024B7-3500-4E5D-107B-6EC77D719723}"/>
              </a:ext>
            </a:extLst>
          </p:cNvPr>
          <p:cNvSpPr>
            <a:spLocks/>
          </p:cNvSpPr>
          <p:nvPr/>
        </p:nvSpPr>
        <p:spPr bwMode="auto">
          <a:xfrm>
            <a:off x="1173614" y="1187646"/>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42" name="组合 329">
            <a:extLst>
              <a:ext uri="{FF2B5EF4-FFF2-40B4-BE49-F238E27FC236}">
                <a16:creationId xmlns:a16="http://schemas.microsoft.com/office/drawing/2014/main" id="{3054EB84-380F-4045-1777-39D88CD94A65}"/>
              </a:ext>
            </a:extLst>
          </p:cNvPr>
          <p:cNvGrpSpPr/>
          <p:nvPr/>
        </p:nvGrpSpPr>
        <p:grpSpPr>
          <a:xfrm>
            <a:off x="3188329" y="1936957"/>
            <a:ext cx="986929" cy="668447"/>
            <a:chOff x="3131840" y="3501008"/>
            <a:chExt cx="936104" cy="936104"/>
          </a:xfrm>
          <a:solidFill>
            <a:schemeClr val="bg1">
              <a:lumMod val="75000"/>
            </a:schemeClr>
          </a:solidFill>
        </p:grpSpPr>
        <p:sp>
          <p:nvSpPr>
            <p:cNvPr id="343" name="矩形 342">
              <a:extLst>
                <a:ext uri="{FF2B5EF4-FFF2-40B4-BE49-F238E27FC236}">
                  <a16:creationId xmlns:a16="http://schemas.microsoft.com/office/drawing/2014/main" id="{E7095912-E5E5-3919-B1F8-9AA9ED7B3A3A}"/>
                </a:ext>
              </a:extLst>
            </p:cNvPr>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4" name="等腰三角形 343">
              <a:extLst>
                <a:ext uri="{FF2B5EF4-FFF2-40B4-BE49-F238E27FC236}">
                  <a16:creationId xmlns:a16="http://schemas.microsoft.com/office/drawing/2014/main" id="{57E1BFE4-1757-210B-B8A5-065BCC40D3B4}"/>
                </a:ext>
              </a:extLst>
            </p:cNvPr>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5" name="组合 333">
            <a:extLst>
              <a:ext uri="{FF2B5EF4-FFF2-40B4-BE49-F238E27FC236}">
                <a16:creationId xmlns:a16="http://schemas.microsoft.com/office/drawing/2014/main" id="{CCC796B4-D373-BFEC-BA0C-2A896C953727}"/>
              </a:ext>
            </a:extLst>
          </p:cNvPr>
          <p:cNvGrpSpPr/>
          <p:nvPr/>
        </p:nvGrpSpPr>
        <p:grpSpPr>
          <a:xfrm>
            <a:off x="4526898" y="1964868"/>
            <a:ext cx="835930" cy="563982"/>
            <a:chOff x="3131840" y="3539328"/>
            <a:chExt cx="936104" cy="897784"/>
          </a:xfrm>
          <a:solidFill>
            <a:schemeClr val="bg1">
              <a:lumMod val="85000"/>
            </a:schemeClr>
          </a:solidFill>
        </p:grpSpPr>
        <p:sp>
          <p:nvSpPr>
            <p:cNvPr id="346" name="等腰三角形 345">
              <a:extLst>
                <a:ext uri="{FF2B5EF4-FFF2-40B4-BE49-F238E27FC236}">
                  <a16:creationId xmlns:a16="http://schemas.microsoft.com/office/drawing/2014/main" id="{34B6A6BE-0BE2-4374-E763-A833085F5462}"/>
                </a:ext>
              </a:extLst>
            </p:cNvPr>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7" name="矩形 346">
              <a:extLst>
                <a:ext uri="{FF2B5EF4-FFF2-40B4-BE49-F238E27FC236}">
                  <a16:creationId xmlns:a16="http://schemas.microsoft.com/office/drawing/2014/main" id="{FA27E73A-0D7D-CBDD-DBBC-C435F91B94CF}"/>
                </a:ext>
              </a:extLst>
            </p:cNvPr>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8" name="组合 336">
            <a:extLst>
              <a:ext uri="{FF2B5EF4-FFF2-40B4-BE49-F238E27FC236}">
                <a16:creationId xmlns:a16="http://schemas.microsoft.com/office/drawing/2014/main" id="{B85862D1-7085-FEBF-147B-124159260376}"/>
              </a:ext>
            </a:extLst>
          </p:cNvPr>
          <p:cNvGrpSpPr/>
          <p:nvPr/>
        </p:nvGrpSpPr>
        <p:grpSpPr>
          <a:xfrm>
            <a:off x="5684532" y="1984618"/>
            <a:ext cx="871054" cy="549323"/>
            <a:chOff x="3131840" y="3501008"/>
            <a:chExt cx="936104" cy="936104"/>
          </a:xfrm>
          <a:solidFill>
            <a:schemeClr val="bg1">
              <a:lumMod val="85000"/>
            </a:schemeClr>
          </a:solidFill>
        </p:grpSpPr>
        <p:sp>
          <p:nvSpPr>
            <p:cNvPr id="349" name="等腰三角形 348">
              <a:extLst>
                <a:ext uri="{FF2B5EF4-FFF2-40B4-BE49-F238E27FC236}">
                  <a16:creationId xmlns:a16="http://schemas.microsoft.com/office/drawing/2014/main" id="{14D3AD54-7EA7-6E9C-26C2-4A7ED7FF4D3F}"/>
                </a:ext>
              </a:extLst>
            </p:cNvPr>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50" name="矩形 349">
              <a:extLst>
                <a:ext uri="{FF2B5EF4-FFF2-40B4-BE49-F238E27FC236}">
                  <a16:creationId xmlns:a16="http://schemas.microsoft.com/office/drawing/2014/main" id="{D74A6E14-6165-286E-95EE-AEC936D4F214}"/>
                </a:ext>
              </a:extLst>
            </p:cNvPr>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351" name="直接连接符 350">
            <a:extLst>
              <a:ext uri="{FF2B5EF4-FFF2-40B4-BE49-F238E27FC236}">
                <a16:creationId xmlns:a16="http://schemas.microsoft.com/office/drawing/2014/main" id="{264F4EBC-50E4-E3D7-A985-1867834DD42E}"/>
              </a:ext>
            </a:extLst>
          </p:cNvPr>
          <p:cNvCxnSpPr>
            <a:cxnSpLocks/>
          </p:cNvCxnSpPr>
          <p:nvPr/>
        </p:nvCxnSpPr>
        <p:spPr>
          <a:xfrm flipV="1">
            <a:off x="6357789" y="2348118"/>
            <a:ext cx="1445091" cy="13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52" name="AutoShape 45">
            <a:extLst>
              <a:ext uri="{FF2B5EF4-FFF2-40B4-BE49-F238E27FC236}">
                <a16:creationId xmlns:a16="http://schemas.microsoft.com/office/drawing/2014/main" id="{2493D017-991F-77A2-85AF-780C201CBFC8}"/>
              </a:ext>
            </a:extLst>
          </p:cNvPr>
          <p:cNvSpPr>
            <a:spLocks noChangeArrowheads="1"/>
          </p:cNvSpPr>
          <p:nvPr/>
        </p:nvSpPr>
        <p:spPr bwMode="auto">
          <a:xfrm>
            <a:off x="1438354" y="17116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3" name="AutoShape 51">
            <a:extLst>
              <a:ext uri="{FF2B5EF4-FFF2-40B4-BE49-F238E27FC236}">
                <a16:creationId xmlns:a16="http://schemas.microsoft.com/office/drawing/2014/main" id="{53A5FFCC-26D2-5EFB-8E22-27D9EA285B3C}"/>
              </a:ext>
            </a:extLst>
          </p:cNvPr>
          <p:cNvSpPr>
            <a:spLocks noChangeArrowheads="1"/>
          </p:cNvSpPr>
          <p:nvPr/>
        </p:nvSpPr>
        <p:spPr bwMode="auto">
          <a:xfrm>
            <a:off x="1886174" y="1443593"/>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4" name="AutoShape 52">
            <a:extLst>
              <a:ext uri="{FF2B5EF4-FFF2-40B4-BE49-F238E27FC236}">
                <a16:creationId xmlns:a16="http://schemas.microsoft.com/office/drawing/2014/main" id="{1CCF3FD8-48EB-85C2-F257-2D81D9A92C63}"/>
              </a:ext>
            </a:extLst>
          </p:cNvPr>
          <p:cNvSpPr>
            <a:spLocks noChangeArrowheads="1"/>
          </p:cNvSpPr>
          <p:nvPr/>
        </p:nvSpPr>
        <p:spPr bwMode="auto">
          <a:xfrm>
            <a:off x="1891443" y="197156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5" name="AutoShape 53">
            <a:extLst>
              <a:ext uri="{FF2B5EF4-FFF2-40B4-BE49-F238E27FC236}">
                <a16:creationId xmlns:a16="http://schemas.microsoft.com/office/drawing/2014/main" id="{577F6897-8F04-BDA4-65C2-68B210339C12}"/>
              </a:ext>
            </a:extLst>
          </p:cNvPr>
          <p:cNvSpPr>
            <a:spLocks noChangeArrowheads="1"/>
          </p:cNvSpPr>
          <p:nvPr/>
        </p:nvSpPr>
        <p:spPr bwMode="auto">
          <a:xfrm>
            <a:off x="2333994" y="16982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6" name="AutoShape 54">
            <a:extLst>
              <a:ext uri="{FF2B5EF4-FFF2-40B4-BE49-F238E27FC236}">
                <a16:creationId xmlns:a16="http://schemas.microsoft.com/office/drawing/2014/main" id="{CB9F90E3-A759-4D4C-1AD3-46345B692B5F}"/>
              </a:ext>
            </a:extLst>
          </p:cNvPr>
          <p:cNvSpPr>
            <a:spLocks noChangeArrowheads="1"/>
          </p:cNvSpPr>
          <p:nvPr/>
        </p:nvSpPr>
        <p:spPr bwMode="auto">
          <a:xfrm>
            <a:off x="1444940" y="2239575"/>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7" name="AutoShape 55">
            <a:extLst>
              <a:ext uri="{FF2B5EF4-FFF2-40B4-BE49-F238E27FC236}">
                <a16:creationId xmlns:a16="http://schemas.microsoft.com/office/drawing/2014/main" id="{8679624F-3A4B-1EAD-2051-A6329C50B6DE}"/>
              </a:ext>
            </a:extLst>
          </p:cNvPr>
          <p:cNvSpPr>
            <a:spLocks noChangeArrowheads="1"/>
          </p:cNvSpPr>
          <p:nvPr/>
        </p:nvSpPr>
        <p:spPr bwMode="auto">
          <a:xfrm>
            <a:off x="1884858" y="2495522"/>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8" name="AutoShape 56">
            <a:extLst>
              <a:ext uri="{FF2B5EF4-FFF2-40B4-BE49-F238E27FC236}">
                <a16:creationId xmlns:a16="http://schemas.microsoft.com/office/drawing/2014/main" id="{29AA6293-CD48-4AC7-4F81-4520295780F2}"/>
              </a:ext>
            </a:extLst>
          </p:cNvPr>
          <p:cNvSpPr>
            <a:spLocks noChangeArrowheads="1"/>
          </p:cNvSpPr>
          <p:nvPr/>
        </p:nvSpPr>
        <p:spPr bwMode="auto">
          <a:xfrm>
            <a:off x="2339263" y="2232875"/>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59" name="Group 11">
            <a:extLst>
              <a:ext uri="{FF2B5EF4-FFF2-40B4-BE49-F238E27FC236}">
                <a16:creationId xmlns:a16="http://schemas.microsoft.com/office/drawing/2014/main" id="{170DB6C2-E0A6-C596-115A-D277E6331FAB}"/>
              </a:ext>
            </a:extLst>
          </p:cNvPr>
          <p:cNvGrpSpPr>
            <a:grpSpLocks/>
          </p:cNvGrpSpPr>
          <p:nvPr/>
        </p:nvGrpSpPr>
        <p:grpSpPr bwMode="auto">
          <a:xfrm>
            <a:off x="2077157" y="1242587"/>
            <a:ext cx="238398" cy="426132"/>
            <a:chOff x="4608" y="700"/>
            <a:chExt cx="306" cy="553"/>
          </a:xfrm>
        </p:grpSpPr>
        <p:grpSp>
          <p:nvGrpSpPr>
            <p:cNvPr id="360" name="Group 12">
              <a:extLst>
                <a:ext uri="{FF2B5EF4-FFF2-40B4-BE49-F238E27FC236}">
                  <a16:creationId xmlns:a16="http://schemas.microsoft.com/office/drawing/2014/main" id="{37146BDF-ECA7-5D57-F190-4B3C72CACF9E}"/>
                </a:ext>
              </a:extLst>
            </p:cNvPr>
            <p:cNvGrpSpPr>
              <a:grpSpLocks/>
            </p:cNvGrpSpPr>
            <p:nvPr/>
          </p:nvGrpSpPr>
          <p:grpSpPr bwMode="auto">
            <a:xfrm>
              <a:off x="4694" y="784"/>
              <a:ext cx="134" cy="469"/>
              <a:chOff x="4740" y="784"/>
              <a:chExt cx="88" cy="692"/>
            </a:xfrm>
          </p:grpSpPr>
          <p:sp>
            <p:nvSpPr>
              <p:cNvPr id="368" name="Line 13">
                <a:extLst>
                  <a:ext uri="{FF2B5EF4-FFF2-40B4-BE49-F238E27FC236}">
                    <a16:creationId xmlns:a16="http://schemas.microsoft.com/office/drawing/2014/main" id="{9FD603C3-D8B6-F1AE-2FB0-8559501797EC}"/>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69" name="Group 14">
                <a:extLst>
                  <a:ext uri="{FF2B5EF4-FFF2-40B4-BE49-F238E27FC236}">
                    <a16:creationId xmlns:a16="http://schemas.microsoft.com/office/drawing/2014/main" id="{B0AA046A-51FB-13A5-6CEA-B30CA8008534}"/>
                  </a:ext>
                </a:extLst>
              </p:cNvPr>
              <p:cNvGrpSpPr>
                <a:grpSpLocks/>
              </p:cNvGrpSpPr>
              <p:nvPr/>
            </p:nvGrpSpPr>
            <p:grpSpPr bwMode="auto">
              <a:xfrm>
                <a:off x="4740" y="784"/>
                <a:ext cx="88" cy="692"/>
                <a:chOff x="4740" y="784"/>
                <a:chExt cx="88" cy="692"/>
              </a:xfrm>
            </p:grpSpPr>
            <p:sp>
              <p:nvSpPr>
                <p:cNvPr id="370" name="Line 15">
                  <a:extLst>
                    <a:ext uri="{FF2B5EF4-FFF2-40B4-BE49-F238E27FC236}">
                      <a16:creationId xmlns:a16="http://schemas.microsoft.com/office/drawing/2014/main" id="{0A20F1CD-E4ED-8C86-4A4F-FB7B3204CE35}"/>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1" name="Line 16">
                  <a:extLst>
                    <a:ext uri="{FF2B5EF4-FFF2-40B4-BE49-F238E27FC236}">
                      <a16:creationId xmlns:a16="http://schemas.microsoft.com/office/drawing/2014/main" id="{AD55628F-D707-613B-FB5D-52CFFE250C63}"/>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2" name="Line 17">
                  <a:extLst>
                    <a:ext uri="{FF2B5EF4-FFF2-40B4-BE49-F238E27FC236}">
                      <a16:creationId xmlns:a16="http://schemas.microsoft.com/office/drawing/2014/main" id="{70AD773C-3012-7C8A-F7AD-DB4D9C8A16A4}"/>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3" name="Line 18">
                  <a:extLst>
                    <a:ext uri="{FF2B5EF4-FFF2-40B4-BE49-F238E27FC236}">
                      <a16:creationId xmlns:a16="http://schemas.microsoft.com/office/drawing/2014/main" id="{4EBA1751-E6D0-54CD-E5CF-187A2EB5613A}"/>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4" name="Line 19">
                  <a:extLst>
                    <a:ext uri="{FF2B5EF4-FFF2-40B4-BE49-F238E27FC236}">
                      <a16:creationId xmlns:a16="http://schemas.microsoft.com/office/drawing/2014/main" id="{4A3FE23F-1D84-EE0D-81D1-73FFC0544573}"/>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5" name="Line 20">
                  <a:extLst>
                    <a:ext uri="{FF2B5EF4-FFF2-40B4-BE49-F238E27FC236}">
                      <a16:creationId xmlns:a16="http://schemas.microsoft.com/office/drawing/2014/main" id="{99260518-C0DB-7C58-ACF0-4EA089A46184}"/>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6" name="Line 21">
                  <a:extLst>
                    <a:ext uri="{FF2B5EF4-FFF2-40B4-BE49-F238E27FC236}">
                      <a16:creationId xmlns:a16="http://schemas.microsoft.com/office/drawing/2014/main" id="{8433ED57-2073-1312-C047-23E2BDBD65D7}"/>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7" name="Line 22">
                  <a:extLst>
                    <a:ext uri="{FF2B5EF4-FFF2-40B4-BE49-F238E27FC236}">
                      <a16:creationId xmlns:a16="http://schemas.microsoft.com/office/drawing/2014/main" id="{E144B7D1-9979-117A-09EE-2F6EACDCF390}"/>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8" name="Line 23">
                  <a:extLst>
                    <a:ext uri="{FF2B5EF4-FFF2-40B4-BE49-F238E27FC236}">
                      <a16:creationId xmlns:a16="http://schemas.microsoft.com/office/drawing/2014/main" id="{2C4016FF-6641-A581-2C9D-BF1E4641C203}"/>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9" name="Line 24">
                  <a:extLst>
                    <a:ext uri="{FF2B5EF4-FFF2-40B4-BE49-F238E27FC236}">
                      <a16:creationId xmlns:a16="http://schemas.microsoft.com/office/drawing/2014/main" id="{9ACF98C3-0F44-5BCB-F97A-5E8C44EC92CE}"/>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0" name="Line 25">
                  <a:extLst>
                    <a:ext uri="{FF2B5EF4-FFF2-40B4-BE49-F238E27FC236}">
                      <a16:creationId xmlns:a16="http://schemas.microsoft.com/office/drawing/2014/main" id="{02CF8B17-79DB-37BF-E6CA-2FDA69FBABB7}"/>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1" name="Line 26">
                  <a:extLst>
                    <a:ext uri="{FF2B5EF4-FFF2-40B4-BE49-F238E27FC236}">
                      <a16:creationId xmlns:a16="http://schemas.microsoft.com/office/drawing/2014/main" id="{181371AE-AB37-1556-1F48-CFF37DE89C99}"/>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2" name="Line 27">
                  <a:extLst>
                    <a:ext uri="{FF2B5EF4-FFF2-40B4-BE49-F238E27FC236}">
                      <a16:creationId xmlns:a16="http://schemas.microsoft.com/office/drawing/2014/main" id="{336289CC-C110-E0C5-5C77-6C92D4FDF3E0}"/>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3" name="Oval 28">
                  <a:extLst>
                    <a:ext uri="{FF2B5EF4-FFF2-40B4-BE49-F238E27FC236}">
                      <a16:creationId xmlns:a16="http://schemas.microsoft.com/office/drawing/2014/main" id="{FBBE1B3D-0962-1826-4AD5-ADED34450900}"/>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361" name="Group 29">
              <a:extLst>
                <a:ext uri="{FF2B5EF4-FFF2-40B4-BE49-F238E27FC236}">
                  <a16:creationId xmlns:a16="http://schemas.microsoft.com/office/drawing/2014/main" id="{7416CF8A-BE15-CED3-FA32-8E487F3DC861}"/>
                </a:ext>
              </a:extLst>
            </p:cNvPr>
            <p:cNvGrpSpPr>
              <a:grpSpLocks/>
            </p:cNvGrpSpPr>
            <p:nvPr/>
          </p:nvGrpSpPr>
          <p:grpSpPr bwMode="auto">
            <a:xfrm>
              <a:off x="4608" y="700"/>
              <a:ext cx="306" cy="90"/>
              <a:chOff x="748" y="2251"/>
              <a:chExt cx="306" cy="90"/>
            </a:xfrm>
          </p:grpSpPr>
          <p:sp>
            <p:nvSpPr>
              <p:cNvPr id="362" name="AutoShape 30">
                <a:extLst>
                  <a:ext uri="{FF2B5EF4-FFF2-40B4-BE49-F238E27FC236}">
                    <a16:creationId xmlns:a16="http://schemas.microsoft.com/office/drawing/2014/main" id="{CA8F40BC-3C8A-4E25-3AF7-338B693EAD50}"/>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3" name="AutoShape 31">
                <a:extLst>
                  <a:ext uri="{FF2B5EF4-FFF2-40B4-BE49-F238E27FC236}">
                    <a16:creationId xmlns:a16="http://schemas.microsoft.com/office/drawing/2014/main" id="{93E09663-AE42-6765-E31F-859407AFFE10}"/>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4" name="AutoShape 32">
                <a:extLst>
                  <a:ext uri="{FF2B5EF4-FFF2-40B4-BE49-F238E27FC236}">
                    <a16:creationId xmlns:a16="http://schemas.microsoft.com/office/drawing/2014/main" id="{896D4071-7130-1516-C04E-E7683952DC82}"/>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5" name="AutoShape 33">
                <a:extLst>
                  <a:ext uri="{FF2B5EF4-FFF2-40B4-BE49-F238E27FC236}">
                    <a16:creationId xmlns:a16="http://schemas.microsoft.com/office/drawing/2014/main" id="{8EB83768-3C30-D037-8346-658109605495}"/>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6" name="AutoShape 34">
                <a:extLst>
                  <a:ext uri="{FF2B5EF4-FFF2-40B4-BE49-F238E27FC236}">
                    <a16:creationId xmlns:a16="http://schemas.microsoft.com/office/drawing/2014/main" id="{365A693E-F411-AF90-2988-8AE9281AD480}"/>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7" name="AutoShape 35">
                <a:extLst>
                  <a:ext uri="{FF2B5EF4-FFF2-40B4-BE49-F238E27FC236}">
                    <a16:creationId xmlns:a16="http://schemas.microsoft.com/office/drawing/2014/main" id="{C8AA4215-AAA1-B474-FE26-0AFF16A6D17E}"/>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384" name="Group 64">
            <a:extLst>
              <a:ext uri="{FF2B5EF4-FFF2-40B4-BE49-F238E27FC236}">
                <a16:creationId xmlns:a16="http://schemas.microsoft.com/office/drawing/2014/main" id="{AF3D39FA-EA7A-535B-13BE-7FF326A6FD2D}"/>
              </a:ext>
            </a:extLst>
          </p:cNvPr>
          <p:cNvGrpSpPr>
            <a:grpSpLocks/>
          </p:cNvGrpSpPr>
          <p:nvPr/>
        </p:nvGrpSpPr>
        <p:grpSpPr bwMode="auto">
          <a:xfrm>
            <a:off x="1638556" y="1608418"/>
            <a:ext cx="238399" cy="426132"/>
            <a:chOff x="4608" y="700"/>
            <a:chExt cx="306" cy="553"/>
          </a:xfrm>
        </p:grpSpPr>
        <p:grpSp>
          <p:nvGrpSpPr>
            <p:cNvPr id="385" name="Group 65">
              <a:extLst>
                <a:ext uri="{FF2B5EF4-FFF2-40B4-BE49-F238E27FC236}">
                  <a16:creationId xmlns:a16="http://schemas.microsoft.com/office/drawing/2014/main" id="{0E68EC03-454F-B6E5-0654-C2EBCC363310}"/>
                </a:ext>
              </a:extLst>
            </p:cNvPr>
            <p:cNvGrpSpPr>
              <a:grpSpLocks/>
            </p:cNvGrpSpPr>
            <p:nvPr/>
          </p:nvGrpSpPr>
          <p:grpSpPr bwMode="auto">
            <a:xfrm>
              <a:off x="4694" y="784"/>
              <a:ext cx="134" cy="469"/>
              <a:chOff x="4740" y="784"/>
              <a:chExt cx="88" cy="692"/>
            </a:xfrm>
          </p:grpSpPr>
          <p:sp>
            <p:nvSpPr>
              <p:cNvPr id="393" name="Line 66">
                <a:extLst>
                  <a:ext uri="{FF2B5EF4-FFF2-40B4-BE49-F238E27FC236}">
                    <a16:creationId xmlns:a16="http://schemas.microsoft.com/office/drawing/2014/main" id="{B72548C3-011E-D499-8F1D-E9A023EBD8C0}"/>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94" name="Group 67">
                <a:extLst>
                  <a:ext uri="{FF2B5EF4-FFF2-40B4-BE49-F238E27FC236}">
                    <a16:creationId xmlns:a16="http://schemas.microsoft.com/office/drawing/2014/main" id="{893BFC7D-597D-C5AA-2E71-FBDA92176A0B}"/>
                  </a:ext>
                </a:extLst>
              </p:cNvPr>
              <p:cNvGrpSpPr>
                <a:grpSpLocks/>
              </p:cNvGrpSpPr>
              <p:nvPr/>
            </p:nvGrpSpPr>
            <p:grpSpPr bwMode="auto">
              <a:xfrm>
                <a:off x="4740" y="784"/>
                <a:ext cx="88" cy="692"/>
                <a:chOff x="4740" y="784"/>
                <a:chExt cx="88" cy="692"/>
              </a:xfrm>
            </p:grpSpPr>
            <p:sp>
              <p:nvSpPr>
                <p:cNvPr id="395" name="Line 68">
                  <a:extLst>
                    <a:ext uri="{FF2B5EF4-FFF2-40B4-BE49-F238E27FC236}">
                      <a16:creationId xmlns:a16="http://schemas.microsoft.com/office/drawing/2014/main" id="{91624065-32AF-F9A8-4E40-F1D43763BF69}"/>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6" name="Line 69">
                  <a:extLst>
                    <a:ext uri="{FF2B5EF4-FFF2-40B4-BE49-F238E27FC236}">
                      <a16:creationId xmlns:a16="http://schemas.microsoft.com/office/drawing/2014/main" id="{1BD4902F-E81C-7D6D-27A4-69476FC34A1D}"/>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7" name="Line 70">
                  <a:extLst>
                    <a:ext uri="{FF2B5EF4-FFF2-40B4-BE49-F238E27FC236}">
                      <a16:creationId xmlns:a16="http://schemas.microsoft.com/office/drawing/2014/main" id="{C7C1886C-BC2B-595B-A0C6-93CE07577417}"/>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8" name="Line 71">
                  <a:extLst>
                    <a:ext uri="{FF2B5EF4-FFF2-40B4-BE49-F238E27FC236}">
                      <a16:creationId xmlns:a16="http://schemas.microsoft.com/office/drawing/2014/main" id="{4F6C0B4F-DDA1-E6A6-90C6-157CD2EBD533}"/>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9" name="Line 72">
                  <a:extLst>
                    <a:ext uri="{FF2B5EF4-FFF2-40B4-BE49-F238E27FC236}">
                      <a16:creationId xmlns:a16="http://schemas.microsoft.com/office/drawing/2014/main" id="{1448C47B-05B5-57F2-E1B7-7848D8295583}"/>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0" name="Line 73">
                  <a:extLst>
                    <a:ext uri="{FF2B5EF4-FFF2-40B4-BE49-F238E27FC236}">
                      <a16:creationId xmlns:a16="http://schemas.microsoft.com/office/drawing/2014/main" id="{FE72407B-1A80-C0C6-99B1-4A70ED2C2D52}"/>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1" name="Line 74">
                  <a:extLst>
                    <a:ext uri="{FF2B5EF4-FFF2-40B4-BE49-F238E27FC236}">
                      <a16:creationId xmlns:a16="http://schemas.microsoft.com/office/drawing/2014/main" id="{1CB5CC24-9E1C-150B-9204-721FB80A3EA6}"/>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2" name="Line 75">
                  <a:extLst>
                    <a:ext uri="{FF2B5EF4-FFF2-40B4-BE49-F238E27FC236}">
                      <a16:creationId xmlns:a16="http://schemas.microsoft.com/office/drawing/2014/main" id="{B2768E0B-0B38-076A-AB49-53B59818001C}"/>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3" name="Line 76">
                  <a:extLst>
                    <a:ext uri="{FF2B5EF4-FFF2-40B4-BE49-F238E27FC236}">
                      <a16:creationId xmlns:a16="http://schemas.microsoft.com/office/drawing/2014/main" id="{BF83D3E4-C9D5-D332-6D47-EA653BEED97B}"/>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4" name="Line 77">
                  <a:extLst>
                    <a:ext uri="{FF2B5EF4-FFF2-40B4-BE49-F238E27FC236}">
                      <a16:creationId xmlns:a16="http://schemas.microsoft.com/office/drawing/2014/main" id="{80614BA5-4CAA-07BC-DCBC-9D7B6D5C8EC1}"/>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5" name="Line 78">
                  <a:extLst>
                    <a:ext uri="{FF2B5EF4-FFF2-40B4-BE49-F238E27FC236}">
                      <a16:creationId xmlns:a16="http://schemas.microsoft.com/office/drawing/2014/main" id="{8CDA92B6-0FB2-E027-75D4-932C587B83C0}"/>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6" name="Line 79">
                  <a:extLst>
                    <a:ext uri="{FF2B5EF4-FFF2-40B4-BE49-F238E27FC236}">
                      <a16:creationId xmlns:a16="http://schemas.microsoft.com/office/drawing/2014/main" id="{D978052C-8471-1A9F-4E0E-F8BBE824E55F}"/>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7" name="Line 80">
                  <a:extLst>
                    <a:ext uri="{FF2B5EF4-FFF2-40B4-BE49-F238E27FC236}">
                      <a16:creationId xmlns:a16="http://schemas.microsoft.com/office/drawing/2014/main" id="{965E8D26-92B8-1F1B-7F62-3C623F33BB04}"/>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8" name="Oval 81">
                  <a:extLst>
                    <a:ext uri="{FF2B5EF4-FFF2-40B4-BE49-F238E27FC236}">
                      <a16:creationId xmlns:a16="http://schemas.microsoft.com/office/drawing/2014/main" id="{0809ED9A-416B-2540-EA7B-C2DA700052C4}"/>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386" name="Group 82">
              <a:extLst>
                <a:ext uri="{FF2B5EF4-FFF2-40B4-BE49-F238E27FC236}">
                  <a16:creationId xmlns:a16="http://schemas.microsoft.com/office/drawing/2014/main" id="{15016943-0D14-A184-6279-D6C83ACC408E}"/>
                </a:ext>
              </a:extLst>
            </p:cNvPr>
            <p:cNvGrpSpPr>
              <a:grpSpLocks/>
            </p:cNvGrpSpPr>
            <p:nvPr/>
          </p:nvGrpSpPr>
          <p:grpSpPr bwMode="auto">
            <a:xfrm>
              <a:off x="4608" y="700"/>
              <a:ext cx="306" cy="90"/>
              <a:chOff x="748" y="2251"/>
              <a:chExt cx="306" cy="90"/>
            </a:xfrm>
          </p:grpSpPr>
          <p:sp>
            <p:nvSpPr>
              <p:cNvPr id="387" name="AutoShape 83">
                <a:extLst>
                  <a:ext uri="{FF2B5EF4-FFF2-40B4-BE49-F238E27FC236}">
                    <a16:creationId xmlns:a16="http://schemas.microsoft.com/office/drawing/2014/main" id="{A52B8725-7D0B-FA0B-BF01-E966E3547CF1}"/>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88" name="AutoShape 84">
                <a:extLst>
                  <a:ext uri="{FF2B5EF4-FFF2-40B4-BE49-F238E27FC236}">
                    <a16:creationId xmlns:a16="http://schemas.microsoft.com/office/drawing/2014/main" id="{ADE7C13E-0AFC-4123-34DB-46E7B85E8A35}"/>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89" name="AutoShape 85">
                <a:extLst>
                  <a:ext uri="{FF2B5EF4-FFF2-40B4-BE49-F238E27FC236}">
                    <a16:creationId xmlns:a16="http://schemas.microsoft.com/office/drawing/2014/main" id="{8DE30F49-24B1-790F-097C-D942117FBDA1}"/>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90" name="AutoShape 86">
                <a:extLst>
                  <a:ext uri="{FF2B5EF4-FFF2-40B4-BE49-F238E27FC236}">
                    <a16:creationId xmlns:a16="http://schemas.microsoft.com/office/drawing/2014/main" id="{1F1BC392-BCE0-8306-82DA-296A8E590563}"/>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91" name="AutoShape 87">
                <a:extLst>
                  <a:ext uri="{FF2B5EF4-FFF2-40B4-BE49-F238E27FC236}">
                    <a16:creationId xmlns:a16="http://schemas.microsoft.com/office/drawing/2014/main" id="{79DCABBE-C867-CBA4-DB86-C557823A8D55}"/>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92" name="AutoShape 88">
                <a:extLst>
                  <a:ext uri="{FF2B5EF4-FFF2-40B4-BE49-F238E27FC236}">
                    <a16:creationId xmlns:a16="http://schemas.microsoft.com/office/drawing/2014/main" id="{0AEBF6CF-CEE9-230E-CA31-926995345999}"/>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09" name="Group 89">
            <a:extLst>
              <a:ext uri="{FF2B5EF4-FFF2-40B4-BE49-F238E27FC236}">
                <a16:creationId xmlns:a16="http://schemas.microsoft.com/office/drawing/2014/main" id="{3C7C106B-4FE9-96CF-BDED-6D3549FE9903}"/>
              </a:ext>
            </a:extLst>
          </p:cNvPr>
          <p:cNvGrpSpPr>
            <a:grpSpLocks/>
          </p:cNvGrpSpPr>
          <p:nvPr/>
        </p:nvGrpSpPr>
        <p:grpSpPr bwMode="auto">
          <a:xfrm>
            <a:off x="2136427" y="1850964"/>
            <a:ext cx="238399" cy="426132"/>
            <a:chOff x="4608" y="700"/>
            <a:chExt cx="306" cy="553"/>
          </a:xfrm>
        </p:grpSpPr>
        <p:grpSp>
          <p:nvGrpSpPr>
            <p:cNvPr id="410" name="Group 90">
              <a:extLst>
                <a:ext uri="{FF2B5EF4-FFF2-40B4-BE49-F238E27FC236}">
                  <a16:creationId xmlns:a16="http://schemas.microsoft.com/office/drawing/2014/main" id="{2A461450-ED3D-054D-4E22-00ECD0A788AD}"/>
                </a:ext>
              </a:extLst>
            </p:cNvPr>
            <p:cNvGrpSpPr>
              <a:grpSpLocks/>
            </p:cNvGrpSpPr>
            <p:nvPr/>
          </p:nvGrpSpPr>
          <p:grpSpPr bwMode="auto">
            <a:xfrm>
              <a:off x="4694" y="784"/>
              <a:ext cx="134" cy="469"/>
              <a:chOff x="4740" y="784"/>
              <a:chExt cx="88" cy="692"/>
            </a:xfrm>
          </p:grpSpPr>
          <p:sp>
            <p:nvSpPr>
              <p:cNvPr id="418" name="Line 91">
                <a:extLst>
                  <a:ext uri="{FF2B5EF4-FFF2-40B4-BE49-F238E27FC236}">
                    <a16:creationId xmlns:a16="http://schemas.microsoft.com/office/drawing/2014/main" id="{16EF443B-8CCC-94D5-F6D5-9C1E09E36CAD}"/>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19" name="Group 92">
                <a:extLst>
                  <a:ext uri="{FF2B5EF4-FFF2-40B4-BE49-F238E27FC236}">
                    <a16:creationId xmlns:a16="http://schemas.microsoft.com/office/drawing/2014/main" id="{0B071693-1AD7-3F30-9781-DF165042CF87}"/>
                  </a:ext>
                </a:extLst>
              </p:cNvPr>
              <p:cNvGrpSpPr>
                <a:grpSpLocks/>
              </p:cNvGrpSpPr>
              <p:nvPr/>
            </p:nvGrpSpPr>
            <p:grpSpPr bwMode="auto">
              <a:xfrm>
                <a:off x="4740" y="784"/>
                <a:ext cx="88" cy="692"/>
                <a:chOff x="4740" y="784"/>
                <a:chExt cx="88" cy="692"/>
              </a:xfrm>
            </p:grpSpPr>
            <p:sp>
              <p:nvSpPr>
                <p:cNvPr id="420" name="Line 93">
                  <a:extLst>
                    <a:ext uri="{FF2B5EF4-FFF2-40B4-BE49-F238E27FC236}">
                      <a16:creationId xmlns:a16="http://schemas.microsoft.com/office/drawing/2014/main" id="{F09477BF-A9E6-99A0-1DE7-5B6E6231AEEF}"/>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1" name="Line 94">
                  <a:extLst>
                    <a:ext uri="{FF2B5EF4-FFF2-40B4-BE49-F238E27FC236}">
                      <a16:creationId xmlns:a16="http://schemas.microsoft.com/office/drawing/2014/main" id="{3C46D5CE-6C58-E9E9-FD8B-8AB5D0F440DD}"/>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2" name="Line 95">
                  <a:extLst>
                    <a:ext uri="{FF2B5EF4-FFF2-40B4-BE49-F238E27FC236}">
                      <a16:creationId xmlns:a16="http://schemas.microsoft.com/office/drawing/2014/main" id="{2193EA7C-EACC-173F-8A33-EFF25AC72DE3}"/>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3" name="Line 96">
                  <a:extLst>
                    <a:ext uri="{FF2B5EF4-FFF2-40B4-BE49-F238E27FC236}">
                      <a16:creationId xmlns:a16="http://schemas.microsoft.com/office/drawing/2014/main" id="{783B8EC7-0C60-A890-9FB0-F6E7A9CBB315}"/>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4" name="Line 97">
                  <a:extLst>
                    <a:ext uri="{FF2B5EF4-FFF2-40B4-BE49-F238E27FC236}">
                      <a16:creationId xmlns:a16="http://schemas.microsoft.com/office/drawing/2014/main" id="{FB92211B-FAB4-AB4C-731E-4AEE7120405F}"/>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5" name="Line 98">
                  <a:extLst>
                    <a:ext uri="{FF2B5EF4-FFF2-40B4-BE49-F238E27FC236}">
                      <a16:creationId xmlns:a16="http://schemas.microsoft.com/office/drawing/2014/main" id="{069D10B3-A817-0F89-7FF3-2B1D89986F18}"/>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6" name="Line 99">
                  <a:extLst>
                    <a:ext uri="{FF2B5EF4-FFF2-40B4-BE49-F238E27FC236}">
                      <a16:creationId xmlns:a16="http://schemas.microsoft.com/office/drawing/2014/main" id="{E2F4E17C-D4B3-47ED-36C9-807E7EC98D01}"/>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7" name="Line 100">
                  <a:extLst>
                    <a:ext uri="{FF2B5EF4-FFF2-40B4-BE49-F238E27FC236}">
                      <a16:creationId xmlns:a16="http://schemas.microsoft.com/office/drawing/2014/main" id="{BCB8273B-A804-A041-8B1C-B4918B01DF52}"/>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8" name="Line 101">
                  <a:extLst>
                    <a:ext uri="{FF2B5EF4-FFF2-40B4-BE49-F238E27FC236}">
                      <a16:creationId xmlns:a16="http://schemas.microsoft.com/office/drawing/2014/main" id="{6B297BA0-0407-828D-75B8-7B42DC2B7133}"/>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9" name="Line 102">
                  <a:extLst>
                    <a:ext uri="{FF2B5EF4-FFF2-40B4-BE49-F238E27FC236}">
                      <a16:creationId xmlns:a16="http://schemas.microsoft.com/office/drawing/2014/main" id="{07DCB827-4FE0-9377-B845-9C78EC393A23}"/>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0" name="Line 103">
                  <a:extLst>
                    <a:ext uri="{FF2B5EF4-FFF2-40B4-BE49-F238E27FC236}">
                      <a16:creationId xmlns:a16="http://schemas.microsoft.com/office/drawing/2014/main" id="{E5BAE289-7D5C-4027-20D2-DF732E372A3C}"/>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1" name="Line 104">
                  <a:extLst>
                    <a:ext uri="{FF2B5EF4-FFF2-40B4-BE49-F238E27FC236}">
                      <a16:creationId xmlns:a16="http://schemas.microsoft.com/office/drawing/2014/main" id="{05DFCF93-C946-C4B1-C453-69271A068B5A}"/>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2" name="Line 105">
                  <a:extLst>
                    <a:ext uri="{FF2B5EF4-FFF2-40B4-BE49-F238E27FC236}">
                      <a16:creationId xmlns:a16="http://schemas.microsoft.com/office/drawing/2014/main" id="{FCD6E4B0-9C75-C181-6E91-233EACADDE48}"/>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3" name="Oval 106">
                  <a:extLst>
                    <a:ext uri="{FF2B5EF4-FFF2-40B4-BE49-F238E27FC236}">
                      <a16:creationId xmlns:a16="http://schemas.microsoft.com/office/drawing/2014/main" id="{6B9CBA9E-C24A-EC35-F987-3164D21D2BAD}"/>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11" name="Group 107">
              <a:extLst>
                <a:ext uri="{FF2B5EF4-FFF2-40B4-BE49-F238E27FC236}">
                  <a16:creationId xmlns:a16="http://schemas.microsoft.com/office/drawing/2014/main" id="{113BEEAA-7A8C-5AD8-4F9F-BF72433CD3F6}"/>
                </a:ext>
              </a:extLst>
            </p:cNvPr>
            <p:cNvGrpSpPr>
              <a:grpSpLocks/>
            </p:cNvGrpSpPr>
            <p:nvPr/>
          </p:nvGrpSpPr>
          <p:grpSpPr bwMode="auto">
            <a:xfrm>
              <a:off x="4608" y="700"/>
              <a:ext cx="306" cy="90"/>
              <a:chOff x="748" y="2251"/>
              <a:chExt cx="306" cy="90"/>
            </a:xfrm>
          </p:grpSpPr>
          <p:sp>
            <p:nvSpPr>
              <p:cNvPr id="412" name="AutoShape 108">
                <a:extLst>
                  <a:ext uri="{FF2B5EF4-FFF2-40B4-BE49-F238E27FC236}">
                    <a16:creationId xmlns:a16="http://schemas.microsoft.com/office/drawing/2014/main" id="{000B3546-6682-468E-1C39-3B521FEF5DEB}"/>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3" name="AutoShape 109">
                <a:extLst>
                  <a:ext uri="{FF2B5EF4-FFF2-40B4-BE49-F238E27FC236}">
                    <a16:creationId xmlns:a16="http://schemas.microsoft.com/office/drawing/2014/main" id="{10E75475-8603-26DC-A2DD-F06374B705D9}"/>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4" name="AutoShape 110">
                <a:extLst>
                  <a:ext uri="{FF2B5EF4-FFF2-40B4-BE49-F238E27FC236}">
                    <a16:creationId xmlns:a16="http://schemas.microsoft.com/office/drawing/2014/main" id="{9A273229-2F86-9F3C-8FD9-66D3A572017D}"/>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5" name="AutoShape 111">
                <a:extLst>
                  <a:ext uri="{FF2B5EF4-FFF2-40B4-BE49-F238E27FC236}">
                    <a16:creationId xmlns:a16="http://schemas.microsoft.com/office/drawing/2014/main" id="{055F5C99-992C-6BC1-AFB6-53AFD73B80A1}"/>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6" name="AutoShape 112">
                <a:extLst>
                  <a:ext uri="{FF2B5EF4-FFF2-40B4-BE49-F238E27FC236}">
                    <a16:creationId xmlns:a16="http://schemas.microsoft.com/office/drawing/2014/main" id="{BE38EA46-6D14-74C6-DD84-F80D96194184}"/>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7" name="AutoShape 113">
                <a:extLst>
                  <a:ext uri="{FF2B5EF4-FFF2-40B4-BE49-F238E27FC236}">
                    <a16:creationId xmlns:a16="http://schemas.microsoft.com/office/drawing/2014/main" id="{9EB01097-D293-DD96-2EEE-6CCBE67572EC}"/>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34" name="Group 114">
            <a:extLst>
              <a:ext uri="{FF2B5EF4-FFF2-40B4-BE49-F238E27FC236}">
                <a16:creationId xmlns:a16="http://schemas.microsoft.com/office/drawing/2014/main" id="{6B2BA557-1E6D-3713-6ED1-1258B94D2744}"/>
              </a:ext>
            </a:extLst>
          </p:cNvPr>
          <p:cNvGrpSpPr>
            <a:grpSpLocks/>
          </p:cNvGrpSpPr>
          <p:nvPr/>
        </p:nvGrpSpPr>
        <p:grpSpPr bwMode="auto">
          <a:xfrm>
            <a:off x="2614541" y="1485135"/>
            <a:ext cx="238398" cy="426132"/>
            <a:chOff x="4608" y="700"/>
            <a:chExt cx="306" cy="553"/>
          </a:xfrm>
        </p:grpSpPr>
        <p:grpSp>
          <p:nvGrpSpPr>
            <p:cNvPr id="435" name="Group 115">
              <a:extLst>
                <a:ext uri="{FF2B5EF4-FFF2-40B4-BE49-F238E27FC236}">
                  <a16:creationId xmlns:a16="http://schemas.microsoft.com/office/drawing/2014/main" id="{0E15BE4E-350D-4C20-1F44-F75B79A7A6F6}"/>
                </a:ext>
              </a:extLst>
            </p:cNvPr>
            <p:cNvGrpSpPr>
              <a:grpSpLocks/>
            </p:cNvGrpSpPr>
            <p:nvPr/>
          </p:nvGrpSpPr>
          <p:grpSpPr bwMode="auto">
            <a:xfrm>
              <a:off x="4694" y="784"/>
              <a:ext cx="134" cy="469"/>
              <a:chOff x="4740" y="784"/>
              <a:chExt cx="88" cy="692"/>
            </a:xfrm>
          </p:grpSpPr>
          <p:sp>
            <p:nvSpPr>
              <p:cNvPr id="443" name="Line 116">
                <a:extLst>
                  <a:ext uri="{FF2B5EF4-FFF2-40B4-BE49-F238E27FC236}">
                    <a16:creationId xmlns:a16="http://schemas.microsoft.com/office/drawing/2014/main" id="{A7CDE763-33C1-AEA5-C619-57577FC207F9}"/>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44" name="Group 117">
                <a:extLst>
                  <a:ext uri="{FF2B5EF4-FFF2-40B4-BE49-F238E27FC236}">
                    <a16:creationId xmlns:a16="http://schemas.microsoft.com/office/drawing/2014/main" id="{A1DD51B5-70EE-778B-33F4-481E6939287C}"/>
                  </a:ext>
                </a:extLst>
              </p:cNvPr>
              <p:cNvGrpSpPr>
                <a:grpSpLocks/>
              </p:cNvGrpSpPr>
              <p:nvPr/>
            </p:nvGrpSpPr>
            <p:grpSpPr bwMode="auto">
              <a:xfrm>
                <a:off x="4740" y="784"/>
                <a:ext cx="88" cy="692"/>
                <a:chOff x="4740" y="784"/>
                <a:chExt cx="88" cy="692"/>
              </a:xfrm>
            </p:grpSpPr>
            <p:sp>
              <p:nvSpPr>
                <p:cNvPr id="445" name="Line 118">
                  <a:extLst>
                    <a:ext uri="{FF2B5EF4-FFF2-40B4-BE49-F238E27FC236}">
                      <a16:creationId xmlns:a16="http://schemas.microsoft.com/office/drawing/2014/main" id="{7766FAD2-5CE3-0B2E-7CDC-CCCBCD733691}"/>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6" name="Line 119">
                  <a:extLst>
                    <a:ext uri="{FF2B5EF4-FFF2-40B4-BE49-F238E27FC236}">
                      <a16:creationId xmlns:a16="http://schemas.microsoft.com/office/drawing/2014/main" id="{348967A3-DBF2-F357-0833-6C501729AD4D}"/>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7" name="Line 120">
                  <a:extLst>
                    <a:ext uri="{FF2B5EF4-FFF2-40B4-BE49-F238E27FC236}">
                      <a16:creationId xmlns:a16="http://schemas.microsoft.com/office/drawing/2014/main" id="{A03D56C6-4801-2F57-BAF2-F9A33F7CAD7D}"/>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8" name="Line 121">
                  <a:extLst>
                    <a:ext uri="{FF2B5EF4-FFF2-40B4-BE49-F238E27FC236}">
                      <a16:creationId xmlns:a16="http://schemas.microsoft.com/office/drawing/2014/main" id="{414954DF-44E0-DDE6-5EB4-46787317AEDC}"/>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9" name="Line 122">
                  <a:extLst>
                    <a:ext uri="{FF2B5EF4-FFF2-40B4-BE49-F238E27FC236}">
                      <a16:creationId xmlns:a16="http://schemas.microsoft.com/office/drawing/2014/main" id="{E9A48FF0-F752-B5EB-D395-C5593645B751}"/>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0" name="Line 123">
                  <a:extLst>
                    <a:ext uri="{FF2B5EF4-FFF2-40B4-BE49-F238E27FC236}">
                      <a16:creationId xmlns:a16="http://schemas.microsoft.com/office/drawing/2014/main" id="{59B6A330-ED8C-6572-03FF-11127C5BB579}"/>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1" name="Line 124">
                  <a:extLst>
                    <a:ext uri="{FF2B5EF4-FFF2-40B4-BE49-F238E27FC236}">
                      <a16:creationId xmlns:a16="http://schemas.microsoft.com/office/drawing/2014/main" id="{F182A9BB-9999-1E2F-F1F9-F83A3A4F8FDA}"/>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2" name="Line 125">
                  <a:extLst>
                    <a:ext uri="{FF2B5EF4-FFF2-40B4-BE49-F238E27FC236}">
                      <a16:creationId xmlns:a16="http://schemas.microsoft.com/office/drawing/2014/main" id="{0311EE56-B4E9-41A4-7ADB-13E079E00298}"/>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3" name="Line 126">
                  <a:extLst>
                    <a:ext uri="{FF2B5EF4-FFF2-40B4-BE49-F238E27FC236}">
                      <a16:creationId xmlns:a16="http://schemas.microsoft.com/office/drawing/2014/main" id="{2F9F8801-9CDC-18B7-2086-73A117619361}"/>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4" name="Line 127">
                  <a:extLst>
                    <a:ext uri="{FF2B5EF4-FFF2-40B4-BE49-F238E27FC236}">
                      <a16:creationId xmlns:a16="http://schemas.microsoft.com/office/drawing/2014/main" id="{576DA127-6F9B-54F1-E6EB-33F75B3EBA3C}"/>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5" name="Line 128">
                  <a:extLst>
                    <a:ext uri="{FF2B5EF4-FFF2-40B4-BE49-F238E27FC236}">
                      <a16:creationId xmlns:a16="http://schemas.microsoft.com/office/drawing/2014/main" id="{D973C092-3324-9028-081E-D5478B876DC2}"/>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6" name="Line 129">
                  <a:extLst>
                    <a:ext uri="{FF2B5EF4-FFF2-40B4-BE49-F238E27FC236}">
                      <a16:creationId xmlns:a16="http://schemas.microsoft.com/office/drawing/2014/main" id="{D3EA755F-E394-466A-ACEB-56C1EDB7A475}"/>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7" name="Line 130">
                  <a:extLst>
                    <a:ext uri="{FF2B5EF4-FFF2-40B4-BE49-F238E27FC236}">
                      <a16:creationId xmlns:a16="http://schemas.microsoft.com/office/drawing/2014/main" id="{A9B0D2AD-E01B-D7D7-EAA7-9F5185AEB068}"/>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8" name="Oval 131">
                  <a:extLst>
                    <a:ext uri="{FF2B5EF4-FFF2-40B4-BE49-F238E27FC236}">
                      <a16:creationId xmlns:a16="http://schemas.microsoft.com/office/drawing/2014/main" id="{BF934A31-0E76-533F-0AB4-BBC3BE829323}"/>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36" name="Group 132">
              <a:extLst>
                <a:ext uri="{FF2B5EF4-FFF2-40B4-BE49-F238E27FC236}">
                  <a16:creationId xmlns:a16="http://schemas.microsoft.com/office/drawing/2014/main" id="{1D995BB7-C3D9-8043-6816-F0383D0124F1}"/>
                </a:ext>
              </a:extLst>
            </p:cNvPr>
            <p:cNvGrpSpPr>
              <a:grpSpLocks/>
            </p:cNvGrpSpPr>
            <p:nvPr/>
          </p:nvGrpSpPr>
          <p:grpSpPr bwMode="auto">
            <a:xfrm>
              <a:off x="4608" y="700"/>
              <a:ext cx="306" cy="90"/>
              <a:chOff x="748" y="2251"/>
              <a:chExt cx="306" cy="90"/>
            </a:xfrm>
          </p:grpSpPr>
          <p:sp>
            <p:nvSpPr>
              <p:cNvPr id="437" name="AutoShape 133">
                <a:extLst>
                  <a:ext uri="{FF2B5EF4-FFF2-40B4-BE49-F238E27FC236}">
                    <a16:creationId xmlns:a16="http://schemas.microsoft.com/office/drawing/2014/main" id="{E3EA8B0D-8B76-C30E-3F8A-120B1CA35C9D}"/>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38" name="AutoShape 134">
                <a:extLst>
                  <a:ext uri="{FF2B5EF4-FFF2-40B4-BE49-F238E27FC236}">
                    <a16:creationId xmlns:a16="http://schemas.microsoft.com/office/drawing/2014/main" id="{3A112D9C-6065-AD0B-1CB5-1DFF4C719412}"/>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39" name="AutoShape 135">
                <a:extLst>
                  <a:ext uri="{FF2B5EF4-FFF2-40B4-BE49-F238E27FC236}">
                    <a16:creationId xmlns:a16="http://schemas.microsoft.com/office/drawing/2014/main" id="{9FD314BA-0658-0163-83FC-4841415B13E9}"/>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40" name="AutoShape 136">
                <a:extLst>
                  <a:ext uri="{FF2B5EF4-FFF2-40B4-BE49-F238E27FC236}">
                    <a16:creationId xmlns:a16="http://schemas.microsoft.com/office/drawing/2014/main" id="{05701ADC-7290-1BC2-3AB7-8AF716CBA0F6}"/>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41" name="AutoShape 137">
                <a:extLst>
                  <a:ext uri="{FF2B5EF4-FFF2-40B4-BE49-F238E27FC236}">
                    <a16:creationId xmlns:a16="http://schemas.microsoft.com/office/drawing/2014/main" id="{0B7D5E35-A9E3-CBB8-8F90-FBE5027026F3}"/>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42" name="AutoShape 138">
                <a:extLst>
                  <a:ext uri="{FF2B5EF4-FFF2-40B4-BE49-F238E27FC236}">
                    <a16:creationId xmlns:a16="http://schemas.microsoft.com/office/drawing/2014/main" id="{6B5104B9-866C-D2EA-687F-E41BF2B9DD2D}"/>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59" name="Group 139">
            <a:extLst>
              <a:ext uri="{FF2B5EF4-FFF2-40B4-BE49-F238E27FC236}">
                <a16:creationId xmlns:a16="http://schemas.microsoft.com/office/drawing/2014/main" id="{84687568-5B26-E102-C21B-D9C3B484105C}"/>
              </a:ext>
            </a:extLst>
          </p:cNvPr>
          <p:cNvGrpSpPr>
            <a:grpSpLocks/>
          </p:cNvGrpSpPr>
          <p:nvPr/>
        </p:nvGrpSpPr>
        <p:grpSpPr bwMode="auto">
          <a:xfrm>
            <a:off x="1658313" y="2093511"/>
            <a:ext cx="238398" cy="426132"/>
            <a:chOff x="4608" y="700"/>
            <a:chExt cx="306" cy="553"/>
          </a:xfrm>
        </p:grpSpPr>
        <p:grpSp>
          <p:nvGrpSpPr>
            <p:cNvPr id="460" name="Group 140">
              <a:extLst>
                <a:ext uri="{FF2B5EF4-FFF2-40B4-BE49-F238E27FC236}">
                  <a16:creationId xmlns:a16="http://schemas.microsoft.com/office/drawing/2014/main" id="{B330BBB8-B4F9-46C5-2BBC-A372EB1749D7}"/>
                </a:ext>
              </a:extLst>
            </p:cNvPr>
            <p:cNvGrpSpPr>
              <a:grpSpLocks/>
            </p:cNvGrpSpPr>
            <p:nvPr/>
          </p:nvGrpSpPr>
          <p:grpSpPr bwMode="auto">
            <a:xfrm>
              <a:off x="4694" y="784"/>
              <a:ext cx="134" cy="469"/>
              <a:chOff x="4740" y="784"/>
              <a:chExt cx="88" cy="692"/>
            </a:xfrm>
          </p:grpSpPr>
          <p:sp>
            <p:nvSpPr>
              <p:cNvPr id="468" name="Line 141">
                <a:extLst>
                  <a:ext uri="{FF2B5EF4-FFF2-40B4-BE49-F238E27FC236}">
                    <a16:creationId xmlns:a16="http://schemas.microsoft.com/office/drawing/2014/main" id="{44E26532-7CA6-C5CA-8328-7767A9AF2D75}"/>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69" name="Group 142">
                <a:extLst>
                  <a:ext uri="{FF2B5EF4-FFF2-40B4-BE49-F238E27FC236}">
                    <a16:creationId xmlns:a16="http://schemas.microsoft.com/office/drawing/2014/main" id="{C31C567C-C18C-EC28-87D2-311910E51F1F}"/>
                  </a:ext>
                </a:extLst>
              </p:cNvPr>
              <p:cNvGrpSpPr>
                <a:grpSpLocks/>
              </p:cNvGrpSpPr>
              <p:nvPr/>
            </p:nvGrpSpPr>
            <p:grpSpPr bwMode="auto">
              <a:xfrm>
                <a:off x="4740" y="784"/>
                <a:ext cx="88" cy="692"/>
                <a:chOff x="4740" y="784"/>
                <a:chExt cx="88" cy="692"/>
              </a:xfrm>
            </p:grpSpPr>
            <p:sp>
              <p:nvSpPr>
                <p:cNvPr id="470" name="Line 143">
                  <a:extLst>
                    <a:ext uri="{FF2B5EF4-FFF2-40B4-BE49-F238E27FC236}">
                      <a16:creationId xmlns:a16="http://schemas.microsoft.com/office/drawing/2014/main" id="{F92D8540-9002-AA5A-8213-372854FE6905}"/>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1" name="Line 144">
                  <a:extLst>
                    <a:ext uri="{FF2B5EF4-FFF2-40B4-BE49-F238E27FC236}">
                      <a16:creationId xmlns:a16="http://schemas.microsoft.com/office/drawing/2014/main" id="{AD7855AF-B191-8203-8B0C-4116CC221F72}"/>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2" name="Line 145">
                  <a:extLst>
                    <a:ext uri="{FF2B5EF4-FFF2-40B4-BE49-F238E27FC236}">
                      <a16:creationId xmlns:a16="http://schemas.microsoft.com/office/drawing/2014/main" id="{8B2A2B68-6B1F-7837-D70A-AF40517CA67D}"/>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3" name="Line 146">
                  <a:extLst>
                    <a:ext uri="{FF2B5EF4-FFF2-40B4-BE49-F238E27FC236}">
                      <a16:creationId xmlns:a16="http://schemas.microsoft.com/office/drawing/2014/main" id="{45AF8336-A1E3-45CE-0A8A-B948150C9E9F}"/>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4" name="Line 147">
                  <a:extLst>
                    <a:ext uri="{FF2B5EF4-FFF2-40B4-BE49-F238E27FC236}">
                      <a16:creationId xmlns:a16="http://schemas.microsoft.com/office/drawing/2014/main" id="{F49B3F66-EE80-98C8-564C-3E0A98A6222D}"/>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5" name="Line 148">
                  <a:extLst>
                    <a:ext uri="{FF2B5EF4-FFF2-40B4-BE49-F238E27FC236}">
                      <a16:creationId xmlns:a16="http://schemas.microsoft.com/office/drawing/2014/main" id="{3F9FD19F-A199-4DAB-71DE-01CB8BF6BD0F}"/>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6" name="Line 149">
                  <a:extLst>
                    <a:ext uri="{FF2B5EF4-FFF2-40B4-BE49-F238E27FC236}">
                      <a16:creationId xmlns:a16="http://schemas.microsoft.com/office/drawing/2014/main" id="{5B6929D0-76D9-451C-67D9-D16806E2E601}"/>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7" name="Line 150">
                  <a:extLst>
                    <a:ext uri="{FF2B5EF4-FFF2-40B4-BE49-F238E27FC236}">
                      <a16:creationId xmlns:a16="http://schemas.microsoft.com/office/drawing/2014/main" id="{04485BAE-FA22-C7BF-C567-EA590B50CAC6}"/>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8" name="Line 151">
                  <a:extLst>
                    <a:ext uri="{FF2B5EF4-FFF2-40B4-BE49-F238E27FC236}">
                      <a16:creationId xmlns:a16="http://schemas.microsoft.com/office/drawing/2014/main" id="{0C25919E-C94C-D0CE-17A9-D76635DFB010}"/>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9" name="Line 152">
                  <a:extLst>
                    <a:ext uri="{FF2B5EF4-FFF2-40B4-BE49-F238E27FC236}">
                      <a16:creationId xmlns:a16="http://schemas.microsoft.com/office/drawing/2014/main" id="{4DD2290C-FF20-D890-3E49-DF209C2B3813}"/>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0" name="Line 153">
                  <a:extLst>
                    <a:ext uri="{FF2B5EF4-FFF2-40B4-BE49-F238E27FC236}">
                      <a16:creationId xmlns:a16="http://schemas.microsoft.com/office/drawing/2014/main" id="{CD7B8FAF-8469-6D77-42D0-E2A304B1E46F}"/>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1" name="Line 154">
                  <a:extLst>
                    <a:ext uri="{FF2B5EF4-FFF2-40B4-BE49-F238E27FC236}">
                      <a16:creationId xmlns:a16="http://schemas.microsoft.com/office/drawing/2014/main" id="{29181249-21F1-0F4E-E187-D0137E2251E2}"/>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2" name="Line 155">
                  <a:extLst>
                    <a:ext uri="{FF2B5EF4-FFF2-40B4-BE49-F238E27FC236}">
                      <a16:creationId xmlns:a16="http://schemas.microsoft.com/office/drawing/2014/main" id="{7E2F255E-C6CA-50F9-5CE1-9E1998D33FDA}"/>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3" name="Oval 156">
                  <a:extLst>
                    <a:ext uri="{FF2B5EF4-FFF2-40B4-BE49-F238E27FC236}">
                      <a16:creationId xmlns:a16="http://schemas.microsoft.com/office/drawing/2014/main" id="{B77C978C-6BE5-BA4B-497A-E782DEE9CF10}"/>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61" name="Group 157">
              <a:extLst>
                <a:ext uri="{FF2B5EF4-FFF2-40B4-BE49-F238E27FC236}">
                  <a16:creationId xmlns:a16="http://schemas.microsoft.com/office/drawing/2014/main" id="{105A03A5-EDED-5944-6160-2ADBA171FA17}"/>
                </a:ext>
              </a:extLst>
            </p:cNvPr>
            <p:cNvGrpSpPr>
              <a:grpSpLocks/>
            </p:cNvGrpSpPr>
            <p:nvPr/>
          </p:nvGrpSpPr>
          <p:grpSpPr bwMode="auto">
            <a:xfrm>
              <a:off x="4608" y="700"/>
              <a:ext cx="306" cy="90"/>
              <a:chOff x="748" y="2251"/>
              <a:chExt cx="306" cy="90"/>
            </a:xfrm>
          </p:grpSpPr>
          <p:sp>
            <p:nvSpPr>
              <p:cNvPr id="462" name="AutoShape 158">
                <a:extLst>
                  <a:ext uri="{FF2B5EF4-FFF2-40B4-BE49-F238E27FC236}">
                    <a16:creationId xmlns:a16="http://schemas.microsoft.com/office/drawing/2014/main" id="{521591F0-0586-7853-5D24-BD4C6ACD13F3}"/>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3" name="AutoShape 159">
                <a:extLst>
                  <a:ext uri="{FF2B5EF4-FFF2-40B4-BE49-F238E27FC236}">
                    <a16:creationId xmlns:a16="http://schemas.microsoft.com/office/drawing/2014/main" id="{6BA8AF13-4332-51C5-D321-8F47CAA78EE9}"/>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4" name="AutoShape 160">
                <a:extLst>
                  <a:ext uri="{FF2B5EF4-FFF2-40B4-BE49-F238E27FC236}">
                    <a16:creationId xmlns:a16="http://schemas.microsoft.com/office/drawing/2014/main" id="{02FF0889-9AD5-12FA-EB8C-ADDD0D5372FB}"/>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5" name="AutoShape 161">
                <a:extLst>
                  <a:ext uri="{FF2B5EF4-FFF2-40B4-BE49-F238E27FC236}">
                    <a16:creationId xmlns:a16="http://schemas.microsoft.com/office/drawing/2014/main" id="{DB3E9942-FA79-587C-8AB0-95DF5A113F17}"/>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6" name="AutoShape 162">
                <a:extLst>
                  <a:ext uri="{FF2B5EF4-FFF2-40B4-BE49-F238E27FC236}">
                    <a16:creationId xmlns:a16="http://schemas.microsoft.com/office/drawing/2014/main" id="{7E7232DB-80E1-3AE4-C241-260A7002F898}"/>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7" name="AutoShape 163">
                <a:extLst>
                  <a:ext uri="{FF2B5EF4-FFF2-40B4-BE49-F238E27FC236}">
                    <a16:creationId xmlns:a16="http://schemas.microsoft.com/office/drawing/2014/main" id="{E34D650A-BA98-9EA8-6D3E-B2DDE24A6100}"/>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84" name="Group 164">
            <a:extLst>
              <a:ext uri="{FF2B5EF4-FFF2-40B4-BE49-F238E27FC236}">
                <a16:creationId xmlns:a16="http://schemas.microsoft.com/office/drawing/2014/main" id="{EAB0E966-076C-6C79-480E-7994A88B6387}"/>
              </a:ext>
            </a:extLst>
          </p:cNvPr>
          <p:cNvGrpSpPr>
            <a:grpSpLocks/>
          </p:cNvGrpSpPr>
          <p:nvPr/>
        </p:nvGrpSpPr>
        <p:grpSpPr bwMode="auto">
          <a:xfrm>
            <a:off x="2077157" y="2397699"/>
            <a:ext cx="238398" cy="426132"/>
            <a:chOff x="4608" y="700"/>
            <a:chExt cx="306" cy="553"/>
          </a:xfrm>
        </p:grpSpPr>
        <p:grpSp>
          <p:nvGrpSpPr>
            <p:cNvPr id="485" name="Group 165">
              <a:extLst>
                <a:ext uri="{FF2B5EF4-FFF2-40B4-BE49-F238E27FC236}">
                  <a16:creationId xmlns:a16="http://schemas.microsoft.com/office/drawing/2014/main" id="{4A412F79-B291-0FE3-8798-AE6438A38ACB}"/>
                </a:ext>
              </a:extLst>
            </p:cNvPr>
            <p:cNvGrpSpPr>
              <a:grpSpLocks/>
            </p:cNvGrpSpPr>
            <p:nvPr/>
          </p:nvGrpSpPr>
          <p:grpSpPr bwMode="auto">
            <a:xfrm>
              <a:off x="4694" y="784"/>
              <a:ext cx="134" cy="469"/>
              <a:chOff x="4740" y="784"/>
              <a:chExt cx="88" cy="692"/>
            </a:xfrm>
          </p:grpSpPr>
          <p:sp>
            <p:nvSpPr>
              <p:cNvPr id="493" name="Line 166">
                <a:extLst>
                  <a:ext uri="{FF2B5EF4-FFF2-40B4-BE49-F238E27FC236}">
                    <a16:creationId xmlns:a16="http://schemas.microsoft.com/office/drawing/2014/main" id="{52A0F4ED-D921-AA3B-5BA4-68DF1C33FDAD}"/>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94" name="Group 167">
                <a:extLst>
                  <a:ext uri="{FF2B5EF4-FFF2-40B4-BE49-F238E27FC236}">
                    <a16:creationId xmlns:a16="http://schemas.microsoft.com/office/drawing/2014/main" id="{7AAFBEB2-C811-B92E-0178-E77C4AA5DAB3}"/>
                  </a:ext>
                </a:extLst>
              </p:cNvPr>
              <p:cNvGrpSpPr>
                <a:grpSpLocks/>
              </p:cNvGrpSpPr>
              <p:nvPr/>
            </p:nvGrpSpPr>
            <p:grpSpPr bwMode="auto">
              <a:xfrm>
                <a:off x="4740" y="784"/>
                <a:ext cx="88" cy="692"/>
                <a:chOff x="4740" y="784"/>
                <a:chExt cx="88" cy="692"/>
              </a:xfrm>
            </p:grpSpPr>
            <p:sp>
              <p:nvSpPr>
                <p:cNvPr id="495" name="Line 168">
                  <a:extLst>
                    <a:ext uri="{FF2B5EF4-FFF2-40B4-BE49-F238E27FC236}">
                      <a16:creationId xmlns:a16="http://schemas.microsoft.com/office/drawing/2014/main" id="{D35A4EFA-5278-3B48-D55E-5F105C728B0D}"/>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6" name="Line 169">
                  <a:extLst>
                    <a:ext uri="{FF2B5EF4-FFF2-40B4-BE49-F238E27FC236}">
                      <a16:creationId xmlns:a16="http://schemas.microsoft.com/office/drawing/2014/main" id="{5F4A80A2-F393-95D8-CA85-73B4160B94BD}"/>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7" name="Line 170">
                  <a:extLst>
                    <a:ext uri="{FF2B5EF4-FFF2-40B4-BE49-F238E27FC236}">
                      <a16:creationId xmlns:a16="http://schemas.microsoft.com/office/drawing/2014/main" id="{9EA54E9E-0467-995E-B083-31A438FACA0B}"/>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8" name="Line 171">
                  <a:extLst>
                    <a:ext uri="{FF2B5EF4-FFF2-40B4-BE49-F238E27FC236}">
                      <a16:creationId xmlns:a16="http://schemas.microsoft.com/office/drawing/2014/main" id="{598178D9-112E-034A-9F40-13E961BD5731}"/>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9" name="Line 172">
                  <a:extLst>
                    <a:ext uri="{FF2B5EF4-FFF2-40B4-BE49-F238E27FC236}">
                      <a16:creationId xmlns:a16="http://schemas.microsoft.com/office/drawing/2014/main" id="{049901DF-2104-DA14-407D-30DA2B9B5275}"/>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0" name="Line 173">
                  <a:extLst>
                    <a:ext uri="{FF2B5EF4-FFF2-40B4-BE49-F238E27FC236}">
                      <a16:creationId xmlns:a16="http://schemas.microsoft.com/office/drawing/2014/main" id="{9A5B0720-595E-A8BC-C763-A80813E390EF}"/>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1" name="Line 174">
                  <a:extLst>
                    <a:ext uri="{FF2B5EF4-FFF2-40B4-BE49-F238E27FC236}">
                      <a16:creationId xmlns:a16="http://schemas.microsoft.com/office/drawing/2014/main" id="{D9995F88-C732-3E3E-62DF-1FB805127D25}"/>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2" name="Line 175">
                  <a:extLst>
                    <a:ext uri="{FF2B5EF4-FFF2-40B4-BE49-F238E27FC236}">
                      <a16:creationId xmlns:a16="http://schemas.microsoft.com/office/drawing/2014/main" id="{FBAAA680-3710-F815-9258-D6A048D8E16B}"/>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3" name="Line 176">
                  <a:extLst>
                    <a:ext uri="{FF2B5EF4-FFF2-40B4-BE49-F238E27FC236}">
                      <a16:creationId xmlns:a16="http://schemas.microsoft.com/office/drawing/2014/main" id="{BAD6CD6E-964D-21A1-6A52-2D0112CF886C}"/>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4" name="Line 177">
                  <a:extLst>
                    <a:ext uri="{FF2B5EF4-FFF2-40B4-BE49-F238E27FC236}">
                      <a16:creationId xmlns:a16="http://schemas.microsoft.com/office/drawing/2014/main" id="{E3B0D157-1B90-936B-FCC9-8ABA31F82F20}"/>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5" name="Line 178">
                  <a:extLst>
                    <a:ext uri="{FF2B5EF4-FFF2-40B4-BE49-F238E27FC236}">
                      <a16:creationId xmlns:a16="http://schemas.microsoft.com/office/drawing/2014/main" id="{EDABD406-F6D7-C785-D3C1-BFA354E6671D}"/>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6" name="Line 179">
                  <a:extLst>
                    <a:ext uri="{FF2B5EF4-FFF2-40B4-BE49-F238E27FC236}">
                      <a16:creationId xmlns:a16="http://schemas.microsoft.com/office/drawing/2014/main" id="{30E9612E-BD90-7789-619C-8A5951470FF6}"/>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7" name="Line 180">
                  <a:extLst>
                    <a:ext uri="{FF2B5EF4-FFF2-40B4-BE49-F238E27FC236}">
                      <a16:creationId xmlns:a16="http://schemas.microsoft.com/office/drawing/2014/main" id="{ABFD8126-B958-4DC4-5EC0-862A561D0D5C}"/>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8" name="Oval 181">
                  <a:extLst>
                    <a:ext uri="{FF2B5EF4-FFF2-40B4-BE49-F238E27FC236}">
                      <a16:creationId xmlns:a16="http://schemas.microsoft.com/office/drawing/2014/main" id="{C2B8FD5C-95FE-E6CD-388F-4EF0D12C965C}"/>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86" name="Group 182">
              <a:extLst>
                <a:ext uri="{FF2B5EF4-FFF2-40B4-BE49-F238E27FC236}">
                  <a16:creationId xmlns:a16="http://schemas.microsoft.com/office/drawing/2014/main" id="{306B813C-A131-8CB0-8B0F-AE47BCEE5A41}"/>
                </a:ext>
              </a:extLst>
            </p:cNvPr>
            <p:cNvGrpSpPr>
              <a:grpSpLocks/>
            </p:cNvGrpSpPr>
            <p:nvPr/>
          </p:nvGrpSpPr>
          <p:grpSpPr bwMode="auto">
            <a:xfrm>
              <a:off x="4608" y="700"/>
              <a:ext cx="306" cy="90"/>
              <a:chOff x="748" y="2251"/>
              <a:chExt cx="306" cy="90"/>
            </a:xfrm>
          </p:grpSpPr>
          <p:sp>
            <p:nvSpPr>
              <p:cNvPr id="487" name="AutoShape 183">
                <a:extLst>
                  <a:ext uri="{FF2B5EF4-FFF2-40B4-BE49-F238E27FC236}">
                    <a16:creationId xmlns:a16="http://schemas.microsoft.com/office/drawing/2014/main" id="{6D9A8028-4798-11BC-A77E-23731A3963ED}"/>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88" name="AutoShape 184">
                <a:extLst>
                  <a:ext uri="{FF2B5EF4-FFF2-40B4-BE49-F238E27FC236}">
                    <a16:creationId xmlns:a16="http://schemas.microsoft.com/office/drawing/2014/main" id="{2C70FEA3-ACA8-4B3C-FEB4-C8D7CEAA9B9F}"/>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89" name="AutoShape 185">
                <a:extLst>
                  <a:ext uri="{FF2B5EF4-FFF2-40B4-BE49-F238E27FC236}">
                    <a16:creationId xmlns:a16="http://schemas.microsoft.com/office/drawing/2014/main" id="{475390A9-6E54-5D63-26DB-FBC8113E035A}"/>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90" name="AutoShape 186">
                <a:extLst>
                  <a:ext uri="{FF2B5EF4-FFF2-40B4-BE49-F238E27FC236}">
                    <a16:creationId xmlns:a16="http://schemas.microsoft.com/office/drawing/2014/main" id="{E208D338-07D3-43BE-36E1-92103631086F}"/>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91" name="AutoShape 187">
                <a:extLst>
                  <a:ext uri="{FF2B5EF4-FFF2-40B4-BE49-F238E27FC236}">
                    <a16:creationId xmlns:a16="http://schemas.microsoft.com/office/drawing/2014/main" id="{20556AC0-8F7C-9812-09C0-38753870F8D1}"/>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92" name="AutoShape 188">
                <a:extLst>
                  <a:ext uri="{FF2B5EF4-FFF2-40B4-BE49-F238E27FC236}">
                    <a16:creationId xmlns:a16="http://schemas.microsoft.com/office/drawing/2014/main" id="{6FB2D98C-CFE0-9848-A56C-B49EF3A05DF4}"/>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09" name="Group 214">
            <a:extLst>
              <a:ext uri="{FF2B5EF4-FFF2-40B4-BE49-F238E27FC236}">
                <a16:creationId xmlns:a16="http://schemas.microsoft.com/office/drawing/2014/main" id="{F03F1C67-DC5F-189D-5B0A-E7BADB089516}"/>
              </a:ext>
            </a:extLst>
          </p:cNvPr>
          <p:cNvGrpSpPr>
            <a:grpSpLocks/>
          </p:cNvGrpSpPr>
          <p:nvPr/>
        </p:nvGrpSpPr>
        <p:grpSpPr bwMode="auto">
          <a:xfrm>
            <a:off x="2555270" y="2093511"/>
            <a:ext cx="238399" cy="426132"/>
            <a:chOff x="4608" y="700"/>
            <a:chExt cx="306" cy="553"/>
          </a:xfrm>
        </p:grpSpPr>
        <p:grpSp>
          <p:nvGrpSpPr>
            <p:cNvPr id="510" name="Group 215">
              <a:extLst>
                <a:ext uri="{FF2B5EF4-FFF2-40B4-BE49-F238E27FC236}">
                  <a16:creationId xmlns:a16="http://schemas.microsoft.com/office/drawing/2014/main" id="{F43D953C-080F-07C3-4A04-44E9E70B8D30}"/>
                </a:ext>
              </a:extLst>
            </p:cNvPr>
            <p:cNvGrpSpPr>
              <a:grpSpLocks/>
            </p:cNvGrpSpPr>
            <p:nvPr/>
          </p:nvGrpSpPr>
          <p:grpSpPr bwMode="auto">
            <a:xfrm>
              <a:off x="4694" y="784"/>
              <a:ext cx="134" cy="469"/>
              <a:chOff x="4740" y="784"/>
              <a:chExt cx="88" cy="692"/>
            </a:xfrm>
          </p:grpSpPr>
          <p:sp>
            <p:nvSpPr>
              <p:cNvPr id="518" name="Line 216">
                <a:extLst>
                  <a:ext uri="{FF2B5EF4-FFF2-40B4-BE49-F238E27FC236}">
                    <a16:creationId xmlns:a16="http://schemas.microsoft.com/office/drawing/2014/main" id="{F5F6883E-A872-6E82-4C86-AA449A0E2268}"/>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19" name="Group 217">
                <a:extLst>
                  <a:ext uri="{FF2B5EF4-FFF2-40B4-BE49-F238E27FC236}">
                    <a16:creationId xmlns:a16="http://schemas.microsoft.com/office/drawing/2014/main" id="{D820E609-C150-2549-1DE1-FF77183F7DF8}"/>
                  </a:ext>
                </a:extLst>
              </p:cNvPr>
              <p:cNvGrpSpPr>
                <a:grpSpLocks/>
              </p:cNvGrpSpPr>
              <p:nvPr/>
            </p:nvGrpSpPr>
            <p:grpSpPr bwMode="auto">
              <a:xfrm>
                <a:off x="4740" y="784"/>
                <a:ext cx="88" cy="692"/>
                <a:chOff x="4740" y="784"/>
                <a:chExt cx="88" cy="692"/>
              </a:xfrm>
            </p:grpSpPr>
            <p:sp>
              <p:nvSpPr>
                <p:cNvPr id="520" name="Line 218">
                  <a:extLst>
                    <a:ext uri="{FF2B5EF4-FFF2-40B4-BE49-F238E27FC236}">
                      <a16:creationId xmlns:a16="http://schemas.microsoft.com/office/drawing/2014/main" id="{6BCD8555-4013-2C25-01A7-FB57F1C29485}"/>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1" name="Line 219">
                  <a:extLst>
                    <a:ext uri="{FF2B5EF4-FFF2-40B4-BE49-F238E27FC236}">
                      <a16:creationId xmlns:a16="http://schemas.microsoft.com/office/drawing/2014/main" id="{809C5AF6-6634-FF8B-5286-5A4D0F702C63}"/>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2" name="Line 220">
                  <a:extLst>
                    <a:ext uri="{FF2B5EF4-FFF2-40B4-BE49-F238E27FC236}">
                      <a16:creationId xmlns:a16="http://schemas.microsoft.com/office/drawing/2014/main" id="{61342345-02F6-B050-54EB-24E5A592AD4C}"/>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3" name="Line 221">
                  <a:extLst>
                    <a:ext uri="{FF2B5EF4-FFF2-40B4-BE49-F238E27FC236}">
                      <a16:creationId xmlns:a16="http://schemas.microsoft.com/office/drawing/2014/main" id="{86E9DA50-BE2B-9C6C-2BFB-DDC5C3DA8BCF}"/>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4" name="Line 222">
                  <a:extLst>
                    <a:ext uri="{FF2B5EF4-FFF2-40B4-BE49-F238E27FC236}">
                      <a16:creationId xmlns:a16="http://schemas.microsoft.com/office/drawing/2014/main" id="{2CD07621-B4E0-3935-D202-D4DE37563D30}"/>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5" name="Line 223">
                  <a:extLst>
                    <a:ext uri="{FF2B5EF4-FFF2-40B4-BE49-F238E27FC236}">
                      <a16:creationId xmlns:a16="http://schemas.microsoft.com/office/drawing/2014/main" id="{52C38618-6DFC-C001-5551-C02BC623CC59}"/>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6" name="Line 224">
                  <a:extLst>
                    <a:ext uri="{FF2B5EF4-FFF2-40B4-BE49-F238E27FC236}">
                      <a16:creationId xmlns:a16="http://schemas.microsoft.com/office/drawing/2014/main" id="{0B238A16-F214-B4B7-0BE2-EAD972690D91}"/>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7" name="Line 225">
                  <a:extLst>
                    <a:ext uri="{FF2B5EF4-FFF2-40B4-BE49-F238E27FC236}">
                      <a16:creationId xmlns:a16="http://schemas.microsoft.com/office/drawing/2014/main" id="{F550B5EF-6854-4919-5CDB-441394CF8E8B}"/>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8" name="Line 226">
                  <a:extLst>
                    <a:ext uri="{FF2B5EF4-FFF2-40B4-BE49-F238E27FC236}">
                      <a16:creationId xmlns:a16="http://schemas.microsoft.com/office/drawing/2014/main" id="{4700A50B-AC52-0F8B-E313-39AFDC587C4B}"/>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9" name="Line 227">
                  <a:extLst>
                    <a:ext uri="{FF2B5EF4-FFF2-40B4-BE49-F238E27FC236}">
                      <a16:creationId xmlns:a16="http://schemas.microsoft.com/office/drawing/2014/main" id="{1C7565BA-1041-9ED8-11A3-83BF7CB71F1B}"/>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0" name="Line 228">
                  <a:extLst>
                    <a:ext uri="{FF2B5EF4-FFF2-40B4-BE49-F238E27FC236}">
                      <a16:creationId xmlns:a16="http://schemas.microsoft.com/office/drawing/2014/main" id="{60A9F822-9877-5AE8-CBEB-8D50EEE3E22F}"/>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1" name="Line 229">
                  <a:extLst>
                    <a:ext uri="{FF2B5EF4-FFF2-40B4-BE49-F238E27FC236}">
                      <a16:creationId xmlns:a16="http://schemas.microsoft.com/office/drawing/2014/main" id="{F263DC51-6C5F-F47F-F621-088AEFA90B59}"/>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2" name="Line 230">
                  <a:extLst>
                    <a:ext uri="{FF2B5EF4-FFF2-40B4-BE49-F238E27FC236}">
                      <a16:creationId xmlns:a16="http://schemas.microsoft.com/office/drawing/2014/main" id="{7793BACD-E677-0060-F7DD-BA1358A03B18}"/>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3" name="Oval 231">
                  <a:extLst>
                    <a:ext uri="{FF2B5EF4-FFF2-40B4-BE49-F238E27FC236}">
                      <a16:creationId xmlns:a16="http://schemas.microsoft.com/office/drawing/2014/main" id="{DAB74901-3124-3C2D-424F-0763D500A347}"/>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11" name="Group 232">
              <a:extLst>
                <a:ext uri="{FF2B5EF4-FFF2-40B4-BE49-F238E27FC236}">
                  <a16:creationId xmlns:a16="http://schemas.microsoft.com/office/drawing/2014/main" id="{ED673C91-0309-CCB3-7EC2-A853583F634C}"/>
                </a:ext>
              </a:extLst>
            </p:cNvPr>
            <p:cNvGrpSpPr>
              <a:grpSpLocks/>
            </p:cNvGrpSpPr>
            <p:nvPr/>
          </p:nvGrpSpPr>
          <p:grpSpPr bwMode="auto">
            <a:xfrm>
              <a:off x="4608" y="700"/>
              <a:ext cx="306" cy="90"/>
              <a:chOff x="748" y="2251"/>
              <a:chExt cx="306" cy="90"/>
            </a:xfrm>
          </p:grpSpPr>
          <p:sp>
            <p:nvSpPr>
              <p:cNvPr id="512" name="AutoShape 233">
                <a:extLst>
                  <a:ext uri="{FF2B5EF4-FFF2-40B4-BE49-F238E27FC236}">
                    <a16:creationId xmlns:a16="http://schemas.microsoft.com/office/drawing/2014/main" id="{4977484F-F960-6B43-4D0B-5D986D910ED5}"/>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3" name="AutoShape 234">
                <a:extLst>
                  <a:ext uri="{FF2B5EF4-FFF2-40B4-BE49-F238E27FC236}">
                    <a16:creationId xmlns:a16="http://schemas.microsoft.com/office/drawing/2014/main" id="{13CC3A4F-87E5-5DE6-122C-F117885B4E4E}"/>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4" name="AutoShape 235">
                <a:extLst>
                  <a:ext uri="{FF2B5EF4-FFF2-40B4-BE49-F238E27FC236}">
                    <a16:creationId xmlns:a16="http://schemas.microsoft.com/office/drawing/2014/main" id="{717DF000-D1DA-C76C-88EA-15BDFA333078}"/>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5" name="AutoShape 236">
                <a:extLst>
                  <a:ext uri="{FF2B5EF4-FFF2-40B4-BE49-F238E27FC236}">
                    <a16:creationId xmlns:a16="http://schemas.microsoft.com/office/drawing/2014/main" id="{E360DE26-95CF-9E41-5262-BA8A259227DE}"/>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6" name="AutoShape 237">
                <a:extLst>
                  <a:ext uri="{FF2B5EF4-FFF2-40B4-BE49-F238E27FC236}">
                    <a16:creationId xmlns:a16="http://schemas.microsoft.com/office/drawing/2014/main" id="{4D79DA43-3924-79F8-E0DC-C6DBBB186C00}"/>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7" name="AutoShape 238">
                <a:extLst>
                  <a:ext uri="{FF2B5EF4-FFF2-40B4-BE49-F238E27FC236}">
                    <a16:creationId xmlns:a16="http://schemas.microsoft.com/office/drawing/2014/main" id="{86B1104C-7410-BB78-04B5-DFEB4C25C578}"/>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34" name="Group 4">
            <a:extLst>
              <a:ext uri="{FF2B5EF4-FFF2-40B4-BE49-F238E27FC236}">
                <a16:creationId xmlns:a16="http://schemas.microsoft.com/office/drawing/2014/main" id="{89A1A988-CC15-40FC-D368-36370C42DA00}"/>
              </a:ext>
            </a:extLst>
          </p:cNvPr>
          <p:cNvGrpSpPr>
            <a:grpSpLocks/>
          </p:cNvGrpSpPr>
          <p:nvPr/>
        </p:nvGrpSpPr>
        <p:grpSpPr bwMode="auto">
          <a:xfrm>
            <a:off x="1388304" y="1663359"/>
            <a:ext cx="169909" cy="352430"/>
            <a:chOff x="4186" y="1736"/>
            <a:chExt cx="229" cy="461"/>
          </a:xfrm>
        </p:grpSpPr>
        <p:pic>
          <p:nvPicPr>
            <p:cNvPr id="535" name="Picture 5" descr="icon-mobile-phone">
              <a:extLst>
                <a:ext uri="{FF2B5EF4-FFF2-40B4-BE49-F238E27FC236}">
                  <a16:creationId xmlns:a16="http://schemas.microsoft.com/office/drawing/2014/main" id="{F3660120-1F79-920D-82C0-FD0BFE71705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36" name="Group 6">
              <a:extLst>
                <a:ext uri="{FF2B5EF4-FFF2-40B4-BE49-F238E27FC236}">
                  <a16:creationId xmlns:a16="http://schemas.microsoft.com/office/drawing/2014/main" id="{708C53D2-DBAD-B24B-4E56-58D833DA08FA}"/>
                </a:ext>
              </a:extLst>
            </p:cNvPr>
            <p:cNvGrpSpPr>
              <a:grpSpLocks/>
            </p:cNvGrpSpPr>
            <p:nvPr/>
          </p:nvGrpSpPr>
          <p:grpSpPr bwMode="auto">
            <a:xfrm>
              <a:off x="4186" y="1736"/>
              <a:ext cx="198" cy="79"/>
              <a:chOff x="4513" y="1707"/>
              <a:chExt cx="198" cy="177"/>
            </a:xfrm>
          </p:grpSpPr>
          <p:sp>
            <p:nvSpPr>
              <p:cNvPr id="537" name="AutoShape 7">
                <a:extLst>
                  <a:ext uri="{FF2B5EF4-FFF2-40B4-BE49-F238E27FC236}">
                    <a16:creationId xmlns:a16="http://schemas.microsoft.com/office/drawing/2014/main" id="{2B85DF1B-2978-501C-4097-36893423F072}"/>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38" name="AutoShape 8">
                <a:extLst>
                  <a:ext uri="{FF2B5EF4-FFF2-40B4-BE49-F238E27FC236}">
                    <a16:creationId xmlns:a16="http://schemas.microsoft.com/office/drawing/2014/main" id="{BE403D3F-06C5-A927-30F0-7951D0A65243}"/>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39" name="AutoShape 9">
                <a:extLst>
                  <a:ext uri="{FF2B5EF4-FFF2-40B4-BE49-F238E27FC236}">
                    <a16:creationId xmlns:a16="http://schemas.microsoft.com/office/drawing/2014/main" id="{0553EC25-3D31-E8D7-FEDE-B0FE6913F9DD}"/>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0" name="Group 389">
            <a:extLst>
              <a:ext uri="{FF2B5EF4-FFF2-40B4-BE49-F238E27FC236}">
                <a16:creationId xmlns:a16="http://schemas.microsoft.com/office/drawing/2014/main" id="{B5F27AD2-76BE-1DC9-B252-627D1CAF2E5B}"/>
              </a:ext>
            </a:extLst>
          </p:cNvPr>
          <p:cNvGrpSpPr>
            <a:grpSpLocks/>
          </p:cNvGrpSpPr>
          <p:nvPr/>
        </p:nvGrpSpPr>
        <p:grpSpPr bwMode="auto">
          <a:xfrm>
            <a:off x="2376142" y="1729021"/>
            <a:ext cx="169909" cy="352429"/>
            <a:chOff x="4186" y="1736"/>
            <a:chExt cx="229" cy="461"/>
          </a:xfrm>
        </p:grpSpPr>
        <p:pic>
          <p:nvPicPr>
            <p:cNvPr id="541" name="Picture 390" descr="icon-mobile-phone">
              <a:extLst>
                <a:ext uri="{FF2B5EF4-FFF2-40B4-BE49-F238E27FC236}">
                  <a16:creationId xmlns:a16="http://schemas.microsoft.com/office/drawing/2014/main" id="{D1CB6A9A-D072-44E3-DE8D-C8362D2407A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42" name="Group 391">
              <a:extLst>
                <a:ext uri="{FF2B5EF4-FFF2-40B4-BE49-F238E27FC236}">
                  <a16:creationId xmlns:a16="http://schemas.microsoft.com/office/drawing/2014/main" id="{E180F5FE-A221-F0B3-AE87-A1E3B1D45CA3}"/>
                </a:ext>
              </a:extLst>
            </p:cNvPr>
            <p:cNvGrpSpPr>
              <a:grpSpLocks/>
            </p:cNvGrpSpPr>
            <p:nvPr/>
          </p:nvGrpSpPr>
          <p:grpSpPr bwMode="auto">
            <a:xfrm>
              <a:off x="4186" y="1736"/>
              <a:ext cx="198" cy="79"/>
              <a:chOff x="4513" y="1707"/>
              <a:chExt cx="198" cy="177"/>
            </a:xfrm>
          </p:grpSpPr>
          <p:sp>
            <p:nvSpPr>
              <p:cNvPr id="543" name="AutoShape 392">
                <a:extLst>
                  <a:ext uri="{FF2B5EF4-FFF2-40B4-BE49-F238E27FC236}">
                    <a16:creationId xmlns:a16="http://schemas.microsoft.com/office/drawing/2014/main" id="{04D7F820-8CBE-4E9C-1E89-101BE610C588}"/>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44" name="AutoShape 393">
                <a:extLst>
                  <a:ext uri="{FF2B5EF4-FFF2-40B4-BE49-F238E27FC236}">
                    <a16:creationId xmlns:a16="http://schemas.microsoft.com/office/drawing/2014/main" id="{71E2C7BE-A300-23DC-5BB9-51385FBB5FFA}"/>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45" name="AutoShape 394">
                <a:extLst>
                  <a:ext uri="{FF2B5EF4-FFF2-40B4-BE49-F238E27FC236}">
                    <a16:creationId xmlns:a16="http://schemas.microsoft.com/office/drawing/2014/main" id="{1914A4E0-0045-D357-9670-07232CF05920}"/>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6" name="Group 395">
            <a:extLst>
              <a:ext uri="{FF2B5EF4-FFF2-40B4-BE49-F238E27FC236}">
                <a16:creationId xmlns:a16="http://schemas.microsoft.com/office/drawing/2014/main" id="{EA095F1F-012D-8DF3-B0F0-DE421D5C1E6E}"/>
              </a:ext>
            </a:extLst>
          </p:cNvPr>
          <p:cNvGrpSpPr>
            <a:grpSpLocks/>
          </p:cNvGrpSpPr>
          <p:nvPr/>
        </p:nvGrpSpPr>
        <p:grpSpPr bwMode="auto">
          <a:xfrm>
            <a:off x="1898029" y="1424832"/>
            <a:ext cx="169908" cy="352430"/>
            <a:chOff x="4186" y="1736"/>
            <a:chExt cx="229" cy="461"/>
          </a:xfrm>
        </p:grpSpPr>
        <p:pic>
          <p:nvPicPr>
            <p:cNvPr id="547" name="Picture 396" descr="icon-mobile-phone">
              <a:extLst>
                <a:ext uri="{FF2B5EF4-FFF2-40B4-BE49-F238E27FC236}">
                  <a16:creationId xmlns:a16="http://schemas.microsoft.com/office/drawing/2014/main" id="{0B0DE907-2BEF-56F5-7B0D-BBED9B83EB0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48" name="Group 397">
              <a:extLst>
                <a:ext uri="{FF2B5EF4-FFF2-40B4-BE49-F238E27FC236}">
                  <a16:creationId xmlns:a16="http://schemas.microsoft.com/office/drawing/2014/main" id="{7D09698A-94A9-2E3F-8877-EF688AC3A644}"/>
                </a:ext>
              </a:extLst>
            </p:cNvPr>
            <p:cNvGrpSpPr>
              <a:grpSpLocks/>
            </p:cNvGrpSpPr>
            <p:nvPr/>
          </p:nvGrpSpPr>
          <p:grpSpPr bwMode="auto">
            <a:xfrm>
              <a:off x="4186" y="1736"/>
              <a:ext cx="198" cy="79"/>
              <a:chOff x="4513" y="1707"/>
              <a:chExt cx="198" cy="177"/>
            </a:xfrm>
          </p:grpSpPr>
          <p:sp>
            <p:nvSpPr>
              <p:cNvPr id="549" name="AutoShape 398">
                <a:extLst>
                  <a:ext uri="{FF2B5EF4-FFF2-40B4-BE49-F238E27FC236}">
                    <a16:creationId xmlns:a16="http://schemas.microsoft.com/office/drawing/2014/main" id="{9EF0F3BD-A7BD-A294-0584-0A8DD80DF063}"/>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50" name="AutoShape 399">
                <a:extLst>
                  <a:ext uri="{FF2B5EF4-FFF2-40B4-BE49-F238E27FC236}">
                    <a16:creationId xmlns:a16="http://schemas.microsoft.com/office/drawing/2014/main" id="{A7783CAF-6575-2892-112B-DEC34237BC99}"/>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51" name="AutoShape 400">
                <a:extLst>
                  <a:ext uri="{FF2B5EF4-FFF2-40B4-BE49-F238E27FC236}">
                    <a16:creationId xmlns:a16="http://schemas.microsoft.com/office/drawing/2014/main" id="{5665EC67-5F35-C88B-F8B1-5EEF30EC71C0}"/>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52" name="Group 401">
            <a:extLst>
              <a:ext uri="{FF2B5EF4-FFF2-40B4-BE49-F238E27FC236}">
                <a16:creationId xmlns:a16="http://schemas.microsoft.com/office/drawing/2014/main" id="{70197E44-8DC7-B673-2470-EA01B15FB13D}"/>
              </a:ext>
            </a:extLst>
          </p:cNvPr>
          <p:cNvGrpSpPr>
            <a:grpSpLocks/>
          </p:cNvGrpSpPr>
          <p:nvPr/>
        </p:nvGrpSpPr>
        <p:grpSpPr bwMode="auto">
          <a:xfrm>
            <a:off x="1419915" y="2215454"/>
            <a:ext cx="169909" cy="352430"/>
            <a:chOff x="4186" y="1736"/>
            <a:chExt cx="229" cy="461"/>
          </a:xfrm>
        </p:grpSpPr>
        <p:pic>
          <p:nvPicPr>
            <p:cNvPr id="553" name="Picture 402" descr="icon-mobile-phone">
              <a:extLst>
                <a:ext uri="{FF2B5EF4-FFF2-40B4-BE49-F238E27FC236}">
                  <a16:creationId xmlns:a16="http://schemas.microsoft.com/office/drawing/2014/main" id="{A5F734C1-2171-AB3D-118A-98C03BFC82A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54" name="Group 403">
              <a:extLst>
                <a:ext uri="{FF2B5EF4-FFF2-40B4-BE49-F238E27FC236}">
                  <a16:creationId xmlns:a16="http://schemas.microsoft.com/office/drawing/2014/main" id="{CA374D3F-55BD-87E0-4258-776454F62A98}"/>
                </a:ext>
              </a:extLst>
            </p:cNvPr>
            <p:cNvGrpSpPr>
              <a:grpSpLocks/>
            </p:cNvGrpSpPr>
            <p:nvPr/>
          </p:nvGrpSpPr>
          <p:grpSpPr bwMode="auto">
            <a:xfrm>
              <a:off x="4186" y="1736"/>
              <a:ext cx="198" cy="79"/>
              <a:chOff x="4513" y="1707"/>
              <a:chExt cx="198" cy="177"/>
            </a:xfrm>
          </p:grpSpPr>
          <p:sp>
            <p:nvSpPr>
              <p:cNvPr id="555" name="AutoShape 404">
                <a:extLst>
                  <a:ext uri="{FF2B5EF4-FFF2-40B4-BE49-F238E27FC236}">
                    <a16:creationId xmlns:a16="http://schemas.microsoft.com/office/drawing/2014/main" id="{03457EA9-A505-51DD-5300-C5A740FFC188}"/>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56" name="AutoShape 405">
                <a:extLst>
                  <a:ext uri="{FF2B5EF4-FFF2-40B4-BE49-F238E27FC236}">
                    <a16:creationId xmlns:a16="http://schemas.microsoft.com/office/drawing/2014/main" id="{64B6B1FB-5BF7-927B-0742-3FCFA10E834D}"/>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57" name="AutoShape 406">
                <a:extLst>
                  <a:ext uri="{FF2B5EF4-FFF2-40B4-BE49-F238E27FC236}">
                    <a16:creationId xmlns:a16="http://schemas.microsoft.com/office/drawing/2014/main" id="{296C5610-6E77-1D4B-47D1-6EAF897D5B93}"/>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58" name="Group 407">
            <a:extLst>
              <a:ext uri="{FF2B5EF4-FFF2-40B4-BE49-F238E27FC236}">
                <a16:creationId xmlns:a16="http://schemas.microsoft.com/office/drawing/2014/main" id="{7A77C25E-A94E-3C2E-4362-7F0BCBB9F7FC}"/>
              </a:ext>
            </a:extLst>
          </p:cNvPr>
          <p:cNvGrpSpPr>
            <a:grpSpLocks/>
          </p:cNvGrpSpPr>
          <p:nvPr/>
        </p:nvGrpSpPr>
        <p:grpSpPr bwMode="auto">
          <a:xfrm>
            <a:off x="1898029" y="1911266"/>
            <a:ext cx="169908" cy="352429"/>
            <a:chOff x="4186" y="1736"/>
            <a:chExt cx="229" cy="461"/>
          </a:xfrm>
        </p:grpSpPr>
        <p:pic>
          <p:nvPicPr>
            <p:cNvPr id="559" name="Picture 408" descr="icon-mobile-phone">
              <a:extLst>
                <a:ext uri="{FF2B5EF4-FFF2-40B4-BE49-F238E27FC236}">
                  <a16:creationId xmlns:a16="http://schemas.microsoft.com/office/drawing/2014/main" id="{1B709FF1-5087-6633-4D0F-504D1F11B93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0" name="Group 409">
              <a:extLst>
                <a:ext uri="{FF2B5EF4-FFF2-40B4-BE49-F238E27FC236}">
                  <a16:creationId xmlns:a16="http://schemas.microsoft.com/office/drawing/2014/main" id="{AA2BA6B5-D29B-BB76-88FC-0BE7BED98AC9}"/>
                </a:ext>
              </a:extLst>
            </p:cNvPr>
            <p:cNvGrpSpPr>
              <a:grpSpLocks/>
            </p:cNvGrpSpPr>
            <p:nvPr/>
          </p:nvGrpSpPr>
          <p:grpSpPr bwMode="auto">
            <a:xfrm>
              <a:off x="4186" y="1736"/>
              <a:ext cx="198" cy="79"/>
              <a:chOff x="4513" y="1707"/>
              <a:chExt cx="198" cy="177"/>
            </a:xfrm>
          </p:grpSpPr>
          <p:sp>
            <p:nvSpPr>
              <p:cNvPr id="561" name="AutoShape 410">
                <a:extLst>
                  <a:ext uri="{FF2B5EF4-FFF2-40B4-BE49-F238E27FC236}">
                    <a16:creationId xmlns:a16="http://schemas.microsoft.com/office/drawing/2014/main" id="{DE3A3C50-9BAE-5B05-A874-40E4964991FF}"/>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2" name="AutoShape 411">
                <a:extLst>
                  <a:ext uri="{FF2B5EF4-FFF2-40B4-BE49-F238E27FC236}">
                    <a16:creationId xmlns:a16="http://schemas.microsoft.com/office/drawing/2014/main" id="{AD08EAF3-A918-9220-6EFD-2FFB68C8DAD5}"/>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3" name="AutoShape 412">
                <a:extLst>
                  <a:ext uri="{FF2B5EF4-FFF2-40B4-BE49-F238E27FC236}">
                    <a16:creationId xmlns:a16="http://schemas.microsoft.com/office/drawing/2014/main" id="{25544CB2-1AFE-DD06-30D0-DA0C624E556B}"/>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64" name="Group 413">
            <a:extLst>
              <a:ext uri="{FF2B5EF4-FFF2-40B4-BE49-F238E27FC236}">
                <a16:creationId xmlns:a16="http://schemas.microsoft.com/office/drawing/2014/main" id="{0D05FBCB-AE25-35E4-FEBB-7FDBD3291510}"/>
              </a:ext>
            </a:extLst>
          </p:cNvPr>
          <p:cNvGrpSpPr>
            <a:grpSpLocks/>
          </p:cNvGrpSpPr>
          <p:nvPr/>
        </p:nvGrpSpPr>
        <p:grpSpPr bwMode="auto">
          <a:xfrm>
            <a:off x="2734398" y="2336057"/>
            <a:ext cx="169909" cy="352430"/>
            <a:chOff x="4186" y="1736"/>
            <a:chExt cx="229" cy="461"/>
          </a:xfrm>
        </p:grpSpPr>
        <p:pic>
          <p:nvPicPr>
            <p:cNvPr id="565" name="Picture 414" descr="icon-mobile-phone">
              <a:extLst>
                <a:ext uri="{FF2B5EF4-FFF2-40B4-BE49-F238E27FC236}">
                  <a16:creationId xmlns:a16="http://schemas.microsoft.com/office/drawing/2014/main" id="{CFFD7099-F2DC-C2F3-8615-D3D835120B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6" name="Group 415">
              <a:extLst>
                <a:ext uri="{FF2B5EF4-FFF2-40B4-BE49-F238E27FC236}">
                  <a16:creationId xmlns:a16="http://schemas.microsoft.com/office/drawing/2014/main" id="{A585F8A8-4BCA-D6EB-FCE6-C978C6E9E1B5}"/>
                </a:ext>
              </a:extLst>
            </p:cNvPr>
            <p:cNvGrpSpPr>
              <a:grpSpLocks/>
            </p:cNvGrpSpPr>
            <p:nvPr/>
          </p:nvGrpSpPr>
          <p:grpSpPr bwMode="auto">
            <a:xfrm>
              <a:off x="4186" y="1736"/>
              <a:ext cx="198" cy="79"/>
              <a:chOff x="4513" y="1707"/>
              <a:chExt cx="198" cy="177"/>
            </a:xfrm>
          </p:grpSpPr>
          <p:sp>
            <p:nvSpPr>
              <p:cNvPr id="567" name="AutoShape 416">
                <a:extLst>
                  <a:ext uri="{FF2B5EF4-FFF2-40B4-BE49-F238E27FC236}">
                    <a16:creationId xmlns:a16="http://schemas.microsoft.com/office/drawing/2014/main" id="{2E12BA71-7ECA-00DF-4659-9F4BDD581423}"/>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8" name="AutoShape 417">
                <a:extLst>
                  <a:ext uri="{FF2B5EF4-FFF2-40B4-BE49-F238E27FC236}">
                    <a16:creationId xmlns:a16="http://schemas.microsoft.com/office/drawing/2014/main" id="{892E9985-6097-E655-FE20-36B1E9F2B9C2}"/>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9" name="AutoShape 418">
                <a:extLst>
                  <a:ext uri="{FF2B5EF4-FFF2-40B4-BE49-F238E27FC236}">
                    <a16:creationId xmlns:a16="http://schemas.microsoft.com/office/drawing/2014/main" id="{2A14CEED-5E09-E9E0-3857-0415B540B802}"/>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70" name="Group 419">
            <a:extLst>
              <a:ext uri="{FF2B5EF4-FFF2-40B4-BE49-F238E27FC236}">
                <a16:creationId xmlns:a16="http://schemas.microsoft.com/office/drawing/2014/main" id="{E18AFA46-2A96-7739-EA43-420086F24BD0}"/>
              </a:ext>
            </a:extLst>
          </p:cNvPr>
          <p:cNvGrpSpPr>
            <a:grpSpLocks/>
          </p:cNvGrpSpPr>
          <p:nvPr/>
        </p:nvGrpSpPr>
        <p:grpSpPr bwMode="auto">
          <a:xfrm>
            <a:off x="1837441" y="2545103"/>
            <a:ext cx="169908" cy="352430"/>
            <a:chOff x="4186" y="1736"/>
            <a:chExt cx="229" cy="461"/>
          </a:xfrm>
        </p:grpSpPr>
        <p:pic>
          <p:nvPicPr>
            <p:cNvPr id="571" name="Picture 420" descr="icon-mobile-phone">
              <a:extLst>
                <a:ext uri="{FF2B5EF4-FFF2-40B4-BE49-F238E27FC236}">
                  <a16:creationId xmlns:a16="http://schemas.microsoft.com/office/drawing/2014/main" id="{810AECC7-4939-CF99-13BF-68DB16BD06B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2" name="Group 421">
              <a:extLst>
                <a:ext uri="{FF2B5EF4-FFF2-40B4-BE49-F238E27FC236}">
                  <a16:creationId xmlns:a16="http://schemas.microsoft.com/office/drawing/2014/main" id="{09923E9A-A6E1-38D1-265C-7096499B4013}"/>
                </a:ext>
              </a:extLst>
            </p:cNvPr>
            <p:cNvGrpSpPr>
              <a:grpSpLocks/>
            </p:cNvGrpSpPr>
            <p:nvPr/>
          </p:nvGrpSpPr>
          <p:grpSpPr bwMode="auto">
            <a:xfrm>
              <a:off x="4186" y="1736"/>
              <a:ext cx="198" cy="79"/>
              <a:chOff x="4513" y="1707"/>
              <a:chExt cx="198" cy="177"/>
            </a:xfrm>
          </p:grpSpPr>
          <p:sp>
            <p:nvSpPr>
              <p:cNvPr id="573" name="AutoShape 422">
                <a:extLst>
                  <a:ext uri="{FF2B5EF4-FFF2-40B4-BE49-F238E27FC236}">
                    <a16:creationId xmlns:a16="http://schemas.microsoft.com/office/drawing/2014/main" id="{24E8EAAA-60E0-F9DE-0406-0FCC99885F5D}"/>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4" name="AutoShape 423">
                <a:extLst>
                  <a:ext uri="{FF2B5EF4-FFF2-40B4-BE49-F238E27FC236}">
                    <a16:creationId xmlns:a16="http://schemas.microsoft.com/office/drawing/2014/main" id="{355E8891-B7EB-9EA7-71F8-11B2208A2459}"/>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5" name="AutoShape 424">
                <a:extLst>
                  <a:ext uri="{FF2B5EF4-FFF2-40B4-BE49-F238E27FC236}">
                    <a16:creationId xmlns:a16="http://schemas.microsoft.com/office/drawing/2014/main" id="{A04F1284-D7BB-8E24-9A95-0D794D7F5D11}"/>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576" name="Object 36">
            <a:hlinkClick r:id="" action="ppaction://ole?verb=0"/>
            <a:extLst>
              <a:ext uri="{FF2B5EF4-FFF2-40B4-BE49-F238E27FC236}">
                <a16:creationId xmlns:a16="http://schemas.microsoft.com/office/drawing/2014/main" id="{F1C78DD7-7F0C-37D5-7F40-F049FC841C50}"/>
              </a:ext>
            </a:extLst>
          </p:cNvPr>
          <p:cNvGraphicFramePr>
            <a:graphicFrameLocks/>
          </p:cNvGraphicFramePr>
          <p:nvPr/>
        </p:nvGraphicFramePr>
        <p:xfrm>
          <a:off x="1360645" y="2640246"/>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244" name="Object 36">
                        <a:hlinkClick r:id="" action="ppaction://ole?verb=0"/>
                        <a:extLst>
                          <a:ext uri="{FF2B5EF4-FFF2-40B4-BE49-F238E27FC236}">
                            <a16:creationId xmlns:a16="http://schemas.microsoft.com/office/drawing/2014/main" id="{7A71DC37-1B18-DA74-0EB4-5A045BFA6E84}"/>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2640246"/>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77" name="Line 452">
            <a:extLst>
              <a:ext uri="{FF2B5EF4-FFF2-40B4-BE49-F238E27FC236}">
                <a16:creationId xmlns:a16="http://schemas.microsoft.com/office/drawing/2014/main" id="{2ABB39F9-2128-2588-4E0C-68FC31B4D299}"/>
              </a:ext>
            </a:extLst>
          </p:cNvPr>
          <p:cNvSpPr>
            <a:spLocks noChangeShapeType="1"/>
          </p:cNvSpPr>
          <p:nvPr/>
        </p:nvSpPr>
        <p:spPr bwMode="auto">
          <a:xfrm>
            <a:off x="2793669" y="1789322"/>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78" name="Line 453">
            <a:extLst>
              <a:ext uri="{FF2B5EF4-FFF2-40B4-BE49-F238E27FC236}">
                <a16:creationId xmlns:a16="http://schemas.microsoft.com/office/drawing/2014/main" id="{3E123BAD-8B89-8235-2A43-EF01F8D85852}"/>
              </a:ext>
            </a:extLst>
          </p:cNvPr>
          <p:cNvSpPr>
            <a:spLocks noChangeShapeType="1"/>
          </p:cNvSpPr>
          <p:nvPr/>
        </p:nvSpPr>
        <p:spPr bwMode="auto">
          <a:xfrm flipV="1">
            <a:off x="2675128" y="2336057"/>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79" name="Line 455">
            <a:extLst>
              <a:ext uri="{FF2B5EF4-FFF2-40B4-BE49-F238E27FC236}">
                <a16:creationId xmlns:a16="http://schemas.microsoft.com/office/drawing/2014/main" id="{FCB00264-5A60-1EBD-AC10-A797041FF9F7}"/>
              </a:ext>
            </a:extLst>
          </p:cNvPr>
          <p:cNvSpPr>
            <a:spLocks noChangeShapeType="1"/>
          </p:cNvSpPr>
          <p:nvPr/>
        </p:nvSpPr>
        <p:spPr bwMode="auto">
          <a:xfrm>
            <a:off x="2256285" y="2215454"/>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80" name="Line 456">
            <a:extLst>
              <a:ext uri="{FF2B5EF4-FFF2-40B4-BE49-F238E27FC236}">
                <a16:creationId xmlns:a16="http://schemas.microsoft.com/office/drawing/2014/main" id="{CCF43309-CBD2-B3D8-B7B1-34A64BEF3474}"/>
              </a:ext>
            </a:extLst>
          </p:cNvPr>
          <p:cNvSpPr>
            <a:spLocks noChangeShapeType="1"/>
          </p:cNvSpPr>
          <p:nvPr/>
        </p:nvSpPr>
        <p:spPr bwMode="auto">
          <a:xfrm>
            <a:off x="2197014" y="1607077"/>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81" name="Line 457">
            <a:extLst>
              <a:ext uri="{FF2B5EF4-FFF2-40B4-BE49-F238E27FC236}">
                <a16:creationId xmlns:a16="http://schemas.microsoft.com/office/drawing/2014/main" id="{16BAB873-BDEE-AFBE-E429-B552AFD7099C}"/>
              </a:ext>
            </a:extLst>
          </p:cNvPr>
          <p:cNvSpPr>
            <a:spLocks noChangeShapeType="1"/>
          </p:cNvSpPr>
          <p:nvPr/>
        </p:nvSpPr>
        <p:spPr bwMode="auto">
          <a:xfrm>
            <a:off x="1770268" y="1964868"/>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82" name="Line 458">
            <a:extLst>
              <a:ext uri="{FF2B5EF4-FFF2-40B4-BE49-F238E27FC236}">
                <a16:creationId xmlns:a16="http://schemas.microsoft.com/office/drawing/2014/main" id="{5DAE6912-9068-F91B-4F65-1F110A671E1B}"/>
              </a:ext>
            </a:extLst>
          </p:cNvPr>
          <p:cNvSpPr>
            <a:spLocks noChangeShapeType="1"/>
          </p:cNvSpPr>
          <p:nvPr/>
        </p:nvSpPr>
        <p:spPr bwMode="auto">
          <a:xfrm flipV="1">
            <a:off x="1778171" y="2291837"/>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83" name="Line 459">
            <a:extLst>
              <a:ext uri="{FF2B5EF4-FFF2-40B4-BE49-F238E27FC236}">
                <a16:creationId xmlns:a16="http://schemas.microsoft.com/office/drawing/2014/main" id="{92321F44-C376-36CD-B9DF-C50FECC69436}"/>
              </a:ext>
            </a:extLst>
          </p:cNvPr>
          <p:cNvSpPr>
            <a:spLocks noChangeShapeType="1"/>
          </p:cNvSpPr>
          <p:nvPr/>
        </p:nvSpPr>
        <p:spPr bwMode="auto">
          <a:xfrm flipV="1">
            <a:off x="2219405" y="2362858"/>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84" name="Group 499">
            <a:extLst>
              <a:ext uri="{FF2B5EF4-FFF2-40B4-BE49-F238E27FC236}">
                <a16:creationId xmlns:a16="http://schemas.microsoft.com/office/drawing/2014/main" id="{EDA461AF-0ACD-C554-3CAA-9D66B8E806FE}"/>
              </a:ext>
            </a:extLst>
          </p:cNvPr>
          <p:cNvGrpSpPr>
            <a:grpSpLocks/>
          </p:cNvGrpSpPr>
          <p:nvPr/>
        </p:nvGrpSpPr>
        <p:grpSpPr bwMode="auto">
          <a:xfrm>
            <a:off x="6020607" y="2855841"/>
            <a:ext cx="144883" cy="317589"/>
            <a:chOff x="4186" y="1736"/>
            <a:chExt cx="229" cy="461"/>
          </a:xfrm>
        </p:grpSpPr>
        <p:pic>
          <p:nvPicPr>
            <p:cNvPr id="585" name="Picture 500" descr="icon-mobile-phone">
              <a:extLst>
                <a:ext uri="{FF2B5EF4-FFF2-40B4-BE49-F238E27FC236}">
                  <a16:creationId xmlns:a16="http://schemas.microsoft.com/office/drawing/2014/main" id="{3672C36E-7383-FC32-70B1-AD9E12983B77}"/>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86" name="Group 501">
              <a:extLst>
                <a:ext uri="{FF2B5EF4-FFF2-40B4-BE49-F238E27FC236}">
                  <a16:creationId xmlns:a16="http://schemas.microsoft.com/office/drawing/2014/main" id="{9B91DEDC-6E0D-8DF8-D6D9-D2BC469EE908}"/>
                </a:ext>
              </a:extLst>
            </p:cNvPr>
            <p:cNvGrpSpPr>
              <a:grpSpLocks/>
            </p:cNvGrpSpPr>
            <p:nvPr/>
          </p:nvGrpSpPr>
          <p:grpSpPr bwMode="auto">
            <a:xfrm>
              <a:off x="4186" y="1736"/>
              <a:ext cx="198" cy="79"/>
              <a:chOff x="4513" y="1707"/>
              <a:chExt cx="198" cy="177"/>
            </a:xfrm>
          </p:grpSpPr>
          <p:sp>
            <p:nvSpPr>
              <p:cNvPr id="587" name="AutoShape 502">
                <a:extLst>
                  <a:ext uri="{FF2B5EF4-FFF2-40B4-BE49-F238E27FC236}">
                    <a16:creationId xmlns:a16="http://schemas.microsoft.com/office/drawing/2014/main" id="{0CEC8743-17ED-B882-9B1D-74122C1E16DD}"/>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8" name="AutoShape 503">
                <a:extLst>
                  <a:ext uri="{FF2B5EF4-FFF2-40B4-BE49-F238E27FC236}">
                    <a16:creationId xmlns:a16="http://schemas.microsoft.com/office/drawing/2014/main" id="{CDAE6E58-A5F3-9B73-0745-142AE58E1F9A}"/>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9" name="AutoShape 504">
                <a:extLst>
                  <a:ext uri="{FF2B5EF4-FFF2-40B4-BE49-F238E27FC236}">
                    <a16:creationId xmlns:a16="http://schemas.microsoft.com/office/drawing/2014/main" id="{2FF8FCD6-5E0F-6139-E1F6-B21CD96674F6}"/>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590" name="Text Box 509">
            <a:extLst>
              <a:ext uri="{FF2B5EF4-FFF2-40B4-BE49-F238E27FC236}">
                <a16:creationId xmlns:a16="http://schemas.microsoft.com/office/drawing/2014/main" id="{0B128822-BC1A-C0D4-2174-36A690F77A90}"/>
              </a:ext>
            </a:extLst>
          </p:cNvPr>
          <p:cNvSpPr txBox="1">
            <a:spLocks noChangeArrowheads="1"/>
          </p:cNvSpPr>
          <p:nvPr/>
        </p:nvSpPr>
        <p:spPr bwMode="auto">
          <a:xfrm>
            <a:off x="3450910" y="2353150"/>
            <a:ext cx="487634" cy="295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a:t>
            </a:r>
          </a:p>
        </p:txBody>
      </p:sp>
      <p:sp>
        <p:nvSpPr>
          <p:cNvPr id="591" name="Text Box 511">
            <a:extLst>
              <a:ext uri="{FF2B5EF4-FFF2-40B4-BE49-F238E27FC236}">
                <a16:creationId xmlns:a16="http://schemas.microsoft.com/office/drawing/2014/main" id="{BABDE4ED-EF99-4589-9807-EEE8AED0FE64}"/>
              </a:ext>
            </a:extLst>
          </p:cNvPr>
          <p:cNvSpPr txBox="1">
            <a:spLocks noChangeArrowheads="1"/>
          </p:cNvSpPr>
          <p:nvPr/>
        </p:nvSpPr>
        <p:spPr bwMode="auto">
          <a:xfrm>
            <a:off x="2615773" y="1200776"/>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592" name="Group 512">
            <a:extLst>
              <a:ext uri="{FF2B5EF4-FFF2-40B4-BE49-F238E27FC236}">
                <a16:creationId xmlns:a16="http://schemas.microsoft.com/office/drawing/2014/main" id="{1E504A9C-6290-1CDC-8FE1-C55A9FCF1C3B}"/>
              </a:ext>
            </a:extLst>
          </p:cNvPr>
          <p:cNvGrpSpPr>
            <a:grpSpLocks/>
          </p:cNvGrpSpPr>
          <p:nvPr/>
        </p:nvGrpSpPr>
        <p:grpSpPr bwMode="auto">
          <a:xfrm>
            <a:off x="5363365" y="2821000"/>
            <a:ext cx="238399" cy="364490"/>
            <a:chOff x="4608" y="700"/>
            <a:chExt cx="306" cy="553"/>
          </a:xfrm>
        </p:grpSpPr>
        <p:grpSp>
          <p:nvGrpSpPr>
            <p:cNvPr id="593" name="Group 513">
              <a:extLst>
                <a:ext uri="{FF2B5EF4-FFF2-40B4-BE49-F238E27FC236}">
                  <a16:creationId xmlns:a16="http://schemas.microsoft.com/office/drawing/2014/main" id="{18D181D7-6BE0-EEDD-3105-243BDD0507B4}"/>
                </a:ext>
              </a:extLst>
            </p:cNvPr>
            <p:cNvGrpSpPr>
              <a:grpSpLocks/>
            </p:cNvGrpSpPr>
            <p:nvPr/>
          </p:nvGrpSpPr>
          <p:grpSpPr bwMode="auto">
            <a:xfrm>
              <a:off x="4694" y="784"/>
              <a:ext cx="134" cy="469"/>
              <a:chOff x="4740" y="784"/>
              <a:chExt cx="88" cy="692"/>
            </a:xfrm>
          </p:grpSpPr>
          <p:sp>
            <p:nvSpPr>
              <p:cNvPr id="601" name="Line 514">
                <a:extLst>
                  <a:ext uri="{FF2B5EF4-FFF2-40B4-BE49-F238E27FC236}">
                    <a16:creationId xmlns:a16="http://schemas.microsoft.com/office/drawing/2014/main" id="{DFD61A40-016A-EAD1-FA6B-E9371E746F94}"/>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02" name="Group 515">
                <a:extLst>
                  <a:ext uri="{FF2B5EF4-FFF2-40B4-BE49-F238E27FC236}">
                    <a16:creationId xmlns:a16="http://schemas.microsoft.com/office/drawing/2014/main" id="{7B1CBDAA-B87A-B8BF-4302-9BA7E73383B0}"/>
                  </a:ext>
                </a:extLst>
              </p:cNvPr>
              <p:cNvGrpSpPr>
                <a:grpSpLocks/>
              </p:cNvGrpSpPr>
              <p:nvPr/>
            </p:nvGrpSpPr>
            <p:grpSpPr bwMode="auto">
              <a:xfrm>
                <a:off x="4740" y="784"/>
                <a:ext cx="88" cy="692"/>
                <a:chOff x="4740" y="784"/>
                <a:chExt cx="88" cy="692"/>
              </a:xfrm>
            </p:grpSpPr>
            <p:sp>
              <p:nvSpPr>
                <p:cNvPr id="603" name="Line 516">
                  <a:extLst>
                    <a:ext uri="{FF2B5EF4-FFF2-40B4-BE49-F238E27FC236}">
                      <a16:creationId xmlns:a16="http://schemas.microsoft.com/office/drawing/2014/main" id="{BB27441E-2663-5DA9-68A7-4839EA339B65}"/>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4" name="Line 517">
                  <a:extLst>
                    <a:ext uri="{FF2B5EF4-FFF2-40B4-BE49-F238E27FC236}">
                      <a16:creationId xmlns:a16="http://schemas.microsoft.com/office/drawing/2014/main" id="{474145EF-7569-A08B-1A4D-32E3E9E1EA8C}"/>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5" name="Line 518">
                  <a:extLst>
                    <a:ext uri="{FF2B5EF4-FFF2-40B4-BE49-F238E27FC236}">
                      <a16:creationId xmlns:a16="http://schemas.microsoft.com/office/drawing/2014/main" id="{FBB24FE4-B17C-6D37-BC21-233F49F4F072}"/>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6" name="Line 519">
                  <a:extLst>
                    <a:ext uri="{FF2B5EF4-FFF2-40B4-BE49-F238E27FC236}">
                      <a16:creationId xmlns:a16="http://schemas.microsoft.com/office/drawing/2014/main" id="{97CCF534-73A5-70DE-AFA8-E74A186870E8}"/>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7" name="Line 520">
                  <a:extLst>
                    <a:ext uri="{FF2B5EF4-FFF2-40B4-BE49-F238E27FC236}">
                      <a16:creationId xmlns:a16="http://schemas.microsoft.com/office/drawing/2014/main" id="{E1EE9D61-3239-6BD8-7D04-CB85F221C129}"/>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8" name="Line 521">
                  <a:extLst>
                    <a:ext uri="{FF2B5EF4-FFF2-40B4-BE49-F238E27FC236}">
                      <a16:creationId xmlns:a16="http://schemas.microsoft.com/office/drawing/2014/main" id="{96284054-51EE-2B1E-69FB-6143235B7901}"/>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9" name="Line 522">
                  <a:extLst>
                    <a:ext uri="{FF2B5EF4-FFF2-40B4-BE49-F238E27FC236}">
                      <a16:creationId xmlns:a16="http://schemas.microsoft.com/office/drawing/2014/main" id="{1ABE0B5E-2710-44F8-D107-7F5CFA243499}"/>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0" name="Line 523">
                  <a:extLst>
                    <a:ext uri="{FF2B5EF4-FFF2-40B4-BE49-F238E27FC236}">
                      <a16:creationId xmlns:a16="http://schemas.microsoft.com/office/drawing/2014/main" id="{E877D060-004B-1B0E-0EC0-FE02E1D56AC0}"/>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1" name="Line 524">
                  <a:extLst>
                    <a:ext uri="{FF2B5EF4-FFF2-40B4-BE49-F238E27FC236}">
                      <a16:creationId xmlns:a16="http://schemas.microsoft.com/office/drawing/2014/main" id="{2BA66102-7715-6135-9BE2-E33620776E79}"/>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2" name="Line 525">
                  <a:extLst>
                    <a:ext uri="{FF2B5EF4-FFF2-40B4-BE49-F238E27FC236}">
                      <a16:creationId xmlns:a16="http://schemas.microsoft.com/office/drawing/2014/main" id="{3AC9C5B8-A6BF-424C-C406-B9F97182092C}"/>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3" name="Line 526">
                  <a:extLst>
                    <a:ext uri="{FF2B5EF4-FFF2-40B4-BE49-F238E27FC236}">
                      <a16:creationId xmlns:a16="http://schemas.microsoft.com/office/drawing/2014/main" id="{FA44BECB-5A61-42AE-4127-A64F1A2561FC}"/>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4" name="Line 527">
                  <a:extLst>
                    <a:ext uri="{FF2B5EF4-FFF2-40B4-BE49-F238E27FC236}">
                      <a16:creationId xmlns:a16="http://schemas.microsoft.com/office/drawing/2014/main" id="{F6C67A12-3481-9C5B-BFBB-EA99BBE75F24}"/>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5" name="Line 528">
                  <a:extLst>
                    <a:ext uri="{FF2B5EF4-FFF2-40B4-BE49-F238E27FC236}">
                      <a16:creationId xmlns:a16="http://schemas.microsoft.com/office/drawing/2014/main" id="{4A136070-54C2-3B21-8E67-8A556D204054}"/>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6" name="Oval 529">
                  <a:extLst>
                    <a:ext uri="{FF2B5EF4-FFF2-40B4-BE49-F238E27FC236}">
                      <a16:creationId xmlns:a16="http://schemas.microsoft.com/office/drawing/2014/main" id="{0D9B983B-2CE3-EAE9-4433-51BC1514896C}"/>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94" name="Group 530">
              <a:extLst>
                <a:ext uri="{FF2B5EF4-FFF2-40B4-BE49-F238E27FC236}">
                  <a16:creationId xmlns:a16="http://schemas.microsoft.com/office/drawing/2014/main" id="{9528E3AC-8469-C8F6-396D-467086302A31}"/>
                </a:ext>
              </a:extLst>
            </p:cNvPr>
            <p:cNvGrpSpPr>
              <a:grpSpLocks/>
            </p:cNvGrpSpPr>
            <p:nvPr/>
          </p:nvGrpSpPr>
          <p:grpSpPr bwMode="auto">
            <a:xfrm>
              <a:off x="4608" y="700"/>
              <a:ext cx="306" cy="90"/>
              <a:chOff x="748" y="2251"/>
              <a:chExt cx="306" cy="90"/>
            </a:xfrm>
          </p:grpSpPr>
          <p:sp>
            <p:nvSpPr>
              <p:cNvPr id="595" name="AutoShape 531">
                <a:extLst>
                  <a:ext uri="{FF2B5EF4-FFF2-40B4-BE49-F238E27FC236}">
                    <a16:creationId xmlns:a16="http://schemas.microsoft.com/office/drawing/2014/main" id="{85585129-630A-982E-B1D7-ECC912260F41}"/>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6" name="AutoShape 532">
                <a:extLst>
                  <a:ext uri="{FF2B5EF4-FFF2-40B4-BE49-F238E27FC236}">
                    <a16:creationId xmlns:a16="http://schemas.microsoft.com/office/drawing/2014/main" id="{D86A4875-4EBB-035E-60E1-8DB1CF8C2857}"/>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7" name="AutoShape 533">
                <a:extLst>
                  <a:ext uri="{FF2B5EF4-FFF2-40B4-BE49-F238E27FC236}">
                    <a16:creationId xmlns:a16="http://schemas.microsoft.com/office/drawing/2014/main" id="{565DF7CF-D584-4B1C-D881-B1E0C0C3CBC4}"/>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8" name="AutoShape 534">
                <a:extLst>
                  <a:ext uri="{FF2B5EF4-FFF2-40B4-BE49-F238E27FC236}">
                    <a16:creationId xmlns:a16="http://schemas.microsoft.com/office/drawing/2014/main" id="{C4A17868-D4DF-7D5C-AE68-F260D54AACB9}"/>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9" name="AutoShape 535">
                <a:extLst>
                  <a:ext uri="{FF2B5EF4-FFF2-40B4-BE49-F238E27FC236}">
                    <a16:creationId xmlns:a16="http://schemas.microsoft.com/office/drawing/2014/main" id="{A988ACEF-5F1D-2861-7EF0-2355EDC72FAA}"/>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0" name="AutoShape 536">
                <a:extLst>
                  <a:ext uri="{FF2B5EF4-FFF2-40B4-BE49-F238E27FC236}">
                    <a16:creationId xmlns:a16="http://schemas.microsoft.com/office/drawing/2014/main" id="{5EA4EA1D-BEB6-6798-F0CF-DD0E5317528C}"/>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617" name="Text Box 537">
            <a:extLst>
              <a:ext uri="{FF2B5EF4-FFF2-40B4-BE49-F238E27FC236}">
                <a16:creationId xmlns:a16="http://schemas.microsoft.com/office/drawing/2014/main" id="{2C78BFFF-EBDD-5065-85B4-3EE20558D15E}"/>
              </a:ext>
            </a:extLst>
          </p:cNvPr>
          <p:cNvSpPr txBox="1">
            <a:spLocks noChangeArrowheads="1"/>
          </p:cNvSpPr>
          <p:nvPr/>
        </p:nvSpPr>
        <p:spPr bwMode="auto">
          <a:xfrm>
            <a:off x="5542492" y="2892022"/>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618" name="Text Box 538">
            <a:extLst>
              <a:ext uri="{FF2B5EF4-FFF2-40B4-BE49-F238E27FC236}">
                <a16:creationId xmlns:a16="http://schemas.microsoft.com/office/drawing/2014/main" id="{8DC9FED2-B0B2-D030-BF88-8FCDA20580DF}"/>
              </a:ext>
            </a:extLst>
          </p:cNvPr>
          <p:cNvSpPr txBox="1">
            <a:spLocks noChangeArrowheads="1"/>
          </p:cNvSpPr>
          <p:nvPr/>
        </p:nvSpPr>
        <p:spPr bwMode="auto">
          <a:xfrm>
            <a:off x="6378862" y="2846462"/>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619" name="Rectangle 539">
            <a:extLst>
              <a:ext uri="{FF2B5EF4-FFF2-40B4-BE49-F238E27FC236}">
                <a16:creationId xmlns:a16="http://schemas.microsoft.com/office/drawing/2014/main" id="{0D8A8DDF-0C20-04B7-10CF-47CB1A16DA45}"/>
              </a:ext>
            </a:extLst>
          </p:cNvPr>
          <p:cNvSpPr>
            <a:spLocks noChangeArrowheads="1"/>
          </p:cNvSpPr>
          <p:nvPr/>
        </p:nvSpPr>
        <p:spPr bwMode="auto">
          <a:xfrm>
            <a:off x="4407137" y="2760698"/>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0" name="Line 540">
            <a:extLst>
              <a:ext uri="{FF2B5EF4-FFF2-40B4-BE49-F238E27FC236}">
                <a16:creationId xmlns:a16="http://schemas.microsoft.com/office/drawing/2014/main" id="{49FAE23A-A984-297C-A3AA-ACECE2EAE347}"/>
              </a:ext>
            </a:extLst>
          </p:cNvPr>
          <p:cNvSpPr>
            <a:spLocks noChangeShapeType="1"/>
          </p:cNvSpPr>
          <p:nvPr/>
        </p:nvSpPr>
        <p:spPr bwMode="auto">
          <a:xfrm>
            <a:off x="5304095"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1" name="Line 549">
            <a:extLst>
              <a:ext uri="{FF2B5EF4-FFF2-40B4-BE49-F238E27FC236}">
                <a16:creationId xmlns:a16="http://schemas.microsoft.com/office/drawing/2014/main" id="{3430C7DF-132B-5387-2B8F-5374045BBF47}"/>
              </a:ext>
            </a:extLst>
          </p:cNvPr>
          <p:cNvSpPr>
            <a:spLocks noChangeShapeType="1"/>
          </p:cNvSpPr>
          <p:nvPr/>
        </p:nvSpPr>
        <p:spPr bwMode="auto">
          <a:xfrm>
            <a:off x="6020607"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2" name="AutoShape 550">
            <a:extLst>
              <a:ext uri="{FF2B5EF4-FFF2-40B4-BE49-F238E27FC236}">
                <a16:creationId xmlns:a16="http://schemas.microsoft.com/office/drawing/2014/main" id="{FFBB1728-71C1-C8D6-A4E4-E8F6EFD795B3}"/>
              </a:ext>
            </a:extLst>
          </p:cNvPr>
          <p:cNvSpPr>
            <a:spLocks noChangeArrowheads="1"/>
          </p:cNvSpPr>
          <p:nvPr/>
        </p:nvSpPr>
        <p:spPr bwMode="auto">
          <a:xfrm>
            <a:off x="4467725" y="2847800"/>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3" name="Text Box 551">
            <a:extLst>
              <a:ext uri="{FF2B5EF4-FFF2-40B4-BE49-F238E27FC236}">
                <a16:creationId xmlns:a16="http://schemas.microsoft.com/office/drawing/2014/main" id="{7C9EDFD5-02AB-D1E7-1536-4BA7ABACA120}"/>
              </a:ext>
            </a:extLst>
          </p:cNvPr>
          <p:cNvSpPr txBox="1">
            <a:spLocks noChangeArrowheads="1"/>
          </p:cNvSpPr>
          <p:nvPr/>
        </p:nvSpPr>
        <p:spPr bwMode="auto">
          <a:xfrm>
            <a:off x="4825981" y="2763378"/>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pSp>
        <p:nvGrpSpPr>
          <p:cNvPr id="624" name="Group 428">
            <a:extLst>
              <a:ext uri="{FF2B5EF4-FFF2-40B4-BE49-F238E27FC236}">
                <a16:creationId xmlns:a16="http://schemas.microsoft.com/office/drawing/2014/main" id="{B98CDA89-5939-A0C3-C694-FB55F48FF1A7}"/>
              </a:ext>
            </a:extLst>
          </p:cNvPr>
          <p:cNvGrpSpPr>
            <a:grpSpLocks/>
          </p:cNvGrpSpPr>
          <p:nvPr/>
        </p:nvGrpSpPr>
        <p:grpSpPr bwMode="auto">
          <a:xfrm>
            <a:off x="7287855" y="1866294"/>
            <a:ext cx="1238925" cy="753730"/>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625" name="Oval 429">
              <a:extLst>
                <a:ext uri="{FF2B5EF4-FFF2-40B4-BE49-F238E27FC236}">
                  <a16:creationId xmlns:a16="http://schemas.microsoft.com/office/drawing/2014/main" id="{8997A3ED-0C40-A207-7D72-0AB1C243BD04}"/>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6" name="Oval 430">
              <a:extLst>
                <a:ext uri="{FF2B5EF4-FFF2-40B4-BE49-F238E27FC236}">
                  <a16:creationId xmlns:a16="http://schemas.microsoft.com/office/drawing/2014/main" id="{BEBB2BF6-4207-F3A9-5B83-E3E7707CE459}"/>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7" name="Oval 431">
              <a:extLst>
                <a:ext uri="{FF2B5EF4-FFF2-40B4-BE49-F238E27FC236}">
                  <a16:creationId xmlns:a16="http://schemas.microsoft.com/office/drawing/2014/main" id="{3549C389-AE25-BCBE-1B17-DA8570BA6A28}"/>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8" name="Oval 432">
              <a:extLst>
                <a:ext uri="{FF2B5EF4-FFF2-40B4-BE49-F238E27FC236}">
                  <a16:creationId xmlns:a16="http://schemas.microsoft.com/office/drawing/2014/main" id="{C63B93BE-9262-8B3C-FD42-0E4BF5A6D65C}"/>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9" name="Oval 433">
              <a:extLst>
                <a:ext uri="{FF2B5EF4-FFF2-40B4-BE49-F238E27FC236}">
                  <a16:creationId xmlns:a16="http://schemas.microsoft.com/office/drawing/2014/main" id="{F89F44FE-85F8-419E-0CB4-1ADA8CF3EBA8}"/>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0" name="Oval 434">
              <a:extLst>
                <a:ext uri="{FF2B5EF4-FFF2-40B4-BE49-F238E27FC236}">
                  <a16:creationId xmlns:a16="http://schemas.microsoft.com/office/drawing/2014/main" id="{DD8BF36E-A750-2187-EF55-6CA6A0C722B0}"/>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1" name="Oval 435">
              <a:extLst>
                <a:ext uri="{FF2B5EF4-FFF2-40B4-BE49-F238E27FC236}">
                  <a16:creationId xmlns:a16="http://schemas.microsoft.com/office/drawing/2014/main" id="{5C77C635-4F39-5179-739B-566C0003E3C2}"/>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2" name="Oval 436">
              <a:extLst>
                <a:ext uri="{FF2B5EF4-FFF2-40B4-BE49-F238E27FC236}">
                  <a16:creationId xmlns:a16="http://schemas.microsoft.com/office/drawing/2014/main" id="{643A814F-0A98-1C94-B3F4-66C66F0CA1A3}"/>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3" name="Oval 437">
              <a:extLst>
                <a:ext uri="{FF2B5EF4-FFF2-40B4-BE49-F238E27FC236}">
                  <a16:creationId xmlns:a16="http://schemas.microsoft.com/office/drawing/2014/main" id="{03956BB2-086E-F3FE-94E0-00FA1E11888A}"/>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634" name="Group 438">
              <a:extLst>
                <a:ext uri="{FF2B5EF4-FFF2-40B4-BE49-F238E27FC236}">
                  <a16:creationId xmlns:a16="http://schemas.microsoft.com/office/drawing/2014/main" id="{FDD9A289-6E3B-39F9-4445-9474BBF01640}"/>
                </a:ext>
              </a:extLst>
            </p:cNvPr>
            <p:cNvGrpSpPr>
              <a:grpSpLocks/>
            </p:cNvGrpSpPr>
            <p:nvPr/>
          </p:nvGrpSpPr>
          <p:grpSpPr bwMode="auto">
            <a:xfrm>
              <a:off x="912" y="768"/>
              <a:ext cx="2386" cy="1553"/>
              <a:chOff x="912" y="768"/>
              <a:chExt cx="2386" cy="1553"/>
            </a:xfrm>
            <a:grpFill/>
          </p:grpSpPr>
          <p:sp>
            <p:nvSpPr>
              <p:cNvPr id="635" name="Oval 439">
                <a:extLst>
                  <a:ext uri="{FF2B5EF4-FFF2-40B4-BE49-F238E27FC236}">
                    <a16:creationId xmlns:a16="http://schemas.microsoft.com/office/drawing/2014/main" id="{45FD3704-7D58-40F0-806C-2B0D4C61DD11}"/>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6" name="Oval 440">
                <a:extLst>
                  <a:ext uri="{FF2B5EF4-FFF2-40B4-BE49-F238E27FC236}">
                    <a16:creationId xmlns:a16="http://schemas.microsoft.com/office/drawing/2014/main" id="{0AE685B7-B8F9-A11F-7EC5-04F60982ED3A}"/>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7" name="Oval 441">
                <a:extLst>
                  <a:ext uri="{FF2B5EF4-FFF2-40B4-BE49-F238E27FC236}">
                    <a16:creationId xmlns:a16="http://schemas.microsoft.com/office/drawing/2014/main" id="{797FBA0B-3119-C31F-A6B5-7A0FC30E5FD6}"/>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8" name="Oval 442">
                <a:extLst>
                  <a:ext uri="{FF2B5EF4-FFF2-40B4-BE49-F238E27FC236}">
                    <a16:creationId xmlns:a16="http://schemas.microsoft.com/office/drawing/2014/main" id="{CDCBB0E6-25B7-6A77-DA3E-B956D32DF38F}"/>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9" name="Oval 443">
                <a:extLst>
                  <a:ext uri="{FF2B5EF4-FFF2-40B4-BE49-F238E27FC236}">
                    <a16:creationId xmlns:a16="http://schemas.microsoft.com/office/drawing/2014/main" id="{6B559DAD-556C-E580-6C8C-5B0CFF3C17D1}"/>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0" name="Oval 444">
                <a:extLst>
                  <a:ext uri="{FF2B5EF4-FFF2-40B4-BE49-F238E27FC236}">
                    <a16:creationId xmlns:a16="http://schemas.microsoft.com/office/drawing/2014/main" id="{160EBCCB-384D-B541-5699-343B8C66A40B}"/>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1" name="Oval 445">
                <a:extLst>
                  <a:ext uri="{FF2B5EF4-FFF2-40B4-BE49-F238E27FC236}">
                    <a16:creationId xmlns:a16="http://schemas.microsoft.com/office/drawing/2014/main" id="{FA7B2EFB-697D-C368-8FDE-2B5B3DD5E6BC}"/>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2" name="Oval 446">
                <a:extLst>
                  <a:ext uri="{FF2B5EF4-FFF2-40B4-BE49-F238E27FC236}">
                    <a16:creationId xmlns:a16="http://schemas.microsoft.com/office/drawing/2014/main" id="{F568F788-88E2-F7EA-2532-9E83EF32F63F}"/>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3" name="Oval 447">
                <a:extLst>
                  <a:ext uri="{FF2B5EF4-FFF2-40B4-BE49-F238E27FC236}">
                    <a16:creationId xmlns:a16="http://schemas.microsoft.com/office/drawing/2014/main" id="{0F261DD3-8B73-D8A2-D642-2989DF048B89}"/>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644" name="Text Box 468">
            <a:extLst>
              <a:ext uri="{FF2B5EF4-FFF2-40B4-BE49-F238E27FC236}">
                <a16:creationId xmlns:a16="http://schemas.microsoft.com/office/drawing/2014/main" id="{B8783471-771C-54BB-8AC7-6ECD6D60CADF}"/>
              </a:ext>
            </a:extLst>
          </p:cNvPr>
          <p:cNvSpPr txBox="1">
            <a:spLocks noChangeArrowheads="1"/>
          </p:cNvSpPr>
          <p:nvPr/>
        </p:nvSpPr>
        <p:spPr bwMode="auto">
          <a:xfrm>
            <a:off x="7493332" y="2110931"/>
            <a:ext cx="954107"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公用电话网</a:t>
            </a:r>
          </a:p>
        </p:txBody>
      </p:sp>
      <p:sp>
        <p:nvSpPr>
          <p:cNvPr id="645" name="AutoShape 451">
            <a:extLst>
              <a:ext uri="{FF2B5EF4-FFF2-40B4-BE49-F238E27FC236}">
                <a16:creationId xmlns:a16="http://schemas.microsoft.com/office/drawing/2014/main" id="{186A596D-17A3-23A2-E113-A2B1031B732D}"/>
              </a:ext>
            </a:extLst>
          </p:cNvPr>
          <p:cNvSpPr>
            <a:spLocks noChangeArrowheads="1"/>
          </p:cNvSpPr>
          <p:nvPr/>
        </p:nvSpPr>
        <p:spPr bwMode="auto">
          <a:xfrm>
            <a:off x="4706123" y="2180613"/>
            <a:ext cx="478113"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6" name="AutoShape 449">
            <a:extLst>
              <a:ext uri="{FF2B5EF4-FFF2-40B4-BE49-F238E27FC236}">
                <a16:creationId xmlns:a16="http://schemas.microsoft.com/office/drawing/2014/main" id="{A4D4FFB5-7CC1-878E-DE46-7FF32D126C95}"/>
              </a:ext>
            </a:extLst>
          </p:cNvPr>
          <p:cNvSpPr>
            <a:spLocks noChangeArrowheads="1"/>
          </p:cNvSpPr>
          <p:nvPr/>
        </p:nvSpPr>
        <p:spPr bwMode="auto">
          <a:xfrm>
            <a:off x="3450910" y="2153812"/>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7" name="Text Box 542">
            <a:extLst>
              <a:ext uri="{FF2B5EF4-FFF2-40B4-BE49-F238E27FC236}">
                <a16:creationId xmlns:a16="http://schemas.microsoft.com/office/drawing/2014/main" id="{6AD57B7F-2E63-9C26-A39A-4F9D0FA8B4EB}"/>
              </a:ext>
            </a:extLst>
          </p:cNvPr>
          <p:cNvSpPr txBox="1">
            <a:spLocks noChangeArrowheads="1"/>
          </p:cNvSpPr>
          <p:nvPr/>
        </p:nvSpPr>
        <p:spPr bwMode="auto">
          <a:xfrm>
            <a:off x="3365484" y="1512415"/>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sp>
        <p:nvSpPr>
          <p:cNvPr id="648" name="AutoShape 450">
            <a:extLst>
              <a:ext uri="{FF2B5EF4-FFF2-40B4-BE49-F238E27FC236}">
                <a16:creationId xmlns:a16="http://schemas.microsoft.com/office/drawing/2014/main" id="{A29E304E-B698-598C-C90E-A96C35D974A3}"/>
              </a:ext>
            </a:extLst>
          </p:cNvPr>
          <p:cNvSpPr>
            <a:spLocks noChangeArrowheads="1"/>
          </p:cNvSpPr>
          <p:nvPr/>
        </p:nvSpPr>
        <p:spPr bwMode="auto">
          <a:xfrm>
            <a:off x="5884943" y="2175253"/>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649" name="直接连接符 648">
            <a:extLst>
              <a:ext uri="{FF2B5EF4-FFF2-40B4-BE49-F238E27FC236}">
                <a16:creationId xmlns:a16="http://schemas.microsoft.com/office/drawing/2014/main" id="{94915AA2-5968-C8E5-9CEA-BC1781CB5A1F}"/>
              </a:ext>
            </a:extLst>
          </p:cNvPr>
          <p:cNvCxnSpPr/>
          <p:nvPr/>
        </p:nvCxnSpPr>
        <p:spPr>
          <a:xfrm>
            <a:off x="3921121" y="2314617"/>
            <a:ext cx="798173" cy="1340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0" name="直接连接符 649">
            <a:extLst>
              <a:ext uri="{FF2B5EF4-FFF2-40B4-BE49-F238E27FC236}">
                <a16:creationId xmlns:a16="http://schemas.microsoft.com/office/drawing/2014/main" id="{C8CD0B38-246D-D497-7E43-529AEE4CB6C8}"/>
              </a:ext>
            </a:extLst>
          </p:cNvPr>
          <p:cNvCxnSpPr/>
          <p:nvPr/>
        </p:nvCxnSpPr>
        <p:spPr>
          <a:xfrm flipV="1">
            <a:off x="4363673" y="2392339"/>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1" name="直接连接符 650">
            <a:extLst>
              <a:ext uri="{FF2B5EF4-FFF2-40B4-BE49-F238E27FC236}">
                <a16:creationId xmlns:a16="http://schemas.microsoft.com/office/drawing/2014/main" id="{9C0AA584-C2B5-0540-B45A-CBC37636562D}"/>
              </a:ext>
            </a:extLst>
          </p:cNvPr>
          <p:cNvCxnSpPr/>
          <p:nvPr/>
        </p:nvCxnSpPr>
        <p:spPr>
          <a:xfrm>
            <a:off x="4338647" y="2144433"/>
            <a:ext cx="358256" cy="14070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2" name="直接连接符 651">
            <a:extLst>
              <a:ext uri="{FF2B5EF4-FFF2-40B4-BE49-F238E27FC236}">
                <a16:creationId xmlns:a16="http://schemas.microsoft.com/office/drawing/2014/main" id="{2D0E2A1C-FAED-29AB-CC3C-EB049DEA5B81}"/>
              </a:ext>
            </a:extLst>
          </p:cNvPr>
          <p:cNvCxnSpPr/>
          <p:nvPr/>
        </p:nvCxnSpPr>
        <p:spPr>
          <a:xfrm flipV="1">
            <a:off x="5182920" y="2328017"/>
            <a:ext cx="704657" cy="134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3" name="直接连接符 652">
            <a:extLst>
              <a:ext uri="{FF2B5EF4-FFF2-40B4-BE49-F238E27FC236}">
                <a16:creationId xmlns:a16="http://schemas.microsoft.com/office/drawing/2014/main" id="{819627BC-AF04-0592-AC8C-986D0DA685B2}"/>
              </a:ext>
            </a:extLst>
          </p:cNvPr>
          <p:cNvCxnSpPr/>
          <p:nvPr/>
        </p:nvCxnSpPr>
        <p:spPr>
          <a:xfrm>
            <a:off x="5480588" y="2110931"/>
            <a:ext cx="406989" cy="16348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4" name="直接连接符 653">
            <a:extLst>
              <a:ext uri="{FF2B5EF4-FFF2-40B4-BE49-F238E27FC236}">
                <a16:creationId xmlns:a16="http://schemas.microsoft.com/office/drawing/2014/main" id="{FFEFB577-262B-291A-DCDE-5FB8A4E9A6D2}"/>
              </a:ext>
            </a:extLst>
          </p:cNvPr>
          <p:cNvCxnSpPr/>
          <p:nvPr/>
        </p:nvCxnSpPr>
        <p:spPr>
          <a:xfrm flipV="1">
            <a:off x="5546444" y="2362858"/>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655" name="Object 36">
            <a:hlinkClick r:id="" action="ppaction://ole?verb=0"/>
            <a:extLst>
              <a:ext uri="{FF2B5EF4-FFF2-40B4-BE49-F238E27FC236}">
                <a16:creationId xmlns:a16="http://schemas.microsoft.com/office/drawing/2014/main" id="{DE36FC91-DD5F-1DDE-6C0B-A4D8173ED586}"/>
              </a:ext>
            </a:extLst>
          </p:cNvPr>
          <p:cNvGraphicFramePr>
            <a:graphicFrameLocks/>
          </p:cNvGraphicFramePr>
          <p:nvPr/>
        </p:nvGraphicFramePr>
        <p:xfrm>
          <a:off x="6166806" y="302066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327" name="Object 36">
                        <a:hlinkClick r:id="" action="ppaction://ole?verb=0"/>
                        <a:extLst>
                          <a:ext uri="{FF2B5EF4-FFF2-40B4-BE49-F238E27FC236}">
                            <a16:creationId xmlns:a16="http://schemas.microsoft.com/office/drawing/2014/main" id="{7F3001E0-F438-B6D2-C7AE-0B854D23AECB}"/>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66806" y="302066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56" name="组合 655">
            <a:extLst>
              <a:ext uri="{FF2B5EF4-FFF2-40B4-BE49-F238E27FC236}">
                <a16:creationId xmlns:a16="http://schemas.microsoft.com/office/drawing/2014/main" id="{E1530234-7894-27B6-A082-A0F2E3348B90}"/>
              </a:ext>
            </a:extLst>
          </p:cNvPr>
          <p:cNvGrpSpPr/>
          <p:nvPr/>
        </p:nvGrpSpPr>
        <p:grpSpPr>
          <a:xfrm>
            <a:off x="921506" y="1085804"/>
            <a:ext cx="902811" cy="765185"/>
            <a:chOff x="921506" y="1085804"/>
            <a:chExt cx="902811" cy="765185"/>
          </a:xfrm>
        </p:grpSpPr>
        <p:cxnSp>
          <p:nvCxnSpPr>
            <p:cNvPr id="657" name="直接连接符 656">
              <a:extLst>
                <a:ext uri="{FF2B5EF4-FFF2-40B4-BE49-F238E27FC236}">
                  <a16:creationId xmlns:a16="http://schemas.microsoft.com/office/drawing/2014/main" id="{7C93E127-A628-3F69-353E-31CEDCEF3C5F}"/>
                </a:ext>
              </a:extLst>
            </p:cNvPr>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658" name="Text Box 541">
              <a:extLst>
                <a:ext uri="{FF2B5EF4-FFF2-40B4-BE49-F238E27FC236}">
                  <a16:creationId xmlns:a16="http://schemas.microsoft.com/office/drawing/2014/main" id="{9124C60E-B439-3830-DF6C-B5275F19E8A3}"/>
                </a:ext>
              </a:extLst>
            </p:cNvPr>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659" name="直接箭头连接符 658">
              <a:extLst>
                <a:ext uri="{FF2B5EF4-FFF2-40B4-BE49-F238E27FC236}">
                  <a16:creationId xmlns:a16="http://schemas.microsoft.com/office/drawing/2014/main" id="{2E9C24E7-D06E-911D-6CEB-16E51A84BFB4}"/>
                </a:ext>
              </a:extLst>
            </p:cNvPr>
            <p:cNvCxnSpPr>
              <a:stCxn id="658"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660" name="Text Box 541">
            <a:extLst>
              <a:ext uri="{FF2B5EF4-FFF2-40B4-BE49-F238E27FC236}">
                <a16:creationId xmlns:a16="http://schemas.microsoft.com/office/drawing/2014/main" id="{A0199558-DBD9-6BF7-94AD-3610D02C0246}"/>
              </a:ext>
            </a:extLst>
          </p:cNvPr>
          <p:cNvSpPr txBox="1">
            <a:spLocks noChangeArrowheads="1"/>
          </p:cNvSpPr>
          <p:nvPr/>
        </p:nvSpPr>
        <p:spPr bwMode="auto">
          <a:xfrm>
            <a:off x="4584781" y="1526872"/>
            <a:ext cx="1980030"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r>
              <a:rPr kumimoji="1" lang="zh-CN" altLang="en-US" sz="1400" b="1" dirty="0">
                <a:latin typeface="微软雅黑" panose="020B0503020204020204" pitchFamily="34" charset="-122"/>
                <a:ea typeface="微软雅黑" panose="020B0503020204020204" pitchFamily="34" charset="-122"/>
              </a:rPr>
              <a:t>（网络子系统）</a:t>
            </a:r>
          </a:p>
        </p:txBody>
      </p:sp>
      <p:sp>
        <p:nvSpPr>
          <p:cNvPr id="661" name="圆角矩形 331">
            <a:extLst>
              <a:ext uri="{FF2B5EF4-FFF2-40B4-BE49-F238E27FC236}">
                <a16:creationId xmlns:a16="http://schemas.microsoft.com/office/drawing/2014/main" id="{9FD6290F-0B9F-1B70-D8FB-501CF13F0627}"/>
              </a:ext>
            </a:extLst>
          </p:cNvPr>
          <p:cNvSpPr/>
          <p:nvPr/>
        </p:nvSpPr>
        <p:spPr>
          <a:xfrm>
            <a:off x="4287280" y="1850988"/>
            <a:ext cx="2390568" cy="814719"/>
          </a:xfrm>
          <a:prstGeom prst="roundRect">
            <a:avLst>
              <a:gd name="adj" fmla="val 3205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662" name="组合 661">
            <a:extLst>
              <a:ext uri="{FF2B5EF4-FFF2-40B4-BE49-F238E27FC236}">
                <a16:creationId xmlns:a16="http://schemas.microsoft.com/office/drawing/2014/main" id="{CC542C8A-1824-9CAC-84AB-C0B25A61BBE1}"/>
              </a:ext>
            </a:extLst>
          </p:cNvPr>
          <p:cNvGrpSpPr/>
          <p:nvPr/>
        </p:nvGrpSpPr>
        <p:grpSpPr>
          <a:xfrm>
            <a:off x="1461734" y="1626553"/>
            <a:ext cx="1374912" cy="1381165"/>
            <a:chOff x="1461734" y="1626553"/>
            <a:chExt cx="1374912" cy="1381165"/>
          </a:xfrm>
        </p:grpSpPr>
        <p:sp>
          <p:nvSpPr>
            <p:cNvPr id="663" name="Text Box 509">
              <a:extLst>
                <a:ext uri="{FF2B5EF4-FFF2-40B4-BE49-F238E27FC236}">
                  <a16:creationId xmlns:a16="http://schemas.microsoft.com/office/drawing/2014/main" id="{D065CDED-0275-661E-2468-928D55BA72A2}"/>
                </a:ext>
              </a:extLst>
            </p:cNvPr>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4" name="Text Box 509">
              <a:extLst>
                <a:ext uri="{FF2B5EF4-FFF2-40B4-BE49-F238E27FC236}">
                  <a16:creationId xmlns:a16="http://schemas.microsoft.com/office/drawing/2014/main" id="{231247D2-9E49-3CB6-6E81-A198FE382142}"/>
                </a:ext>
              </a:extLst>
            </p:cNvPr>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5" name="Text Box 509">
              <a:extLst>
                <a:ext uri="{FF2B5EF4-FFF2-40B4-BE49-F238E27FC236}">
                  <a16:creationId xmlns:a16="http://schemas.microsoft.com/office/drawing/2014/main" id="{517E1375-DE51-C09D-9D3A-9E1AA37703AF}"/>
                </a:ext>
              </a:extLst>
            </p:cNvPr>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6" name="Text Box 509">
              <a:extLst>
                <a:ext uri="{FF2B5EF4-FFF2-40B4-BE49-F238E27FC236}">
                  <a16:creationId xmlns:a16="http://schemas.microsoft.com/office/drawing/2014/main" id="{8DCA4BBA-4E2D-E6E2-36E4-97AC6B7C926C}"/>
                </a:ext>
              </a:extLst>
            </p:cNvPr>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7" name="Text Box 509">
              <a:extLst>
                <a:ext uri="{FF2B5EF4-FFF2-40B4-BE49-F238E27FC236}">
                  <a16:creationId xmlns:a16="http://schemas.microsoft.com/office/drawing/2014/main" id="{0D2CB4D4-35A7-E0FC-CEC7-50B6023D7D63}"/>
                </a:ext>
              </a:extLst>
            </p:cNvPr>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8" name="Text Box 509">
              <a:extLst>
                <a:ext uri="{FF2B5EF4-FFF2-40B4-BE49-F238E27FC236}">
                  <a16:creationId xmlns:a16="http://schemas.microsoft.com/office/drawing/2014/main" id="{A349647A-5A2A-8A31-EEFE-514291171256}"/>
                </a:ext>
              </a:extLst>
            </p:cNvPr>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9" name="Text Box 509">
              <a:extLst>
                <a:ext uri="{FF2B5EF4-FFF2-40B4-BE49-F238E27FC236}">
                  <a16:creationId xmlns:a16="http://schemas.microsoft.com/office/drawing/2014/main" id="{C0A68583-5688-9EF0-8481-F01BDD589530}"/>
                </a:ext>
              </a:extLst>
            </p:cNvPr>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670" name="Text Box 541">
            <a:extLst>
              <a:ext uri="{FF2B5EF4-FFF2-40B4-BE49-F238E27FC236}">
                <a16:creationId xmlns:a16="http://schemas.microsoft.com/office/drawing/2014/main" id="{D3996255-046A-B9E0-B339-F35B93C27DE4}"/>
              </a:ext>
            </a:extLst>
          </p:cNvPr>
          <p:cNvSpPr txBox="1">
            <a:spLocks noChangeArrowheads="1"/>
          </p:cNvSpPr>
          <p:nvPr/>
        </p:nvSpPr>
        <p:spPr bwMode="auto">
          <a:xfrm>
            <a:off x="6629183" y="1923896"/>
            <a:ext cx="750843" cy="458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latin typeface="微软雅黑" panose="020B0503020204020204" pitchFamily="34" charset="-122"/>
                <a:ea typeface="微软雅黑" panose="020B0503020204020204" pitchFamily="34" charset="-122"/>
              </a:rPr>
              <a:t>数字</a:t>
            </a:r>
            <a:endParaRPr kumimoji="1" lang="en-US" altLang="zh-CN" sz="1400" b="1" dirty="0">
              <a:latin typeface="微软雅黑" panose="020B0503020204020204" pitchFamily="34" charset="-122"/>
              <a:ea typeface="微软雅黑" panose="020B0503020204020204" pitchFamily="34" charset="-122"/>
            </a:endParaRPr>
          </a:p>
          <a:p>
            <a:pPr algn="ctr" eaLnBrk="1" hangingPunct="1">
              <a:lnSpc>
                <a:spcPct val="85000"/>
              </a:lnSpc>
            </a:pPr>
            <a:r>
              <a:rPr kumimoji="1" lang="zh-CN" altLang="en-US" sz="1400" b="1" dirty="0">
                <a:latin typeface="微软雅黑" panose="020B0503020204020204" pitchFamily="34" charset="-122"/>
                <a:ea typeface="微软雅黑" panose="020B0503020204020204" pitchFamily="34" charset="-122"/>
              </a:rPr>
              <a:t>话音</a:t>
            </a:r>
          </a:p>
        </p:txBody>
      </p:sp>
    </p:spTree>
    <p:extLst>
      <p:ext uri="{BB962C8B-B14F-4D97-AF65-F5344CB8AC3E}">
        <p14:creationId xmlns:p14="http://schemas.microsoft.com/office/powerpoint/2010/main" val="37214107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D2EA27-411E-D385-7A40-D3C8D1898870}"/>
            </a:ext>
          </a:extLst>
        </p:cNvPr>
        <p:cNvGrpSpPr/>
        <p:nvPr/>
      </p:nvGrpSpPr>
      <p:grpSpPr>
        <a:xfrm>
          <a:off x="0" y="0"/>
          <a:ext cx="0" cy="0"/>
          <a:chOff x="0" y="0"/>
          <a:chExt cx="0" cy="0"/>
        </a:xfrm>
      </p:grpSpPr>
      <p:sp>
        <p:nvSpPr>
          <p:cNvPr id="7" name="AutoShape 5">
            <a:extLst>
              <a:ext uri="{FF2B5EF4-FFF2-40B4-BE49-F238E27FC236}">
                <a16:creationId xmlns:a16="http://schemas.microsoft.com/office/drawing/2014/main" id="{2EE7D42F-C20F-4077-9991-272AA1DCEDD7}"/>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a:extLst>
              <a:ext uri="{FF2B5EF4-FFF2-40B4-BE49-F238E27FC236}">
                <a16:creationId xmlns:a16="http://schemas.microsoft.com/office/drawing/2014/main" id="{BAE2B247-D4BB-AF4D-82F4-0C903517C758}"/>
              </a:ext>
            </a:extLst>
          </p:cNvPr>
          <p:cNvSpPr>
            <a:spLocks noChangeArrowheads="1"/>
          </p:cNvSpPr>
          <p:nvPr/>
        </p:nvSpPr>
        <p:spPr bwMode="auto">
          <a:xfrm>
            <a:off x="635844" y="567754"/>
            <a:ext cx="5153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早期</a:t>
            </a:r>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3" name="矩形 2">
            <a:extLst>
              <a:ext uri="{FF2B5EF4-FFF2-40B4-BE49-F238E27FC236}">
                <a16:creationId xmlns:a16="http://schemas.microsoft.com/office/drawing/2014/main" id="{856E9FBE-5044-8000-7B30-2730DE77D6E1}"/>
              </a:ext>
            </a:extLst>
          </p:cNvPr>
          <p:cNvSpPr/>
          <p:nvPr/>
        </p:nvSpPr>
        <p:spPr>
          <a:xfrm>
            <a:off x="1025781" y="3366551"/>
            <a:ext cx="7426010" cy="1323439"/>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频率复用：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相邻小区采用不同的频率，解决了同频干扰，</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频率可以重复使用。</a:t>
            </a:r>
            <a:endPar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电路交换：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提供基本的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话音</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通信服务。</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空中接口：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移动用户到基站之间的空口（即</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无线空中接口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），采用的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多址方式</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FDMA/TDMA</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的混合系统。</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5" name="圆角矩形 332">
            <a:extLst>
              <a:ext uri="{FF2B5EF4-FFF2-40B4-BE49-F238E27FC236}">
                <a16:creationId xmlns:a16="http://schemas.microsoft.com/office/drawing/2014/main" id="{F559CD60-4616-D60C-FBDA-5F47CA83862F}"/>
              </a:ext>
            </a:extLst>
          </p:cNvPr>
          <p:cNvSpPr/>
          <p:nvPr/>
        </p:nvSpPr>
        <p:spPr>
          <a:xfrm>
            <a:off x="517853" y="967864"/>
            <a:ext cx="8133857"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41" name="Freeform 510">
            <a:extLst>
              <a:ext uri="{FF2B5EF4-FFF2-40B4-BE49-F238E27FC236}">
                <a16:creationId xmlns:a16="http://schemas.microsoft.com/office/drawing/2014/main" id="{2626DC13-6CCE-568B-AA58-EBABB3C745AB}"/>
              </a:ext>
            </a:extLst>
          </p:cNvPr>
          <p:cNvSpPr>
            <a:spLocks/>
          </p:cNvSpPr>
          <p:nvPr/>
        </p:nvSpPr>
        <p:spPr bwMode="auto">
          <a:xfrm>
            <a:off x="1173614" y="1187646"/>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42" name="组合 329">
            <a:extLst>
              <a:ext uri="{FF2B5EF4-FFF2-40B4-BE49-F238E27FC236}">
                <a16:creationId xmlns:a16="http://schemas.microsoft.com/office/drawing/2014/main" id="{7B416CC3-CC40-3C59-13CC-B7FF2B2A8B3F}"/>
              </a:ext>
            </a:extLst>
          </p:cNvPr>
          <p:cNvGrpSpPr/>
          <p:nvPr/>
        </p:nvGrpSpPr>
        <p:grpSpPr>
          <a:xfrm>
            <a:off x="3188329" y="1936957"/>
            <a:ext cx="986929" cy="668447"/>
            <a:chOff x="3131840" y="3501008"/>
            <a:chExt cx="936104" cy="936104"/>
          </a:xfrm>
          <a:solidFill>
            <a:schemeClr val="bg1">
              <a:lumMod val="75000"/>
            </a:schemeClr>
          </a:solidFill>
        </p:grpSpPr>
        <p:sp>
          <p:nvSpPr>
            <p:cNvPr id="343" name="矩形 342">
              <a:extLst>
                <a:ext uri="{FF2B5EF4-FFF2-40B4-BE49-F238E27FC236}">
                  <a16:creationId xmlns:a16="http://schemas.microsoft.com/office/drawing/2014/main" id="{0D719413-55A9-8BC7-28AB-51D39E8597ED}"/>
                </a:ext>
              </a:extLst>
            </p:cNvPr>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4" name="等腰三角形 343">
              <a:extLst>
                <a:ext uri="{FF2B5EF4-FFF2-40B4-BE49-F238E27FC236}">
                  <a16:creationId xmlns:a16="http://schemas.microsoft.com/office/drawing/2014/main" id="{D29CA9FE-83EF-26A2-957F-89DAB487FE8D}"/>
                </a:ext>
              </a:extLst>
            </p:cNvPr>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5" name="组合 333">
            <a:extLst>
              <a:ext uri="{FF2B5EF4-FFF2-40B4-BE49-F238E27FC236}">
                <a16:creationId xmlns:a16="http://schemas.microsoft.com/office/drawing/2014/main" id="{ECC2E61E-7F0D-5DC6-F5FB-4AEF764EF720}"/>
              </a:ext>
            </a:extLst>
          </p:cNvPr>
          <p:cNvGrpSpPr/>
          <p:nvPr/>
        </p:nvGrpSpPr>
        <p:grpSpPr>
          <a:xfrm>
            <a:off x="4526898" y="1964868"/>
            <a:ext cx="835930" cy="563982"/>
            <a:chOff x="3131840" y="3539328"/>
            <a:chExt cx="936104" cy="897784"/>
          </a:xfrm>
          <a:solidFill>
            <a:schemeClr val="bg1">
              <a:lumMod val="85000"/>
            </a:schemeClr>
          </a:solidFill>
        </p:grpSpPr>
        <p:sp>
          <p:nvSpPr>
            <p:cNvPr id="346" name="等腰三角形 345">
              <a:extLst>
                <a:ext uri="{FF2B5EF4-FFF2-40B4-BE49-F238E27FC236}">
                  <a16:creationId xmlns:a16="http://schemas.microsoft.com/office/drawing/2014/main" id="{10AEE0F6-810F-9108-F471-E618C29DD9C2}"/>
                </a:ext>
              </a:extLst>
            </p:cNvPr>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7" name="矩形 346">
              <a:extLst>
                <a:ext uri="{FF2B5EF4-FFF2-40B4-BE49-F238E27FC236}">
                  <a16:creationId xmlns:a16="http://schemas.microsoft.com/office/drawing/2014/main" id="{9AAA27DA-5599-5E8E-95D4-DF4B2885B0F6}"/>
                </a:ext>
              </a:extLst>
            </p:cNvPr>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8" name="组合 336">
            <a:extLst>
              <a:ext uri="{FF2B5EF4-FFF2-40B4-BE49-F238E27FC236}">
                <a16:creationId xmlns:a16="http://schemas.microsoft.com/office/drawing/2014/main" id="{531DE649-3BE1-54B2-EE78-4A2237AE3E2A}"/>
              </a:ext>
            </a:extLst>
          </p:cNvPr>
          <p:cNvGrpSpPr/>
          <p:nvPr/>
        </p:nvGrpSpPr>
        <p:grpSpPr>
          <a:xfrm>
            <a:off x="5684532" y="1984618"/>
            <a:ext cx="871054" cy="549323"/>
            <a:chOff x="3131840" y="3501008"/>
            <a:chExt cx="936104" cy="936104"/>
          </a:xfrm>
          <a:solidFill>
            <a:schemeClr val="bg1">
              <a:lumMod val="85000"/>
            </a:schemeClr>
          </a:solidFill>
        </p:grpSpPr>
        <p:sp>
          <p:nvSpPr>
            <p:cNvPr id="349" name="等腰三角形 348">
              <a:extLst>
                <a:ext uri="{FF2B5EF4-FFF2-40B4-BE49-F238E27FC236}">
                  <a16:creationId xmlns:a16="http://schemas.microsoft.com/office/drawing/2014/main" id="{64902323-C75A-B4A3-50C9-20EA47A5E38F}"/>
                </a:ext>
              </a:extLst>
            </p:cNvPr>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50" name="矩形 349">
              <a:extLst>
                <a:ext uri="{FF2B5EF4-FFF2-40B4-BE49-F238E27FC236}">
                  <a16:creationId xmlns:a16="http://schemas.microsoft.com/office/drawing/2014/main" id="{612C4A64-4829-E6FD-B1D5-7F1535A3B017}"/>
                </a:ext>
              </a:extLst>
            </p:cNvPr>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351" name="直接连接符 350">
            <a:extLst>
              <a:ext uri="{FF2B5EF4-FFF2-40B4-BE49-F238E27FC236}">
                <a16:creationId xmlns:a16="http://schemas.microsoft.com/office/drawing/2014/main" id="{4E080281-1128-CFE3-A24D-16FCDCBA4011}"/>
              </a:ext>
            </a:extLst>
          </p:cNvPr>
          <p:cNvCxnSpPr>
            <a:cxnSpLocks/>
          </p:cNvCxnSpPr>
          <p:nvPr/>
        </p:nvCxnSpPr>
        <p:spPr>
          <a:xfrm flipV="1">
            <a:off x="6357789" y="2348118"/>
            <a:ext cx="1445091" cy="13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52" name="AutoShape 45">
            <a:extLst>
              <a:ext uri="{FF2B5EF4-FFF2-40B4-BE49-F238E27FC236}">
                <a16:creationId xmlns:a16="http://schemas.microsoft.com/office/drawing/2014/main" id="{7756AF2C-2C81-B6EF-9E5F-32D6E0168E39}"/>
              </a:ext>
            </a:extLst>
          </p:cNvPr>
          <p:cNvSpPr>
            <a:spLocks noChangeArrowheads="1"/>
          </p:cNvSpPr>
          <p:nvPr/>
        </p:nvSpPr>
        <p:spPr bwMode="auto">
          <a:xfrm>
            <a:off x="1438354" y="17116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3" name="AutoShape 51">
            <a:extLst>
              <a:ext uri="{FF2B5EF4-FFF2-40B4-BE49-F238E27FC236}">
                <a16:creationId xmlns:a16="http://schemas.microsoft.com/office/drawing/2014/main" id="{B7FCBC37-A1BB-9980-4712-091FF8D795D5}"/>
              </a:ext>
            </a:extLst>
          </p:cNvPr>
          <p:cNvSpPr>
            <a:spLocks noChangeArrowheads="1"/>
          </p:cNvSpPr>
          <p:nvPr/>
        </p:nvSpPr>
        <p:spPr bwMode="auto">
          <a:xfrm>
            <a:off x="1886174" y="1443593"/>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4" name="AutoShape 52">
            <a:extLst>
              <a:ext uri="{FF2B5EF4-FFF2-40B4-BE49-F238E27FC236}">
                <a16:creationId xmlns:a16="http://schemas.microsoft.com/office/drawing/2014/main" id="{EB25AB18-BB68-3E40-538C-0CA0EC4DABEE}"/>
              </a:ext>
            </a:extLst>
          </p:cNvPr>
          <p:cNvSpPr>
            <a:spLocks noChangeArrowheads="1"/>
          </p:cNvSpPr>
          <p:nvPr/>
        </p:nvSpPr>
        <p:spPr bwMode="auto">
          <a:xfrm>
            <a:off x="1891443" y="197156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5" name="AutoShape 53">
            <a:extLst>
              <a:ext uri="{FF2B5EF4-FFF2-40B4-BE49-F238E27FC236}">
                <a16:creationId xmlns:a16="http://schemas.microsoft.com/office/drawing/2014/main" id="{444BDA7A-C5B6-050D-8914-AEC740147483}"/>
              </a:ext>
            </a:extLst>
          </p:cNvPr>
          <p:cNvSpPr>
            <a:spLocks noChangeArrowheads="1"/>
          </p:cNvSpPr>
          <p:nvPr/>
        </p:nvSpPr>
        <p:spPr bwMode="auto">
          <a:xfrm>
            <a:off x="2333994" y="16982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6" name="AutoShape 54">
            <a:extLst>
              <a:ext uri="{FF2B5EF4-FFF2-40B4-BE49-F238E27FC236}">
                <a16:creationId xmlns:a16="http://schemas.microsoft.com/office/drawing/2014/main" id="{73D5D06E-A065-12BF-5F59-D5E3235B5660}"/>
              </a:ext>
            </a:extLst>
          </p:cNvPr>
          <p:cNvSpPr>
            <a:spLocks noChangeArrowheads="1"/>
          </p:cNvSpPr>
          <p:nvPr/>
        </p:nvSpPr>
        <p:spPr bwMode="auto">
          <a:xfrm>
            <a:off x="1444940" y="2239575"/>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7" name="AutoShape 55">
            <a:extLst>
              <a:ext uri="{FF2B5EF4-FFF2-40B4-BE49-F238E27FC236}">
                <a16:creationId xmlns:a16="http://schemas.microsoft.com/office/drawing/2014/main" id="{E94AF0BA-CD92-C471-278A-FD7F1B2D7F86}"/>
              </a:ext>
            </a:extLst>
          </p:cNvPr>
          <p:cNvSpPr>
            <a:spLocks noChangeArrowheads="1"/>
          </p:cNvSpPr>
          <p:nvPr/>
        </p:nvSpPr>
        <p:spPr bwMode="auto">
          <a:xfrm>
            <a:off x="1884858" y="2495522"/>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8" name="AutoShape 56">
            <a:extLst>
              <a:ext uri="{FF2B5EF4-FFF2-40B4-BE49-F238E27FC236}">
                <a16:creationId xmlns:a16="http://schemas.microsoft.com/office/drawing/2014/main" id="{F8361D00-9378-9E64-4A89-213FD2ED0C5A}"/>
              </a:ext>
            </a:extLst>
          </p:cNvPr>
          <p:cNvSpPr>
            <a:spLocks noChangeArrowheads="1"/>
          </p:cNvSpPr>
          <p:nvPr/>
        </p:nvSpPr>
        <p:spPr bwMode="auto">
          <a:xfrm>
            <a:off x="2339263" y="2232875"/>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59" name="Group 11">
            <a:extLst>
              <a:ext uri="{FF2B5EF4-FFF2-40B4-BE49-F238E27FC236}">
                <a16:creationId xmlns:a16="http://schemas.microsoft.com/office/drawing/2014/main" id="{88AD27FE-D0C6-2581-899C-B56ED796B163}"/>
              </a:ext>
            </a:extLst>
          </p:cNvPr>
          <p:cNvGrpSpPr>
            <a:grpSpLocks/>
          </p:cNvGrpSpPr>
          <p:nvPr/>
        </p:nvGrpSpPr>
        <p:grpSpPr bwMode="auto">
          <a:xfrm>
            <a:off x="2077157" y="1242587"/>
            <a:ext cx="238398" cy="426132"/>
            <a:chOff x="4608" y="700"/>
            <a:chExt cx="306" cy="553"/>
          </a:xfrm>
        </p:grpSpPr>
        <p:grpSp>
          <p:nvGrpSpPr>
            <p:cNvPr id="360" name="Group 12">
              <a:extLst>
                <a:ext uri="{FF2B5EF4-FFF2-40B4-BE49-F238E27FC236}">
                  <a16:creationId xmlns:a16="http://schemas.microsoft.com/office/drawing/2014/main" id="{A1CE9B6F-49A9-111F-E3A3-A8847C22126C}"/>
                </a:ext>
              </a:extLst>
            </p:cNvPr>
            <p:cNvGrpSpPr>
              <a:grpSpLocks/>
            </p:cNvGrpSpPr>
            <p:nvPr/>
          </p:nvGrpSpPr>
          <p:grpSpPr bwMode="auto">
            <a:xfrm>
              <a:off x="4694" y="784"/>
              <a:ext cx="134" cy="469"/>
              <a:chOff x="4740" y="784"/>
              <a:chExt cx="88" cy="692"/>
            </a:xfrm>
          </p:grpSpPr>
          <p:sp>
            <p:nvSpPr>
              <p:cNvPr id="368" name="Line 13">
                <a:extLst>
                  <a:ext uri="{FF2B5EF4-FFF2-40B4-BE49-F238E27FC236}">
                    <a16:creationId xmlns:a16="http://schemas.microsoft.com/office/drawing/2014/main" id="{058FC740-5534-00C6-E839-BD0FDDA5CE56}"/>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69" name="Group 14">
                <a:extLst>
                  <a:ext uri="{FF2B5EF4-FFF2-40B4-BE49-F238E27FC236}">
                    <a16:creationId xmlns:a16="http://schemas.microsoft.com/office/drawing/2014/main" id="{490C1452-CC7B-F561-5D3D-B856204DE731}"/>
                  </a:ext>
                </a:extLst>
              </p:cNvPr>
              <p:cNvGrpSpPr>
                <a:grpSpLocks/>
              </p:cNvGrpSpPr>
              <p:nvPr/>
            </p:nvGrpSpPr>
            <p:grpSpPr bwMode="auto">
              <a:xfrm>
                <a:off x="4740" y="784"/>
                <a:ext cx="88" cy="692"/>
                <a:chOff x="4740" y="784"/>
                <a:chExt cx="88" cy="692"/>
              </a:xfrm>
            </p:grpSpPr>
            <p:sp>
              <p:nvSpPr>
                <p:cNvPr id="370" name="Line 15">
                  <a:extLst>
                    <a:ext uri="{FF2B5EF4-FFF2-40B4-BE49-F238E27FC236}">
                      <a16:creationId xmlns:a16="http://schemas.microsoft.com/office/drawing/2014/main" id="{4D740520-E7FF-BE72-FF10-7F9BF7AB7065}"/>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1" name="Line 16">
                  <a:extLst>
                    <a:ext uri="{FF2B5EF4-FFF2-40B4-BE49-F238E27FC236}">
                      <a16:creationId xmlns:a16="http://schemas.microsoft.com/office/drawing/2014/main" id="{AF6A9008-697E-AA62-860F-91CD467F0C58}"/>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2" name="Line 17">
                  <a:extLst>
                    <a:ext uri="{FF2B5EF4-FFF2-40B4-BE49-F238E27FC236}">
                      <a16:creationId xmlns:a16="http://schemas.microsoft.com/office/drawing/2014/main" id="{679F043C-6CB9-B313-A90E-4F2FBEB9908A}"/>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3" name="Line 18">
                  <a:extLst>
                    <a:ext uri="{FF2B5EF4-FFF2-40B4-BE49-F238E27FC236}">
                      <a16:creationId xmlns:a16="http://schemas.microsoft.com/office/drawing/2014/main" id="{1A717757-D2E6-411E-B982-F08D656523F3}"/>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4" name="Line 19">
                  <a:extLst>
                    <a:ext uri="{FF2B5EF4-FFF2-40B4-BE49-F238E27FC236}">
                      <a16:creationId xmlns:a16="http://schemas.microsoft.com/office/drawing/2014/main" id="{68C3F521-DC6A-36AD-DDA5-F87F7F75F3A5}"/>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5" name="Line 20">
                  <a:extLst>
                    <a:ext uri="{FF2B5EF4-FFF2-40B4-BE49-F238E27FC236}">
                      <a16:creationId xmlns:a16="http://schemas.microsoft.com/office/drawing/2014/main" id="{CDE637F0-FE0E-146C-4561-50FD7227DE0D}"/>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6" name="Line 21">
                  <a:extLst>
                    <a:ext uri="{FF2B5EF4-FFF2-40B4-BE49-F238E27FC236}">
                      <a16:creationId xmlns:a16="http://schemas.microsoft.com/office/drawing/2014/main" id="{295CA17B-DB72-4408-4462-28C66EDE502D}"/>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7" name="Line 22">
                  <a:extLst>
                    <a:ext uri="{FF2B5EF4-FFF2-40B4-BE49-F238E27FC236}">
                      <a16:creationId xmlns:a16="http://schemas.microsoft.com/office/drawing/2014/main" id="{320F513A-5677-ECC9-E35A-371EA7EA5E32}"/>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8" name="Line 23">
                  <a:extLst>
                    <a:ext uri="{FF2B5EF4-FFF2-40B4-BE49-F238E27FC236}">
                      <a16:creationId xmlns:a16="http://schemas.microsoft.com/office/drawing/2014/main" id="{6B3BCDB6-9DDD-0808-7F1A-BE2E8D8B52C2}"/>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9" name="Line 24">
                  <a:extLst>
                    <a:ext uri="{FF2B5EF4-FFF2-40B4-BE49-F238E27FC236}">
                      <a16:creationId xmlns:a16="http://schemas.microsoft.com/office/drawing/2014/main" id="{8BA87E93-8D3F-B840-CDF4-2C9D4B9FC75B}"/>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0" name="Line 25">
                  <a:extLst>
                    <a:ext uri="{FF2B5EF4-FFF2-40B4-BE49-F238E27FC236}">
                      <a16:creationId xmlns:a16="http://schemas.microsoft.com/office/drawing/2014/main" id="{DE63BDA8-7BBF-2321-4646-48676F95B8E9}"/>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1" name="Line 26">
                  <a:extLst>
                    <a:ext uri="{FF2B5EF4-FFF2-40B4-BE49-F238E27FC236}">
                      <a16:creationId xmlns:a16="http://schemas.microsoft.com/office/drawing/2014/main" id="{03A19931-2C2D-6327-3F5B-59DEB57FADBD}"/>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2" name="Line 27">
                  <a:extLst>
                    <a:ext uri="{FF2B5EF4-FFF2-40B4-BE49-F238E27FC236}">
                      <a16:creationId xmlns:a16="http://schemas.microsoft.com/office/drawing/2014/main" id="{80C1C16B-E2AD-4758-CE0D-036FE8CC6E6B}"/>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3" name="Oval 28">
                  <a:extLst>
                    <a:ext uri="{FF2B5EF4-FFF2-40B4-BE49-F238E27FC236}">
                      <a16:creationId xmlns:a16="http://schemas.microsoft.com/office/drawing/2014/main" id="{5F024DB0-B6E5-42E6-3B84-99E421A5835F}"/>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361" name="Group 29">
              <a:extLst>
                <a:ext uri="{FF2B5EF4-FFF2-40B4-BE49-F238E27FC236}">
                  <a16:creationId xmlns:a16="http://schemas.microsoft.com/office/drawing/2014/main" id="{16DC9509-18D5-B7D4-D634-C47A9A1E6E4F}"/>
                </a:ext>
              </a:extLst>
            </p:cNvPr>
            <p:cNvGrpSpPr>
              <a:grpSpLocks/>
            </p:cNvGrpSpPr>
            <p:nvPr/>
          </p:nvGrpSpPr>
          <p:grpSpPr bwMode="auto">
            <a:xfrm>
              <a:off x="4608" y="700"/>
              <a:ext cx="306" cy="90"/>
              <a:chOff x="748" y="2251"/>
              <a:chExt cx="306" cy="90"/>
            </a:xfrm>
          </p:grpSpPr>
          <p:sp>
            <p:nvSpPr>
              <p:cNvPr id="362" name="AutoShape 30">
                <a:extLst>
                  <a:ext uri="{FF2B5EF4-FFF2-40B4-BE49-F238E27FC236}">
                    <a16:creationId xmlns:a16="http://schemas.microsoft.com/office/drawing/2014/main" id="{02524A1F-B33E-071B-9D5D-74BB4AB7001A}"/>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3" name="AutoShape 31">
                <a:extLst>
                  <a:ext uri="{FF2B5EF4-FFF2-40B4-BE49-F238E27FC236}">
                    <a16:creationId xmlns:a16="http://schemas.microsoft.com/office/drawing/2014/main" id="{261B87BC-A839-7522-C419-34CDF899B474}"/>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4" name="AutoShape 32">
                <a:extLst>
                  <a:ext uri="{FF2B5EF4-FFF2-40B4-BE49-F238E27FC236}">
                    <a16:creationId xmlns:a16="http://schemas.microsoft.com/office/drawing/2014/main" id="{154B3F38-1D4C-B28E-78AB-FEAE5C1D237E}"/>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5" name="AutoShape 33">
                <a:extLst>
                  <a:ext uri="{FF2B5EF4-FFF2-40B4-BE49-F238E27FC236}">
                    <a16:creationId xmlns:a16="http://schemas.microsoft.com/office/drawing/2014/main" id="{09FDE69A-EB18-85A5-8C87-7C061D92D28B}"/>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6" name="AutoShape 34">
                <a:extLst>
                  <a:ext uri="{FF2B5EF4-FFF2-40B4-BE49-F238E27FC236}">
                    <a16:creationId xmlns:a16="http://schemas.microsoft.com/office/drawing/2014/main" id="{0882162B-BCFC-B70E-FCDB-CBBBFEDE28D6}"/>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7" name="AutoShape 35">
                <a:extLst>
                  <a:ext uri="{FF2B5EF4-FFF2-40B4-BE49-F238E27FC236}">
                    <a16:creationId xmlns:a16="http://schemas.microsoft.com/office/drawing/2014/main" id="{AFC57D91-8859-0B8F-736D-8E16CEACCA02}"/>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384" name="Group 64">
            <a:extLst>
              <a:ext uri="{FF2B5EF4-FFF2-40B4-BE49-F238E27FC236}">
                <a16:creationId xmlns:a16="http://schemas.microsoft.com/office/drawing/2014/main" id="{5105DC69-B9C2-E2DA-89D0-C726D267823A}"/>
              </a:ext>
            </a:extLst>
          </p:cNvPr>
          <p:cNvGrpSpPr>
            <a:grpSpLocks/>
          </p:cNvGrpSpPr>
          <p:nvPr/>
        </p:nvGrpSpPr>
        <p:grpSpPr bwMode="auto">
          <a:xfrm>
            <a:off x="1638556" y="1608418"/>
            <a:ext cx="238399" cy="426132"/>
            <a:chOff x="4608" y="700"/>
            <a:chExt cx="306" cy="553"/>
          </a:xfrm>
        </p:grpSpPr>
        <p:grpSp>
          <p:nvGrpSpPr>
            <p:cNvPr id="385" name="Group 65">
              <a:extLst>
                <a:ext uri="{FF2B5EF4-FFF2-40B4-BE49-F238E27FC236}">
                  <a16:creationId xmlns:a16="http://schemas.microsoft.com/office/drawing/2014/main" id="{4D85031F-486F-C230-50A6-E882F9263193}"/>
                </a:ext>
              </a:extLst>
            </p:cNvPr>
            <p:cNvGrpSpPr>
              <a:grpSpLocks/>
            </p:cNvGrpSpPr>
            <p:nvPr/>
          </p:nvGrpSpPr>
          <p:grpSpPr bwMode="auto">
            <a:xfrm>
              <a:off x="4694" y="784"/>
              <a:ext cx="134" cy="469"/>
              <a:chOff x="4740" y="784"/>
              <a:chExt cx="88" cy="692"/>
            </a:xfrm>
          </p:grpSpPr>
          <p:sp>
            <p:nvSpPr>
              <p:cNvPr id="393" name="Line 66">
                <a:extLst>
                  <a:ext uri="{FF2B5EF4-FFF2-40B4-BE49-F238E27FC236}">
                    <a16:creationId xmlns:a16="http://schemas.microsoft.com/office/drawing/2014/main" id="{2E4A5DB1-30C0-CE95-6FE9-E80F3EA146E6}"/>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94" name="Group 67">
                <a:extLst>
                  <a:ext uri="{FF2B5EF4-FFF2-40B4-BE49-F238E27FC236}">
                    <a16:creationId xmlns:a16="http://schemas.microsoft.com/office/drawing/2014/main" id="{A8FEE0A2-94CB-7BFF-F209-7119A908DD87}"/>
                  </a:ext>
                </a:extLst>
              </p:cNvPr>
              <p:cNvGrpSpPr>
                <a:grpSpLocks/>
              </p:cNvGrpSpPr>
              <p:nvPr/>
            </p:nvGrpSpPr>
            <p:grpSpPr bwMode="auto">
              <a:xfrm>
                <a:off x="4740" y="784"/>
                <a:ext cx="88" cy="692"/>
                <a:chOff x="4740" y="784"/>
                <a:chExt cx="88" cy="692"/>
              </a:xfrm>
            </p:grpSpPr>
            <p:sp>
              <p:nvSpPr>
                <p:cNvPr id="395" name="Line 68">
                  <a:extLst>
                    <a:ext uri="{FF2B5EF4-FFF2-40B4-BE49-F238E27FC236}">
                      <a16:creationId xmlns:a16="http://schemas.microsoft.com/office/drawing/2014/main" id="{3D42EA2D-7096-9CDB-A623-FAC7B78D73C1}"/>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6" name="Line 69">
                  <a:extLst>
                    <a:ext uri="{FF2B5EF4-FFF2-40B4-BE49-F238E27FC236}">
                      <a16:creationId xmlns:a16="http://schemas.microsoft.com/office/drawing/2014/main" id="{6C1FE366-700E-1905-3851-2ABBDB67850D}"/>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7" name="Line 70">
                  <a:extLst>
                    <a:ext uri="{FF2B5EF4-FFF2-40B4-BE49-F238E27FC236}">
                      <a16:creationId xmlns:a16="http://schemas.microsoft.com/office/drawing/2014/main" id="{B1126B7D-E328-00CA-84C6-C12FD915A483}"/>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8" name="Line 71">
                  <a:extLst>
                    <a:ext uri="{FF2B5EF4-FFF2-40B4-BE49-F238E27FC236}">
                      <a16:creationId xmlns:a16="http://schemas.microsoft.com/office/drawing/2014/main" id="{F6A88B92-2DB7-41C3-F729-F191F5F6E94D}"/>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9" name="Line 72">
                  <a:extLst>
                    <a:ext uri="{FF2B5EF4-FFF2-40B4-BE49-F238E27FC236}">
                      <a16:creationId xmlns:a16="http://schemas.microsoft.com/office/drawing/2014/main" id="{241A2BE4-2262-3787-9D0E-F1FB39E7E85E}"/>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0" name="Line 73">
                  <a:extLst>
                    <a:ext uri="{FF2B5EF4-FFF2-40B4-BE49-F238E27FC236}">
                      <a16:creationId xmlns:a16="http://schemas.microsoft.com/office/drawing/2014/main" id="{8DCCCF21-C7B8-DB1D-22CA-E2199350A72A}"/>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1" name="Line 74">
                  <a:extLst>
                    <a:ext uri="{FF2B5EF4-FFF2-40B4-BE49-F238E27FC236}">
                      <a16:creationId xmlns:a16="http://schemas.microsoft.com/office/drawing/2014/main" id="{823655F8-8C64-44CF-54BF-F6D5CA2DA331}"/>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2" name="Line 75">
                  <a:extLst>
                    <a:ext uri="{FF2B5EF4-FFF2-40B4-BE49-F238E27FC236}">
                      <a16:creationId xmlns:a16="http://schemas.microsoft.com/office/drawing/2014/main" id="{D19BD2B0-F28D-1F84-5367-78595B9E2176}"/>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3" name="Line 76">
                  <a:extLst>
                    <a:ext uri="{FF2B5EF4-FFF2-40B4-BE49-F238E27FC236}">
                      <a16:creationId xmlns:a16="http://schemas.microsoft.com/office/drawing/2014/main" id="{289343FF-3145-213E-2911-E6DE7F5A7816}"/>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4" name="Line 77">
                  <a:extLst>
                    <a:ext uri="{FF2B5EF4-FFF2-40B4-BE49-F238E27FC236}">
                      <a16:creationId xmlns:a16="http://schemas.microsoft.com/office/drawing/2014/main" id="{E2E42366-7BA7-00EC-B498-8F0F15DFC576}"/>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5" name="Line 78">
                  <a:extLst>
                    <a:ext uri="{FF2B5EF4-FFF2-40B4-BE49-F238E27FC236}">
                      <a16:creationId xmlns:a16="http://schemas.microsoft.com/office/drawing/2014/main" id="{9630786F-2263-1DD9-9225-55BD4301E3C2}"/>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6" name="Line 79">
                  <a:extLst>
                    <a:ext uri="{FF2B5EF4-FFF2-40B4-BE49-F238E27FC236}">
                      <a16:creationId xmlns:a16="http://schemas.microsoft.com/office/drawing/2014/main" id="{65CE608E-EF44-ECEB-9808-1769F17F8179}"/>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7" name="Line 80">
                  <a:extLst>
                    <a:ext uri="{FF2B5EF4-FFF2-40B4-BE49-F238E27FC236}">
                      <a16:creationId xmlns:a16="http://schemas.microsoft.com/office/drawing/2014/main" id="{233E36E5-AA43-6208-428D-FDB761D91E45}"/>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8" name="Oval 81">
                  <a:extLst>
                    <a:ext uri="{FF2B5EF4-FFF2-40B4-BE49-F238E27FC236}">
                      <a16:creationId xmlns:a16="http://schemas.microsoft.com/office/drawing/2014/main" id="{72D40267-A928-EE1F-3CF4-C589C28AB2C0}"/>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386" name="Group 82">
              <a:extLst>
                <a:ext uri="{FF2B5EF4-FFF2-40B4-BE49-F238E27FC236}">
                  <a16:creationId xmlns:a16="http://schemas.microsoft.com/office/drawing/2014/main" id="{74D0F26C-866D-7326-11A3-121079A94A91}"/>
                </a:ext>
              </a:extLst>
            </p:cNvPr>
            <p:cNvGrpSpPr>
              <a:grpSpLocks/>
            </p:cNvGrpSpPr>
            <p:nvPr/>
          </p:nvGrpSpPr>
          <p:grpSpPr bwMode="auto">
            <a:xfrm>
              <a:off x="4608" y="700"/>
              <a:ext cx="306" cy="90"/>
              <a:chOff x="748" y="2251"/>
              <a:chExt cx="306" cy="90"/>
            </a:xfrm>
          </p:grpSpPr>
          <p:sp>
            <p:nvSpPr>
              <p:cNvPr id="387" name="AutoShape 83">
                <a:extLst>
                  <a:ext uri="{FF2B5EF4-FFF2-40B4-BE49-F238E27FC236}">
                    <a16:creationId xmlns:a16="http://schemas.microsoft.com/office/drawing/2014/main" id="{3DFD35F0-48E0-A90E-DF15-BFFA3ED69469}"/>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88" name="AutoShape 84">
                <a:extLst>
                  <a:ext uri="{FF2B5EF4-FFF2-40B4-BE49-F238E27FC236}">
                    <a16:creationId xmlns:a16="http://schemas.microsoft.com/office/drawing/2014/main" id="{6CD5B23F-EBA6-C541-E320-6A01FC358E6C}"/>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89" name="AutoShape 85">
                <a:extLst>
                  <a:ext uri="{FF2B5EF4-FFF2-40B4-BE49-F238E27FC236}">
                    <a16:creationId xmlns:a16="http://schemas.microsoft.com/office/drawing/2014/main" id="{643F3CD1-D3F9-3CB5-8201-BAC2A419BBDB}"/>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90" name="AutoShape 86">
                <a:extLst>
                  <a:ext uri="{FF2B5EF4-FFF2-40B4-BE49-F238E27FC236}">
                    <a16:creationId xmlns:a16="http://schemas.microsoft.com/office/drawing/2014/main" id="{44D2E69C-2942-9774-3B92-BC18CEE2381C}"/>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91" name="AutoShape 87">
                <a:extLst>
                  <a:ext uri="{FF2B5EF4-FFF2-40B4-BE49-F238E27FC236}">
                    <a16:creationId xmlns:a16="http://schemas.microsoft.com/office/drawing/2014/main" id="{9DE9F64C-F365-2D46-4ECB-7DF6FD83CF02}"/>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92" name="AutoShape 88">
                <a:extLst>
                  <a:ext uri="{FF2B5EF4-FFF2-40B4-BE49-F238E27FC236}">
                    <a16:creationId xmlns:a16="http://schemas.microsoft.com/office/drawing/2014/main" id="{8DB507C6-2AD6-BD2E-6022-5337DFF1E71A}"/>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09" name="Group 89">
            <a:extLst>
              <a:ext uri="{FF2B5EF4-FFF2-40B4-BE49-F238E27FC236}">
                <a16:creationId xmlns:a16="http://schemas.microsoft.com/office/drawing/2014/main" id="{D273029A-2551-C383-6AC2-65B7FAF003EA}"/>
              </a:ext>
            </a:extLst>
          </p:cNvPr>
          <p:cNvGrpSpPr>
            <a:grpSpLocks/>
          </p:cNvGrpSpPr>
          <p:nvPr/>
        </p:nvGrpSpPr>
        <p:grpSpPr bwMode="auto">
          <a:xfrm>
            <a:off x="2136427" y="1850964"/>
            <a:ext cx="238399" cy="426132"/>
            <a:chOff x="4608" y="700"/>
            <a:chExt cx="306" cy="553"/>
          </a:xfrm>
        </p:grpSpPr>
        <p:grpSp>
          <p:nvGrpSpPr>
            <p:cNvPr id="410" name="Group 90">
              <a:extLst>
                <a:ext uri="{FF2B5EF4-FFF2-40B4-BE49-F238E27FC236}">
                  <a16:creationId xmlns:a16="http://schemas.microsoft.com/office/drawing/2014/main" id="{E7E6390D-FB21-4526-44DE-247629CC76B7}"/>
                </a:ext>
              </a:extLst>
            </p:cNvPr>
            <p:cNvGrpSpPr>
              <a:grpSpLocks/>
            </p:cNvGrpSpPr>
            <p:nvPr/>
          </p:nvGrpSpPr>
          <p:grpSpPr bwMode="auto">
            <a:xfrm>
              <a:off x="4694" y="784"/>
              <a:ext cx="134" cy="469"/>
              <a:chOff x="4740" y="784"/>
              <a:chExt cx="88" cy="692"/>
            </a:xfrm>
          </p:grpSpPr>
          <p:sp>
            <p:nvSpPr>
              <p:cNvPr id="418" name="Line 91">
                <a:extLst>
                  <a:ext uri="{FF2B5EF4-FFF2-40B4-BE49-F238E27FC236}">
                    <a16:creationId xmlns:a16="http://schemas.microsoft.com/office/drawing/2014/main" id="{2AA221C9-7F07-B3D1-8CF2-5B0B98DCD12B}"/>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19" name="Group 92">
                <a:extLst>
                  <a:ext uri="{FF2B5EF4-FFF2-40B4-BE49-F238E27FC236}">
                    <a16:creationId xmlns:a16="http://schemas.microsoft.com/office/drawing/2014/main" id="{7C98EDD0-2BDE-1601-0DF2-027632928E9B}"/>
                  </a:ext>
                </a:extLst>
              </p:cNvPr>
              <p:cNvGrpSpPr>
                <a:grpSpLocks/>
              </p:cNvGrpSpPr>
              <p:nvPr/>
            </p:nvGrpSpPr>
            <p:grpSpPr bwMode="auto">
              <a:xfrm>
                <a:off x="4740" y="784"/>
                <a:ext cx="88" cy="692"/>
                <a:chOff x="4740" y="784"/>
                <a:chExt cx="88" cy="692"/>
              </a:xfrm>
            </p:grpSpPr>
            <p:sp>
              <p:nvSpPr>
                <p:cNvPr id="420" name="Line 93">
                  <a:extLst>
                    <a:ext uri="{FF2B5EF4-FFF2-40B4-BE49-F238E27FC236}">
                      <a16:creationId xmlns:a16="http://schemas.microsoft.com/office/drawing/2014/main" id="{D56755B7-D776-48CC-D6D3-0136623FD4BE}"/>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1" name="Line 94">
                  <a:extLst>
                    <a:ext uri="{FF2B5EF4-FFF2-40B4-BE49-F238E27FC236}">
                      <a16:creationId xmlns:a16="http://schemas.microsoft.com/office/drawing/2014/main" id="{19BD8CFF-1AF2-5BBB-2FD9-CA066579F7EF}"/>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2" name="Line 95">
                  <a:extLst>
                    <a:ext uri="{FF2B5EF4-FFF2-40B4-BE49-F238E27FC236}">
                      <a16:creationId xmlns:a16="http://schemas.microsoft.com/office/drawing/2014/main" id="{0349313D-C68C-CC6F-B9DB-BA1B81F3B321}"/>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3" name="Line 96">
                  <a:extLst>
                    <a:ext uri="{FF2B5EF4-FFF2-40B4-BE49-F238E27FC236}">
                      <a16:creationId xmlns:a16="http://schemas.microsoft.com/office/drawing/2014/main" id="{03CF90F0-EBBD-BB91-02CF-5A1BD25356C7}"/>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4" name="Line 97">
                  <a:extLst>
                    <a:ext uri="{FF2B5EF4-FFF2-40B4-BE49-F238E27FC236}">
                      <a16:creationId xmlns:a16="http://schemas.microsoft.com/office/drawing/2014/main" id="{4FB94896-A16C-4DAD-6A9A-7BEE41907618}"/>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5" name="Line 98">
                  <a:extLst>
                    <a:ext uri="{FF2B5EF4-FFF2-40B4-BE49-F238E27FC236}">
                      <a16:creationId xmlns:a16="http://schemas.microsoft.com/office/drawing/2014/main" id="{270A2418-5FA8-8EEC-E135-F1CA0570A190}"/>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6" name="Line 99">
                  <a:extLst>
                    <a:ext uri="{FF2B5EF4-FFF2-40B4-BE49-F238E27FC236}">
                      <a16:creationId xmlns:a16="http://schemas.microsoft.com/office/drawing/2014/main" id="{513B2376-B0D2-C38F-DAAC-CF4C74EF0AD9}"/>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7" name="Line 100">
                  <a:extLst>
                    <a:ext uri="{FF2B5EF4-FFF2-40B4-BE49-F238E27FC236}">
                      <a16:creationId xmlns:a16="http://schemas.microsoft.com/office/drawing/2014/main" id="{4849C6BB-FC27-DA24-F9A6-978F80E8F1A7}"/>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8" name="Line 101">
                  <a:extLst>
                    <a:ext uri="{FF2B5EF4-FFF2-40B4-BE49-F238E27FC236}">
                      <a16:creationId xmlns:a16="http://schemas.microsoft.com/office/drawing/2014/main" id="{7A427577-451A-8E01-B333-D1313B517D16}"/>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9" name="Line 102">
                  <a:extLst>
                    <a:ext uri="{FF2B5EF4-FFF2-40B4-BE49-F238E27FC236}">
                      <a16:creationId xmlns:a16="http://schemas.microsoft.com/office/drawing/2014/main" id="{C68A584B-6057-6572-CF25-6819F7243ADF}"/>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0" name="Line 103">
                  <a:extLst>
                    <a:ext uri="{FF2B5EF4-FFF2-40B4-BE49-F238E27FC236}">
                      <a16:creationId xmlns:a16="http://schemas.microsoft.com/office/drawing/2014/main" id="{CE244C56-E39F-8509-A792-DDEA24C9DE72}"/>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1" name="Line 104">
                  <a:extLst>
                    <a:ext uri="{FF2B5EF4-FFF2-40B4-BE49-F238E27FC236}">
                      <a16:creationId xmlns:a16="http://schemas.microsoft.com/office/drawing/2014/main" id="{D2D6E528-D465-4E47-6CA5-D3343219759C}"/>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2" name="Line 105">
                  <a:extLst>
                    <a:ext uri="{FF2B5EF4-FFF2-40B4-BE49-F238E27FC236}">
                      <a16:creationId xmlns:a16="http://schemas.microsoft.com/office/drawing/2014/main" id="{ADA750AE-DC46-CD7F-E0F7-FD1978C0E0BB}"/>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3" name="Oval 106">
                  <a:extLst>
                    <a:ext uri="{FF2B5EF4-FFF2-40B4-BE49-F238E27FC236}">
                      <a16:creationId xmlns:a16="http://schemas.microsoft.com/office/drawing/2014/main" id="{E6DA97E3-5D52-78A2-82E8-25E31D123A95}"/>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11" name="Group 107">
              <a:extLst>
                <a:ext uri="{FF2B5EF4-FFF2-40B4-BE49-F238E27FC236}">
                  <a16:creationId xmlns:a16="http://schemas.microsoft.com/office/drawing/2014/main" id="{B4BE1D18-8990-D85B-5DAD-B7FDA39381EA}"/>
                </a:ext>
              </a:extLst>
            </p:cNvPr>
            <p:cNvGrpSpPr>
              <a:grpSpLocks/>
            </p:cNvGrpSpPr>
            <p:nvPr/>
          </p:nvGrpSpPr>
          <p:grpSpPr bwMode="auto">
            <a:xfrm>
              <a:off x="4608" y="700"/>
              <a:ext cx="306" cy="90"/>
              <a:chOff x="748" y="2251"/>
              <a:chExt cx="306" cy="90"/>
            </a:xfrm>
          </p:grpSpPr>
          <p:sp>
            <p:nvSpPr>
              <p:cNvPr id="412" name="AutoShape 108">
                <a:extLst>
                  <a:ext uri="{FF2B5EF4-FFF2-40B4-BE49-F238E27FC236}">
                    <a16:creationId xmlns:a16="http://schemas.microsoft.com/office/drawing/2014/main" id="{5E77F268-F258-5F7D-F639-87E7EBB49B8F}"/>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3" name="AutoShape 109">
                <a:extLst>
                  <a:ext uri="{FF2B5EF4-FFF2-40B4-BE49-F238E27FC236}">
                    <a16:creationId xmlns:a16="http://schemas.microsoft.com/office/drawing/2014/main" id="{3C6DC165-E32D-8D7D-1C9F-D3790FF1BC49}"/>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4" name="AutoShape 110">
                <a:extLst>
                  <a:ext uri="{FF2B5EF4-FFF2-40B4-BE49-F238E27FC236}">
                    <a16:creationId xmlns:a16="http://schemas.microsoft.com/office/drawing/2014/main" id="{76E56F36-2B79-4FEE-2E96-9708EB247254}"/>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5" name="AutoShape 111">
                <a:extLst>
                  <a:ext uri="{FF2B5EF4-FFF2-40B4-BE49-F238E27FC236}">
                    <a16:creationId xmlns:a16="http://schemas.microsoft.com/office/drawing/2014/main" id="{B8968F9A-35DA-38CD-50AB-9F831413F7FE}"/>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6" name="AutoShape 112">
                <a:extLst>
                  <a:ext uri="{FF2B5EF4-FFF2-40B4-BE49-F238E27FC236}">
                    <a16:creationId xmlns:a16="http://schemas.microsoft.com/office/drawing/2014/main" id="{61A549CF-8F84-7C11-D32D-1E5CCBB0C554}"/>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7" name="AutoShape 113">
                <a:extLst>
                  <a:ext uri="{FF2B5EF4-FFF2-40B4-BE49-F238E27FC236}">
                    <a16:creationId xmlns:a16="http://schemas.microsoft.com/office/drawing/2014/main" id="{59820E9C-F56E-8A21-57D6-2CFDEA8E1D8E}"/>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34" name="Group 114">
            <a:extLst>
              <a:ext uri="{FF2B5EF4-FFF2-40B4-BE49-F238E27FC236}">
                <a16:creationId xmlns:a16="http://schemas.microsoft.com/office/drawing/2014/main" id="{8AE7E51C-74E8-6882-3A7E-8E4B7E6BE313}"/>
              </a:ext>
            </a:extLst>
          </p:cNvPr>
          <p:cNvGrpSpPr>
            <a:grpSpLocks/>
          </p:cNvGrpSpPr>
          <p:nvPr/>
        </p:nvGrpSpPr>
        <p:grpSpPr bwMode="auto">
          <a:xfrm>
            <a:off x="2614541" y="1485135"/>
            <a:ext cx="238398" cy="426132"/>
            <a:chOff x="4608" y="700"/>
            <a:chExt cx="306" cy="553"/>
          </a:xfrm>
        </p:grpSpPr>
        <p:grpSp>
          <p:nvGrpSpPr>
            <p:cNvPr id="435" name="Group 115">
              <a:extLst>
                <a:ext uri="{FF2B5EF4-FFF2-40B4-BE49-F238E27FC236}">
                  <a16:creationId xmlns:a16="http://schemas.microsoft.com/office/drawing/2014/main" id="{C9503A8B-A52A-2CED-790A-977DFF8714FF}"/>
                </a:ext>
              </a:extLst>
            </p:cNvPr>
            <p:cNvGrpSpPr>
              <a:grpSpLocks/>
            </p:cNvGrpSpPr>
            <p:nvPr/>
          </p:nvGrpSpPr>
          <p:grpSpPr bwMode="auto">
            <a:xfrm>
              <a:off x="4694" y="784"/>
              <a:ext cx="134" cy="469"/>
              <a:chOff x="4740" y="784"/>
              <a:chExt cx="88" cy="692"/>
            </a:xfrm>
          </p:grpSpPr>
          <p:sp>
            <p:nvSpPr>
              <p:cNvPr id="443" name="Line 116">
                <a:extLst>
                  <a:ext uri="{FF2B5EF4-FFF2-40B4-BE49-F238E27FC236}">
                    <a16:creationId xmlns:a16="http://schemas.microsoft.com/office/drawing/2014/main" id="{3A796264-D130-927E-00F3-AA593CB8B9B1}"/>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44" name="Group 117">
                <a:extLst>
                  <a:ext uri="{FF2B5EF4-FFF2-40B4-BE49-F238E27FC236}">
                    <a16:creationId xmlns:a16="http://schemas.microsoft.com/office/drawing/2014/main" id="{BE73A8AB-C9DA-2401-3ACF-1B8ED41EF81A}"/>
                  </a:ext>
                </a:extLst>
              </p:cNvPr>
              <p:cNvGrpSpPr>
                <a:grpSpLocks/>
              </p:cNvGrpSpPr>
              <p:nvPr/>
            </p:nvGrpSpPr>
            <p:grpSpPr bwMode="auto">
              <a:xfrm>
                <a:off x="4740" y="784"/>
                <a:ext cx="88" cy="692"/>
                <a:chOff x="4740" y="784"/>
                <a:chExt cx="88" cy="692"/>
              </a:xfrm>
            </p:grpSpPr>
            <p:sp>
              <p:nvSpPr>
                <p:cNvPr id="445" name="Line 118">
                  <a:extLst>
                    <a:ext uri="{FF2B5EF4-FFF2-40B4-BE49-F238E27FC236}">
                      <a16:creationId xmlns:a16="http://schemas.microsoft.com/office/drawing/2014/main" id="{AF41EB22-A659-7097-2BC5-BA2CC968838B}"/>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6" name="Line 119">
                  <a:extLst>
                    <a:ext uri="{FF2B5EF4-FFF2-40B4-BE49-F238E27FC236}">
                      <a16:creationId xmlns:a16="http://schemas.microsoft.com/office/drawing/2014/main" id="{4CFE9E92-D722-1A5E-7D89-C78FA83EB9B4}"/>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7" name="Line 120">
                  <a:extLst>
                    <a:ext uri="{FF2B5EF4-FFF2-40B4-BE49-F238E27FC236}">
                      <a16:creationId xmlns:a16="http://schemas.microsoft.com/office/drawing/2014/main" id="{ABBBABA6-FF75-0D23-C6B3-46CE86FDA636}"/>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8" name="Line 121">
                  <a:extLst>
                    <a:ext uri="{FF2B5EF4-FFF2-40B4-BE49-F238E27FC236}">
                      <a16:creationId xmlns:a16="http://schemas.microsoft.com/office/drawing/2014/main" id="{1BEA35D1-8F4D-1819-34B0-7642D1BA9C93}"/>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9" name="Line 122">
                  <a:extLst>
                    <a:ext uri="{FF2B5EF4-FFF2-40B4-BE49-F238E27FC236}">
                      <a16:creationId xmlns:a16="http://schemas.microsoft.com/office/drawing/2014/main" id="{F7C3F52C-6277-0E87-4866-ADCBA73FE5FF}"/>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0" name="Line 123">
                  <a:extLst>
                    <a:ext uri="{FF2B5EF4-FFF2-40B4-BE49-F238E27FC236}">
                      <a16:creationId xmlns:a16="http://schemas.microsoft.com/office/drawing/2014/main" id="{137C9BDC-77D4-5333-6E11-20A582C51A79}"/>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1" name="Line 124">
                  <a:extLst>
                    <a:ext uri="{FF2B5EF4-FFF2-40B4-BE49-F238E27FC236}">
                      <a16:creationId xmlns:a16="http://schemas.microsoft.com/office/drawing/2014/main" id="{6B2D0C2A-B64F-10C4-8B54-5F78C92E057D}"/>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2" name="Line 125">
                  <a:extLst>
                    <a:ext uri="{FF2B5EF4-FFF2-40B4-BE49-F238E27FC236}">
                      <a16:creationId xmlns:a16="http://schemas.microsoft.com/office/drawing/2014/main" id="{8C04D748-CEC7-53E8-ECF5-7361645AE8C2}"/>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3" name="Line 126">
                  <a:extLst>
                    <a:ext uri="{FF2B5EF4-FFF2-40B4-BE49-F238E27FC236}">
                      <a16:creationId xmlns:a16="http://schemas.microsoft.com/office/drawing/2014/main" id="{39677082-913B-BB78-356D-CC6701180986}"/>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4" name="Line 127">
                  <a:extLst>
                    <a:ext uri="{FF2B5EF4-FFF2-40B4-BE49-F238E27FC236}">
                      <a16:creationId xmlns:a16="http://schemas.microsoft.com/office/drawing/2014/main" id="{C0E61C92-DD61-B2DA-7EE8-879D30BE7922}"/>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5" name="Line 128">
                  <a:extLst>
                    <a:ext uri="{FF2B5EF4-FFF2-40B4-BE49-F238E27FC236}">
                      <a16:creationId xmlns:a16="http://schemas.microsoft.com/office/drawing/2014/main" id="{01708044-6865-9CB8-E4A6-1FD07C62361E}"/>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6" name="Line 129">
                  <a:extLst>
                    <a:ext uri="{FF2B5EF4-FFF2-40B4-BE49-F238E27FC236}">
                      <a16:creationId xmlns:a16="http://schemas.microsoft.com/office/drawing/2014/main" id="{19FB252A-5819-8004-89E2-B2100CE38346}"/>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7" name="Line 130">
                  <a:extLst>
                    <a:ext uri="{FF2B5EF4-FFF2-40B4-BE49-F238E27FC236}">
                      <a16:creationId xmlns:a16="http://schemas.microsoft.com/office/drawing/2014/main" id="{42CA922D-A4AF-888B-5DC8-699BF8F9669B}"/>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8" name="Oval 131">
                  <a:extLst>
                    <a:ext uri="{FF2B5EF4-FFF2-40B4-BE49-F238E27FC236}">
                      <a16:creationId xmlns:a16="http://schemas.microsoft.com/office/drawing/2014/main" id="{599E7200-6E90-1975-B00D-B3EAAE6E16FF}"/>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36" name="Group 132">
              <a:extLst>
                <a:ext uri="{FF2B5EF4-FFF2-40B4-BE49-F238E27FC236}">
                  <a16:creationId xmlns:a16="http://schemas.microsoft.com/office/drawing/2014/main" id="{A526E905-922C-9A2A-2F0F-8B6640C721BD}"/>
                </a:ext>
              </a:extLst>
            </p:cNvPr>
            <p:cNvGrpSpPr>
              <a:grpSpLocks/>
            </p:cNvGrpSpPr>
            <p:nvPr/>
          </p:nvGrpSpPr>
          <p:grpSpPr bwMode="auto">
            <a:xfrm>
              <a:off x="4608" y="700"/>
              <a:ext cx="306" cy="90"/>
              <a:chOff x="748" y="2251"/>
              <a:chExt cx="306" cy="90"/>
            </a:xfrm>
          </p:grpSpPr>
          <p:sp>
            <p:nvSpPr>
              <p:cNvPr id="437" name="AutoShape 133">
                <a:extLst>
                  <a:ext uri="{FF2B5EF4-FFF2-40B4-BE49-F238E27FC236}">
                    <a16:creationId xmlns:a16="http://schemas.microsoft.com/office/drawing/2014/main" id="{E09127D7-A554-4E39-65AF-23A5E64FFDCD}"/>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38" name="AutoShape 134">
                <a:extLst>
                  <a:ext uri="{FF2B5EF4-FFF2-40B4-BE49-F238E27FC236}">
                    <a16:creationId xmlns:a16="http://schemas.microsoft.com/office/drawing/2014/main" id="{F1A77D47-9533-F6A4-8163-0EEA17946C2F}"/>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39" name="AutoShape 135">
                <a:extLst>
                  <a:ext uri="{FF2B5EF4-FFF2-40B4-BE49-F238E27FC236}">
                    <a16:creationId xmlns:a16="http://schemas.microsoft.com/office/drawing/2014/main" id="{16C14725-6B61-8965-1832-9F1E37770EC3}"/>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40" name="AutoShape 136">
                <a:extLst>
                  <a:ext uri="{FF2B5EF4-FFF2-40B4-BE49-F238E27FC236}">
                    <a16:creationId xmlns:a16="http://schemas.microsoft.com/office/drawing/2014/main" id="{4D840F09-6307-D941-E1AB-115CB8A994C8}"/>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41" name="AutoShape 137">
                <a:extLst>
                  <a:ext uri="{FF2B5EF4-FFF2-40B4-BE49-F238E27FC236}">
                    <a16:creationId xmlns:a16="http://schemas.microsoft.com/office/drawing/2014/main" id="{2C0FDAC0-4815-5370-19D6-D382C6198CF5}"/>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42" name="AutoShape 138">
                <a:extLst>
                  <a:ext uri="{FF2B5EF4-FFF2-40B4-BE49-F238E27FC236}">
                    <a16:creationId xmlns:a16="http://schemas.microsoft.com/office/drawing/2014/main" id="{6EB4CB27-C8C4-8E3F-3436-97B3E24B093F}"/>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59" name="Group 139">
            <a:extLst>
              <a:ext uri="{FF2B5EF4-FFF2-40B4-BE49-F238E27FC236}">
                <a16:creationId xmlns:a16="http://schemas.microsoft.com/office/drawing/2014/main" id="{B6627396-FFE8-ED95-0992-9252048E85F6}"/>
              </a:ext>
            </a:extLst>
          </p:cNvPr>
          <p:cNvGrpSpPr>
            <a:grpSpLocks/>
          </p:cNvGrpSpPr>
          <p:nvPr/>
        </p:nvGrpSpPr>
        <p:grpSpPr bwMode="auto">
          <a:xfrm>
            <a:off x="1658313" y="2093511"/>
            <a:ext cx="238398" cy="426132"/>
            <a:chOff x="4608" y="700"/>
            <a:chExt cx="306" cy="553"/>
          </a:xfrm>
        </p:grpSpPr>
        <p:grpSp>
          <p:nvGrpSpPr>
            <p:cNvPr id="460" name="Group 140">
              <a:extLst>
                <a:ext uri="{FF2B5EF4-FFF2-40B4-BE49-F238E27FC236}">
                  <a16:creationId xmlns:a16="http://schemas.microsoft.com/office/drawing/2014/main" id="{97242242-5284-7BA0-8E78-A7240CB98CD3}"/>
                </a:ext>
              </a:extLst>
            </p:cNvPr>
            <p:cNvGrpSpPr>
              <a:grpSpLocks/>
            </p:cNvGrpSpPr>
            <p:nvPr/>
          </p:nvGrpSpPr>
          <p:grpSpPr bwMode="auto">
            <a:xfrm>
              <a:off x="4694" y="784"/>
              <a:ext cx="134" cy="469"/>
              <a:chOff x="4740" y="784"/>
              <a:chExt cx="88" cy="692"/>
            </a:xfrm>
          </p:grpSpPr>
          <p:sp>
            <p:nvSpPr>
              <p:cNvPr id="468" name="Line 141">
                <a:extLst>
                  <a:ext uri="{FF2B5EF4-FFF2-40B4-BE49-F238E27FC236}">
                    <a16:creationId xmlns:a16="http://schemas.microsoft.com/office/drawing/2014/main" id="{558695F1-E448-0DBE-1BCF-D72A12BB4F22}"/>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69" name="Group 142">
                <a:extLst>
                  <a:ext uri="{FF2B5EF4-FFF2-40B4-BE49-F238E27FC236}">
                    <a16:creationId xmlns:a16="http://schemas.microsoft.com/office/drawing/2014/main" id="{ABFDB776-8648-E72A-8A78-D797DB7348EA}"/>
                  </a:ext>
                </a:extLst>
              </p:cNvPr>
              <p:cNvGrpSpPr>
                <a:grpSpLocks/>
              </p:cNvGrpSpPr>
              <p:nvPr/>
            </p:nvGrpSpPr>
            <p:grpSpPr bwMode="auto">
              <a:xfrm>
                <a:off x="4740" y="784"/>
                <a:ext cx="88" cy="692"/>
                <a:chOff x="4740" y="784"/>
                <a:chExt cx="88" cy="692"/>
              </a:xfrm>
            </p:grpSpPr>
            <p:sp>
              <p:nvSpPr>
                <p:cNvPr id="470" name="Line 143">
                  <a:extLst>
                    <a:ext uri="{FF2B5EF4-FFF2-40B4-BE49-F238E27FC236}">
                      <a16:creationId xmlns:a16="http://schemas.microsoft.com/office/drawing/2014/main" id="{181E8A6B-EDA8-B010-2BC2-B9009999F481}"/>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1" name="Line 144">
                  <a:extLst>
                    <a:ext uri="{FF2B5EF4-FFF2-40B4-BE49-F238E27FC236}">
                      <a16:creationId xmlns:a16="http://schemas.microsoft.com/office/drawing/2014/main" id="{9D483B71-FAF4-F5BB-0B7F-53972CEA61F2}"/>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2" name="Line 145">
                  <a:extLst>
                    <a:ext uri="{FF2B5EF4-FFF2-40B4-BE49-F238E27FC236}">
                      <a16:creationId xmlns:a16="http://schemas.microsoft.com/office/drawing/2014/main" id="{4A888738-956A-41EF-5FCD-33A64B09FAE9}"/>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3" name="Line 146">
                  <a:extLst>
                    <a:ext uri="{FF2B5EF4-FFF2-40B4-BE49-F238E27FC236}">
                      <a16:creationId xmlns:a16="http://schemas.microsoft.com/office/drawing/2014/main" id="{28838EED-4D36-328D-F085-C8373AA315E5}"/>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4" name="Line 147">
                  <a:extLst>
                    <a:ext uri="{FF2B5EF4-FFF2-40B4-BE49-F238E27FC236}">
                      <a16:creationId xmlns:a16="http://schemas.microsoft.com/office/drawing/2014/main" id="{66E7C052-677D-C763-636E-4E3D3D7D8F23}"/>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5" name="Line 148">
                  <a:extLst>
                    <a:ext uri="{FF2B5EF4-FFF2-40B4-BE49-F238E27FC236}">
                      <a16:creationId xmlns:a16="http://schemas.microsoft.com/office/drawing/2014/main" id="{90BF5DC6-D3BC-B02D-3514-F0CDC4D83748}"/>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6" name="Line 149">
                  <a:extLst>
                    <a:ext uri="{FF2B5EF4-FFF2-40B4-BE49-F238E27FC236}">
                      <a16:creationId xmlns:a16="http://schemas.microsoft.com/office/drawing/2014/main" id="{A8C9E877-0D9D-1C95-C0F7-CF1194C3EF8B}"/>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7" name="Line 150">
                  <a:extLst>
                    <a:ext uri="{FF2B5EF4-FFF2-40B4-BE49-F238E27FC236}">
                      <a16:creationId xmlns:a16="http://schemas.microsoft.com/office/drawing/2014/main" id="{E7383A4E-2B90-9F83-5226-C1BD33C0D452}"/>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8" name="Line 151">
                  <a:extLst>
                    <a:ext uri="{FF2B5EF4-FFF2-40B4-BE49-F238E27FC236}">
                      <a16:creationId xmlns:a16="http://schemas.microsoft.com/office/drawing/2014/main" id="{FF9B9458-4F36-2F67-877E-CD1C0012E06D}"/>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9" name="Line 152">
                  <a:extLst>
                    <a:ext uri="{FF2B5EF4-FFF2-40B4-BE49-F238E27FC236}">
                      <a16:creationId xmlns:a16="http://schemas.microsoft.com/office/drawing/2014/main" id="{9AB1D81E-0906-E8EB-DAC2-94314E264019}"/>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0" name="Line 153">
                  <a:extLst>
                    <a:ext uri="{FF2B5EF4-FFF2-40B4-BE49-F238E27FC236}">
                      <a16:creationId xmlns:a16="http://schemas.microsoft.com/office/drawing/2014/main" id="{8BA1FDFD-2B40-FDF8-FE3C-5DC8DA93C425}"/>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1" name="Line 154">
                  <a:extLst>
                    <a:ext uri="{FF2B5EF4-FFF2-40B4-BE49-F238E27FC236}">
                      <a16:creationId xmlns:a16="http://schemas.microsoft.com/office/drawing/2014/main" id="{26D95F10-6B57-C059-3E3E-810760674987}"/>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2" name="Line 155">
                  <a:extLst>
                    <a:ext uri="{FF2B5EF4-FFF2-40B4-BE49-F238E27FC236}">
                      <a16:creationId xmlns:a16="http://schemas.microsoft.com/office/drawing/2014/main" id="{35353B45-F58B-D52A-AB78-7C2B58C93287}"/>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3" name="Oval 156">
                  <a:extLst>
                    <a:ext uri="{FF2B5EF4-FFF2-40B4-BE49-F238E27FC236}">
                      <a16:creationId xmlns:a16="http://schemas.microsoft.com/office/drawing/2014/main" id="{1EB601CD-6610-53C6-2CF7-A05DB9988E9F}"/>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61" name="Group 157">
              <a:extLst>
                <a:ext uri="{FF2B5EF4-FFF2-40B4-BE49-F238E27FC236}">
                  <a16:creationId xmlns:a16="http://schemas.microsoft.com/office/drawing/2014/main" id="{1C60E4F0-87A5-F40F-C314-9FC0F8263247}"/>
                </a:ext>
              </a:extLst>
            </p:cNvPr>
            <p:cNvGrpSpPr>
              <a:grpSpLocks/>
            </p:cNvGrpSpPr>
            <p:nvPr/>
          </p:nvGrpSpPr>
          <p:grpSpPr bwMode="auto">
            <a:xfrm>
              <a:off x="4608" y="700"/>
              <a:ext cx="306" cy="90"/>
              <a:chOff x="748" y="2251"/>
              <a:chExt cx="306" cy="90"/>
            </a:xfrm>
          </p:grpSpPr>
          <p:sp>
            <p:nvSpPr>
              <p:cNvPr id="462" name="AutoShape 158">
                <a:extLst>
                  <a:ext uri="{FF2B5EF4-FFF2-40B4-BE49-F238E27FC236}">
                    <a16:creationId xmlns:a16="http://schemas.microsoft.com/office/drawing/2014/main" id="{AA1F9C68-77D8-E5D8-5724-204CB573C108}"/>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3" name="AutoShape 159">
                <a:extLst>
                  <a:ext uri="{FF2B5EF4-FFF2-40B4-BE49-F238E27FC236}">
                    <a16:creationId xmlns:a16="http://schemas.microsoft.com/office/drawing/2014/main" id="{0988E4B9-CDE9-76A9-3F4F-CDB24305997C}"/>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4" name="AutoShape 160">
                <a:extLst>
                  <a:ext uri="{FF2B5EF4-FFF2-40B4-BE49-F238E27FC236}">
                    <a16:creationId xmlns:a16="http://schemas.microsoft.com/office/drawing/2014/main" id="{96AAFEAC-5C54-3937-50CE-9C4126E47C72}"/>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5" name="AutoShape 161">
                <a:extLst>
                  <a:ext uri="{FF2B5EF4-FFF2-40B4-BE49-F238E27FC236}">
                    <a16:creationId xmlns:a16="http://schemas.microsoft.com/office/drawing/2014/main" id="{72368AF0-B2BF-8A5D-2044-BEE972926D93}"/>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6" name="AutoShape 162">
                <a:extLst>
                  <a:ext uri="{FF2B5EF4-FFF2-40B4-BE49-F238E27FC236}">
                    <a16:creationId xmlns:a16="http://schemas.microsoft.com/office/drawing/2014/main" id="{533B3106-1FE8-33E1-431B-B58B931ED36F}"/>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7" name="AutoShape 163">
                <a:extLst>
                  <a:ext uri="{FF2B5EF4-FFF2-40B4-BE49-F238E27FC236}">
                    <a16:creationId xmlns:a16="http://schemas.microsoft.com/office/drawing/2014/main" id="{99B3E450-8B52-0A88-E3C0-760A6963F087}"/>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84" name="Group 164">
            <a:extLst>
              <a:ext uri="{FF2B5EF4-FFF2-40B4-BE49-F238E27FC236}">
                <a16:creationId xmlns:a16="http://schemas.microsoft.com/office/drawing/2014/main" id="{E30D220D-6A1C-F876-4503-079239ACCA19}"/>
              </a:ext>
            </a:extLst>
          </p:cNvPr>
          <p:cNvGrpSpPr>
            <a:grpSpLocks/>
          </p:cNvGrpSpPr>
          <p:nvPr/>
        </p:nvGrpSpPr>
        <p:grpSpPr bwMode="auto">
          <a:xfrm>
            <a:off x="2077157" y="2397699"/>
            <a:ext cx="238398" cy="426132"/>
            <a:chOff x="4608" y="700"/>
            <a:chExt cx="306" cy="553"/>
          </a:xfrm>
        </p:grpSpPr>
        <p:grpSp>
          <p:nvGrpSpPr>
            <p:cNvPr id="485" name="Group 165">
              <a:extLst>
                <a:ext uri="{FF2B5EF4-FFF2-40B4-BE49-F238E27FC236}">
                  <a16:creationId xmlns:a16="http://schemas.microsoft.com/office/drawing/2014/main" id="{32819D20-A2EB-0047-C664-11FA95870831}"/>
                </a:ext>
              </a:extLst>
            </p:cNvPr>
            <p:cNvGrpSpPr>
              <a:grpSpLocks/>
            </p:cNvGrpSpPr>
            <p:nvPr/>
          </p:nvGrpSpPr>
          <p:grpSpPr bwMode="auto">
            <a:xfrm>
              <a:off x="4694" y="784"/>
              <a:ext cx="134" cy="469"/>
              <a:chOff x="4740" y="784"/>
              <a:chExt cx="88" cy="692"/>
            </a:xfrm>
          </p:grpSpPr>
          <p:sp>
            <p:nvSpPr>
              <p:cNvPr id="493" name="Line 166">
                <a:extLst>
                  <a:ext uri="{FF2B5EF4-FFF2-40B4-BE49-F238E27FC236}">
                    <a16:creationId xmlns:a16="http://schemas.microsoft.com/office/drawing/2014/main" id="{8E27DAE1-9F89-FD22-AFD0-32BBD050421E}"/>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94" name="Group 167">
                <a:extLst>
                  <a:ext uri="{FF2B5EF4-FFF2-40B4-BE49-F238E27FC236}">
                    <a16:creationId xmlns:a16="http://schemas.microsoft.com/office/drawing/2014/main" id="{72937F1F-37E2-843C-E397-C2D47DE6AE15}"/>
                  </a:ext>
                </a:extLst>
              </p:cNvPr>
              <p:cNvGrpSpPr>
                <a:grpSpLocks/>
              </p:cNvGrpSpPr>
              <p:nvPr/>
            </p:nvGrpSpPr>
            <p:grpSpPr bwMode="auto">
              <a:xfrm>
                <a:off x="4740" y="784"/>
                <a:ext cx="88" cy="692"/>
                <a:chOff x="4740" y="784"/>
                <a:chExt cx="88" cy="692"/>
              </a:xfrm>
            </p:grpSpPr>
            <p:sp>
              <p:nvSpPr>
                <p:cNvPr id="495" name="Line 168">
                  <a:extLst>
                    <a:ext uri="{FF2B5EF4-FFF2-40B4-BE49-F238E27FC236}">
                      <a16:creationId xmlns:a16="http://schemas.microsoft.com/office/drawing/2014/main" id="{6BDBF94B-803E-6881-70DC-F020D56553A3}"/>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6" name="Line 169">
                  <a:extLst>
                    <a:ext uri="{FF2B5EF4-FFF2-40B4-BE49-F238E27FC236}">
                      <a16:creationId xmlns:a16="http://schemas.microsoft.com/office/drawing/2014/main" id="{861997DB-A756-BE46-C9F3-546B6660D8B5}"/>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7" name="Line 170">
                  <a:extLst>
                    <a:ext uri="{FF2B5EF4-FFF2-40B4-BE49-F238E27FC236}">
                      <a16:creationId xmlns:a16="http://schemas.microsoft.com/office/drawing/2014/main" id="{0EE25E23-97A4-24CD-FD29-39FD16306F81}"/>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8" name="Line 171">
                  <a:extLst>
                    <a:ext uri="{FF2B5EF4-FFF2-40B4-BE49-F238E27FC236}">
                      <a16:creationId xmlns:a16="http://schemas.microsoft.com/office/drawing/2014/main" id="{8BA2024E-A5E3-0A3A-FF2E-13353516B046}"/>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9" name="Line 172">
                  <a:extLst>
                    <a:ext uri="{FF2B5EF4-FFF2-40B4-BE49-F238E27FC236}">
                      <a16:creationId xmlns:a16="http://schemas.microsoft.com/office/drawing/2014/main" id="{345EB090-6100-214F-5946-4CCA69A65BD8}"/>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0" name="Line 173">
                  <a:extLst>
                    <a:ext uri="{FF2B5EF4-FFF2-40B4-BE49-F238E27FC236}">
                      <a16:creationId xmlns:a16="http://schemas.microsoft.com/office/drawing/2014/main" id="{6F86F46E-1DB5-071C-0FC9-E349105F0270}"/>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1" name="Line 174">
                  <a:extLst>
                    <a:ext uri="{FF2B5EF4-FFF2-40B4-BE49-F238E27FC236}">
                      <a16:creationId xmlns:a16="http://schemas.microsoft.com/office/drawing/2014/main" id="{1BF9B228-D166-6EF5-6356-17249B7F2A0C}"/>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2" name="Line 175">
                  <a:extLst>
                    <a:ext uri="{FF2B5EF4-FFF2-40B4-BE49-F238E27FC236}">
                      <a16:creationId xmlns:a16="http://schemas.microsoft.com/office/drawing/2014/main" id="{466E16CE-10F0-F8CC-5A65-A8939CB134AD}"/>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3" name="Line 176">
                  <a:extLst>
                    <a:ext uri="{FF2B5EF4-FFF2-40B4-BE49-F238E27FC236}">
                      <a16:creationId xmlns:a16="http://schemas.microsoft.com/office/drawing/2014/main" id="{2139D141-1A27-9F06-C0A3-6C328C4F9355}"/>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4" name="Line 177">
                  <a:extLst>
                    <a:ext uri="{FF2B5EF4-FFF2-40B4-BE49-F238E27FC236}">
                      <a16:creationId xmlns:a16="http://schemas.microsoft.com/office/drawing/2014/main" id="{84CDFCA2-1B2F-D19A-C5BC-43756F7EAFAB}"/>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5" name="Line 178">
                  <a:extLst>
                    <a:ext uri="{FF2B5EF4-FFF2-40B4-BE49-F238E27FC236}">
                      <a16:creationId xmlns:a16="http://schemas.microsoft.com/office/drawing/2014/main" id="{F7C4F9FC-334E-8D47-416B-842CB98394C2}"/>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6" name="Line 179">
                  <a:extLst>
                    <a:ext uri="{FF2B5EF4-FFF2-40B4-BE49-F238E27FC236}">
                      <a16:creationId xmlns:a16="http://schemas.microsoft.com/office/drawing/2014/main" id="{EE291E93-15B4-24F6-81BA-5B3F21EE2A13}"/>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7" name="Line 180">
                  <a:extLst>
                    <a:ext uri="{FF2B5EF4-FFF2-40B4-BE49-F238E27FC236}">
                      <a16:creationId xmlns:a16="http://schemas.microsoft.com/office/drawing/2014/main" id="{661FC45A-DF56-EEC6-8E6B-17F7B887ECC8}"/>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8" name="Oval 181">
                  <a:extLst>
                    <a:ext uri="{FF2B5EF4-FFF2-40B4-BE49-F238E27FC236}">
                      <a16:creationId xmlns:a16="http://schemas.microsoft.com/office/drawing/2014/main" id="{E62A0300-D84D-4291-A39B-147D518BF355}"/>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86" name="Group 182">
              <a:extLst>
                <a:ext uri="{FF2B5EF4-FFF2-40B4-BE49-F238E27FC236}">
                  <a16:creationId xmlns:a16="http://schemas.microsoft.com/office/drawing/2014/main" id="{F07FD121-9631-3C47-3170-A9A4FB6676A4}"/>
                </a:ext>
              </a:extLst>
            </p:cNvPr>
            <p:cNvGrpSpPr>
              <a:grpSpLocks/>
            </p:cNvGrpSpPr>
            <p:nvPr/>
          </p:nvGrpSpPr>
          <p:grpSpPr bwMode="auto">
            <a:xfrm>
              <a:off x="4608" y="700"/>
              <a:ext cx="306" cy="90"/>
              <a:chOff x="748" y="2251"/>
              <a:chExt cx="306" cy="90"/>
            </a:xfrm>
          </p:grpSpPr>
          <p:sp>
            <p:nvSpPr>
              <p:cNvPr id="487" name="AutoShape 183">
                <a:extLst>
                  <a:ext uri="{FF2B5EF4-FFF2-40B4-BE49-F238E27FC236}">
                    <a16:creationId xmlns:a16="http://schemas.microsoft.com/office/drawing/2014/main" id="{CEB59ACB-7351-089F-7521-6286597DE662}"/>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88" name="AutoShape 184">
                <a:extLst>
                  <a:ext uri="{FF2B5EF4-FFF2-40B4-BE49-F238E27FC236}">
                    <a16:creationId xmlns:a16="http://schemas.microsoft.com/office/drawing/2014/main" id="{934D28E7-1A1A-9418-C117-2BF65BDC6F1B}"/>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89" name="AutoShape 185">
                <a:extLst>
                  <a:ext uri="{FF2B5EF4-FFF2-40B4-BE49-F238E27FC236}">
                    <a16:creationId xmlns:a16="http://schemas.microsoft.com/office/drawing/2014/main" id="{C8C8B614-3DB8-3613-91E4-9EC8C158EEA3}"/>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90" name="AutoShape 186">
                <a:extLst>
                  <a:ext uri="{FF2B5EF4-FFF2-40B4-BE49-F238E27FC236}">
                    <a16:creationId xmlns:a16="http://schemas.microsoft.com/office/drawing/2014/main" id="{7767F6A4-DA88-D519-0C94-A301BF0495BC}"/>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91" name="AutoShape 187">
                <a:extLst>
                  <a:ext uri="{FF2B5EF4-FFF2-40B4-BE49-F238E27FC236}">
                    <a16:creationId xmlns:a16="http://schemas.microsoft.com/office/drawing/2014/main" id="{DB1B80D0-848C-0CA8-1544-89074458BD38}"/>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92" name="AutoShape 188">
                <a:extLst>
                  <a:ext uri="{FF2B5EF4-FFF2-40B4-BE49-F238E27FC236}">
                    <a16:creationId xmlns:a16="http://schemas.microsoft.com/office/drawing/2014/main" id="{86725CF4-7A55-DCC5-878A-F922869F56E3}"/>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09" name="Group 214">
            <a:extLst>
              <a:ext uri="{FF2B5EF4-FFF2-40B4-BE49-F238E27FC236}">
                <a16:creationId xmlns:a16="http://schemas.microsoft.com/office/drawing/2014/main" id="{2D102821-9582-9215-74AA-D80BB18BC4D1}"/>
              </a:ext>
            </a:extLst>
          </p:cNvPr>
          <p:cNvGrpSpPr>
            <a:grpSpLocks/>
          </p:cNvGrpSpPr>
          <p:nvPr/>
        </p:nvGrpSpPr>
        <p:grpSpPr bwMode="auto">
          <a:xfrm>
            <a:off x="2555270" y="2093511"/>
            <a:ext cx="238399" cy="426132"/>
            <a:chOff x="4608" y="700"/>
            <a:chExt cx="306" cy="553"/>
          </a:xfrm>
        </p:grpSpPr>
        <p:grpSp>
          <p:nvGrpSpPr>
            <p:cNvPr id="510" name="Group 215">
              <a:extLst>
                <a:ext uri="{FF2B5EF4-FFF2-40B4-BE49-F238E27FC236}">
                  <a16:creationId xmlns:a16="http://schemas.microsoft.com/office/drawing/2014/main" id="{6859EBE9-3BD9-22D4-578B-AA146CDF6126}"/>
                </a:ext>
              </a:extLst>
            </p:cNvPr>
            <p:cNvGrpSpPr>
              <a:grpSpLocks/>
            </p:cNvGrpSpPr>
            <p:nvPr/>
          </p:nvGrpSpPr>
          <p:grpSpPr bwMode="auto">
            <a:xfrm>
              <a:off x="4694" y="784"/>
              <a:ext cx="134" cy="469"/>
              <a:chOff x="4740" y="784"/>
              <a:chExt cx="88" cy="692"/>
            </a:xfrm>
          </p:grpSpPr>
          <p:sp>
            <p:nvSpPr>
              <p:cNvPr id="518" name="Line 216">
                <a:extLst>
                  <a:ext uri="{FF2B5EF4-FFF2-40B4-BE49-F238E27FC236}">
                    <a16:creationId xmlns:a16="http://schemas.microsoft.com/office/drawing/2014/main" id="{70382A4C-E104-9C7D-714A-79D346757385}"/>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19" name="Group 217">
                <a:extLst>
                  <a:ext uri="{FF2B5EF4-FFF2-40B4-BE49-F238E27FC236}">
                    <a16:creationId xmlns:a16="http://schemas.microsoft.com/office/drawing/2014/main" id="{46D0AD73-9C7D-6DC9-46AC-78E23739CDA2}"/>
                  </a:ext>
                </a:extLst>
              </p:cNvPr>
              <p:cNvGrpSpPr>
                <a:grpSpLocks/>
              </p:cNvGrpSpPr>
              <p:nvPr/>
            </p:nvGrpSpPr>
            <p:grpSpPr bwMode="auto">
              <a:xfrm>
                <a:off x="4740" y="784"/>
                <a:ext cx="88" cy="692"/>
                <a:chOff x="4740" y="784"/>
                <a:chExt cx="88" cy="692"/>
              </a:xfrm>
            </p:grpSpPr>
            <p:sp>
              <p:nvSpPr>
                <p:cNvPr id="520" name="Line 218">
                  <a:extLst>
                    <a:ext uri="{FF2B5EF4-FFF2-40B4-BE49-F238E27FC236}">
                      <a16:creationId xmlns:a16="http://schemas.microsoft.com/office/drawing/2014/main" id="{46CA7FC6-A137-95EE-1121-EFFB895027AB}"/>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1" name="Line 219">
                  <a:extLst>
                    <a:ext uri="{FF2B5EF4-FFF2-40B4-BE49-F238E27FC236}">
                      <a16:creationId xmlns:a16="http://schemas.microsoft.com/office/drawing/2014/main" id="{08863C11-EA06-8703-3961-34A3D896C5CD}"/>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2" name="Line 220">
                  <a:extLst>
                    <a:ext uri="{FF2B5EF4-FFF2-40B4-BE49-F238E27FC236}">
                      <a16:creationId xmlns:a16="http://schemas.microsoft.com/office/drawing/2014/main" id="{182C6CD0-3416-FB3E-014B-B0D9EF26BCEE}"/>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3" name="Line 221">
                  <a:extLst>
                    <a:ext uri="{FF2B5EF4-FFF2-40B4-BE49-F238E27FC236}">
                      <a16:creationId xmlns:a16="http://schemas.microsoft.com/office/drawing/2014/main" id="{BA26530E-1A3B-B139-365E-0C5ECFD819E1}"/>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4" name="Line 222">
                  <a:extLst>
                    <a:ext uri="{FF2B5EF4-FFF2-40B4-BE49-F238E27FC236}">
                      <a16:creationId xmlns:a16="http://schemas.microsoft.com/office/drawing/2014/main" id="{4414D9E9-6440-955C-3C45-2C4ECFA1FB03}"/>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5" name="Line 223">
                  <a:extLst>
                    <a:ext uri="{FF2B5EF4-FFF2-40B4-BE49-F238E27FC236}">
                      <a16:creationId xmlns:a16="http://schemas.microsoft.com/office/drawing/2014/main" id="{99BF65D8-FFB7-5E36-3C23-8446ADDC7DA6}"/>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6" name="Line 224">
                  <a:extLst>
                    <a:ext uri="{FF2B5EF4-FFF2-40B4-BE49-F238E27FC236}">
                      <a16:creationId xmlns:a16="http://schemas.microsoft.com/office/drawing/2014/main" id="{5E215570-87DD-B893-337D-33EFCFA62FCC}"/>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7" name="Line 225">
                  <a:extLst>
                    <a:ext uri="{FF2B5EF4-FFF2-40B4-BE49-F238E27FC236}">
                      <a16:creationId xmlns:a16="http://schemas.microsoft.com/office/drawing/2014/main" id="{F3590976-5B8A-9FD9-C144-99C80676CEAB}"/>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8" name="Line 226">
                  <a:extLst>
                    <a:ext uri="{FF2B5EF4-FFF2-40B4-BE49-F238E27FC236}">
                      <a16:creationId xmlns:a16="http://schemas.microsoft.com/office/drawing/2014/main" id="{1092B6D2-4AB0-DF25-5809-DE759494640F}"/>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9" name="Line 227">
                  <a:extLst>
                    <a:ext uri="{FF2B5EF4-FFF2-40B4-BE49-F238E27FC236}">
                      <a16:creationId xmlns:a16="http://schemas.microsoft.com/office/drawing/2014/main" id="{0505D640-40F9-3A56-8431-06F2B7D96C94}"/>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0" name="Line 228">
                  <a:extLst>
                    <a:ext uri="{FF2B5EF4-FFF2-40B4-BE49-F238E27FC236}">
                      <a16:creationId xmlns:a16="http://schemas.microsoft.com/office/drawing/2014/main" id="{AB4324E9-7ECA-8A4A-07A5-5AEC1518DA55}"/>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1" name="Line 229">
                  <a:extLst>
                    <a:ext uri="{FF2B5EF4-FFF2-40B4-BE49-F238E27FC236}">
                      <a16:creationId xmlns:a16="http://schemas.microsoft.com/office/drawing/2014/main" id="{46DB174D-356F-69B7-1A7B-12C82585A811}"/>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2" name="Line 230">
                  <a:extLst>
                    <a:ext uri="{FF2B5EF4-FFF2-40B4-BE49-F238E27FC236}">
                      <a16:creationId xmlns:a16="http://schemas.microsoft.com/office/drawing/2014/main" id="{93006468-B2A1-9641-5AB7-FC0499B38AA5}"/>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3" name="Oval 231">
                  <a:extLst>
                    <a:ext uri="{FF2B5EF4-FFF2-40B4-BE49-F238E27FC236}">
                      <a16:creationId xmlns:a16="http://schemas.microsoft.com/office/drawing/2014/main" id="{7088D6AC-A191-92D4-9C9C-805EE58890BA}"/>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11" name="Group 232">
              <a:extLst>
                <a:ext uri="{FF2B5EF4-FFF2-40B4-BE49-F238E27FC236}">
                  <a16:creationId xmlns:a16="http://schemas.microsoft.com/office/drawing/2014/main" id="{F569AC46-3594-779D-8A63-5E8D649C04E3}"/>
                </a:ext>
              </a:extLst>
            </p:cNvPr>
            <p:cNvGrpSpPr>
              <a:grpSpLocks/>
            </p:cNvGrpSpPr>
            <p:nvPr/>
          </p:nvGrpSpPr>
          <p:grpSpPr bwMode="auto">
            <a:xfrm>
              <a:off x="4608" y="700"/>
              <a:ext cx="306" cy="90"/>
              <a:chOff x="748" y="2251"/>
              <a:chExt cx="306" cy="90"/>
            </a:xfrm>
          </p:grpSpPr>
          <p:sp>
            <p:nvSpPr>
              <p:cNvPr id="512" name="AutoShape 233">
                <a:extLst>
                  <a:ext uri="{FF2B5EF4-FFF2-40B4-BE49-F238E27FC236}">
                    <a16:creationId xmlns:a16="http://schemas.microsoft.com/office/drawing/2014/main" id="{6E16C66B-0EC9-02B4-8436-038DBA10075A}"/>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3" name="AutoShape 234">
                <a:extLst>
                  <a:ext uri="{FF2B5EF4-FFF2-40B4-BE49-F238E27FC236}">
                    <a16:creationId xmlns:a16="http://schemas.microsoft.com/office/drawing/2014/main" id="{2098C475-2A70-212D-9D1B-E56CF620980C}"/>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4" name="AutoShape 235">
                <a:extLst>
                  <a:ext uri="{FF2B5EF4-FFF2-40B4-BE49-F238E27FC236}">
                    <a16:creationId xmlns:a16="http://schemas.microsoft.com/office/drawing/2014/main" id="{63D060A1-424D-46EA-73BA-65CE14E7FB48}"/>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5" name="AutoShape 236">
                <a:extLst>
                  <a:ext uri="{FF2B5EF4-FFF2-40B4-BE49-F238E27FC236}">
                    <a16:creationId xmlns:a16="http://schemas.microsoft.com/office/drawing/2014/main" id="{A6EDE1B4-E19E-60B0-7544-00B180F6C2BF}"/>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6" name="AutoShape 237">
                <a:extLst>
                  <a:ext uri="{FF2B5EF4-FFF2-40B4-BE49-F238E27FC236}">
                    <a16:creationId xmlns:a16="http://schemas.microsoft.com/office/drawing/2014/main" id="{65481363-8109-1C14-F46F-99B2B57AC748}"/>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7" name="AutoShape 238">
                <a:extLst>
                  <a:ext uri="{FF2B5EF4-FFF2-40B4-BE49-F238E27FC236}">
                    <a16:creationId xmlns:a16="http://schemas.microsoft.com/office/drawing/2014/main" id="{E54CA504-B7C4-9338-6146-7637C6D32A2C}"/>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34" name="Group 4">
            <a:extLst>
              <a:ext uri="{FF2B5EF4-FFF2-40B4-BE49-F238E27FC236}">
                <a16:creationId xmlns:a16="http://schemas.microsoft.com/office/drawing/2014/main" id="{5744CC3E-DE6E-8B41-7DF3-6E06B660EB1B}"/>
              </a:ext>
            </a:extLst>
          </p:cNvPr>
          <p:cNvGrpSpPr>
            <a:grpSpLocks/>
          </p:cNvGrpSpPr>
          <p:nvPr/>
        </p:nvGrpSpPr>
        <p:grpSpPr bwMode="auto">
          <a:xfrm>
            <a:off x="1388304" y="1663359"/>
            <a:ext cx="169909" cy="352430"/>
            <a:chOff x="4186" y="1736"/>
            <a:chExt cx="229" cy="461"/>
          </a:xfrm>
        </p:grpSpPr>
        <p:pic>
          <p:nvPicPr>
            <p:cNvPr id="535" name="Picture 5" descr="icon-mobile-phone">
              <a:extLst>
                <a:ext uri="{FF2B5EF4-FFF2-40B4-BE49-F238E27FC236}">
                  <a16:creationId xmlns:a16="http://schemas.microsoft.com/office/drawing/2014/main" id="{6C87DC08-195A-DD60-3DAC-94516C7ABB3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36" name="Group 6">
              <a:extLst>
                <a:ext uri="{FF2B5EF4-FFF2-40B4-BE49-F238E27FC236}">
                  <a16:creationId xmlns:a16="http://schemas.microsoft.com/office/drawing/2014/main" id="{9712F4D4-BA66-3F76-E665-837CC64C15B7}"/>
                </a:ext>
              </a:extLst>
            </p:cNvPr>
            <p:cNvGrpSpPr>
              <a:grpSpLocks/>
            </p:cNvGrpSpPr>
            <p:nvPr/>
          </p:nvGrpSpPr>
          <p:grpSpPr bwMode="auto">
            <a:xfrm>
              <a:off x="4186" y="1736"/>
              <a:ext cx="198" cy="79"/>
              <a:chOff x="4513" y="1707"/>
              <a:chExt cx="198" cy="177"/>
            </a:xfrm>
          </p:grpSpPr>
          <p:sp>
            <p:nvSpPr>
              <p:cNvPr id="537" name="AutoShape 7">
                <a:extLst>
                  <a:ext uri="{FF2B5EF4-FFF2-40B4-BE49-F238E27FC236}">
                    <a16:creationId xmlns:a16="http://schemas.microsoft.com/office/drawing/2014/main" id="{E69E2355-FC27-60B2-2D35-094EAE994CBC}"/>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38" name="AutoShape 8">
                <a:extLst>
                  <a:ext uri="{FF2B5EF4-FFF2-40B4-BE49-F238E27FC236}">
                    <a16:creationId xmlns:a16="http://schemas.microsoft.com/office/drawing/2014/main" id="{B8029F50-DABA-B4B4-019B-09D9BD08A301}"/>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39" name="AutoShape 9">
                <a:extLst>
                  <a:ext uri="{FF2B5EF4-FFF2-40B4-BE49-F238E27FC236}">
                    <a16:creationId xmlns:a16="http://schemas.microsoft.com/office/drawing/2014/main" id="{D7C0E0D9-431D-821B-333E-036A095268E3}"/>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0" name="Group 389">
            <a:extLst>
              <a:ext uri="{FF2B5EF4-FFF2-40B4-BE49-F238E27FC236}">
                <a16:creationId xmlns:a16="http://schemas.microsoft.com/office/drawing/2014/main" id="{5CD3A726-EE8C-7DF1-E418-0FE53C5A96EE}"/>
              </a:ext>
            </a:extLst>
          </p:cNvPr>
          <p:cNvGrpSpPr>
            <a:grpSpLocks/>
          </p:cNvGrpSpPr>
          <p:nvPr/>
        </p:nvGrpSpPr>
        <p:grpSpPr bwMode="auto">
          <a:xfrm>
            <a:off x="2376142" y="1729021"/>
            <a:ext cx="169909" cy="352429"/>
            <a:chOff x="4186" y="1736"/>
            <a:chExt cx="229" cy="461"/>
          </a:xfrm>
        </p:grpSpPr>
        <p:pic>
          <p:nvPicPr>
            <p:cNvPr id="541" name="Picture 390" descr="icon-mobile-phone">
              <a:extLst>
                <a:ext uri="{FF2B5EF4-FFF2-40B4-BE49-F238E27FC236}">
                  <a16:creationId xmlns:a16="http://schemas.microsoft.com/office/drawing/2014/main" id="{BB44A17B-4745-86AA-63D5-08BC9DC8C76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42" name="Group 391">
              <a:extLst>
                <a:ext uri="{FF2B5EF4-FFF2-40B4-BE49-F238E27FC236}">
                  <a16:creationId xmlns:a16="http://schemas.microsoft.com/office/drawing/2014/main" id="{3A48E173-5F0A-4A68-BF69-5C91C6D889D8}"/>
                </a:ext>
              </a:extLst>
            </p:cNvPr>
            <p:cNvGrpSpPr>
              <a:grpSpLocks/>
            </p:cNvGrpSpPr>
            <p:nvPr/>
          </p:nvGrpSpPr>
          <p:grpSpPr bwMode="auto">
            <a:xfrm>
              <a:off x="4186" y="1736"/>
              <a:ext cx="198" cy="79"/>
              <a:chOff x="4513" y="1707"/>
              <a:chExt cx="198" cy="177"/>
            </a:xfrm>
          </p:grpSpPr>
          <p:sp>
            <p:nvSpPr>
              <p:cNvPr id="543" name="AutoShape 392">
                <a:extLst>
                  <a:ext uri="{FF2B5EF4-FFF2-40B4-BE49-F238E27FC236}">
                    <a16:creationId xmlns:a16="http://schemas.microsoft.com/office/drawing/2014/main" id="{916F1338-A2A0-C286-1DA4-80AC0D89C868}"/>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44" name="AutoShape 393">
                <a:extLst>
                  <a:ext uri="{FF2B5EF4-FFF2-40B4-BE49-F238E27FC236}">
                    <a16:creationId xmlns:a16="http://schemas.microsoft.com/office/drawing/2014/main" id="{E4626E6D-2D81-4256-0058-089E30CB10D9}"/>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45" name="AutoShape 394">
                <a:extLst>
                  <a:ext uri="{FF2B5EF4-FFF2-40B4-BE49-F238E27FC236}">
                    <a16:creationId xmlns:a16="http://schemas.microsoft.com/office/drawing/2014/main" id="{F384E892-9AFB-8B75-BF30-244E64702A79}"/>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6" name="Group 395">
            <a:extLst>
              <a:ext uri="{FF2B5EF4-FFF2-40B4-BE49-F238E27FC236}">
                <a16:creationId xmlns:a16="http://schemas.microsoft.com/office/drawing/2014/main" id="{9A7308DB-BCE2-E0F1-72AC-1B9B04E0CDAA}"/>
              </a:ext>
            </a:extLst>
          </p:cNvPr>
          <p:cNvGrpSpPr>
            <a:grpSpLocks/>
          </p:cNvGrpSpPr>
          <p:nvPr/>
        </p:nvGrpSpPr>
        <p:grpSpPr bwMode="auto">
          <a:xfrm>
            <a:off x="1898029" y="1424832"/>
            <a:ext cx="169908" cy="352430"/>
            <a:chOff x="4186" y="1736"/>
            <a:chExt cx="229" cy="461"/>
          </a:xfrm>
        </p:grpSpPr>
        <p:pic>
          <p:nvPicPr>
            <p:cNvPr id="547" name="Picture 396" descr="icon-mobile-phone">
              <a:extLst>
                <a:ext uri="{FF2B5EF4-FFF2-40B4-BE49-F238E27FC236}">
                  <a16:creationId xmlns:a16="http://schemas.microsoft.com/office/drawing/2014/main" id="{5CD24642-C775-94BD-390F-DC71D968418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48" name="Group 397">
              <a:extLst>
                <a:ext uri="{FF2B5EF4-FFF2-40B4-BE49-F238E27FC236}">
                  <a16:creationId xmlns:a16="http://schemas.microsoft.com/office/drawing/2014/main" id="{DF1CF170-8438-2D06-9227-3334B11DD3BD}"/>
                </a:ext>
              </a:extLst>
            </p:cNvPr>
            <p:cNvGrpSpPr>
              <a:grpSpLocks/>
            </p:cNvGrpSpPr>
            <p:nvPr/>
          </p:nvGrpSpPr>
          <p:grpSpPr bwMode="auto">
            <a:xfrm>
              <a:off x="4186" y="1736"/>
              <a:ext cx="198" cy="79"/>
              <a:chOff x="4513" y="1707"/>
              <a:chExt cx="198" cy="177"/>
            </a:xfrm>
          </p:grpSpPr>
          <p:sp>
            <p:nvSpPr>
              <p:cNvPr id="549" name="AutoShape 398">
                <a:extLst>
                  <a:ext uri="{FF2B5EF4-FFF2-40B4-BE49-F238E27FC236}">
                    <a16:creationId xmlns:a16="http://schemas.microsoft.com/office/drawing/2014/main" id="{94F50F94-187B-AA59-898E-7373E78056F0}"/>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50" name="AutoShape 399">
                <a:extLst>
                  <a:ext uri="{FF2B5EF4-FFF2-40B4-BE49-F238E27FC236}">
                    <a16:creationId xmlns:a16="http://schemas.microsoft.com/office/drawing/2014/main" id="{BD90961B-619E-38F5-E8C4-D1F57AFA6FDB}"/>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51" name="AutoShape 400">
                <a:extLst>
                  <a:ext uri="{FF2B5EF4-FFF2-40B4-BE49-F238E27FC236}">
                    <a16:creationId xmlns:a16="http://schemas.microsoft.com/office/drawing/2014/main" id="{054D2AEB-A587-1EBF-08DF-29CF6693A7A6}"/>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52" name="Group 401">
            <a:extLst>
              <a:ext uri="{FF2B5EF4-FFF2-40B4-BE49-F238E27FC236}">
                <a16:creationId xmlns:a16="http://schemas.microsoft.com/office/drawing/2014/main" id="{34F182DA-EB8A-8353-F0EE-775363BA5713}"/>
              </a:ext>
            </a:extLst>
          </p:cNvPr>
          <p:cNvGrpSpPr>
            <a:grpSpLocks/>
          </p:cNvGrpSpPr>
          <p:nvPr/>
        </p:nvGrpSpPr>
        <p:grpSpPr bwMode="auto">
          <a:xfrm>
            <a:off x="1419915" y="2215454"/>
            <a:ext cx="169909" cy="352430"/>
            <a:chOff x="4186" y="1736"/>
            <a:chExt cx="229" cy="461"/>
          </a:xfrm>
        </p:grpSpPr>
        <p:pic>
          <p:nvPicPr>
            <p:cNvPr id="553" name="Picture 402" descr="icon-mobile-phone">
              <a:extLst>
                <a:ext uri="{FF2B5EF4-FFF2-40B4-BE49-F238E27FC236}">
                  <a16:creationId xmlns:a16="http://schemas.microsoft.com/office/drawing/2014/main" id="{3E553A08-790E-EB0E-993D-E01C9144F9F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54" name="Group 403">
              <a:extLst>
                <a:ext uri="{FF2B5EF4-FFF2-40B4-BE49-F238E27FC236}">
                  <a16:creationId xmlns:a16="http://schemas.microsoft.com/office/drawing/2014/main" id="{B00CD4E7-74C7-9FCA-E957-DC31FF4E85AF}"/>
                </a:ext>
              </a:extLst>
            </p:cNvPr>
            <p:cNvGrpSpPr>
              <a:grpSpLocks/>
            </p:cNvGrpSpPr>
            <p:nvPr/>
          </p:nvGrpSpPr>
          <p:grpSpPr bwMode="auto">
            <a:xfrm>
              <a:off x="4186" y="1736"/>
              <a:ext cx="198" cy="79"/>
              <a:chOff x="4513" y="1707"/>
              <a:chExt cx="198" cy="177"/>
            </a:xfrm>
          </p:grpSpPr>
          <p:sp>
            <p:nvSpPr>
              <p:cNvPr id="555" name="AutoShape 404">
                <a:extLst>
                  <a:ext uri="{FF2B5EF4-FFF2-40B4-BE49-F238E27FC236}">
                    <a16:creationId xmlns:a16="http://schemas.microsoft.com/office/drawing/2014/main" id="{ABACB307-7270-84AE-D4CD-7761C26C6F32}"/>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56" name="AutoShape 405">
                <a:extLst>
                  <a:ext uri="{FF2B5EF4-FFF2-40B4-BE49-F238E27FC236}">
                    <a16:creationId xmlns:a16="http://schemas.microsoft.com/office/drawing/2014/main" id="{E5F20624-EE02-449A-C7EE-3DE15B6ED499}"/>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57" name="AutoShape 406">
                <a:extLst>
                  <a:ext uri="{FF2B5EF4-FFF2-40B4-BE49-F238E27FC236}">
                    <a16:creationId xmlns:a16="http://schemas.microsoft.com/office/drawing/2014/main" id="{C393033A-E83E-F7BB-DDD8-E0B2ED5F4971}"/>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58" name="Group 407">
            <a:extLst>
              <a:ext uri="{FF2B5EF4-FFF2-40B4-BE49-F238E27FC236}">
                <a16:creationId xmlns:a16="http://schemas.microsoft.com/office/drawing/2014/main" id="{A0360EB8-2655-2DF7-0D6B-E3BE56F937D0}"/>
              </a:ext>
            </a:extLst>
          </p:cNvPr>
          <p:cNvGrpSpPr>
            <a:grpSpLocks/>
          </p:cNvGrpSpPr>
          <p:nvPr/>
        </p:nvGrpSpPr>
        <p:grpSpPr bwMode="auto">
          <a:xfrm>
            <a:off x="1898029" y="1911266"/>
            <a:ext cx="169908" cy="352429"/>
            <a:chOff x="4186" y="1736"/>
            <a:chExt cx="229" cy="461"/>
          </a:xfrm>
        </p:grpSpPr>
        <p:pic>
          <p:nvPicPr>
            <p:cNvPr id="559" name="Picture 408" descr="icon-mobile-phone">
              <a:extLst>
                <a:ext uri="{FF2B5EF4-FFF2-40B4-BE49-F238E27FC236}">
                  <a16:creationId xmlns:a16="http://schemas.microsoft.com/office/drawing/2014/main" id="{DE0D1723-E563-7D81-B149-303EF24CF8A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0" name="Group 409">
              <a:extLst>
                <a:ext uri="{FF2B5EF4-FFF2-40B4-BE49-F238E27FC236}">
                  <a16:creationId xmlns:a16="http://schemas.microsoft.com/office/drawing/2014/main" id="{A414B9E7-0F7D-0268-A4C6-33978E23885E}"/>
                </a:ext>
              </a:extLst>
            </p:cNvPr>
            <p:cNvGrpSpPr>
              <a:grpSpLocks/>
            </p:cNvGrpSpPr>
            <p:nvPr/>
          </p:nvGrpSpPr>
          <p:grpSpPr bwMode="auto">
            <a:xfrm>
              <a:off x="4186" y="1736"/>
              <a:ext cx="198" cy="79"/>
              <a:chOff x="4513" y="1707"/>
              <a:chExt cx="198" cy="177"/>
            </a:xfrm>
          </p:grpSpPr>
          <p:sp>
            <p:nvSpPr>
              <p:cNvPr id="561" name="AutoShape 410">
                <a:extLst>
                  <a:ext uri="{FF2B5EF4-FFF2-40B4-BE49-F238E27FC236}">
                    <a16:creationId xmlns:a16="http://schemas.microsoft.com/office/drawing/2014/main" id="{3A0A89FC-E3C5-B10A-A454-5A5E4C56A871}"/>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2" name="AutoShape 411">
                <a:extLst>
                  <a:ext uri="{FF2B5EF4-FFF2-40B4-BE49-F238E27FC236}">
                    <a16:creationId xmlns:a16="http://schemas.microsoft.com/office/drawing/2014/main" id="{5883EF9E-FBE8-E77E-A9EC-88AFA6A4104F}"/>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3" name="AutoShape 412">
                <a:extLst>
                  <a:ext uri="{FF2B5EF4-FFF2-40B4-BE49-F238E27FC236}">
                    <a16:creationId xmlns:a16="http://schemas.microsoft.com/office/drawing/2014/main" id="{449E61C0-A3AF-1FC3-25DD-E551A417BC9C}"/>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64" name="Group 413">
            <a:extLst>
              <a:ext uri="{FF2B5EF4-FFF2-40B4-BE49-F238E27FC236}">
                <a16:creationId xmlns:a16="http://schemas.microsoft.com/office/drawing/2014/main" id="{3B2A5DF4-7781-4583-8703-C5B2E2541B0F}"/>
              </a:ext>
            </a:extLst>
          </p:cNvPr>
          <p:cNvGrpSpPr>
            <a:grpSpLocks/>
          </p:cNvGrpSpPr>
          <p:nvPr/>
        </p:nvGrpSpPr>
        <p:grpSpPr bwMode="auto">
          <a:xfrm>
            <a:off x="2734398" y="2336057"/>
            <a:ext cx="169909" cy="352430"/>
            <a:chOff x="4186" y="1736"/>
            <a:chExt cx="229" cy="461"/>
          </a:xfrm>
        </p:grpSpPr>
        <p:pic>
          <p:nvPicPr>
            <p:cNvPr id="565" name="Picture 414" descr="icon-mobile-phone">
              <a:extLst>
                <a:ext uri="{FF2B5EF4-FFF2-40B4-BE49-F238E27FC236}">
                  <a16:creationId xmlns:a16="http://schemas.microsoft.com/office/drawing/2014/main" id="{952723DA-9E71-0C2A-3C1B-8F4318E2EFA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6" name="Group 415">
              <a:extLst>
                <a:ext uri="{FF2B5EF4-FFF2-40B4-BE49-F238E27FC236}">
                  <a16:creationId xmlns:a16="http://schemas.microsoft.com/office/drawing/2014/main" id="{8F70071B-6FF4-B7B4-D080-6F21260C4B11}"/>
                </a:ext>
              </a:extLst>
            </p:cNvPr>
            <p:cNvGrpSpPr>
              <a:grpSpLocks/>
            </p:cNvGrpSpPr>
            <p:nvPr/>
          </p:nvGrpSpPr>
          <p:grpSpPr bwMode="auto">
            <a:xfrm>
              <a:off x="4186" y="1736"/>
              <a:ext cx="198" cy="79"/>
              <a:chOff x="4513" y="1707"/>
              <a:chExt cx="198" cy="177"/>
            </a:xfrm>
          </p:grpSpPr>
          <p:sp>
            <p:nvSpPr>
              <p:cNvPr id="567" name="AutoShape 416">
                <a:extLst>
                  <a:ext uri="{FF2B5EF4-FFF2-40B4-BE49-F238E27FC236}">
                    <a16:creationId xmlns:a16="http://schemas.microsoft.com/office/drawing/2014/main" id="{18115AE0-6C96-8882-A37B-D35A40CD982E}"/>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8" name="AutoShape 417">
                <a:extLst>
                  <a:ext uri="{FF2B5EF4-FFF2-40B4-BE49-F238E27FC236}">
                    <a16:creationId xmlns:a16="http://schemas.microsoft.com/office/drawing/2014/main" id="{AF1EA2DB-FE26-12D2-5499-ECFB9864D3DA}"/>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9" name="AutoShape 418">
                <a:extLst>
                  <a:ext uri="{FF2B5EF4-FFF2-40B4-BE49-F238E27FC236}">
                    <a16:creationId xmlns:a16="http://schemas.microsoft.com/office/drawing/2014/main" id="{DDE50A37-275E-55D1-DDE5-F167D0D1C3ED}"/>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70" name="Group 419">
            <a:extLst>
              <a:ext uri="{FF2B5EF4-FFF2-40B4-BE49-F238E27FC236}">
                <a16:creationId xmlns:a16="http://schemas.microsoft.com/office/drawing/2014/main" id="{3A6D5365-DC46-5CF5-3F0D-E77FEBE48456}"/>
              </a:ext>
            </a:extLst>
          </p:cNvPr>
          <p:cNvGrpSpPr>
            <a:grpSpLocks/>
          </p:cNvGrpSpPr>
          <p:nvPr/>
        </p:nvGrpSpPr>
        <p:grpSpPr bwMode="auto">
          <a:xfrm>
            <a:off x="1837441" y="2545103"/>
            <a:ext cx="169908" cy="352430"/>
            <a:chOff x="4186" y="1736"/>
            <a:chExt cx="229" cy="461"/>
          </a:xfrm>
        </p:grpSpPr>
        <p:pic>
          <p:nvPicPr>
            <p:cNvPr id="571" name="Picture 420" descr="icon-mobile-phone">
              <a:extLst>
                <a:ext uri="{FF2B5EF4-FFF2-40B4-BE49-F238E27FC236}">
                  <a16:creationId xmlns:a16="http://schemas.microsoft.com/office/drawing/2014/main" id="{243BEFF8-AAE1-403B-FB8A-46C2E49BD1B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2" name="Group 421">
              <a:extLst>
                <a:ext uri="{FF2B5EF4-FFF2-40B4-BE49-F238E27FC236}">
                  <a16:creationId xmlns:a16="http://schemas.microsoft.com/office/drawing/2014/main" id="{DFD3D50D-2E58-3064-6971-57FA1BA4A92A}"/>
                </a:ext>
              </a:extLst>
            </p:cNvPr>
            <p:cNvGrpSpPr>
              <a:grpSpLocks/>
            </p:cNvGrpSpPr>
            <p:nvPr/>
          </p:nvGrpSpPr>
          <p:grpSpPr bwMode="auto">
            <a:xfrm>
              <a:off x="4186" y="1736"/>
              <a:ext cx="198" cy="79"/>
              <a:chOff x="4513" y="1707"/>
              <a:chExt cx="198" cy="177"/>
            </a:xfrm>
          </p:grpSpPr>
          <p:sp>
            <p:nvSpPr>
              <p:cNvPr id="573" name="AutoShape 422">
                <a:extLst>
                  <a:ext uri="{FF2B5EF4-FFF2-40B4-BE49-F238E27FC236}">
                    <a16:creationId xmlns:a16="http://schemas.microsoft.com/office/drawing/2014/main" id="{1E5BEDAB-9E1B-7C8F-3330-10188AEF7CC7}"/>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4" name="AutoShape 423">
                <a:extLst>
                  <a:ext uri="{FF2B5EF4-FFF2-40B4-BE49-F238E27FC236}">
                    <a16:creationId xmlns:a16="http://schemas.microsoft.com/office/drawing/2014/main" id="{A2198914-22D0-4A2E-5679-EEBD0FEB7A4C}"/>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5" name="AutoShape 424">
                <a:extLst>
                  <a:ext uri="{FF2B5EF4-FFF2-40B4-BE49-F238E27FC236}">
                    <a16:creationId xmlns:a16="http://schemas.microsoft.com/office/drawing/2014/main" id="{DA3021F5-ECC8-8625-EFFB-74ECA984434B}"/>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576" name="Object 36">
            <a:hlinkClick r:id="" action="ppaction://ole?verb=0"/>
            <a:extLst>
              <a:ext uri="{FF2B5EF4-FFF2-40B4-BE49-F238E27FC236}">
                <a16:creationId xmlns:a16="http://schemas.microsoft.com/office/drawing/2014/main" id="{4ABC4C97-16B9-E088-B016-D8323671A498}"/>
              </a:ext>
            </a:extLst>
          </p:cNvPr>
          <p:cNvGraphicFramePr>
            <a:graphicFrameLocks/>
          </p:cNvGraphicFramePr>
          <p:nvPr/>
        </p:nvGraphicFramePr>
        <p:xfrm>
          <a:off x="1360645" y="2640246"/>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244" name="Object 36">
                        <a:hlinkClick r:id="" action="ppaction://ole?verb=0"/>
                        <a:extLst>
                          <a:ext uri="{FF2B5EF4-FFF2-40B4-BE49-F238E27FC236}">
                            <a16:creationId xmlns:a16="http://schemas.microsoft.com/office/drawing/2014/main" id="{7A71DC37-1B18-DA74-0EB4-5A045BFA6E84}"/>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2640246"/>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77" name="Line 452">
            <a:extLst>
              <a:ext uri="{FF2B5EF4-FFF2-40B4-BE49-F238E27FC236}">
                <a16:creationId xmlns:a16="http://schemas.microsoft.com/office/drawing/2014/main" id="{C7522EDD-BA32-4193-AB1D-5D7D3D87FD4F}"/>
              </a:ext>
            </a:extLst>
          </p:cNvPr>
          <p:cNvSpPr>
            <a:spLocks noChangeShapeType="1"/>
          </p:cNvSpPr>
          <p:nvPr/>
        </p:nvSpPr>
        <p:spPr bwMode="auto">
          <a:xfrm>
            <a:off x="2793669" y="1789322"/>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78" name="Line 453">
            <a:extLst>
              <a:ext uri="{FF2B5EF4-FFF2-40B4-BE49-F238E27FC236}">
                <a16:creationId xmlns:a16="http://schemas.microsoft.com/office/drawing/2014/main" id="{D8321A1D-4991-1ECD-9518-17646E22401C}"/>
              </a:ext>
            </a:extLst>
          </p:cNvPr>
          <p:cNvSpPr>
            <a:spLocks noChangeShapeType="1"/>
          </p:cNvSpPr>
          <p:nvPr/>
        </p:nvSpPr>
        <p:spPr bwMode="auto">
          <a:xfrm flipV="1">
            <a:off x="2675128" y="2336057"/>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79" name="Line 455">
            <a:extLst>
              <a:ext uri="{FF2B5EF4-FFF2-40B4-BE49-F238E27FC236}">
                <a16:creationId xmlns:a16="http://schemas.microsoft.com/office/drawing/2014/main" id="{69123CC8-E09E-63A6-3B2D-B3B7E06536C2}"/>
              </a:ext>
            </a:extLst>
          </p:cNvPr>
          <p:cNvSpPr>
            <a:spLocks noChangeShapeType="1"/>
          </p:cNvSpPr>
          <p:nvPr/>
        </p:nvSpPr>
        <p:spPr bwMode="auto">
          <a:xfrm>
            <a:off x="2256285" y="2215454"/>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80" name="Line 456">
            <a:extLst>
              <a:ext uri="{FF2B5EF4-FFF2-40B4-BE49-F238E27FC236}">
                <a16:creationId xmlns:a16="http://schemas.microsoft.com/office/drawing/2014/main" id="{BF88AFE8-4D68-96EF-6BF6-B5328A3644F3}"/>
              </a:ext>
            </a:extLst>
          </p:cNvPr>
          <p:cNvSpPr>
            <a:spLocks noChangeShapeType="1"/>
          </p:cNvSpPr>
          <p:nvPr/>
        </p:nvSpPr>
        <p:spPr bwMode="auto">
          <a:xfrm>
            <a:off x="2197014" y="1607077"/>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81" name="Line 457">
            <a:extLst>
              <a:ext uri="{FF2B5EF4-FFF2-40B4-BE49-F238E27FC236}">
                <a16:creationId xmlns:a16="http://schemas.microsoft.com/office/drawing/2014/main" id="{9BB56198-223A-BAD0-E51A-2564A5B184C1}"/>
              </a:ext>
            </a:extLst>
          </p:cNvPr>
          <p:cNvSpPr>
            <a:spLocks noChangeShapeType="1"/>
          </p:cNvSpPr>
          <p:nvPr/>
        </p:nvSpPr>
        <p:spPr bwMode="auto">
          <a:xfrm>
            <a:off x="1770268" y="1964868"/>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82" name="Line 458">
            <a:extLst>
              <a:ext uri="{FF2B5EF4-FFF2-40B4-BE49-F238E27FC236}">
                <a16:creationId xmlns:a16="http://schemas.microsoft.com/office/drawing/2014/main" id="{212AA72D-006B-7614-0465-14B8D659B230}"/>
              </a:ext>
            </a:extLst>
          </p:cNvPr>
          <p:cNvSpPr>
            <a:spLocks noChangeShapeType="1"/>
          </p:cNvSpPr>
          <p:nvPr/>
        </p:nvSpPr>
        <p:spPr bwMode="auto">
          <a:xfrm flipV="1">
            <a:off x="1778171" y="2291837"/>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83" name="Line 459">
            <a:extLst>
              <a:ext uri="{FF2B5EF4-FFF2-40B4-BE49-F238E27FC236}">
                <a16:creationId xmlns:a16="http://schemas.microsoft.com/office/drawing/2014/main" id="{E3574388-1FF6-9BEC-50F6-4356F83B20D7}"/>
              </a:ext>
            </a:extLst>
          </p:cNvPr>
          <p:cNvSpPr>
            <a:spLocks noChangeShapeType="1"/>
          </p:cNvSpPr>
          <p:nvPr/>
        </p:nvSpPr>
        <p:spPr bwMode="auto">
          <a:xfrm flipV="1">
            <a:off x="2219405" y="2362858"/>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84" name="Group 499">
            <a:extLst>
              <a:ext uri="{FF2B5EF4-FFF2-40B4-BE49-F238E27FC236}">
                <a16:creationId xmlns:a16="http://schemas.microsoft.com/office/drawing/2014/main" id="{57F538A9-A0C4-2EE7-927A-E418B9C0B94F}"/>
              </a:ext>
            </a:extLst>
          </p:cNvPr>
          <p:cNvGrpSpPr>
            <a:grpSpLocks/>
          </p:cNvGrpSpPr>
          <p:nvPr/>
        </p:nvGrpSpPr>
        <p:grpSpPr bwMode="auto">
          <a:xfrm>
            <a:off x="6020607" y="2855841"/>
            <a:ext cx="144883" cy="317589"/>
            <a:chOff x="4186" y="1736"/>
            <a:chExt cx="229" cy="461"/>
          </a:xfrm>
        </p:grpSpPr>
        <p:pic>
          <p:nvPicPr>
            <p:cNvPr id="585" name="Picture 500" descr="icon-mobile-phone">
              <a:extLst>
                <a:ext uri="{FF2B5EF4-FFF2-40B4-BE49-F238E27FC236}">
                  <a16:creationId xmlns:a16="http://schemas.microsoft.com/office/drawing/2014/main" id="{73CA83EE-91E7-8DA7-690F-AA03201A0A75}"/>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86" name="Group 501">
              <a:extLst>
                <a:ext uri="{FF2B5EF4-FFF2-40B4-BE49-F238E27FC236}">
                  <a16:creationId xmlns:a16="http://schemas.microsoft.com/office/drawing/2014/main" id="{B6976B4C-BEEE-6052-0AC6-0A3050A6FB4E}"/>
                </a:ext>
              </a:extLst>
            </p:cNvPr>
            <p:cNvGrpSpPr>
              <a:grpSpLocks/>
            </p:cNvGrpSpPr>
            <p:nvPr/>
          </p:nvGrpSpPr>
          <p:grpSpPr bwMode="auto">
            <a:xfrm>
              <a:off x="4186" y="1736"/>
              <a:ext cx="198" cy="79"/>
              <a:chOff x="4513" y="1707"/>
              <a:chExt cx="198" cy="177"/>
            </a:xfrm>
          </p:grpSpPr>
          <p:sp>
            <p:nvSpPr>
              <p:cNvPr id="587" name="AutoShape 502">
                <a:extLst>
                  <a:ext uri="{FF2B5EF4-FFF2-40B4-BE49-F238E27FC236}">
                    <a16:creationId xmlns:a16="http://schemas.microsoft.com/office/drawing/2014/main" id="{D9EB9457-4CE3-E98B-06F2-FFDFCE20EDE3}"/>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8" name="AutoShape 503">
                <a:extLst>
                  <a:ext uri="{FF2B5EF4-FFF2-40B4-BE49-F238E27FC236}">
                    <a16:creationId xmlns:a16="http://schemas.microsoft.com/office/drawing/2014/main" id="{6C2A8650-0EC1-094C-4BFA-F37DF8D8A8E0}"/>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9" name="AutoShape 504">
                <a:extLst>
                  <a:ext uri="{FF2B5EF4-FFF2-40B4-BE49-F238E27FC236}">
                    <a16:creationId xmlns:a16="http://schemas.microsoft.com/office/drawing/2014/main" id="{8744D98F-DD6C-A963-9751-C981A5470C1A}"/>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590" name="Text Box 509">
            <a:extLst>
              <a:ext uri="{FF2B5EF4-FFF2-40B4-BE49-F238E27FC236}">
                <a16:creationId xmlns:a16="http://schemas.microsoft.com/office/drawing/2014/main" id="{C9D55F0C-0907-6F6C-9B18-ABFBB335ECFE}"/>
              </a:ext>
            </a:extLst>
          </p:cNvPr>
          <p:cNvSpPr txBox="1">
            <a:spLocks noChangeArrowheads="1"/>
          </p:cNvSpPr>
          <p:nvPr/>
        </p:nvSpPr>
        <p:spPr bwMode="auto">
          <a:xfrm>
            <a:off x="3450910" y="2353150"/>
            <a:ext cx="487634" cy="295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a:t>
            </a:r>
          </a:p>
        </p:txBody>
      </p:sp>
      <p:sp>
        <p:nvSpPr>
          <p:cNvPr id="591" name="Text Box 511">
            <a:extLst>
              <a:ext uri="{FF2B5EF4-FFF2-40B4-BE49-F238E27FC236}">
                <a16:creationId xmlns:a16="http://schemas.microsoft.com/office/drawing/2014/main" id="{2E0FB0BC-EE47-1F8D-79C1-848562EA6672}"/>
              </a:ext>
            </a:extLst>
          </p:cNvPr>
          <p:cNvSpPr txBox="1">
            <a:spLocks noChangeArrowheads="1"/>
          </p:cNvSpPr>
          <p:nvPr/>
        </p:nvSpPr>
        <p:spPr bwMode="auto">
          <a:xfrm>
            <a:off x="2615773" y="1200776"/>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592" name="Group 512">
            <a:extLst>
              <a:ext uri="{FF2B5EF4-FFF2-40B4-BE49-F238E27FC236}">
                <a16:creationId xmlns:a16="http://schemas.microsoft.com/office/drawing/2014/main" id="{2139E88B-85AF-E737-5BF9-2226BDE3FE8A}"/>
              </a:ext>
            </a:extLst>
          </p:cNvPr>
          <p:cNvGrpSpPr>
            <a:grpSpLocks/>
          </p:cNvGrpSpPr>
          <p:nvPr/>
        </p:nvGrpSpPr>
        <p:grpSpPr bwMode="auto">
          <a:xfrm>
            <a:off x="5363365" y="2821000"/>
            <a:ext cx="238399" cy="364490"/>
            <a:chOff x="4608" y="700"/>
            <a:chExt cx="306" cy="553"/>
          </a:xfrm>
        </p:grpSpPr>
        <p:grpSp>
          <p:nvGrpSpPr>
            <p:cNvPr id="593" name="Group 513">
              <a:extLst>
                <a:ext uri="{FF2B5EF4-FFF2-40B4-BE49-F238E27FC236}">
                  <a16:creationId xmlns:a16="http://schemas.microsoft.com/office/drawing/2014/main" id="{0AC37E7D-054D-2B98-72E9-F4014722A07A}"/>
                </a:ext>
              </a:extLst>
            </p:cNvPr>
            <p:cNvGrpSpPr>
              <a:grpSpLocks/>
            </p:cNvGrpSpPr>
            <p:nvPr/>
          </p:nvGrpSpPr>
          <p:grpSpPr bwMode="auto">
            <a:xfrm>
              <a:off x="4694" y="784"/>
              <a:ext cx="134" cy="469"/>
              <a:chOff x="4740" y="784"/>
              <a:chExt cx="88" cy="692"/>
            </a:xfrm>
          </p:grpSpPr>
          <p:sp>
            <p:nvSpPr>
              <p:cNvPr id="601" name="Line 514">
                <a:extLst>
                  <a:ext uri="{FF2B5EF4-FFF2-40B4-BE49-F238E27FC236}">
                    <a16:creationId xmlns:a16="http://schemas.microsoft.com/office/drawing/2014/main" id="{C8C58432-CF5B-3A0B-A820-AD9A3E34475D}"/>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02" name="Group 515">
                <a:extLst>
                  <a:ext uri="{FF2B5EF4-FFF2-40B4-BE49-F238E27FC236}">
                    <a16:creationId xmlns:a16="http://schemas.microsoft.com/office/drawing/2014/main" id="{FF3A8A19-608C-8115-4577-06F9FD8465F5}"/>
                  </a:ext>
                </a:extLst>
              </p:cNvPr>
              <p:cNvGrpSpPr>
                <a:grpSpLocks/>
              </p:cNvGrpSpPr>
              <p:nvPr/>
            </p:nvGrpSpPr>
            <p:grpSpPr bwMode="auto">
              <a:xfrm>
                <a:off x="4740" y="784"/>
                <a:ext cx="88" cy="692"/>
                <a:chOff x="4740" y="784"/>
                <a:chExt cx="88" cy="692"/>
              </a:xfrm>
            </p:grpSpPr>
            <p:sp>
              <p:nvSpPr>
                <p:cNvPr id="603" name="Line 516">
                  <a:extLst>
                    <a:ext uri="{FF2B5EF4-FFF2-40B4-BE49-F238E27FC236}">
                      <a16:creationId xmlns:a16="http://schemas.microsoft.com/office/drawing/2014/main" id="{55449CCC-67E3-91A0-AC37-97E48BE6F653}"/>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4" name="Line 517">
                  <a:extLst>
                    <a:ext uri="{FF2B5EF4-FFF2-40B4-BE49-F238E27FC236}">
                      <a16:creationId xmlns:a16="http://schemas.microsoft.com/office/drawing/2014/main" id="{68FF2476-7419-D1B0-5B42-5A59CE562B7A}"/>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5" name="Line 518">
                  <a:extLst>
                    <a:ext uri="{FF2B5EF4-FFF2-40B4-BE49-F238E27FC236}">
                      <a16:creationId xmlns:a16="http://schemas.microsoft.com/office/drawing/2014/main" id="{AA93A3C3-8869-6551-A44C-B2DFB419DE41}"/>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6" name="Line 519">
                  <a:extLst>
                    <a:ext uri="{FF2B5EF4-FFF2-40B4-BE49-F238E27FC236}">
                      <a16:creationId xmlns:a16="http://schemas.microsoft.com/office/drawing/2014/main" id="{12F49BC1-ABBA-C8D8-FA80-436A25AB0330}"/>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7" name="Line 520">
                  <a:extLst>
                    <a:ext uri="{FF2B5EF4-FFF2-40B4-BE49-F238E27FC236}">
                      <a16:creationId xmlns:a16="http://schemas.microsoft.com/office/drawing/2014/main" id="{9D6E6BA3-E227-AC5E-A880-58995052FE66}"/>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8" name="Line 521">
                  <a:extLst>
                    <a:ext uri="{FF2B5EF4-FFF2-40B4-BE49-F238E27FC236}">
                      <a16:creationId xmlns:a16="http://schemas.microsoft.com/office/drawing/2014/main" id="{F3547A83-3983-F478-D8DB-3567A5E4D60A}"/>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9" name="Line 522">
                  <a:extLst>
                    <a:ext uri="{FF2B5EF4-FFF2-40B4-BE49-F238E27FC236}">
                      <a16:creationId xmlns:a16="http://schemas.microsoft.com/office/drawing/2014/main" id="{699A6524-6ABB-45CC-6E8F-5BAEFE4FC5CC}"/>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0" name="Line 523">
                  <a:extLst>
                    <a:ext uri="{FF2B5EF4-FFF2-40B4-BE49-F238E27FC236}">
                      <a16:creationId xmlns:a16="http://schemas.microsoft.com/office/drawing/2014/main" id="{968B3956-B933-BFA1-3C1A-87AE8F8655B8}"/>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1" name="Line 524">
                  <a:extLst>
                    <a:ext uri="{FF2B5EF4-FFF2-40B4-BE49-F238E27FC236}">
                      <a16:creationId xmlns:a16="http://schemas.microsoft.com/office/drawing/2014/main" id="{D9A02D3F-922C-6EDC-E3D0-495B05F86F7C}"/>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2" name="Line 525">
                  <a:extLst>
                    <a:ext uri="{FF2B5EF4-FFF2-40B4-BE49-F238E27FC236}">
                      <a16:creationId xmlns:a16="http://schemas.microsoft.com/office/drawing/2014/main" id="{13B50A5E-FB66-C79B-346D-24C5FA95E1C4}"/>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3" name="Line 526">
                  <a:extLst>
                    <a:ext uri="{FF2B5EF4-FFF2-40B4-BE49-F238E27FC236}">
                      <a16:creationId xmlns:a16="http://schemas.microsoft.com/office/drawing/2014/main" id="{32808440-FA55-FC47-EE87-92EC96E65D6A}"/>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4" name="Line 527">
                  <a:extLst>
                    <a:ext uri="{FF2B5EF4-FFF2-40B4-BE49-F238E27FC236}">
                      <a16:creationId xmlns:a16="http://schemas.microsoft.com/office/drawing/2014/main" id="{149914AD-D57D-FA30-432D-2C51720F0E3F}"/>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5" name="Line 528">
                  <a:extLst>
                    <a:ext uri="{FF2B5EF4-FFF2-40B4-BE49-F238E27FC236}">
                      <a16:creationId xmlns:a16="http://schemas.microsoft.com/office/drawing/2014/main" id="{63000871-67F8-7F31-B0B9-D6DAF9166388}"/>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6" name="Oval 529">
                  <a:extLst>
                    <a:ext uri="{FF2B5EF4-FFF2-40B4-BE49-F238E27FC236}">
                      <a16:creationId xmlns:a16="http://schemas.microsoft.com/office/drawing/2014/main" id="{7292B682-DEB4-E944-2B95-3ED1A74B31B9}"/>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94" name="Group 530">
              <a:extLst>
                <a:ext uri="{FF2B5EF4-FFF2-40B4-BE49-F238E27FC236}">
                  <a16:creationId xmlns:a16="http://schemas.microsoft.com/office/drawing/2014/main" id="{E563A3A6-2C86-33C2-4F74-EF008C1F5730}"/>
                </a:ext>
              </a:extLst>
            </p:cNvPr>
            <p:cNvGrpSpPr>
              <a:grpSpLocks/>
            </p:cNvGrpSpPr>
            <p:nvPr/>
          </p:nvGrpSpPr>
          <p:grpSpPr bwMode="auto">
            <a:xfrm>
              <a:off x="4608" y="700"/>
              <a:ext cx="306" cy="90"/>
              <a:chOff x="748" y="2251"/>
              <a:chExt cx="306" cy="90"/>
            </a:xfrm>
          </p:grpSpPr>
          <p:sp>
            <p:nvSpPr>
              <p:cNvPr id="595" name="AutoShape 531">
                <a:extLst>
                  <a:ext uri="{FF2B5EF4-FFF2-40B4-BE49-F238E27FC236}">
                    <a16:creationId xmlns:a16="http://schemas.microsoft.com/office/drawing/2014/main" id="{D8910C01-9BC4-781D-A7E5-BC68C7A78340}"/>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6" name="AutoShape 532">
                <a:extLst>
                  <a:ext uri="{FF2B5EF4-FFF2-40B4-BE49-F238E27FC236}">
                    <a16:creationId xmlns:a16="http://schemas.microsoft.com/office/drawing/2014/main" id="{FC07DB00-19B3-806A-837A-AA9E31FC474A}"/>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7" name="AutoShape 533">
                <a:extLst>
                  <a:ext uri="{FF2B5EF4-FFF2-40B4-BE49-F238E27FC236}">
                    <a16:creationId xmlns:a16="http://schemas.microsoft.com/office/drawing/2014/main" id="{33625A6C-6930-830F-CA79-E76D6DA883BC}"/>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8" name="AutoShape 534">
                <a:extLst>
                  <a:ext uri="{FF2B5EF4-FFF2-40B4-BE49-F238E27FC236}">
                    <a16:creationId xmlns:a16="http://schemas.microsoft.com/office/drawing/2014/main" id="{21D8C5CE-C2B1-8010-E9BC-56B3942B36BA}"/>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9" name="AutoShape 535">
                <a:extLst>
                  <a:ext uri="{FF2B5EF4-FFF2-40B4-BE49-F238E27FC236}">
                    <a16:creationId xmlns:a16="http://schemas.microsoft.com/office/drawing/2014/main" id="{0D582170-FBBC-001B-8260-0DF9272EBF26}"/>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0" name="AutoShape 536">
                <a:extLst>
                  <a:ext uri="{FF2B5EF4-FFF2-40B4-BE49-F238E27FC236}">
                    <a16:creationId xmlns:a16="http://schemas.microsoft.com/office/drawing/2014/main" id="{7041CA63-7B4D-ADCE-0D3B-D184883F477A}"/>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617" name="Text Box 537">
            <a:extLst>
              <a:ext uri="{FF2B5EF4-FFF2-40B4-BE49-F238E27FC236}">
                <a16:creationId xmlns:a16="http://schemas.microsoft.com/office/drawing/2014/main" id="{0B260188-447C-17EC-9FB2-3883F1BF9FBD}"/>
              </a:ext>
            </a:extLst>
          </p:cNvPr>
          <p:cNvSpPr txBox="1">
            <a:spLocks noChangeArrowheads="1"/>
          </p:cNvSpPr>
          <p:nvPr/>
        </p:nvSpPr>
        <p:spPr bwMode="auto">
          <a:xfrm>
            <a:off x="5542492" y="2892022"/>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618" name="Text Box 538">
            <a:extLst>
              <a:ext uri="{FF2B5EF4-FFF2-40B4-BE49-F238E27FC236}">
                <a16:creationId xmlns:a16="http://schemas.microsoft.com/office/drawing/2014/main" id="{B4464B3F-3382-1189-B035-9BFC14AC7FF5}"/>
              </a:ext>
            </a:extLst>
          </p:cNvPr>
          <p:cNvSpPr txBox="1">
            <a:spLocks noChangeArrowheads="1"/>
          </p:cNvSpPr>
          <p:nvPr/>
        </p:nvSpPr>
        <p:spPr bwMode="auto">
          <a:xfrm>
            <a:off x="6378862" y="2846462"/>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619" name="Rectangle 539">
            <a:extLst>
              <a:ext uri="{FF2B5EF4-FFF2-40B4-BE49-F238E27FC236}">
                <a16:creationId xmlns:a16="http://schemas.microsoft.com/office/drawing/2014/main" id="{3028C750-2D1B-EBDF-3954-B998A5ACD5F4}"/>
              </a:ext>
            </a:extLst>
          </p:cNvPr>
          <p:cNvSpPr>
            <a:spLocks noChangeArrowheads="1"/>
          </p:cNvSpPr>
          <p:nvPr/>
        </p:nvSpPr>
        <p:spPr bwMode="auto">
          <a:xfrm>
            <a:off x="4407137" y="2760698"/>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0" name="Line 540">
            <a:extLst>
              <a:ext uri="{FF2B5EF4-FFF2-40B4-BE49-F238E27FC236}">
                <a16:creationId xmlns:a16="http://schemas.microsoft.com/office/drawing/2014/main" id="{ABDE0E0F-B055-AD72-76BC-2F7A9A169850}"/>
              </a:ext>
            </a:extLst>
          </p:cNvPr>
          <p:cNvSpPr>
            <a:spLocks noChangeShapeType="1"/>
          </p:cNvSpPr>
          <p:nvPr/>
        </p:nvSpPr>
        <p:spPr bwMode="auto">
          <a:xfrm>
            <a:off x="5304095"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1" name="Line 549">
            <a:extLst>
              <a:ext uri="{FF2B5EF4-FFF2-40B4-BE49-F238E27FC236}">
                <a16:creationId xmlns:a16="http://schemas.microsoft.com/office/drawing/2014/main" id="{216ACB09-D283-F1FD-02EF-DC880D2BB577}"/>
              </a:ext>
            </a:extLst>
          </p:cNvPr>
          <p:cNvSpPr>
            <a:spLocks noChangeShapeType="1"/>
          </p:cNvSpPr>
          <p:nvPr/>
        </p:nvSpPr>
        <p:spPr bwMode="auto">
          <a:xfrm>
            <a:off x="6020607"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2" name="AutoShape 550">
            <a:extLst>
              <a:ext uri="{FF2B5EF4-FFF2-40B4-BE49-F238E27FC236}">
                <a16:creationId xmlns:a16="http://schemas.microsoft.com/office/drawing/2014/main" id="{0A6C9974-DA45-284F-E0B9-8A3F0EA973FB}"/>
              </a:ext>
            </a:extLst>
          </p:cNvPr>
          <p:cNvSpPr>
            <a:spLocks noChangeArrowheads="1"/>
          </p:cNvSpPr>
          <p:nvPr/>
        </p:nvSpPr>
        <p:spPr bwMode="auto">
          <a:xfrm>
            <a:off x="4467725" y="2847800"/>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3" name="Text Box 551">
            <a:extLst>
              <a:ext uri="{FF2B5EF4-FFF2-40B4-BE49-F238E27FC236}">
                <a16:creationId xmlns:a16="http://schemas.microsoft.com/office/drawing/2014/main" id="{6CD172D3-567B-C5D4-C1DB-5CCFFC349E73}"/>
              </a:ext>
            </a:extLst>
          </p:cNvPr>
          <p:cNvSpPr txBox="1">
            <a:spLocks noChangeArrowheads="1"/>
          </p:cNvSpPr>
          <p:nvPr/>
        </p:nvSpPr>
        <p:spPr bwMode="auto">
          <a:xfrm>
            <a:off x="4825981" y="2763378"/>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pSp>
        <p:nvGrpSpPr>
          <p:cNvPr id="624" name="Group 428">
            <a:extLst>
              <a:ext uri="{FF2B5EF4-FFF2-40B4-BE49-F238E27FC236}">
                <a16:creationId xmlns:a16="http://schemas.microsoft.com/office/drawing/2014/main" id="{BB990055-17E4-57E2-D274-A86884100AFD}"/>
              </a:ext>
            </a:extLst>
          </p:cNvPr>
          <p:cNvGrpSpPr>
            <a:grpSpLocks/>
          </p:cNvGrpSpPr>
          <p:nvPr/>
        </p:nvGrpSpPr>
        <p:grpSpPr bwMode="auto">
          <a:xfrm>
            <a:off x="7287855" y="1866294"/>
            <a:ext cx="1238925" cy="753730"/>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625" name="Oval 429">
              <a:extLst>
                <a:ext uri="{FF2B5EF4-FFF2-40B4-BE49-F238E27FC236}">
                  <a16:creationId xmlns:a16="http://schemas.microsoft.com/office/drawing/2014/main" id="{4B27BCE4-46D1-7ED2-5D85-524C9174550D}"/>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6" name="Oval 430">
              <a:extLst>
                <a:ext uri="{FF2B5EF4-FFF2-40B4-BE49-F238E27FC236}">
                  <a16:creationId xmlns:a16="http://schemas.microsoft.com/office/drawing/2014/main" id="{45AC99F9-602F-D56F-D3BA-4D8739CF6125}"/>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7" name="Oval 431">
              <a:extLst>
                <a:ext uri="{FF2B5EF4-FFF2-40B4-BE49-F238E27FC236}">
                  <a16:creationId xmlns:a16="http://schemas.microsoft.com/office/drawing/2014/main" id="{42303B52-E435-8DE4-19B6-E29B955BDBCD}"/>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8" name="Oval 432">
              <a:extLst>
                <a:ext uri="{FF2B5EF4-FFF2-40B4-BE49-F238E27FC236}">
                  <a16:creationId xmlns:a16="http://schemas.microsoft.com/office/drawing/2014/main" id="{80CDF401-CADE-79EB-1563-03E31B480FE1}"/>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9" name="Oval 433">
              <a:extLst>
                <a:ext uri="{FF2B5EF4-FFF2-40B4-BE49-F238E27FC236}">
                  <a16:creationId xmlns:a16="http://schemas.microsoft.com/office/drawing/2014/main" id="{D5E9E3D1-D3E0-6293-F1CB-4CD395E4433C}"/>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0" name="Oval 434">
              <a:extLst>
                <a:ext uri="{FF2B5EF4-FFF2-40B4-BE49-F238E27FC236}">
                  <a16:creationId xmlns:a16="http://schemas.microsoft.com/office/drawing/2014/main" id="{C9A320A1-4156-7C7D-EBD3-178274BE2AD3}"/>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1" name="Oval 435">
              <a:extLst>
                <a:ext uri="{FF2B5EF4-FFF2-40B4-BE49-F238E27FC236}">
                  <a16:creationId xmlns:a16="http://schemas.microsoft.com/office/drawing/2014/main" id="{86034245-6D65-D792-0A34-85478A8B8DF1}"/>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2" name="Oval 436">
              <a:extLst>
                <a:ext uri="{FF2B5EF4-FFF2-40B4-BE49-F238E27FC236}">
                  <a16:creationId xmlns:a16="http://schemas.microsoft.com/office/drawing/2014/main" id="{061E2BB0-B2A7-560B-64F8-79D15AAAA333}"/>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3" name="Oval 437">
              <a:extLst>
                <a:ext uri="{FF2B5EF4-FFF2-40B4-BE49-F238E27FC236}">
                  <a16:creationId xmlns:a16="http://schemas.microsoft.com/office/drawing/2014/main" id="{880155E5-DCDB-FACE-7B51-9AF9D482154E}"/>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634" name="Group 438">
              <a:extLst>
                <a:ext uri="{FF2B5EF4-FFF2-40B4-BE49-F238E27FC236}">
                  <a16:creationId xmlns:a16="http://schemas.microsoft.com/office/drawing/2014/main" id="{F83037E1-5F9C-7575-C905-481D73BCA08B}"/>
                </a:ext>
              </a:extLst>
            </p:cNvPr>
            <p:cNvGrpSpPr>
              <a:grpSpLocks/>
            </p:cNvGrpSpPr>
            <p:nvPr/>
          </p:nvGrpSpPr>
          <p:grpSpPr bwMode="auto">
            <a:xfrm>
              <a:off x="912" y="768"/>
              <a:ext cx="2386" cy="1553"/>
              <a:chOff x="912" y="768"/>
              <a:chExt cx="2386" cy="1553"/>
            </a:xfrm>
            <a:grpFill/>
          </p:grpSpPr>
          <p:sp>
            <p:nvSpPr>
              <p:cNvPr id="635" name="Oval 439">
                <a:extLst>
                  <a:ext uri="{FF2B5EF4-FFF2-40B4-BE49-F238E27FC236}">
                    <a16:creationId xmlns:a16="http://schemas.microsoft.com/office/drawing/2014/main" id="{4706EF64-933F-0EAD-694B-3D14D0F21BBE}"/>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6" name="Oval 440">
                <a:extLst>
                  <a:ext uri="{FF2B5EF4-FFF2-40B4-BE49-F238E27FC236}">
                    <a16:creationId xmlns:a16="http://schemas.microsoft.com/office/drawing/2014/main" id="{B6290252-F56A-C07B-D663-774B33F41DBE}"/>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7" name="Oval 441">
                <a:extLst>
                  <a:ext uri="{FF2B5EF4-FFF2-40B4-BE49-F238E27FC236}">
                    <a16:creationId xmlns:a16="http://schemas.microsoft.com/office/drawing/2014/main" id="{93AE2324-0AFF-EAB2-0E7A-B9204603F13D}"/>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8" name="Oval 442">
                <a:extLst>
                  <a:ext uri="{FF2B5EF4-FFF2-40B4-BE49-F238E27FC236}">
                    <a16:creationId xmlns:a16="http://schemas.microsoft.com/office/drawing/2014/main" id="{D5A7B8A5-AF2B-71D5-2E44-1B6EBB7A0D53}"/>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9" name="Oval 443">
                <a:extLst>
                  <a:ext uri="{FF2B5EF4-FFF2-40B4-BE49-F238E27FC236}">
                    <a16:creationId xmlns:a16="http://schemas.microsoft.com/office/drawing/2014/main" id="{74386A0F-95F1-662C-EA8F-392FF885D279}"/>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0" name="Oval 444">
                <a:extLst>
                  <a:ext uri="{FF2B5EF4-FFF2-40B4-BE49-F238E27FC236}">
                    <a16:creationId xmlns:a16="http://schemas.microsoft.com/office/drawing/2014/main" id="{0EF42B6B-5136-7694-556F-1ED3F67B8F48}"/>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1" name="Oval 445">
                <a:extLst>
                  <a:ext uri="{FF2B5EF4-FFF2-40B4-BE49-F238E27FC236}">
                    <a16:creationId xmlns:a16="http://schemas.microsoft.com/office/drawing/2014/main" id="{993C464A-3A65-6302-CEAC-743AE4A03524}"/>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2" name="Oval 446">
                <a:extLst>
                  <a:ext uri="{FF2B5EF4-FFF2-40B4-BE49-F238E27FC236}">
                    <a16:creationId xmlns:a16="http://schemas.microsoft.com/office/drawing/2014/main" id="{D732BB5F-02C4-F830-3D3C-270F6288CDEA}"/>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3" name="Oval 447">
                <a:extLst>
                  <a:ext uri="{FF2B5EF4-FFF2-40B4-BE49-F238E27FC236}">
                    <a16:creationId xmlns:a16="http://schemas.microsoft.com/office/drawing/2014/main" id="{E5DD4EA6-F9A1-C058-D9FD-B03686A0755A}"/>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644" name="Text Box 468">
            <a:extLst>
              <a:ext uri="{FF2B5EF4-FFF2-40B4-BE49-F238E27FC236}">
                <a16:creationId xmlns:a16="http://schemas.microsoft.com/office/drawing/2014/main" id="{10960E81-BA64-938C-ACD0-FF1D542A5467}"/>
              </a:ext>
            </a:extLst>
          </p:cNvPr>
          <p:cNvSpPr txBox="1">
            <a:spLocks noChangeArrowheads="1"/>
          </p:cNvSpPr>
          <p:nvPr/>
        </p:nvSpPr>
        <p:spPr bwMode="auto">
          <a:xfrm>
            <a:off x="7493332" y="2110931"/>
            <a:ext cx="954107"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公用电话网</a:t>
            </a:r>
          </a:p>
        </p:txBody>
      </p:sp>
      <p:sp>
        <p:nvSpPr>
          <p:cNvPr id="645" name="AutoShape 451">
            <a:extLst>
              <a:ext uri="{FF2B5EF4-FFF2-40B4-BE49-F238E27FC236}">
                <a16:creationId xmlns:a16="http://schemas.microsoft.com/office/drawing/2014/main" id="{EBA7E7A5-5094-8C19-B81A-FBF0A8860B08}"/>
              </a:ext>
            </a:extLst>
          </p:cNvPr>
          <p:cNvSpPr>
            <a:spLocks noChangeArrowheads="1"/>
          </p:cNvSpPr>
          <p:nvPr/>
        </p:nvSpPr>
        <p:spPr bwMode="auto">
          <a:xfrm>
            <a:off x="4706123" y="2180613"/>
            <a:ext cx="478113"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6" name="AutoShape 449">
            <a:extLst>
              <a:ext uri="{FF2B5EF4-FFF2-40B4-BE49-F238E27FC236}">
                <a16:creationId xmlns:a16="http://schemas.microsoft.com/office/drawing/2014/main" id="{56E51975-14DA-7026-98F4-51A1D57BE0E9}"/>
              </a:ext>
            </a:extLst>
          </p:cNvPr>
          <p:cNvSpPr>
            <a:spLocks noChangeArrowheads="1"/>
          </p:cNvSpPr>
          <p:nvPr/>
        </p:nvSpPr>
        <p:spPr bwMode="auto">
          <a:xfrm>
            <a:off x="3450910" y="2153812"/>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7" name="Text Box 542">
            <a:extLst>
              <a:ext uri="{FF2B5EF4-FFF2-40B4-BE49-F238E27FC236}">
                <a16:creationId xmlns:a16="http://schemas.microsoft.com/office/drawing/2014/main" id="{E674E1B1-99E8-BC57-71B8-5E9D0520BB40}"/>
              </a:ext>
            </a:extLst>
          </p:cNvPr>
          <p:cNvSpPr txBox="1">
            <a:spLocks noChangeArrowheads="1"/>
          </p:cNvSpPr>
          <p:nvPr/>
        </p:nvSpPr>
        <p:spPr bwMode="auto">
          <a:xfrm>
            <a:off x="3365484" y="1512415"/>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sp>
        <p:nvSpPr>
          <p:cNvPr id="648" name="AutoShape 450">
            <a:extLst>
              <a:ext uri="{FF2B5EF4-FFF2-40B4-BE49-F238E27FC236}">
                <a16:creationId xmlns:a16="http://schemas.microsoft.com/office/drawing/2014/main" id="{D1A17CD1-CF20-4270-35D8-0E90C2940CA0}"/>
              </a:ext>
            </a:extLst>
          </p:cNvPr>
          <p:cNvSpPr>
            <a:spLocks noChangeArrowheads="1"/>
          </p:cNvSpPr>
          <p:nvPr/>
        </p:nvSpPr>
        <p:spPr bwMode="auto">
          <a:xfrm>
            <a:off x="5884943" y="2175253"/>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649" name="直接连接符 648">
            <a:extLst>
              <a:ext uri="{FF2B5EF4-FFF2-40B4-BE49-F238E27FC236}">
                <a16:creationId xmlns:a16="http://schemas.microsoft.com/office/drawing/2014/main" id="{CFCE720B-9579-AD24-83F8-E8A03B54BC63}"/>
              </a:ext>
            </a:extLst>
          </p:cNvPr>
          <p:cNvCxnSpPr/>
          <p:nvPr/>
        </p:nvCxnSpPr>
        <p:spPr>
          <a:xfrm>
            <a:off x="3921121" y="2314617"/>
            <a:ext cx="798173" cy="1340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0" name="直接连接符 649">
            <a:extLst>
              <a:ext uri="{FF2B5EF4-FFF2-40B4-BE49-F238E27FC236}">
                <a16:creationId xmlns:a16="http://schemas.microsoft.com/office/drawing/2014/main" id="{25988A1F-2599-A4FC-E594-54F179E62F88}"/>
              </a:ext>
            </a:extLst>
          </p:cNvPr>
          <p:cNvCxnSpPr/>
          <p:nvPr/>
        </p:nvCxnSpPr>
        <p:spPr>
          <a:xfrm flipV="1">
            <a:off x="4363673" y="2392339"/>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1" name="直接连接符 650">
            <a:extLst>
              <a:ext uri="{FF2B5EF4-FFF2-40B4-BE49-F238E27FC236}">
                <a16:creationId xmlns:a16="http://schemas.microsoft.com/office/drawing/2014/main" id="{9ADD37DD-908F-E62B-2B36-2771F5E66811}"/>
              </a:ext>
            </a:extLst>
          </p:cNvPr>
          <p:cNvCxnSpPr/>
          <p:nvPr/>
        </p:nvCxnSpPr>
        <p:spPr>
          <a:xfrm>
            <a:off x="4338647" y="2144433"/>
            <a:ext cx="358256" cy="14070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2" name="直接连接符 651">
            <a:extLst>
              <a:ext uri="{FF2B5EF4-FFF2-40B4-BE49-F238E27FC236}">
                <a16:creationId xmlns:a16="http://schemas.microsoft.com/office/drawing/2014/main" id="{EAFB72CD-3F24-1A39-AD76-45B2B4F0C5AB}"/>
              </a:ext>
            </a:extLst>
          </p:cNvPr>
          <p:cNvCxnSpPr/>
          <p:nvPr/>
        </p:nvCxnSpPr>
        <p:spPr>
          <a:xfrm flipV="1">
            <a:off x="5182920" y="2328017"/>
            <a:ext cx="704657" cy="134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3" name="直接连接符 652">
            <a:extLst>
              <a:ext uri="{FF2B5EF4-FFF2-40B4-BE49-F238E27FC236}">
                <a16:creationId xmlns:a16="http://schemas.microsoft.com/office/drawing/2014/main" id="{4956203A-688D-84CE-9E35-2BBB16BE9928}"/>
              </a:ext>
            </a:extLst>
          </p:cNvPr>
          <p:cNvCxnSpPr/>
          <p:nvPr/>
        </p:nvCxnSpPr>
        <p:spPr>
          <a:xfrm>
            <a:off x="5480588" y="2110931"/>
            <a:ext cx="406989" cy="16348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4" name="直接连接符 653">
            <a:extLst>
              <a:ext uri="{FF2B5EF4-FFF2-40B4-BE49-F238E27FC236}">
                <a16:creationId xmlns:a16="http://schemas.microsoft.com/office/drawing/2014/main" id="{7E587766-474D-26ED-CE63-EF71C064479D}"/>
              </a:ext>
            </a:extLst>
          </p:cNvPr>
          <p:cNvCxnSpPr/>
          <p:nvPr/>
        </p:nvCxnSpPr>
        <p:spPr>
          <a:xfrm flipV="1">
            <a:off x="5546444" y="2362858"/>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655" name="Object 36">
            <a:hlinkClick r:id="" action="ppaction://ole?verb=0"/>
            <a:extLst>
              <a:ext uri="{FF2B5EF4-FFF2-40B4-BE49-F238E27FC236}">
                <a16:creationId xmlns:a16="http://schemas.microsoft.com/office/drawing/2014/main" id="{4D65D285-D79A-8C55-0FF8-17A2CC07907A}"/>
              </a:ext>
            </a:extLst>
          </p:cNvPr>
          <p:cNvGraphicFramePr>
            <a:graphicFrameLocks/>
          </p:cNvGraphicFramePr>
          <p:nvPr/>
        </p:nvGraphicFramePr>
        <p:xfrm>
          <a:off x="6166806" y="302066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327" name="Object 36">
                        <a:hlinkClick r:id="" action="ppaction://ole?verb=0"/>
                        <a:extLst>
                          <a:ext uri="{FF2B5EF4-FFF2-40B4-BE49-F238E27FC236}">
                            <a16:creationId xmlns:a16="http://schemas.microsoft.com/office/drawing/2014/main" id="{7F3001E0-F438-B6D2-C7AE-0B854D23AECB}"/>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66806" y="302066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56" name="组合 655">
            <a:extLst>
              <a:ext uri="{FF2B5EF4-FFF2-40B4-BE49-F238E27FC236}">
                <a16:creationId xmlns:a16="http://schemas.microsoft.com/office/drawing/2014/main" id="{684D9443-645B-83D7-587F-03F90D368337}"/>
              </a:ext>
            </a:extLst>
          </p:cNvPr>
          <p:cNvGrpSpPr/>
          <p:nvPr/>
        </p:nvGrpSpPr>
        <p:grpSpPr>
          <a:xfrm>
            <a:off x="921506" y="1085804"/>
            <a:ext cx="902811" cy="765185"/>
            <a:chOff x="921506" y="1085804"/>
            <a:chExt cx="902811" cy="765185"/>
          </a:xfrm>
        </p:grpSpPr>
        <p:cxnSp>
          <p:nvCxnSpPr>
            <p:cNvPr id="657" name="直接连接符 656">
              <a:extLst>
                <a:ext uri="{FF2B5EF4-FFF2-40B4-BE49-F238E27FC236}">
                  <a16:creationId xmlns:a16="http://schemas.microsoft.com/office/drawing/2014/main" id="{8C3E5321-6A36-239F-3EBC-37679FF301AE}"/>
                </a:ext>
              </a:extLst>
            </p:cNvPr>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658" name="Text Box 541">
              <a:extLst>
                <a:ext uri="{FF2B5EF4-FFF2-40B4-BE49-F238E27FC236}">
                  <a16:creationId xmlns:a16="http://schemas.microsoft.com/office/drawing/2014/main" id="{39F2E942-E7BD-1A4C-6698-DC6F5BDEE86E}"/>
                </a:ext>
              </a:extLst>
            </p:cNvPr>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659" name="直接箭头连接符 658">
              <a:extLst>
                <a:ext uri="{FF2B5EF4-FFF2-40B4-BE49-F238E27FC236}">
                  <a16:creationId xmlns:a16="http://schemas.microsoft.com/office/drawing/2014/main" id="{4D0772EB-DE72-466F-9D67-6390292DA15E}"/>
                </a:ext>
              </a:extLst>
            </p:cNvPr>
            <p:cNvCxnSpPr>
              <a:stCxn id="658"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660" name="Text Box 541">
            <a:extLst>
              <a:ext uri="{FF2B5EF4-FFF2-40B4-BE49-F238E27FC236}">
                <a16:creationId xmlns:a16="http://schemas.microsoft.com/office/drawing/2014/main" id="{D59F2F9F-2921-770B-8482-54A24C713CC7}"/>
              </a:ext>
            </a:extLst>
          </p:cNvPr>
          <p:cNvSpPr txBox="1">
            <a:spLocks noChangeArrowheads="1"/>
          </p:cNvSpPr>
          <p:nvPr/>
        </p:nvSpPr>
        <p:spPr bwMode="auto">
          <a:xfrm>
            <a:off x="4584781" y="1526872"/>
            <a:ext cx="1980030"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r>
              <a:rPr kumimoji="1" lang="zh-CN" altLang="en-US" sz="1400" b="1" dirty="0">
                <a:latin typeface="微软雅黑" panose="020B0503020204020204" pitchFamily="34" charset="-122"/>
                <a:ea typeface="微软雅黑" panose="020B0503020204020204" pitchFamily="34" charset="-122"/>
              </a:rPr>
              <a:t>（网络子系统）</a:t>
            </a:r>
          </a:p>
        </p:txBody>
      </p:sp>
      <p:sp>
        <p:nvSpPr>
          <p:cNvPr id="661" name="圆角矩形 331">
            <a:extLst>
              <a:ext uri="{FF2B5EF4-FFF2-40B4-BE49-F238E27FC236}">
                <a16:creationId xmlns:a16="http://schemas.microsoft.com/office/drawing/2014/main" id="{208C8337-3358-C5FC-7128-2E064A37E7E6}"/>
              </a:ext>
            </a:extLst>
          </p:cNvPr>
          <p:cNvSpPr/>
          <p:nvPr/>
        </p:nvSpPr>
        <p:spPr>
          <a:xfrm>
            <a:off x="4287280" y="1850988"/>
            <a:ext cx="2390568" cy="814719"/>
          </a:xfrm>
          <a:prstGeom prst="roundRect">
            <a:avLst>
              <a:gd name="adj" fmla="val 3205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662" name="组合 661">
            <a:extLst>
              <a:ext uri="{FF2B5EF4-FFF2-40B4-BE49-F238E27FC236}">
                <a16:creationId xmlns:a16="http://schemas.microsoft.com/office/drawing/2014/main" id="{BDD9D21E-86AE-1252-7E8A-87D7BE39771B}"/>
              </a:ext>
            </a:extLst>
          </p:cNvPr>
          <p:cNvGrpSpPr/>
          <p:nvPr/>
        </p:nvGrpSpPr>
        <p:grpSpPr>
          <a:xfrm>
            <a:off x="1461734" y="1626553"/>
            <a:ext cx="1374912" cy="1381165"/>
            <a:chOff x="1461734" y="1626553"/>
            <a:chExt cx="1374912" cy="1381165"/>
          </a:xfrm>
        </p:grpSpPr>
        <p:sp>
          <p:nvSpPr>
            <p:cNvPr id="663" name="Text Box 509">
              <a:extLst>
                <a:ext uri="{FF2B5EF4-FFF2-40B4-BE49-F238E27FC236}">
                  <a16:creationId xmlns:a16="http://schemas.microsoft.com/office/drawing/2014/main" id="{0FB773E2-B219-FD91-4E29-F79B80CE4F29}"/>
                </a:ext>
              </a:extLst>
            </p:cNvPr>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4" name="Text Box 509">
              <a:extLst>
                <a:ext uri="{FF2B5EF4-FFF2-40B4-BE49-F238E27FC236}">
                  <a16:creationId xmlns:a16="http://schemas.microsoft.com/office/drawing/2014/main" id="{5C4B8702-A092-0BDA-F596-03DDDEFFE94D}"/>
                </a:ext>
              </a:extLst>
            </p:cNvPr>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5" name="Text Box 509">
              <a:extLst>
                <a:ext uri="{FF2B5EF4-FFF2-40B4-BE49-F238E27FC236}">
                  <a16:creationId xmlns:a16="http://schemas.microsoft.com/office/drawing/2014/main" id="{4E18EC56-4D23-A6CD-C4FC-4BAC7EEED9BD}"/>
                </a:ext>
              </a:extLst>
            </p:cNvPr>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6" name="Text Box 509">
              <a:extLst>
                <a:ext uri="{FF2B5EF4-FFF2-40B4-BE49-F238E27FC236}">
                  <a16:creationId xmlns:a16="http://schemas.microsoft.com/office/drawing/2014/main" id="{F66F1212-D0FD-EA5E-8EEF-84E188D2167F}"/>
                </a:ext>
              </a:extLst>
            </p:cNvPr>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7" name="Text Box 509">
              <a:extLst>
                <a:ext uri="{FF2B5EF4-FFF2-40B4-BE49-F238E27FC236}">
                  <a16:creationId xmlns:a16="http://schemas.microsoft.com/office/drawing/2014/main" id="{624A5D0E-76D7-81BC-6F62-5BA3A5057524}"/>
                </a:ext>
              </a:extLst>
            </p:cNvPr>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8" name="Text Box 509">
              <a:extLst>
                <a:ext uri="{FF2B5EF4-FFF2-40B4-BE49-F238E27FC236}">
                  <a16:creationId xmlns:a16="http://schemas.microsoft.com/office/drawing/2014/main" id="{3E4A7A98-12F6-0FEB-048E-8CF2E27D4022}"/>
                </a:ext>
              </a:extLst>
            </p:cNvPr>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9" name="Text Box 509">
              <a:extLst>
                <a:ext uri="{FF2B5EF4-FFF2-40B4-BE49-F238E27FC236}">
                  <a16:creationId xmlns:a16="http://schemas.microsoft.com/office/drawing/2014/main" id="{86287471-4C02-4D69-7534-1606E542AC9E}"/>
                </a:ext>
              </a:extLst>
            </p:cNvPr>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670" name="Text Box 541">
            <a:extLst>
              <a:ext uri="{FF2B5EF4-FFF2-40B4-BE49-F238E27FC236}">
                <a16:creationId xmlns:a16="http://schemas.microsoft.com/office/drawing/2014/main" id="{8F60FEC5-97AC-5240-90ED-91FCBEC2E730}"/>
              </a:ext>
            </a:extLst>
          </p:cNvPr>
          <p:cNvSpPr txBox="1">
            <a:spLocks noChangeArrowheads="1"/>
          </p:cNvSpPr>
          <p:nvPr/>
        </p:nvSpPr>
        <p:spPr bwMode="auto">
          <a:xfrm>
            <a:off x="6629183" y="1923896"/>
            <a:ext cx="750843" cy="458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latin typeface="微软雅黑" panose="020B0503020204020204" pitchFamily="34" charset="-122"/>
                <a:ea typeface="微软雅黑" panose="020B0503020204020204" pitchFamily="34" charset="-122"/>
              </a:rPr>
              <a:t>数字</a:t>
            </a:r>
            <a:endParaRPr kumimoji="1" lang="en-US" altLang="zh-CN" sz="1400" b="1" dirty="0">
              <a:latin typeface="微软雅黑" panose="020B0503020204020204" pitchFamily="34" charset="-122"/>
              <a:ea typeface="微软雅黑" panose="020B0503020204020204" pitchFamily="34" charset="-122"/>
            </a:endParaRPr>
          </a:p>
          <a:p>
            <a:pPr algn="ctr" eaLnBrk="1" hangingPunct="1">
              <a:lnSpc>
                <a:spcPct val="85000"/>
              </a:lnSpc>
            </a:pPr>
            <a:r>
              <a:rPr kumimoji="1" lang="zh-CN" altLang="en-US" sz="1400" b="1" dirty="0">
                <a:latin typeface="微软雅黑" panose="020B0503020204020204" pitchFamily="34" charset="-122"/>
                <a:ea typeface="微软雅黑" panose="020B0503020204020204" pitchFamily="34" charset="-122"/>
              </a:rPr>
              <a:t>话音</a:t>
            </a:r>
          </a:p>
        </p:txBody>
      </p:sp>
    </p:spTree>
    <p:extLst>
      <p:ext uri="{BB962C8B-B14F-4D97-AF65-F5344CB8AC3E}">
        <p14:creationId xmlns:p14="http://schemas.microsoft.com/office/powerpoint/2010/main" val="28643483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5153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早期</a:t>
            </a:r>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3" name="矩形 2"/>
          <p:cNvSpPr/>
          <p:nvPr/>
        </p:nvSpPr>
        <p:spPr>
          <a:xfrm>
            <a:off x="1025780" y="3366551"/>
            <a:ext cx="7713773" cy="1323439"/>
          </a:xfrm>
          <a:prstGeom prst="rect">
            <a:avLst/>
          </a:prstGeom>
        </p:spPr>
        <p:txBody>
          <a:bodyPr wrap="square">
            <a:spAutoFit/>
          </a:bodyPr>
          <a:lstStyle/>
          <a:p>
            <a:pPr>
              <a:lnSpc>
                <a:spcPts val="24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GSM</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包括</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基站子系统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网络子系统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（常称为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核心网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基站子系统：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包括几十个基站和一个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基站控制器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基站控制器：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为本基站子系统中的几十个基站服务：分配无线信道，确定所在小区，漫游时进行信道切换。</a:t>
            </a:r>
            <a:endPar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 name="圆角矩形 332">
            <a:extLst>
              <a:ext uri="{FF2B5EF4-FFF2-40B4-BE49-F238E27FC236}">
                <a16:creationId xmlns:a16="http://schemas.microsoft.com/office/drawing/2014/main" id="{9835945A-FDB6-D7EC-BB74-9491F309F82D}"/>
              </a:ext>
            </a:extLst>
          </p:cNvPr>
          <p:cNvSpPr/>
          <p:nvPr/>
        </p:nvSpPr>
        <p:spPr>
          <a:xfrm>
            <a:off x="517853" y="967864"/>
            <a:ext cx="8133857"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Freeform 510">
            <a:extLst>
              <a:ext uri="{FF2B5EF4-FFF2-40B4-BE49-F238E27FC236}">
                <a16:creationId xmlns:a16="http://schemas.microsoft.com/office/drawing/2014/main" id="{4968E017-D7C1-5B22-E1F6-20943D5DC9BF}"/>
              </a:ext>
            </a:extLst>
          </p:cNvPr>
          <p:cNvSpPr>
            <a:spLocks/>
          </p:cNvSpPr>
          <p:nvPr/>
        </p:nvSpPr>
        <p:spPr bwMode="auto">
          <a:xfrm>
            <a:off x="1173614" y="1187646"/>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41" name="组合 329">
            <a:extLst>
              <a:ext uri="{FF2B5EF4-FFF2-40B4-BE49-F238E27FC236}">
                <a16:creationId xmlns:a16="http://schemas.microsoft.com/office/drawing/2014/main" id="{215B97F0-4DCE-19C7-24C2-B3D40A5C7510}"/>
              </a:ext>
            </a:extLst>
          </p:cNvPr>
          <p:cNvGrpSpPr/>
          <p:nvPr/>
        </p:nvGrpSpPr>
        <p:grpSpPr>
          <a:xfrm>
            <a:off x="3188329" y="1936957"/>
            <a:ext cx="986929" cy="668447"/>
            <a:chOff x="3131840" y="3501008"/>
            <a:chExt cx="936104" cy="936104"/>
          </a:xfrm>
          <a:solidFill>
            <a:schemeClr val="bg1">
              <a:lumMod val="75000"/>
            </a:schemeClr>
          </a:solidFill>
        </p:grpSpPr>
        <p:sp>
          <p:nvSpPr>
            <p:cNvPr id="342" name="矩形 341">
              <a:extLst>
                <a:ext uri="{FF2B5EF4-FFF2-40B4-BE49-F238E27FC236}">
                  <a16:creationId xmlns:a16="http://schemas.microsoft.com/office/drawing/2014/main" id="{71C08F5E-A748-A968-6A12-79FF3EE2E81D}"/>
                </a:ext>
              </a:extLst>
            </p:cNvPr>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3" name="等腰三角形 342">
              <a:extLst>
                <a:ext uri="{FF2B5EF4-FFF2-40B4-BE49-F238E27FC236}">
                  <a16:creationId xmlns:a16="http://schemas.microsoft.com/office/drawing/2014/main" id="{68D54DA4-63F4-A915-56BC-4530C8325AD3}"/>
                </a:ext>
              </a:extLst>
            </p:cNvPr>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4" name="组合 333">
            <a:extLst>
              <a:ext uri="{FF2B5EF4-FFF2-40B4-BE49-F238E27FC236}">
                <a16:creationId xmlns:a16="http://schemas.microsoft.com/office/drawing/2014/main" id="{28EFA89C-B1AE-37BC-ADB5-974E74697272}"/>
              </a:ext>
            </a:extLst>
          </p:cNvPr>
          <p:cNvGrpSpPr/>
          <p:nvPr/>
        </p:nvGrpSpPr>
        <p:grpSpPr>
          <a:xfrm>
            <a:off x="4526898" y="1964868"/>
            <a:ext cx="835930" cy="563982"/>
            <a:chOff x="3131840" y="3539328"/>
            <a:chExt cx="936104" cy="897784"/>
          </a:xfrm>
          <a:solidFill>
            <a:schemeClr val="bg1">
              <a:lumMod val="85000"/>
            </a:schemeClr>
          </a:solidFill>
        </p:grpSpPr>
        <p:sp>
          <p:nvSpPr>
            <p:cNvPr id="345" name="等腰三角形 344">
              <a:extLst>
                <a:ext uri="{FF2B5EF4-FFF2-40B4-BE49-F238E27FC236}">
                  <a16:creationId xmlns:a16="http://schemas.microsoft.com/office/drawing/2014/main" id="{37EC27E1-2579-7278-6887-7A79C692CCBD}"/>
                </a:ext>
              </a:extLst>
            </p:cNvPr>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a:extLst>
                <a:ext uri="{FF2B5EF4-FFF2-40B4-BE49-F238E27FC236}">
                  <a16:creationId xmlns:a16="http://schemas.microsoft.com/office/drawing/2014/main" id="{C8507DF2-878E-4CEA-CBBE-363AF44664C0}"/>
                </a:ext>
              </a:extLst>
            </p:cNvPr>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36">
            <a:extLst>
              <a:ext uri="{FF2B5EF4-FFF2-40B4-BE49-F238E27FC236}">
                <a16:creationId xmlns:a16="http://schemas.microsoft.com/office/drawing/2014/main" id="{39C9EDE7-8599-F95E-781B-C699365553C9}"/>
              </a:ext>
            </a:extLst>
          </p:cNvPr>
          <p:cNvGrpSpPr/>
          <p:nvPr/>
        </p:nvGrpSpPr>
        <p:grpSpPr>
          <a:xfrm>
            <a:off x="5684532" y="1984618"/>
            <a:ext cx="871054" cy="549323"/>
            <a:chOff x="3131840" y="3501008"/>
            <a:chExt cx="936104" cy="936104"/>
          </a:xfrm>
          <a:solidFill>
            <a:schemeClr val="bg1">
              <a:lumMod val="85000"/>
            </a:schemeClr>
          </a:solidFill>
        </p:grpSpPr>
        <p:sp>
          <p:nvSpPr>
            <p:cNvPr id="348" name="等腰三角形 347">
              <a:extLst>
                <a:ext uri="{FF2B5EF4-FFF2-40B4-BE49-F238E27FC236}">
                  <a16:creationId xmlns:a16="http://schemas.microsoft.com/office/drawing/2014/main" id="{277E894C-910E-913B-F530-05C209E5DBED}"/>
                </a:ext>
              </a:extLst>
            </p:cNvPr>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a:extLst>
                <a:ext uri="{FF2B5EF4-FFF2-40B4-BE49-F238E27FC236}">
                  <a16:creationId xmlns:a16="http://schemas.microsoft.com/office/drawing/2014/main" id="{52E40413-34AC-AC21-4A60-216A04B35597}"/>
                </a:ext>
              </a:extLst>
            </p:cNvPr>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350" name="直接连接符 349">
            <a:extLst>
              <a:ext uri="{FF2B5EF4-FFF2-40B4-BE49-F238E27FC236}">
                <a16:creationId xmlns:a16="http://schemas.microsoft.com/office/drawing/2014/main" id="{8DAA1092-6020-6EB1-9A7D-D75B08E83BB1}"/>
              </a:ext>
            </a:extLst>
          </p:cNvPr>
          <p:cNvCxnSpPr>
            <a:cxnSpLocks/>
          </p:cNvCxnSpPr>
          <p:nvPr/>
        </p:nvCxnSpPr>
        <p:spPr>
          <a:xfrm flipV="1">
            <a:off x="6357789" y="2348118"/>
            <a:ext cx="1445091" cy="13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51" name="AutoShape 45">
            <a:extLst>
              <a:ext uri="{FF2B5EF4-FFF2-40B4-BE49-F238E27FC236}">
                <a16:creationId xmlns:a16="http://schemas.microsoft.com/office/drawing/2014/main" id="{0654C020-7C0E-B9B5-9176-A148CC1FFAC1}"/>
              </a:ext>
            </a:extLst>
          </p:cNvPr>
          <p:cNvSpPr>
            <a:spLocks noChangeArrowheads="1"/>
          </p:cNvSpPr>
          <p:nvPr/>
        </p:nvSpPr>
        <p:spPr bwMode="auto">
          <a:xfrm>
            <a:off x="1438354" y="17116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2" name="AutoShape 51">
            <a:extLst>
              <a:ext uri="{FF2B5EF4-FFF2-40B4-BE49-F238E27FC236}">
                <a16:creationId xmlns:a16="http://schemas.microsoft.com/office/drawing/2014/main" id="{D4B138EB-D393-BC5A-340F-3FC3FE1DAA2A}"/>
              </a:ext>
            </a:extLst>
          </p:cNvPr>
          <p:cNvSpPr>
            <a:spLocks noChangeArrowheads="1"/>
          </p:cNvSpPr>
          <p:nvPr/>
        </p:nvSpPr>
        <p:spPr bwMode="auto">
          <a:xfrm>
            <a:off x="1886174" y="1443593"/>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3" name="AutoShape 52">
            <a:extLst>
              <a:ext uri="{FF2B5EF4-FFF2-40B4-BE49-F238E27FC236}">
                <a16:creationId xmlns:a16="http://schemas.microsoft.com/office/drawing/2014/main" id="{4E80FEFD-6433-0FA2-6F0A-8A0B723359B2}"/>
              </a:ext>
            </a:extLst>
          </p:cNvPr>
          <p:cNvSpPr>
            <a:spLocks noChangeArrowheads="1"/>
          </p:cNvSpPr>
          <p:nvPr/>
        </p:nvSpPr>
        <p:spPr bwMode="auto">
          <a:xfrm>
            <a:off x="1891443" y="197156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4" name="AutoShape 53">
            <a:extLst>
              <a:ext uri="{FF2B5EF4-FFF2-40B4-BE49-F238E27FC236}">
                <a16:creationId xmlns:a16="http://schemas.microsoft.com/office/drawing/2014/main" id="{BAC78137-CF08-28D1-9A81-1B20E6C22AA9}"/>
              </a:ext>
            </a:extLst>
          </p:cNvPr>
          <p:cNvSpPr>
            <a:spLocks noChangeArrowheads="1"/>
          </p:cNvSpPr>
          <p:nvPr/>
        </p:nvSpPr>
        <p:spPr bwMode="auto">
          <a:xfrm>
            <a:off x="2333994" y="16982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5" name="AutoShape 54">
            <a:extLst>
              <a:ext uri="{FF2B5EF4-FFF2-40B4-BE49-F238E27FC236}">
                <a16:creationId xmlns:a16="http://schemas.microsoft.com/office/drawing/2014/main" id="{09F8AD1E-8AFA-3906-3375-82D7376318ED}"/>
              </a:ext>
            </a:extLst>
          </p:cNvPr>
          <p:cNvSpPr>
            <a:spLocks noChangeArrowheads="1"/>
          </p:cNvSpPr>
          <p:nvPr/>
        </p:nvSpPr>
        <p:spPr bwMode="auto">
          <a:xfrm>
            <a:off x="1444940" y="2239575"/>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6" name="AutoShape 55">
            <a:extLst>
              <a:ext uri="{FF2B5EF4-FFF2-40B4-BE49-F238E27FC236}">
                <a16:creationId xmlns:a16="http://schemas.microsoft.com/office/drawing/2014/main" id="{7E8D1FFF-5FBA-4B51-096A-2B33486752CA}"/>
              </a:ext>
            </a:extLst>
          </p:cNvPr>
          <p:cNvSpPr>
            <a:spLocks noChangeArrowheads="1"/>
          </p:cNvSpPr>
          <p:nvPr/>
        </p:nvSpPr>
        <p:spPr bwMode="auto">
          <a:xfrm>
            <a:off x="1884858" y="2495522"/>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7" name="AutoShape 56">
            <a:extLst>
              <a:ext uri="{FF2B5EF4-FFF2-40B4-BE49-F238E27FC236}">
                <a16:creationId xmlns:a16="http://schemas.microsoft.com/office/drawing/2014/main" id="{BB08CFD7-3E31-C884-525E-78FA856CFC21}"/>
              </a:ext>
            </a:extLst>
          </p:cNvPr>
          <p:cNvSpPr>
            <a:spLocks noChangeArrowheads="1"/>
          </p:cNvSpPr>
          <p:nvPr/>
        </p:nvSpPr>
        <p:spPr bwMode="auto">
          <a:xfrm>
            <a:off x="2339263" y="2232875"/>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58" name="Group 11">
            <a:extLst>
              <a:ext uri="{FF2B5EF4-FFF2-40B4-BE49-F238E27FC236}">
                <a16:creationId xmlns:a16="http://schemas.microsoft.com/office/drawing/2014/main" id="{18C351A0-F292-F6B1-8F49-8509CB4DBC97}"/>
              </a:ext>
            </a:extLst>
          </p:cNvPr>
          <p:cNvGrpSpPr>
            <a:grpSpLocks/>
          </p:cNvGrpSpPr>
          <p:nvPr/>
        </p:nvGrpSpPr>
        <p:grpSpPr bwMode="auto">
          <a:xfrm>
            <a:off x="2077157" y="1242587"/>
            <a:ext cx="238398" cy="426132"/>
            <a:chOff x="4608" y="700"/>
            <a:chExt cx="306" cy="553"/>
          </a:xfrm>
        </p:grpSpPr>
        <p:grpSp>
          <p:nvGrpSpPr>
            <p:cNvPr id="359" name="Group 12">
              <a:extLst>
                <a:ext uri="{FF2B5EF4-FFF2-40B4-BE49-F238E27FC236}">
                  <a16:creationId xmlns:a16="http://schemas.microsoft.com/office/drawing/2014/main" id="{5CD598A4-F410-C81B-4188-9E4BEF286D23}"/>
                </a:ext>
              </a:extLst>
            </p:cNvPr>
            <p:cNvGrpSpPr>
              <a:grpSpLocks/>
            </p:cNvGrpSpPr>
            <p:nvPr/>
          </p:nvGrpSpPr>
          <p:grpSpPr bwMode="auto">
            <a:xfrm>
              <a:off x="4694" y="784"/>
              <a:ext cx="134" cy="469"/>
              <a:chOff x="4740" y="784"/>
              <a:chExt cx="88" cy="692"/>
            </a:xfrm>
          </p:grpSpPr>
          <p:sp>
            <p:nvSpPr>
              <p:cNvPr id="367" name="Line 13">
                <a:extLst>
                  <a:ext uri="{FF2B5EF4-FFF2-40B4-BE49-F238E27FC236}">
                    <a16:creationId xmlns:a16="http://schemas.microsoft.com/office/drawing/2014/main" id="{02199650-C582-80CC-1F7E-1EF4592AAD18}"/>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68" name="Group 14">
                <a:extLst>
                  <a:ext uri="{FF2B5EF4-FFF2-40B4-BE49-F238E27FC236}">
                    <a16:creationId xmlns:a16="http://schemas.microsoft.com/office/drawing/2014/main" id="{1853E504-2C04-D972-EB9E-B251DB489688}"/>
                  </a:ext>
                </a:extLst>
              </p:cNvPr>
              <p:cNvGrpSpPr>
                <a:grpSpLocks/>
              </p:cNvGrpSpPr>
              <p:nvPr/>
            </p:nvGrpSpPr>
            <p:grpSpPr bwMode="auto">
              <a:xfrm>
                <a:off x="4740" y="784"/>
                <a:ext cx="88" cy="692"/>
                <a:chOff x="4740" y="784"/>
                <a:chExt cx="88" cy="692"/>
              </a:xfrm>
            </p:grpSpPr>
            <p:sp>
              <p:nvSpPr>
                <p:cNvPr id="369" name="Line 15">
                  <a:extLst>
                    <a:ext uri="{FF2B5EF4-FFF2-40B4-BE49-F238E27FC236}">
                      <a16:creationId xmlns:a16="http://schemas.microsoft.com/office/drawing/2014/main" id="{4C082E1A-3662-2A3B-78DE-5F1AEFEC15AC}"/>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0" name="Line 16">
                  <a:extLst>
                    <a:ext uri="{FF2B5EF4-FFF2-40B4-BE49-F238E27FC236}">
                      <a16:creationId xmlns:a16="http://schemas.microsoft.com/office/drawing/2014/main" id="{388227EE-2107-AEFA-BC7B-21A5E3E542A4}"/>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1" name="Line 17">
                  <a:extLst>
                    <a:ext uri="{FF2B5EF4-FFF2-40B4-BE49-F238E27FC236}">
                      <a16:creationId xmlns:a16="http://schemas.microsoft.com/office/drawing/2014/main" id="{4DFD8A63-6075-18ED-DE36-FE0F98D3F830}"/>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2" name="Line 18">
                  <a:extLst>
                    <a:ext uri="{FF2B5EF4-FFF2-40B4-BE49-F238E27FC236}">
                      <a16:creationId xmlns:a16="http://schemas.microsoft.com/office/drawing/2014/main" id="{53B6B20D-C81B-76F8-7627-608942ADB46B}"/>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3" name="Line 19">
                  <a:extLst>
                    <a:ext uri="{FF2B5EF4-FFF2-40B4-BE49-F238E27FC236}">
                      <a16:creationId xmlns:a16="http://schemas.microsoft.com/office/drawing/2014/main" id="{99371128-7EB0-E25A-1505-7CEC0CA9AD85}"/>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4" name="Line 20">
                  <a:extLst>
                    <a:ext uri="{FF2B5EF4-FFF2-40B4-BE49-F238E27FC236}">
                      <a16:creationId xmlns:a16="http://schemas.microsoft.com/office/drawing/2014/main" id="{FD915BBC-8B91-C6E8-D4FE-6F97D6254941}"/>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5" name="Line 21">
                  <a:extLst>
                    <a:ext uri="{FF2B5EF4-FFF2-40B4-BE49-F238E27FC236}">
                      <a16:creationId xmlns:a16="http://schemas.microsoft.com/office/drawing/2014/main" id="{E06A8F06-C00D-82AA-84DB-C95DCB08A62E}"/>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6" name="Line 22">
                  <a:extLst>
                    <a:ext uri="{FF2B5EF4-FFF2-40B4-BE49-F238E27FC236}">
                      <a16:creationId xmlns:a16="http://schemas.microsoft.com/office/drawing/2014/main" id="{6B752A3D-9214-EBB8-2215-99367E4BC35C}"/>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7" name="Line 23">
                  <a:extLst>
                    <a:ext uri="{FF2B5EF4-FFF2-40B4-BE49-F238E27FC236}">
                      <a16:creationId xmlns:a16="http://schemas.microsoft.com/office/drawing/2014/main" id="{A102A0A6-CA0E-11B3-71CE-0CD2CF8A2ABF}"/>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8" name="Line 24">
                  <a:extLst>
                    <a:ext uri="{FF2B5EF4-FFF2-40B4-BE49-F238E27FC236}">
                      <a16:creationId xmlns:a16="http://schemas.microsoft.com/office/drawing/2014/main" id="{3612CE8A-507F-C78F-6CF0-2B8085A218BA}"/>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9" name="Line 25">
                  <a:extLst>
                    <a:ext uri="{FF2B5EF4-FFF2-40B4-BE49-F238E27FC236}">
                      <a16:creationId xmlns:a16="http://schemas.microsoft.com/office/drawing/2014/main" id="{168F23FA-D263-16F9-AA25-0AD9C0763F8D}"/>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0" name="Line 26">
                  <a:extLst>
                    <a:ext uri="{FF2B5EF4-FFF2-40B4-BE49-F238E27FC236}">
                      <a16:creationId xmlns:a16="http://schemas.microsoft.com/office/drawing/2014/main" id="{37CEFA09-FB14-B273-2215-76530A69B032}"/>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1" name="Line 27">
                  <a:extLst>
                    <a:ext uri="{FF2B5EF4-FFF2-40B4-BE49-F238E27FC236}">
                      <a16:creationId xmlns:a16="http://schemas.microsoft.com/office/drawing/2014/main" id="{925B8B7F-FC7A-1375-FA50-4A331937EB25}"/>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2" name="Oval 28">
                  <a:extLst>
                    <a:ext uri="{FF2B5EF4-FFF2-40B4-BE49-F238E27FC236}">
                      <a16:creationId xmlns:a16="http://schemas.microsoft.com/office/drawing/2014/main" id="{D330FF25-B064-8A17-077C-508132DAE336}"/>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360" name="Group 29">
              <a:extLst>
                <a:ext uri="{FF2B5EF4-FFF2-40B4-BE49-F238E27FC236}">
                  <a16:creationId xmlns:a16="http://schemas.microsoft.com/office/drawing/2014/main" id="{610C0CF7-2961-617B-1D8C-AC57C61874E9}"/>
                </a:ext>
              </a:extLst>
            </p:cNvPr>
            <p:cNvGrpSpPr>
              <a:grpSpLocks/>
            </p:cNvGrpSpPr>
            <p:nvPr/>
          </p:nvGrpSpPr>
          <p:grpSpPr bwMode="auto">
            <a:xfrm>
              <a:off x="4608" y="700"/>
              <a:ext cx="306" cy="90"/>
              <a:chOff x="748" y="2251"/>
              <a:chExt cx="306" cy="90"/>
            </a:xfrm>
          </p:grpSpPr>
          <p:sp>
            <p:nvSpPr>
              <p:cNvPr id="361" name="AutoShape 30">
                <a:extLst>
                  <a:ext uri="{FF2B5EF4-FFF2-40B4-BE49-F238E27FC236}">
                    <a16:creationId xmlns:a16="http://schemas.microsoft.com/office/drawing/2014/main" id="{1683B085-F2E1-62F5-E213-475C5AF87F93}"/>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2" name="AutoShape 31">
                <a:extLst>
                  <a:ext uri="{FF2B5EF4-FFF2-40B4-BE49-F238E27FC236}">
                    <a16:creationId xmlns:a16="http://schemas.microsoft.com/office/drawing/2014/main" id="{255405C4-22DB-0564-E430-FDB4C9543DAC}"/>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3" name="AutoShape 32">
                <a:extLst>
                  <a:ext uri="{FF2B5EF4-FFF2-40B4-BE49-F238E27FC236}">
                    <a16:creationId xmlns:a16="http://schemas.microsoft.com/office/drawing/2014/main" id="{B8ED8E92-C7B0-7E63-7981-1938ABE6FCFC}"/>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4" name="AutoShape 33">
                <a:extLst>
                  <a:ext uri="{FF2B5EF4-FFF2-40B4-BE49-F238E27FC236}">
                    <a16:creationId xmlns:a16="http://schemas.microsoft.com/office/drawing/2014/main" id="{54D2B5CD-F96A-2022-25F5-E70F86DFF0D2}"/>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5" name="AutoShape 34">
                <a:extLst>
                  <a:ext uri="{FF2B5EF4-FFF2-40B4-BE49-F238E27FC236}">
                    <a16:creationId xmlns:a16="http://schemas.microsoft.com/office/drawing/2014/main" id="{C789B365-2012-3C8B-7E19-3184A0A2794A}"/>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6" name="AutoShape 35">
                <a:extLst>
                  <a:ext uri="{FF2B5EF4-FFF2-40B4-BE49-F238E27FC236}">
                    <a16:creationId xmlns:a16="http://schemas.microsoft.com/office/drawing/2014/main" id="{09C31CB6-8686-F4B3-8454-B463BAB81806}"/>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383" name="Group 64">
            <a:extLst>
              <a:ext uri="{FF2B5EF4-FFF2-40B4-BE49-F238E27FC236}">
                <a16:creationId xmlns:a16="http://schemas.microsoft.com/office/drawing/2014/main" id="{5026C1AE-63A7-2F07-AD72-F6DF37C3EF35}"/>
              </a:ext>
            </a:extLst>
          </p:cNvPr>
          <p:cNvGrpSpPr>
            <a:grpSpLocks/>
          </p:cNvGrpSpPr>
          <p:nvPr/>
        </p:nvGrpSpPr>
        <p:grpSpPr bwMode="auto">
          <a:xfrm>
            <a:off x="1638556" y="1608418"/>
            <a:ext cx="238399" cy="426132"/>
            <a:chOff x="4608" y="700"/>
            <a:chExt cx="306" cy="553"/>
          </a:xfrm>
        </p:grpSpPr>
        <p:grpSp>
          <p:nvGrpSpPr>
            <p:cNvPr id="384" name="Group 65">
              <a:extLst>
                <a:ext uri="{FF2B5EF4-FFF2-40B4-BE49-F238E27FC236}">
                  <a16:creationId xmlns:a16="http://schemas.microsoft.com/office/drawing/2014/main" id="{55460597-E8A8-A694-2D1F-E0A97DE8FB6D}"/>
                </a:ext>
              </a:extLst>
            </p:cNvPr>
            <p:cNvGrpSpPr>
              <a:grpSpLocks/>
            </p:cNvGrpSpPr>
            <p:nvPr/>
          </p:nvGrpSpPr>
          <p:grpSpPr bwMode="auto">
            <a:xfrm>
              <a:off x="4694" y="784"/>
              <a:ext cx="134" cy="469"/>
              <a:chOff x="4740" y="784"/>
              <a:chExt cx="88" cy="692"/>
            </a:xfrm>
          </p:grpSpPr>
          <p:sp>
            <p:nvSpPr>
              <p:cNvPr id="392" name="Line 66">
                <a:extLst>
                  <a:ext uri="{FF2B5EF4-FFF2-40B4-BE49-F238E27FC236}">
                    <a16:creationId xmlns:a16="http://schemas.microsoft.com/office/drawing/2014/main" id="{07E144A2-8F56-EF58-C782-C67773721DCE}"/>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93" name="Group 67">
                <a:extLst>
                  <a:ext uri="{FF2B5EF4-FFF2-40B4-BE49-F238E27FC236}">
                    <a16:creationId xmlns:a16="http://schemas.microsoft.com/office/drawing/2014/main" id="{2BAFDAC7-0054-AE46-49EE-3F94D776CD88}"/>
                  </a:ext>
                </a:extLst>
              </p:cNvPr>
              <p:cNvGrpSpPr>
                <a:grpSpLocks/>
              </p:cNvGrpSpPr>
              <p:nvPr/>
            </p:nvGrpSpPr>
            <p:grpSpPr bwMode="auto">
              <a:xfrm>
                <a:off x="4740" y="784"/>
                <a:ext cx="88" cy="692"/>
                <a:chOff x="4740" y="784"/>
                <a:chExt cx="88" cy="692"/>
              </a:xfrm>
            </p:grpSpPr>
            <p:sp>
              <p:nvSpPr>
                <p:cNvPr id="394" name="Line 68">
                  <a:extLst>
                    <a:ext uri="{FF2B5EF4-FFF2-40B4-BE49-F238E27FC236}">
                      <a16:creationId xmlns:a16="http://schemas.microsoft.com/office/drawing/2014/main" id="{AD6B8430-2EE6-7550-B692-DF739CD2F0E3}"/>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5" name="Line 69">
                  <a:extLst>
                    <a:ext uri="{FF2B5EF4-FFF2-40B4-BE49-F238E27FC236}">
                      <a16:creationId xmlns:a16="http://schemas.microsoft.com/office/drawing/2014/main" id="{B443E3C2-1D66-A9F9-0657-B4C333E64905}"/>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6" name="Line 70">
                  <a:extLst>
                    <a:ext uri="{FF2B5EF4-FFF2-40B4-BE49-F238E27FC236}">
                      <a16:creationId xmlns:a16="http://schemas.microsoft.com/office/drawing/2014/main" id="{B5F46D52-FFC8-DB43-4340-11A197AF1135}"/>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7" name="Line 71">
                  <a:extLst>
                    <a:ext uri="{FF2B5EF4-FFF2-40B4-BE49-F238E27FC236}">
                      <a16:creationId xmlns:a16="http://schemas.microsoft.com/office/drawing/2014/main" id="{68D243A8-563E-CB9B-E1F6-335D30AB4185}"/>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8" name="Line 72">
                  <a:extLst>
                    <a:ext uri="{FF2B5EF4-FFF2-40B4-BE49-F238E27FC236}">
                      <a16:creationId xmlns:a16="http://schemas.microsoft.com/office/drawing/2014/main" id="{21628625-85B7-35FD-ADEE-12C9523241AB}"/>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9" name="Line 73">
                  <a:extLst>
                    <a:ext uri="{FF2B5EF4-FFF2-40B4-BE49-F238E27FC236}">
                      <a16:creationId xmlns:a16="http://schemas.microsoft.com/office/drawing/2014/main" id="{04390FD1-4415-7349-5832-562700E02604}"/>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0" name="Line 74">
                  <a:extLst>
                    <a:ext uri="{FF2B5EF4-FFF2-40B4-BE49-F238E27FC236}">
                      <a16:creationId xmlns:a16="http://schemas.microsoft.com/office/drawing/2014/main" id="{EBB3C23D-67DF-F5F2-65FA-2421E07DC295}"/>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1" name="Line 75">
                  <a:extLst>
                    <a:ext uri="{FF2B5EF4-FFF2-40B4-BE49-F238E27FC236}">
                      <a16:creationId xmlns:a16="http://schemas.microsoft.com/office/drawing/2014/main" id="{9DE6935F-9724-A694-89CE-778FABB4B8DE}"/>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2" name="Line 76">
                  <a:extLst>
                    <a:ext uri="{FF2B5EF4-FFF2-40B4-BE49-F238E27FC236}">
                      <a16:creationId xmlns:a16="http://schemas.microsoft.com/office/drawing/2014/main" id="{DC4C0405-A225-DB47-8422-AFD952C1282A}"/>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3" name="Line 77">
                  <a:extLst>
                    <a:ext uri="{FF2B5EF4-FFF2-40B4-BE49-F238E27FC236}">
                      <a16:creationId xmlns:a16="http://schemas.microsoft.com/office/drawing/2014/main" id="{561987B6-6F01-3D1F-7EFE-29FA750B5583}"/>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4" name="Line 78">
                  <a:extLst>
                    <a:ext uri="{FF2B5EF4-FFF2-40B4-BE49-F238E27FC236}">
                      <a16:creationId xmlns:a16="http://schemas.microsoft.com/office/drawing/2014/main" id="{3C8E69FF-4222-A513-78CF-A5C00F0FA54A}"/>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5" name="Line 79">
                  <a:extLst>
                    <a:ext uri="{FF2B5EF4-FFF2-40B4-BE49-F238E27FC236}">
                      <a16:creationId xmlns:a16="http://schemas.microsoft.com/office/drawing/2014/main" id="{8D7B20C9-103B-9D22-48A8-2F18A6DC959A}"/>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6" name="Line 80">
                  <a:extLst>
                    <a:ext uri="{FF2B5EF4-FFF2-40B4-BE49-F238E27FC236}">
                      <a16:creationId xmlns:a16="http://schemas.microsoft.com/office/drawing/2014/main" id="{3385BF6D-190B-16DC-FAF1-E656704C1505}"/>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7" name="Oval 81">
                  <a:extLst>
                    <a:ext uri="{FF2B5EF4-FFF2-40B4-BE49-F238E27FC236}">
                      <a16:creationId xmlns:a16="http://schemas.microsoft.com/office/drawing/2014/main" id="{3D701766-9B6B-77F1-8512-462D00A825CC}"/>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385" name="Group 82">
              <a:extLst>
                <a:ext uri="{FF2B5EF4-FFF2-40B4-BE49-F238E27FC236}">
                  <a16:creationId xmlns:a16="http://schemas.microsoft.com/office/drawing/2014/main" id="{7DC85C3B-B03B-9CB2-4F08-098CDAB85E29}"/>
                </a:ext>
              </a:extLst>
            </p:cNvPr>
            <p:cNvGrpSpPr>
              <a:grpSpLocks/>
            </p:cNvGrpSpPr>
            <p:nvPr/>
          </p:nvGrpSpPr>
          <p:grpSpPr bwMode="auto">
            <a:xfrm>
              <a:off x="4608" y="700"/>
              <a:ext cx="306" cy="90"/>
              <a:chOff x="748" y="2251"/>
              <a:chExt cx="306" cy="90"/>
            </a:xfrm>
          </p:grpSpPr>
          <p:sp>
            <p:nvSpPr>
              <p:cNvPr id="386" name="AutoShape 83">
                <a:extLst>
                  <a:ext uri="{FF2B5EF4-FFF2-40B4-BE49-F238E27FC236}">
                    <a16:creationId xmlns:a16="http://schemas.microsoft.com/office/drawing/2014/main" id="{C413F0AD-CFEF-CDD9-EC89-0E8443EC0731}"/>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87" name="AutoShape 84">
                <a:extLst>
                  <a:ext uri="{FF2B5EF4-FFF2-40B4-BE49-F238E27FC236}">
                    <a16:creationId xmlns:a16="http://schemas.microsoft.com/office/drawing/2014/main" id="{0BFB1175-F5C0-EB5F-71FC-F7A2312FE916}"/>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88" name="AutoShape 85">
                <a:extLst>
                  <a:ext uri="{FF2B5EF4-FFF2-40B4-BE49-F238E27FC236}">
                    <a16:creationId xmlns:a16="http://schemas.microsoft.com/office/drawing/2014/main" id="{F8CDC7D8-A6DD-057D-3B59-144421659844}"/>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89" name="AutoShape 86">
                <a:extLst>
                  <a:ext uri="{FF2B5EF4-FFF2-40B4-BE49-F238E27FC236}">
                    <a16:creationId xmlns:a16="http://schemas.microsoft.com/office/drawing/2014/main" id="{A478B277-A7D3-10BE-BC59-1802EF1D4630}"/>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90" name="AutoShape 87">
                <a:extLst>
                  <a:ext uri="{FF2B5EF4-FFF2-40B4-BE49-F238E27FC236}">
                    <a16:creationId xmlns:a16="http://schemas.microsoft.com/office/drawing/2014/main" id="{EEDB0E1B-085E-52A0-15AA-9E846C2DB081}"/>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91" name="AutoShape 88">
                <a:extLst>
                  <a:ext uri="{FF2B5EF4-FFF2-40B4-BE49-F238E27FC236}">
                    <a16:creationId xmlns:a16="http://schemas.microsoft.com/office/drawing/2014/main" id="{D1060EBD-680E-2CA5-2F97-383C32CE65F5}"/>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08" name="Group 89">
            <a:extLst>
              <a:ext uri="{FF2B5EF4-FFF2-40B4-BE49-F238E27FC236}">
                <a16:creationId xmlns:a16="http://schemas.microsoft.com/office/drawing/2014/main" id="{B262FA17-F65E-F95D-FEA8-157408A8FEE8}"/>
              </a:ext>
            </a:extLst>
          </p:cNvPr>
          <p:cNvGrpSpPr>
            <a:grpSpLocks/>
          </p:cNvGrpSpPr>
          <p:nvPr/>
        </p:nvGrpSpPr>
        <p:grpSpPr bwMode="auto">
          <a:xfrm>
            <a:off x="2136427" y="1850964"/>
            <a:ext cx="238399" cy="426132"/>
            <a:chOff x="4608" y="700"/>
            <a:chExt cx="306" cy="553"/>
          </a:xfrm>
        </p:grpSpPr>
        <p:grpSp>
          <p:nvGrpSpPr>
            <p:cNvPr id="409" name="Group 90">
              <a:extLst>
                <a:ext uri="{FF2B5EF4-FFF2-40B4-BE49-F238E27FC236}">
                  <a16:creationId xmlns:a16="http://schemas.microsoft.com/office/drawing/2014/main" id="{5AFC1FDF-FC55-432F-4E3B-C06E04787229}"/>
                </a:ext>
              </a:extLst>
            </p:cNvPr>
            <p:cNvGrpSpPr>
              <a:grpSpLocks/>
            </p:cNvGrpSpPr>
            <p:nvPr/>
          </p:nvGrpSpPr>
          <p:grpSpPr bwMode="auto">
            <a:xfrm>
              <a:off x="4694" y="784"/>
              <a:ext cx="134" cy="469"/>
              <a:chOff x="4740" y="784"/>
              <a:chExt cx="88" cy="692"/>
            </a:xfrm>
          </p:grpSpPr>
          <p:sp>
            <p:nvSpPr>
              <p:cNvPr id="417" name="Line 91">
                <a:extLst>
                  <a:ext uri="{FF2B5EF4-FFF2-40B4-BE49-F238E27FC236}">
                    <a16:creationId xmlns:a16="http://schemas.microsoft.com/office/drawing/2014/main" id="{0C2B2F1A-6F07-76DB-2759-918EEA323C6B}"/>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18" name="Group 92">
                <a:extLst>
                  <a:ext uri="{FF2B5EF4-FFF2-40B4-BE49-F238E27FC236}">
                    <a16:creationId xmlns:a16="http://schemas.microsoft.com/office/drawing/2014/main" id="{B1DC852E-3E00-D2D8-C82B-4FF0D46A8B83}"/>
                  </a:ext>
                </a:extLst>
              </p:cNvPr>
              <p:cNvGrpSpPr>
                <a:grpSpLocks/>
              </p:cNvGrpSpPr>
              <p:nvPr/>
            </p:nvGrpSpPr>
            <p:grpSpPr bwMode="auto">
              <a:xfrm>
                <a:off x="4740" y="784"/>
                <a:ext cx="88" cy="692"/>
                <a:chOff x="4740" y="784"/>
                <a:chExt cx="88" cy="692"/>
              </a:xfrm>
            </p:grpSpPr>
            <p:sp>
              <p:nvSpPr>
                <p:cNvPr id="419" name="Line 93">
                  <a:extLst>
                    <a:ext uri="{FF2B5EF4-FFF2-40B4-BE49-F238E27FC236}">
                      <a16:creationId xmlns:a16="http://schemas.microsoft.com/office/drawing/2014/main" id="{84244A8C-6BAC-8BA1-8358-672AB53E1FED}"/>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0" name="Line 94">
                  <a:extLst>
                    <a:ext uri="{FF2B5EF4-FFF2-40B4-BE49-F238E27FC236}">
                      <a16:creationId xmlns:a16="http://schemas.microsoft.com/office/drawing/2014/main" id="{8AD0CF0D-89BD-3BA1-EB7F-0D844561156C}"/>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1" name="Line 95">
                  <a:extLst>
                    <a:ext uri="{FF2B5EF4-FFF2-40B4-BE49-F238E27FC236}">
                      <a16:creationId xmlns:a16="http://schemas.microsoft.com/office/drawing/2014/main" id="{E5F07C02-F431-EFB4-AB1F-06F92B05EDE6}"/>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2" name="Line 96">
                  <a:extLst>
                    <a:ext uri="{FF2B5EF4-FFF2-40B4-BE49-F238E27FC236}">
                      <a16:creationId xmlns:a16="http://schemas.microsoft.com/office/drawing/2014/main" id="{38459FFF-8E18-C5BE-E3C5-FAB8CD84AF91}"/>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3" name="Line 97">
                  <a:extLst>
                    <a:ext uri="{FF2B5EF4-FFF2-40B4-BE49-F238E27FC236}">
                      <a16:creationId xmlns:a16="http://schemas.microsoft.com/office/drawing/2014/main" id="{030A0869-7318-D7E3-E198-687567668144}"/>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4" name="Line 98">
                  <a:extLst>
                    <a:ext uri="{FF2B5EF4-FFF2-40B4-BE49-F238E27FC236}">
                      <a16:creationId xmlns:a16="http://schemas.microsoft.com/office/drawing/2014/main" id="{B2505261-961D-0A9A-F198-42135AF5EE82}"/>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5" name="Line 99">
                  <a:extLst>
                    <a:ext uri="{FF2B5EF4-FFF2-40B4-BE49-F238E27FC236}">
                      <a16:creationId xmlns:a16="http://schemas.microsoft.com/office/drawing/2014/main" id="{597A040B-7913-C58A-C6F4-76D32F634644}"/>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6" name="Line 100">
                  <a:extLst>
                    <a:ext uri="{FF2B5EF4-FFF2-40B4-BE49-F238E27FC236}">
                      <a16:creationId xmlns:a16="http://schemas.microsoft.com/office/drawing/2014/main" id="{05F4A04E-820E-FDA9-7454-EC6A4D416C76}"/>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7" name="Line 101">
                  <a:extLst>
                    <a:ext uri="{FF2B5EF4-FFF2-40B4-BE49-F238E27FC236}">
                      <a16:creationId xmlns:a16="http://schemas.microsoft.com/office/drawing/2014/main" id="{EE835E21-A01B-C227-F1C0-5962550AC3AF}"/>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8" name="Line 102">
                  <a:extLst>
                    <a:ext uri="{FF2B5EF4-FFF2-40B4-BE49-F238E27FC236}">
                      <a16:creationId xmlns:a16="http://schemas.microsoft.com/office/drawing/2014/main" id="{41B636F8-B1D0-BECC-4DF5-BF48697A453E}"/>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9" name="Line 103">
                  <a:extLst>
                    <a:ext uri="{FF2B5EF4-FFF2-40B4-BE49-F238E27FC236}">
                      <a16:creationId xmlns:a16="http://schemas.microsoft.com/office/drawing/2014/main" id="{CF7DDBBD-A90E-ED53-4C8B-A3072F4F48F0}"/>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0" name="Line 104">
                  <a:extLst>
                    <a:ext uri="{FF2B5EF4-FFF2-40B4-BE49-F238E27FC236}">
                      <a16:creationId xmlns:a16="http://schemas.microsoft.com/office/drawing/2014/main" id="{805F5EE9-ACB4-1E52-2F1E-4862EFED2EBD}"/>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1" name="Line 105">
                  <a:extLst>
                    <a:ext uri="{FF2B5EF4-FFF2-40B4-BE49-F238E27FC236}">
                      <a16:creationId xmlns:a16="http://schemas.microsoft.com/office/drawing/2014/main" id="{3748F576-7153-1E37-B901-A57033A07385}"/>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2" name="Oval 106">
                  <a:extLst>
                    <a:ext uri="{FF2B5EF4-FFF2-40B4-BE49-F238E27FC236}">
                      <a16:creationId xmlns:a16="http://schemas.microsoft.com/office/drawing/2014/main" id="{6032EC53-619B-EFA0-35A7-C68BBF51C2CE}"/>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10" name="Group 107">
              <a:extLst>
                <a:ext uri="{FF2B5EF4-FFF2-40B4-BE49-F238E27FC236}">
                  <a16:creationId xmlns:a16="http://schemas.microsoft.com/office/drawing/2014/main" id="{53DE1492-A499-7757-44F1-0F37AF4ABDC2}"/>
                </a:ext>
              </a:extLst>
            </p:cNvPr>
            <p:cNvGrpSpPr>
              <a:grpSpLocks/>
            </p:cNvGrpSpPr>
            <p:nvPr/>
          </p:nvGrpSpPr>
          <p:grpSpPr bwMode="auto">
            <a:xfrm>
              <a:off x="4608" y="700"/>
              <a:ext cx="306" cy="90"/>
              <a:chOff x="748" y="2251"/>
              <a:chExt cx="306" cy="90"/>
            </a:xfrm>
          </p:grpSpPr>
          <p:sp>
            <p:nvSpPr>
              <p:cNvPr id="411" name="AutoShape 108">
                <a:extLst>
                  <a:ext uri="{FF2B5EF4-FFF2-40B4-BE49-F238E27FC236}">
                    <a16:creationId xmlns:a16="http://schemas.microsoft.com/office/drawing/2014/main" id="{9811180B-7ED3-4E4E-124F-91AD82C938BE}"/>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2" name="AutoShape 109">
                <a:extLst>
                  <a:ext uri="{FF2B5EF4-FFF2-40B4-BE49-F238E27FC236}">
                    <a16:creationId xmlns:a16="http://schemas.microsoft.com/office/drawing/2014/main" id="{E384B644-715A-D387-058C-48F34DD3BC24}"/>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3" name="AutoShape 110">
                <a:extLst>
                  <a:ext uri="{FF2B5EF4-FFF2-40B4-BE49-F238E27FC236}">
                    <a16:creationId xmlns:a16="http://schemas.microsoft.com/office/drawing/2014/main" id="{7C19DD42-15F6-4CCF-7FC7-35A6324CC9B6}"/>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4" name="AutoShape 111">
                <a:extLst>
                  <a:ext uri="{FF2B5EF4-FFF2-40B4-BE49-F238E27FC236}">
                    <a16:creationId xmlns:a16="http://schemas.microsoft.com/office/drawing/2014/main" id="{E1086AC4-7E24-BBC4-A93E-512C53196C39}"/>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5" name="AutoShape 112">
                <a:extLst>
                  <a:ext uri="{FF2B5EF4-FFF2-40B4-BE49-F238E27FC236}">
                    <a16:creationId xmlns:a16="http://schemas.microsoft.com/office/drawing/2014/main" id="{FB79EE85-53EB-F70C-6DE6-8C99ACC432AD}"/>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6" name="AutoShape 113">
                <a:extLst>
                  <a:ext uri="{FF2B5EF4-FFF2-40B4-BE49-F238E27FC236}">
                    <a16:creationId xmlns:a16="http://schemas.microsoft.com/office/drawing/2014/main" id="{CC9467A2-B636-F260-C41C-AE1D5EF36BCA}"/>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33" name="Group 114">
            <a:extLst>
              <a:ext uri="{FF2B5EF4-FFF2-40B4-BE49-F238E27FC236}">
                <a16:creationId xmlns:a16="http://schemas.microsoft.com/office/drawing/2014/main" id="{E88C45FE-1227-0033-09DF-3EB8420D629F}"/>
              </a:ext>
            </a:extLst>
          </p:cNvPr>
          <p:cNvGrpSpPr>
            <a:grpSpLocks/>
          </p:cNvGrpSpPr>
          <p:nvPr/>
        </p:nvGrpSpPr>
        <p:grpSpPr bwMode="auto">
          <a:xfrm>
            <a:off x="2614541" y="1485135"/>
            <a:ext cx="238398" cy="426132"/>
            <a:chOff x="4608" y="700"/>
            <a:chExt cx="306" cy="553"/>
          </a:xfrm>
        </p:grpSpPr>
        <p:grpSp>
          <p:nvGrpSpPr>
            <p:cNvPr id="434" name="Group 115">
              <a:extLst>
                <a:ext uri="{FF2B5EF4-FFF2-40B4-BE49-F238E27FC236}">
                  <a16:creationId xmlns:a16="http://schemas.microsoft.com/office/drawing/2014/main" id="{6502F772-7D41-E6EE-C588-062B1DF5BFD1}"/>
                </a:ext>
              </a:extLst>
            </p:cNvPr>
            <p:cNvGrpSpPr>
              <a:grpSpLocks/>
            </p:cNvGrpSpPr>
            <p:nvPr/>
          </p:nvGrpSpPr>
          <p:grpSpPr bwMode="auto">
            <a:xfrm>
              <a:off x="4694" y="784"/>
              <a:ext cx="134" cy="469"/>
              <a:chOff x="4740" y="784"/>
              <a:chExt cx="88" cy="692"/>
            </a:xfrm>
          </p:grpSpPr>
          <p:sp>
            <p:nvSpPr>
              <p:cNvPr id="442" name="Line 116">
                <a:extLst>
                  <a:ext uri="{FF2B5EF4-FFF2-40B4-BE49-F238E27FC236}">
                    <a16:creationId xmlns:a16="http://schemas.microsoft.com/office/drawing/2014/main" id="{1DAC4E15-89DF-71AE-B541-DDDB4DF360EE}"/>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43" name="Group 117">
                <a:extLst>
                  <a:ext uri="{FF2B5EF4-FFF2-40B4-BE49-F238E27FC236}">
                    <a16:creationId xmlns:a16="http://schemas.microsoft.com/office/drawing/2014/main" id="{FA829EAC-64DC-FC1E-5825-3A9E26044864}"/>
                  </a:ext>
                </a:extLst>
              </p:cNvPr>
              <p:cNvGrpSpPr>
                <a:grpSpLocks/>
              </p:cNvGrpSpPr>
              <p:nvPr/>
            </p:nvGrpSpPr>
            <p:grpSpPr bwMode="auto">
              <a:xfrm>
                <a:off x="4740" y="784"/>
                <a:ext cx="88" cy="692"/>
                <a:chOff x="4740" y="784"/>
                <a:chExt cx="88" cy="692"/>
              </a:xfrm>
            </p:grpSpPr>
            <p:sp>
              <p:nvSpPr>
                <p:cNvPr id="444" name="Line 118">
                  <a:extLst>
                    <a:ext uri="{FF2B5EF4-FFF2-40B4-BE49-F238E27FC236}">
                      <a16:creationId xmlns:a16="http://schemas.microsoft.com/office/drawing/2014/main" id="{71B047E8-D0BC-FBA2-2F23-D37CFBF44073}"/>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5" name="Line 119">
                  <a:extLst>
                    <a:ext uri="{FF2B5EF4-FFF2-40B4-BE49-F238E27FC236}">
                      <a16:creationId xmlns:a16="http://schemas.microsoft.com/office/drawing/2014/main" id="{EBC0539F-6054-EF21-E7AC-049AB06AB4C8}"/>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6" name="Line 120">
                  <a:extLst>
                    <a:ext uri="{FF2B5EF4-FFF2-40B4-BE49-F238E27FC236}">
                      <a16:creationId xmlns:a16="http://schemas.microsoft.com/office/drawing/2014/main" id="{4D7792DE-01F6-779F-2D95-C15D1FE7D1F6}"/>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7" name="Line 121">
                  <a:extLst>
                    <a:ext uri="{FF2B5EF4-FFF2-40B4-BE49-F238E27FC236}">
                      <a16:creationId xmlns:a16="http://schemas.microsoft.com/office/drawing/2014/main" id="{DB20833D-6308-249D-A236-433B533C1118}"/>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8" name="Line 122">
                  <a:extLst>
                    <a:ext uri="{FF2B5EF4-FFF2-40B4-BE49-F238E27FC236}">
                      <a16:creationId xmlns:a16="http://schemas.microsoft.com/office/drawing/2014/main" id="{DF02BB54-0D3D-CE4C-2913-7520D26241C6}"/>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9" name="Line 123">
                  <a:extLst>
                    <a:ext uri="{FF2B5EF4-FFF2-40B4-BE49-F238E27FC236}">
                      <a16:creationId xmlns:a16="http://schemas.microsoft.com/office/drawing/2014/main" id="{27F6DB37-E844-86F6-B7FD-E364443FCA37}"/>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0" name="Line 124">
                  <a:extLst>
                    <a:ext uri="{FF2B5EF4-FFF2-40B4-BE49-F238E27FC236}">
                      <a16:creationId xmlns:a16="http://schemas.microsoft.com/office/drawing/2014/main" id="{5D0877B5-2A17-2F16-559E-C2D39357E78D}"/>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1" name="Line 125">
                  <a:extLst>
                    <a:ext uri="{FF2B5EF4-FFF2-40B4-BE49-F238E27FC236}">
                      <a16:creationId xmlns:a16="http://schemas.microsoft.com/office/drawing/2014/main" id="{1C5F9F4C-90FE-A73A-E164-2B88D9F9203F}"/>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2" name="Line 126">
                  <a:extLst>
                    <a:ext uri="{FF2B5EF4-FFF2-40B4-BE49-F238E27FC236}">
                      <a16:creationId xmlns:a16="http://schemas.microsoft.com/office/drawing/2014/main" id="{12CDFEC0-AF5E-C3B1-DB50-FD4925961B06}"/>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3" name="Line 127">
                  <a:extLst>
                    <a:ext uri="{FF2B5EF4-FFF2-40B4-BE49-F238E27FC236}">
                      <a16:creationId xmlns:a16="http://schemas.microsoft.com/office/drawing/2014/main" id="{2B5C4143-5F90-8504-FCEA-2D335C889965}"/>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4" name="Line 128">
                  <a:extLst>
                    <a:ext uri="{FF2B5EF4-FFF2-40B4-BE49-F238E27FC236}">
                      <a16:creationId xmlns:a16="http://schemas.microsoft.com/office/drawing/2014/main" id="{D517B3EE-C2C6-C3AE-FB98-A60DF9D84088}"/>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5" name="Line 129">
                  <a:extLst>
                    <a:ext uri="{FF2B5EF4-FFF2-40B4-BE49-F238E27FC236}">
                      <a16:creationId xmlns:a16="http://schemas.microsoft.com/office/drawing/2014/main" id="{6AE06502-7CD5-4BF1-B5FA-79CB1874E8AC}"/>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6" name="Line 130">
                  <a:extLst>
                    <a:ext uri="{FF2B5EF4-FFF2-40B4-BE49-F238E27FC236}">
                      <a16:creationId xmlns:a16="http://schemas.microsoft.com/office/drawing/2014/main" id="{241DC086-8CB5-2C62-EEE6-3E75EEDD3E67}"/>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7" name="Oval 131">
                  <a:extLst>
                    <a:ext uri="{FF2B5EF4-FFF2-40B4-BE49-F238E27FC236}">
                      <a16:creationId xmlns:a16="http://schemas.microsoft.com/office/drawing/2014/main" id="{45DD271F-2F41-B5CF-95DC-A1264C3DE7C1}"/>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35" name="Group 132">
              <a:extLst>
                <a:ext uri="{FF2B5EF4-FFF2-40B4-BE49-F238E27FC236}">
                  <a16:creationId xmlns:a16="http://schemas.microsoft.com/office/drawing/2014/main" id="{3C132250-37B4-500E-5F4E-D6D8AABE5E7C}"/>
                </a:ext>
              </a:extLst>
            </p:cNvPr>
            <p:cNvGrpSpPr>
              <a:grpSpLocks/>
            </p:cNvGrpSpPr>
            <p:nvPr/>
          </p:nvGrpSpPr>
          <p:grpSpPr bwMode="auto">
            <a:xfrm>
              <a:off x="4608" y="700"/>
              <a:ext cx="306" cy="90"/>
              <a:chOff x="748" y="2251"/>
              <a:chExt cx="306" cy="90"/>
            </a:xfrm>
          </p:grpSpPr>
          <p:sp>
            <p:nvSpPr>
              <p:cNvPr id="436" name="AutoShape 133">
                <a:extLst>
                  <a:ext uri="{FF2B5EF4-FFF2-40B4-BE49-F238E27FC236}">
                    <a16:creationId xmlns:a16="http://schemas.microsoft.com/office/drawing/2014/main" id="{92DC5807-F55D-8670-EA1E-8065B5FAE89F}"/>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37" name="AutoShape 134">
                <a:extLst>
                  <a:ext uri="{FF2B5EF4-FFF2-40B4-BE49-F238E27FC236}">
                    <a16:creationId xmlns:a16="http://schemas.microsoft.com/office/drawing/2014/main" id="{6CDC4370-AD07-2E70-5119-626822E77A0C}"/>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38" name="AutoShape 135">
                <a:extLst>
                  <a:ext uri="{FF2B5EF4-FFF2-40B4-BE49-F238E27FC236}">
                    <a16:creationId xmlns:a16="http://schemas.microsoft.com/office/drawing/2014/main" id="{F20E3F7C-4AB7-0136-4649-CC375D016918}"/>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39" name="AutoShape 136">
                <a:extLst>
                  <a:ext uri="{FF2B5EF4-FFF2-40B4-BE49-F238E27FC236}">
                    <a16:creationId xmlns:a16="http://schemas.microsoft.com/office/drawing/2014/main" id="{80A6562D-179D-EE0C-CFB0-685EC492AA8C}"/>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40" name="AutoShape 137">
                <a:extLst>
                  <a:ext uri="{FF2B5EF4-FFF2-40B4-BE49-F238E27FC236}">
                    <a16:creationId xmlns:a16="http://schemas.microsoft.com/office/drawing/2014/main" id="{73DF6443-86A8-E0FB-1455-70B1648A3B8E}"/>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41" name="AutoShape 138">
                <a:extLst>
                  <a:ext uri="{FF2B5EF4-FFF2-40B4-BE49-F238E27FC236}">
                    <a16:creationId xmlns:a16="http://schemas.microsoft.com/office/drawing/2014/main" id="{D4D974F6-4A5B-2F86-BA25-FC7175AA4F29}"/>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58" name="Group 139">
            <a:extLst>
              <a:ext uri="{FF2B5EF4-FFF2-40B4-BE49-F238E27FC236}">
                <a16:creationId xmlns:a16="http://schemas.microsoft.com/office/drawing/2014/main" id="{62D97F23-7C23-449D-3ED5-8ABE6E13C8DD}"/>
              </a:ext>
            </a:extLst>
          </p:cNvPr>
          <p:cNvGrpSpPr>
            <a:grpSpLocks/>
          </p:cNvGrpSpPr>
          <p:nvPr/>
        </p:nvGrpSpPr>
        <p:grpSpPr bwMode="auto">
          <a:xfrm>
            <a:off x="1658313" y="2093511"/>
            <a:ext cx="238398" cy="426132"/>
            <a:chOff x="4608" y="700"/>
            <a:chExt cx="306" cy="553"/>
          </a:xfrm>
        </p:grpSpPr>
        <p:grpSp>
          <p:nvGrpSpPr>
            <p:cNvPr id="459" name="Group 140">
              <a:extLst>
                <a:ext uri="{FF2B5EF4-FFF2-40B4-BE49-F238E27FC236}">
                  <a16:creationId xmlns:a16="http://schemas.microsoft.com/office/drawing/2014/main" id="{38837EDD-EFCC-F500-045B-DA4EE6E23807}"/>
                </a:ext>
              </a:extLst>
            </p:cNvPr>
            <p:cNvGrpSpPr>
              <a:grpSpLocks/>
            </p:cNvGrpSpPr>
            <p:nvPr/>
          </p:nvGrpSpPr>
          <p:grpSpPr bwMode="auto">
            <a:xfrm>
              <a:off x="4694" y="784"/>
              <a:ext cx="134" cy="469"/>
              <a:chOff x="4740" y="784"/>
              <a:chExt cx="88" cy="692"/>
            </a:xfrm>
          </p:grpSpPr>
          <p:sp>
            <p:nvSpPr>
              <p:cNvPr id="467" name="Line 141">
                <a:extLst>
                  <a:ext uri="{FF2B5EF4-FFF2-40B4-BE49-F238E27FC236}">
                    <a16:creationId xmlns:a16="http://schemas.microsoft.com/office/drawing/2014/main" id="{8C0F25EA-C126-104F-D021-4421AF957A1F}"/>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68" name="Group 142">
                <a:extLst>
                  <a:ext uri="{FF2B5EF4-FFF2-40B4-BE49-F238E27FC236}">
                    <a16:creationId xmlns:a16="http://schemas.microsoft.com/office/drawing/2014/main" id="{6BCC838F-DC11-84D0-ED53-1E527B86F0D2}"/>
                  </a:ext>
                </a:extLst>
              </p:cNvPr>
              <p:cNvGrpSpPr>
                <a:grpSpLocks/>
              </p:cNvGrpSpPr>
              <p:nvPr/>
            </p:nvGrpSpPr>
            <p:grpSpPr bwMode="auto">
              <a:xfrm>
                <a:off x="4740" y="784"/>
                <a:ext cx="88" cy="692"/>
                <a:chOff x="4740" y="784"/>
                <a:chExt cx="88" cy="692"/>
              </a:xfrm>
            </p:grpSpPr>
            <p:sp>
              <p:nvSpPr>
                <p:cNvPr id="469" name="Line 143">
                  <a:extLst>
                    <a:ext uri="{FF2B5EF4-FFF2-40B4-BE49-F238E27FC236}">
                      <a16:creationId xmlns:a16="http://schemas.microsoft.com/office/drawing/2014/main" id="{F8EE0E78-0067-CF68-E205-98007ED6C9F9}"/>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0" name="Line 144">
                  <a:extLst>
                    <a:ext uri="{FF2B5EF4-FFF2-40B4-BE49-F238E27FC236}">
                      <a16:creationId xmlns:a16="http://schemas.microsoft.com/office/drawing/2014/main" id="{85FF05F8-ABD5-D132-8978-32F6A8012A0A}"/>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1" name="Line 145">
                  <a:extLst>
                    <a:ext uri="{FF2B5EF4-FFF2-40B4-BE49-F238E27FC236}">
                      <a16:creationId xmlns:a16="http://schemas.microsoft.com/office/drawing/2014/main" id="{B8D7E734-94E3-D6F0-0674-0622BE06C84B}"/>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2" name="Line 146">
                  <a:extLst>
                    <a:ext uri="{FF2B5EF4-FFF2-40B4-BE49-F238E27FC236}">
                      <a16:creationId xmlns:a16="http://schemas.microsoft.com/office/drawing/2014/main" id="{1F02AEA5-E572-F133-20E6-B736D90753CD}"/>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3" name="Line 147">
                  <a:extLst>
                    <a:ext uri="{FF2B5EF4-FFF2-40B4-BE49-F238E27FC236}">
                      <a16:creationId xmlns:a16="http://schemas.microsoft.com/office/drawing/2014/main" id="{16E970A3-9CF4-EC69-D6E2-69FC1CF1B0E4}"/>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4" name="Line 148">
                  <a:extLst>
                    <a:ext uri="{FF2B5EF4-FFF2-40B4-BE49-F238E27FC236}">
                      <a16:creationId xmlns:a16="http://schemas.microsoft.com/office/drawing/2014/main" id="{6CBBA5D6-21A6-C051-F694-2D8C67E93EF4}"/>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5" name="Line 149">
                  <a:extLst>
                    <a:ext uri="{FF2B5EF4-FFF2-40B4-BE49-F238E27FC236}">
                      <a16:creationId xmlns:a16="http://schemas.microsoft.com/office/drawing/2014/main" id="{431ACC30-0845-1745-FD23-32B6C3B42A20}"/>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6" name="Line 150">
                  <a:extLst>
                    <a:ext uri="{FF2B5EF4-FFF2-40B4-BE49-F238E27FC236}">
                      <a16:creationId xmlns:a16="http://schemas.microsoft.com/office/drawing/2014/main" id="{75D588CE-3D76-DA91-5E46-0EF82DDF2BAC}"/>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7" name="Line 151">
                  <a:extLst>
                    <a:ext uri="{FF2B5EF4-FFF2-40B4-BE49-F238E27FC236}">
                      <a16:creationId xmlns:a16="http://schemas.microsoft.com/office/drawing/2014/main" id="{97BF69E6-5374-0D98-6492-0DEEE643DF2A}"/>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8" name="Line 152">
                  <a:extLst>
                    <a:ext uri="{FF2B5EF4-FFF2-40B4-BE49-F238E27FC236}">
                      <a16:creationId xmlns:a16="http://schemas.microsoft.com/office/drawing/2014/main" id="{0D0332CE-B7BC-89C8-DD3E-09ED09577788}"/>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9" name="Line 153">
                  <a:extLst>
                    <a:ext uri="{FF2B5EF4-FFF2-40B4-BE49-F238E27FC236}">
                      <a16:creationId xmlns:a16="http://schemas.microsoft.com/office/drawing/2014/main" id="{53CBC58A-F1FB-5899-F319-AF923F8A8B0F}"/>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0" name="Line 154">
                  <a:extLst>
                    <a:ext uri="{FF2B5EF4-FFF2-40B4-BE49-F238E27FC236}">
                      <a16:creationId xmlns:a16="http://schemas.microsoft.com/office/drawing/2014/main" id="{34E527B4-CAE2-F0EA-DB89-D9E1B9E4FB7C}"/>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1" name="Line 155">
                  <a:extLst>
                    <a:ext uri="{FF2B5EF4-FFF2-40B4-BE49-F238E27FC236}">
                      <a16:creationId xmlns:a16="http://schemas.microsoft.com/office/drawing/2014/main" id="{1905FAFC-CC12-8038-7675-94F55EA4EC22}"/>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2" name="Oval 156">
                  <a:extLst>
                    <a:ext uri="{FF2B5EF4-FFF2-40B4-BE49-F238E27FC236}">
                      <a16:creationId xmlns:a16="http://schemas.microsoft.com/office/drawing/2014/main" id="{936D8633-FCB6-7A59-5E79-46A87F81F106}"/>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60" name="Group 157">
              <a:extLst>
                <a:ext uri="{FF2B5EF4-FFF2-40B4-BE49-F238E27FC236}">
                  <a16:creationId xmlns:a16="http://schemas.microsoft.com/office/drawing/2014/main" id="{380475C1-DD81-48E9-4F94-D58AB376C3FC}"/>
                </a:ext>
              </a:extLst>
            </p:cNvPr>
            <p:cNvGrpSpPr>
              <a:grpSpLocks/>
            </p:cNvGrpSpPr>
            <p:nvPr/>
          </p:nvGrpSpPr>
          <p:grpSpPr bwMode="auto">
            <a:xfrm>
              <a:off x="4608" y="700"/>
              <a:ext cx="306" cy="90"/>
              <a:chOff x="748" y="2251"/>
              <a:chExt cx="306" cy="90"/>
            </a:xfrm>
          </p:grpSpPr>
          <p:sp>
            <p:nvSpPr>
              <p:cNvPr id="461" name="AutoShape 158">
                <a:extLst>
                  <a:ext uri="{FF2B5EF4-FFF2-40B4-BE49-F238E27FC236}">
                    <a16:creationId xmlns:a16="http://schemas.microsoft.com/office/drawing/2014/main" id="{288D9AE8-DB48-E495-3535-C2BE56F450D1}"/>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2" name="AutoShape 159">
                <a:extLst>
                  <a:ext uri="{FF2B5EF4-FFF2-40B4-BE49-F238E27FC236}">
                    <a16:creationId xmlns:a16="http://schemas.microsoft.com/office/drawing/2014/main" id="{C0E21DD7-894D-54FC-0EF4-043BF672FADC}"/>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3" name="AutoShape 160">
                <a:extLst>
                  <a:ext uri="{FF2B5EF4-FFF2-40B4-BE49-F238E27FC236}">
                    <a16:creationId xmlns:a16="http://schemas.microsoft.com/office/drawing/2014/main" id="{A4570324-32FE-5E25-8747-60D2A646B658}"/>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4" name="AutoShape 161">
                <a:extLst>
                  <a:ext uri="{FF2B5EF4-FFF2-40B4-BE49-F238E27FC236}">
                    <a16:creationId xmlns:a16="http://schemas.microsoft.com/office/drawing/2014/main" id="{55DE9E3D-26FA-11AD-F19E-5387EED854C0}"/>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5" name="AutoShape 162">
                <a:extLst>
                  <a:ext uri="{FF2B5EF4-FFF2-40B4-BE49-F238E27FC236}">
                    <a16:creationId xmlns:a16="http://schemas.microsoft.com/office/drawing/2014/main" id="{BAD08303-9B83-9DA3-621C-8D9660B4B629}"/>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6" name="AutoShape 163">
                <a:extLst>
                  <a:ext uri="{FF2B5EF4-FFF2-40B4-BE49-F238E27FC236}">
                    <a16:creationId xmlns:a16="http://schemas.microsoft.com/office/drawing/2014/main" id="{8DF6A070-B116-2C58-FB1C-0915B0CD55EE}"/>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83" name="Group 164">
            <a:extLst>
              <a:ext uri="{FF2B5EF4-FFF2-40B4-BE49-F238E27FC236}">
                <a16:creationId xmlns:a16="http://schemas.microsoft.com/office/drawing/2014/main" id="{DE5E6504-B74D-ECF3-039A-43E5F26C8CA6}"/>
              </a:ext>
            </a:extLst>
          </p:cNvPr>
          <p:cNvGrpSpPr>
            <a:grpSpLocks/>
          </p:cNvGrpSpPr>
          <p:nvPr/>
        </p:nvGrpSpPr>
        <p:grpSpPr bwMode="auto">
          <a:xfrm>
            <a:off x="2077157" y="2397699"/>
            <a:ext cx="238398" cy="426132"/>
            <a:chOff x="4608" y="700"/>
            <a:chExt cx="306" cy="553"/>
          </a:xfrm>
        </p:grpSpPr>
        <p:grpSp>
          <p:nvGrpSpPr>
            <p:cNvPr id="484" name="Group 165">
              <a:extLst>
                <a:ext uri="{FF2B5EF4-FFF2-40B4-BE49-F238E27FC236}">
                  <a16:creationId xmlns:a16="http://schemas.microsoft.com/office/drawing/2014/main" id="{57026FB8-8B4F-B1BA-0CAD-0B42B6A2FD5E}"/>
                </a:ext>
              </a:extLst>
            </p:cNvPr>
            <p:cNvGrpSpPr>
              <a:grpSpLocks/>
            </p:cNvGrpSpPr>
            <p:nvPr/>
          </p:nvGrpSpPr>
          <p:grpSpPr bwMode="auto">
            <a:xfrm>
              <a:off x="4694" y="784"/>
              <a:ext cx="134" cy="469"/>
              <a:chOff x="4740" y="784"/>
              <a:chExt cx="88" cy="692"/>
            </a:xfrm>
          </p:grpSpPr>
          <p:sp>
            <p:nvSpPr>
              <p:cNvPr id="492" name="Line 166">
                <a:extLst>
                  <a:ext uri="{FF2B5EF4-FFF2-40B4-BE49-F238E27FC236}">
                    <a16:creationId xmlns:a16="http://schemas.microsoft.com/office/drawing/2014/main" id="{5731BBB3-14B2-1ACB-F79F-34AD9BBF3458}"/>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93" name="Group 167">
                <a:extLst>
                  <a:ext uri="{FF2B5EF4-FFF2-40B4-BE49-F238E27FC236}">
                    <a16:creationId xmlns:a16="http://schemas.microsoft.com/office/drawing/2014/main" id="{44A0495D-9A3C-7520-DBFB-ABDBBE18A8FC}"/>
                  </a:ext>
                </a:extLst>
              </p:cNvPr>
              <p:cNvGrpSpPr>
                <a:grpSpLocks/>
              </p:cNvGrpSpPr>
              <p:nvPr/>
            </p:nvGrpSpPr>
            <p:grpSpPr bwMode="auto">
              <a:xfrm>
                <a:off x="4740" y="784"/>
                <a:ext cx="88" cy="692"/>
                <a:chOff x="4740" y="784"/>
                <a:chExt cx="88" cy="692"/>
              </a:xfrm>
            </p:grpSpPr>
            <p:sp>
              <p:nvSpPr>
                <p:cNvPr id="494" name="Line 168">
                  <a:extLst>
                    <a:ext uri="{FF2B5EF4-FFF2-40B4-BE49-F238E27FC236}">
                      <a16:creationId xmlns:a16="http://schemas.microsoft.com/office/drawing/2014/main" id="{AAB12135-674C-4A1B-BBDB-6E43D181C1CF}"/>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5" name="Line 169">
                  <a:extLst>
                    <a:ext uri="{FF2B5EF4-FFF2-40B4-BE49-F238E27FC236}">
                      <a16:creationId xmlns:a16="http://schemas.microsoft.com/office/drawing/2014/main" id="{E2A91FC2-3151-3207-43B3-FA3389AA3F65}"/>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6" name="Line 170">
                  <a:extLst>
                    <a:ext uri="{FF2B5EF4-FFF2-40B4-BE49-F238E27FC236}">
                      <a16:creationId xmlns:a16="http://schemas.microsoft.com/office/drawing/2014/main" id="{8905ABCD-86F8-76B5-183D-03C4F41E4544}"/>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7" name="Line 171">
                  <a:extLst>
                    <a:ext uri="{FF2B5EF4-FFF2-40B4-BE49-F238E27FC236}">
                      <a16:creationId xmlns:a16="http://schemas.microsoft.com/office/drawing/2014/main" id="{8CC73198-DE74-4E2D-C83B-46C90C1ABA12}"/>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8" name="Line 172">
                  <a:extLst>
                    <a:ext uri="{FF2B5EF4-FFF2-40B4-BE49-F238E27FC236}">
                      <a16:creationId xmlns:a16="http://schemas.microsoft.com/office/drawing/2014/main" id="{CD46FF6E-593A-3F41-DC22-29023D14EF91}"/>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9" name="Line 173">
                  <a:extLst>
                    <a:ext uri="{FF2B5EF4-FFF2-40B4-BE49-F238E27FC236}">
                      <a16:creationId xmlns:a16="http://schemas.microsoft.com/office/drawing/2014/main" id="{8398088A-E1BC-A09E-A169-BD73B9425871}"/>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0" name="Line 174">
                  <a:extLst>
                    <a:ext uri="{FF2B5EF4-FFF2-40B4-BE49-F238E27FC236}">
                      <a16:creationId xmlns:a16="http://schemas.microsoft.com/office/drawing/2014/main" id="{F0B7FDB6-C972-B9F5-1217-976952D02FB7}"/>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1" name="Line 175">
                  <a:extLst>
                    <a:ext uri="{FF2B5EF4-FFF2-40B4-BE49-F238E27FC236}">
                      <a16:creationId xmlns:a16="http://schemas.microsoft.com/office/drawing/2014/main" id="{26783ECB-BF33-21D6-957A-B25A44A58531}"/>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2" name="Line 176">
                  <a:extLst>
                    <a:ext uri="{FF2B5EF4-FFF2-40B4-BE49-F238E27FC236}">
                      <a16:creationId xmlns:a16="http://schemas.microsoft.com/office/drawing/2014/main" id="{00B14A6C-4110-7089-77A6-62C5FCB2D341}"/>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3" name="Line 177">
                  <a:extLst>
                    <a:ext uri="{FF2B5EF4-FFF2-40B4-BE49-F238E27FC236}">
                      <a16:creationId xmlns:a16="http://schemas.microsoft.com/office/drawing/2014/main" id="{517B14D4-E455-4EB1-DEC7-394BBACD2FE0}"/>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4" name="Line 178">
                  <a:extLst>
                    <a:ext uri="{FF2B5EF4-FFF2-40B4-BE49-F238E27FC236}">
                      <a16:creationId xmlns:a16="http://schemas.microsoft.com/office/drawing/2014/main" id="{D254675A-00A1-F8EA-FAB6-CAD7E6036AC6}"/>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5" name="Line 179">
                  <a:extLst>
                    <a:ext uri="{FF2B5EF4-FFF2-40B4-BE49-F238E27FC236}">
                      <a16:creationId xmlns:a16="http://schemas.microsoft.com/office/drawing/2014/main" id="{E79D0AC8-1F65-9174-ACB4-10355410E2D3}"/>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6" name="Line 180">
                  <a:extLst>
                    <a:ext uri="{FF2B5EF4-FFF2-40B4-BE49-F238E27FC236}">
                      <a16:creationId xmlns:a16="http://schemas.microsoft.com/office/drawing/2014/main" id="{6CF92928-D4C3-7E85-DC8F-735FB8FE2FFA}"/>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7" name="Oval 181">
                  <a:extLst>
                    <a:ext uri="{FF2B5EF4-FFF2-40B4-BE49-F238E27FC236}">
                      <a16:creationId xmlns:a16="http://schemas.microsoft.com/office/drawing/2014/main" id="{C22D92F1-C1F1-AD77-34C2-55E42EF97D6E}"/>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85" name="Group 182">
              <a:extLst>
                <a:ext uri="{FF2B5EF4-FFF2-40B4-BE49-F238E27FC236}">
                  <a16:creationId xmlns:a16="http://schemas.microsoft.com/office/drawing/2014/main" id="{E113FF28-C468-895B-8C8E-62F897174613}"/>
                </a:ext>
              </a:extLst>
            </p:cNvPr>
            <p:cNvGrpSpPr>
              <a:grpSpLocks/>
            </p:cNvGrpSpPr>
            <p:nvPr/>
          </p:nvGrpSpPr>
          <p:grpSpPr bwMode="auto">
            <a:xfrm>
              <a:off x="4608" y="700"/>
              <a:ext cx="306" cy="90"/>
              <a:chOff x="748" y="2251"/>
              <a:chExt cx="306" cy="90"/>
            </a:xfrm>
          </p:grpSpPr>
          <p:sp>
            <p:nvSpPr>
              <p:cNvPr id="486" name="AutoShape 183">
                <a:extLst>
                  <a:ext uri="{FF2B5EF4-FFF2-40B4-BE49-F238E27FC236}">
                    <a16:creationId xmlns:a16="http://schemas.microsoft.com/office/drawing/2014/main" id="{B35CFA5D-2EE0-6348-FFC2-2A0E7B35E3C9}"/>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87" name="AutoShape 184">
                <a:extLst>
                  <a:ext uri="{FF2B5EF4-FFF2-40B4-BE49-F238E27FC236}">
                    <a16:creationId xmlns:a16="http://schemas.microsoft.com/office/drawing/2014/main" id="{4356C9CB-CCD2-B4B3-340B-729A79603709}"/>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88" name="AutoShape 185">
                <a:extLst>
                  <a:ext uri="{FF2B5EF4-FFF2-40B4-BE49-F238E27FC236}">
                    <a16:creationId xmlns:a16="http://schemas.microsoft.com/office/drawing/2014/main" id="{3C09A86C-1060-AEE0-705F-C6FA9D961DCB}"/>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89" name="AutoShape 186">
                <a:extLst>
                  <a:ext uri="{FF2B5EF4-FFF2-40B4-BE49-F238E27FC236}">
                    <a16:creationId xmlns:a16="http://schemas.microsoft.com/office/drawing/2014/main" id="{DB533C0B-B984-BFF5-A429-096C6660DCCE}"/>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90" name="AutoShape 187">
                <a:extLst>
                  <a:ext uri="{FF2B5EF4-FFF2-40B4-BE49-F238E27FC236}">
                    <a16:creationId xmlns:a16="http://schemas.microsoft.com/office/drawing/2014/main" id="{3F9F0F39-DD73-482D-705B-76215ED394FA}"/>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91" name="AutoShape 188">
                <a:extLst>
                  <a:ext uri="{FF2B5EF4-FFF2-40B4-BE49-F238E27FC236}">
                    <a16:creationId xmlns:a16="http://schemas.microsoft.com/office/drawing/2014/main" id="{B1E03B95-B0CF-F069-CFD5-E68EBB815DF7}"/>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08" name="Group 214">
            <a:extLst>
              <a:ext uri="{FF2B5EF4-FFF2-40B4-BE49-F238E27FC236}">
                <a16:creationId xmlns:a16="http://schemas.microsoft.com/office/drawing/2014/main" id="{FAF12DCD-164C-96DB-AE04-DC5ED4CC81E6}"/>
              </a:ext>
            </a:extLst>
          </p:cNvPr>
          <p:cNvGrpSpPr>
            <a:grpSpLocks/>
          </p:cNvGrpSpPr>
          <p:nvPr/>
        </p:nvGrpSpPr>
        <p:grpSpPr bwMode="auto">
          <a:xfrm>
            <a:off x="2555270" y="2093511"/>
            <a:ext cx="238399" cy="426132"/>
            <a:chOff x="4608" y="700"/>
            <a:chExt cx="306" cy="553"/>
          </a:xfrm>
        </p:grpSpPr>
        <p:grpSp>
          <p:nvGrpSpPr>
            <p:cNvPr id="509" name="Group 215">
              <a:extLst>
                <a:ext uri="{FF2B5EF4-FFF2-40B4-BE49-F238E27FC236}">
                  <a16:creationId xmlns:a16="http://schemas.microsoft.com/office/drawing/2014/main" id="{838BDC40-91D6-D9DF-29D1-B0186C7A7754}"/>
                </a:ext>
              </a:extLst>
            </p:cNvPr>
            <p:cNvGrpSpPr>
              <a:grpSpLocks/>
            </p:cNvGrpSpPr>
            <p:nvPr/>
          </p:nvGrpSpPr>
          <p:grpSpPr bwMode="auto">
            <a:xfrm>
              <a:off x="4694" y="784"/>
              <a:ext cx="134" cy="469"/>
              <a:chOff x="4740" y="784"/>
              <a:chExt cx="88" cy="692"/>
            </a:xfrm>
          </p:grpSpPr>
          <p:sp>
            <p:nvSpPr>
              <p:cNvPr id="517" name="Line 216">
                <a:extLst>
                  <a:ext uri="{FF2B5EF4-FFF2-40B4-BE49-F238E27FC236}">
                    <a16:creationId xmlns:a16="http://schemas.microsoft.com/office/drawing/2014/main" id="{8A335F34-20FC-1E02-6DEC-2765DA6304DF}"/>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18" name="Group 217">
                <a:extLst>
                  <a:ext uri="{FF2B5EF4-FFF2-40B4-BE49-F238E27FC236}">
                    <a16:creationId xmlns:a16="http://schemas.microsoft.com/office/drawing/2014/main" id="{40D4FAB1-A8D7-9A2B-6FAA-01CCDC8A067F}"/>
                  </a:ext>
                </a:extLst>
              </p:cNvPr>
              <p:cNvGrpSpPr>
                <a:grpSpLocks/>
              </p:cNvGrpSpPr>
              <p:nvPr/>
            </p:nvGrpSpPr>
            <p:grpSpPr bwMode="auto">
              <a:xfrm>
                <a:off x="4740" y="784"/>
                <a:ext cx="88" cy="692"/>
                <a:chOff x="4740" y="784"/>
                <a:chExt cx="88" cy="692"/>
              </a:xfrm>
            </p:grpSpPr>
            <p:sp>
              <p:nvSpPr>
                <p:cNvPr id="519" name="Line 218">
                  <a:extLst>
                    <a:ext uri="{FF2B5EF4-FFF2-40B4-BE49-F238E27FC236}">
                      <a16:creationId xmlns:a16="http://schemas.microsoft.com/office/drawing/2014/main" id="{2C96C434-9D8A-08C0-1FB6-2DFB507B6395}"/>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0" name="Line 219">
                  <a:extLst>
                    <a:ext uri="{FF2B5EF4-FFF2-40B4-BE49-F238E27FC236}">
                      <a16:creationId xmlns:a16="http://schemas.microsoft.com/office/drawing/2014/main" id="{6C7B85E4-96D0-6FFC-8A52-A7AAB1F64FC1}"/>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1" name="Line 220">
                  <a:extLst>
                    <a:ext uri="{FF2B5EF4-FFF2-40B4-BE49-F238E27FC236}">
                      <a16:creationId xmlns:a16="http://schemas.microsoft.com/office/drawing/2014/main" id="{FE1E99DC-05A3-8B54-E163-0A919BD373C0}"/>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2" name="Line 221">
                  <a:extLst>
                    <a:ext uri="{FF2B5EF4-FFF2-40B4-BE49-F238E27FC236}">
                      <a16:creationId xmlns:a16="http://schemas.microsoft.com/office/drawing/2014/main" id="{9A2988AE-3A0B-628F-C1A7-2F8561C6BF85}"/>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3" name="Line 222">
                  <a:extLst>
                    <a:ext uri="{FF2B5EF4-FFF2-40B4-BE49-F238E27FC236}">
                      <a16:creationId xmlns:a16="http://schemas.microsoft.com/office/drawing/2014/main" id="{634442CF-34E9-53FF-8D32-F718A5585636}"/>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4" name="Line 223">
                  <a:extLst>
                    <a:ext uri="{FF2B5EF4-FFF2-40B4-BE49-F238E27FC236}">
                      <a16:creationId xmlns:a16="http://schemas.microsoft.com/office/drawing/2014/main" id="{60F07828-1ACD-0942-06F6-607DAFAD0594}"/>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5" name="Line 224">
                  <a:extLst>
                    <a:ext uri="{FF2B5EF4-FFF2-40B4-BE49-F238E27FC236}">
                      <a16:creationId xmlns:a16="http://schemas.microsoft.com/office/drawing/2014/main" id="{8517DD9E-B200-BF3F-F45E-9D1BD568C6D6}"/>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6" name="Line 225">
                  <a:extLst>
                    <a:ext uri="{FF2B5EF4-FFF2-40B4-BE49-F238E27FC236}">
                      <a16:creationId xmlns:a16="http://schemas.microsoft.com/office/drawing/2014/main" id="{5AE21DEF-BCE2-E589-B078-CE97B5F32990}"/>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7" name="Line 226">
                  <a:extLst>
                    <a:ext uri="{FF2B5EF4-FFF2-40B4-BE49-F238E27FC236}">
                      <a16:creationId xmlns:a16="http://schemas.microsoft.com/office/drawing/2014/main" id="{43A015EF-531D-6410-F6ED-261DF04355AD}"/>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8" name="Line 227">
                  <a:extLst>
                    <a:ext uri="{FF2B5EF4-FFF2-40B4-BE49-F238E27FC236}">
                      <a16:creationId xmlns:a16="http://schemas.microsoft.com/office/drawing/2014/main" id="{E18AEDEE-03D9-490A-0116-40BA13AAF5D8}"/>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9" name="Line 228">
                  <a:extLst>
                    <a:ext uri="{FF2B5EF4-FFF2-40B4-BE49-F238E27FC236}">
                      <a16:creationId xmlns:a16="http://schemas.microsoft.com/office/drawing/2014/main" id="{6F38A56A-E03D-0532-217E-E0FBF021ED34}"/>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0" name="Line 229">
                  <a:extLst>
                    <a:ext uri="{FF2B5EF4-FFF2-40B4-BE49-F238E27FC236}">
                      <a16:creationId xmlns:a16="http://schemas.microsoft.com/office/drawing/2014/main" id="{080F3555-AEF8-CB4B-0076-8471A0D0F5B2}"/>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1" name="Line 230">
                  <a:extLst>
                    <a:ext uri="{FF2B5EF4-FFF2-40B4-BE49-F238E27FC236}">
                      <a16:creationId xmlns:a16="http://schemas.microsoft.com/office/drawing/2014/main" id="{11500798-E27F-66BD-EF09-EA9ED6AB73BE}"/>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2" name="Oval 231">
                  <a:extLst>
                    <a:ext uri="{FF2B5EF4-FFF2-40B4-BE49-F238E27FC236}">
                      <a16:creationId xmlns:a16="http://schemas.microsoft.com/office/drawing/2014/main" id="{204A668F-A50C-DC85-8860-E31D33EB21EE}"/>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10" name="Group 232">
              <a:extLst>
                <a:ext uri="{FF2B5EF4-FFF2-40B4-BE49-F238E27FC236}">
                  <a16:creationId xmlns:a16="http://schemas.microsoft.com/office/drawing/2014/main" id="{3426E1F9-A010-B76D-09A9-A0C65DE2DA2B}"/>
                </a:ext>
              </a:extLst>
            </p:cNvPr>
            <p:cNvGrpSpPr>
              <a:grpSpLocks/>
            </p:cNvGrpSpPr>
            <p:nvPr/>
          </p:nvGrpSpPr>
          <p:grpSpPr bwMode="auto">
            <a:xfrm>
              <a:off x="4608" y="700"/>
              <a:ext cx="306" cy="90"/>
              <a:chOff x="748" y="2251"/>
              <a:chExt cx="306" cy="90"/>
            </a:xfrm>
          </p:grpSpPr>
          <p:sp>
            <p:nvSpPr>
              <p:cNvPr id="511" name="AutoShape 233">
                <a:extLst>
                  <a:ext uri="{FF2B5EF4-FFF2-40B4-BE49-F238E27FC236}">
                    <a16:creationId xmlns:a16="http://schemas.microsoft.com/office/drawing/2014/main" id="{5B447BDE-6280-891E-6FF4-16C8FD7BF9F3}"/>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2" name="AutoShape 234">
                <a:extLst>
                  <a:ext uri="{FF2B5EF4-FFF2-40B4-BE49-F238E27FC236}">
                    <a16:creationId xmlns:a16="http://schemas.microsoft.com/office/drawing/2014/main" id="{08345F8E-AE82-F67B-C0DB-18E626AA0673}"/>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3" name="AutoShape 235">
                <a:extLst>
                  <a:ext uri="{FF2B5EF4-FFF2-40B4-BE49-F238E27FC236}">
                    <a16:creationId xmlns:a16="http://schemas.microsoft.com/office/drawing/2014/main" id="{EEAFB320-CC38-769A-15F6-A740539E2310}"/>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4" name="AutoShape 236">
                <a:extLst>
                  <a:ext uri="{FF2B5EF4-FFF2-40B4-BE49-F238E27FC236}">
                    <a16:creationId xmlns:a16="http://schemas.microsoft.com/office/drawing/2014/main" id="{1B9A6B14-7A5E-E0FB-6454-B81FE43EA29C}"/>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5" name="AutoShape 237">
                <a:extLst>
                  <a:ext uri="{FF2B5EF4-FFF2-40B4-BE49-F238E27FC236}">
                    <a16:creationId xmlns:a16="http://schemas.microsoft.com/office/drawing/2014/main" id="{2FC434E0-3795-765F-E9A9-44DF908CF0BE}"/>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6" name="AutoShape 238">
                <a:extLst>
                  <a:ext uri="{FF2B5EF4-FFF2-40B4-BE49-F238E27FC236}">
                    <a16:creationId xmlns:a16="http://schemas.microsoft.com/office/drawing/2014/main" id="{60D35DC8-EC54-1D60-3350-63323986754F}"/>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33" name="Group 4">
            <a:extLst>
              <a:ext uri="{FF2B5EF4-FFF2-40B4-BE49-F238E27FC236}">
                <a16:creationId xmlns:a16="http://schemas.microsoft.com/office/drawing/2014/main" id="{34A67064-A072-98B1-76BC-D7D48BB32339}"/>
              </a:ext>
            </a:extLst>
          </p:cNvPr>
          <p:cNvGrpSpPr>
            <a:grpSpLocks/>
          </p:cNvGrpSpPr>
          <p:nvPr/>
        </p:nvGrpSpPr>
        <p:grpSpPr bwMode="auto">
          <a:xfrm>
            <a:off x="1388304" y="1663359"/>
            <a:ext cx="169909" cy="352430"/>
            <a:chOff x="4186" y="1736"/>
            <a:chExt cx="229" cy="461"/>
          </a:xfrm>
        </p:grpSpPr>
        <p:pic>
          <p:nvPicPr>
            <p:cNvPr id="534" name="Picture 5" descr="icon-mobile-phone">
              <a:extLst>
                <a:ext uri="{FF2B5EF4-FFF2-40B4-BE49-F238E27FC236}">
                  <a16:creationId xmlns:a16="http://schemas.microsoft.com/office/drawing/2014/main" id="{433D7518-EBF5-900D-C0F3-DEF6DC554F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35" name="Group 6">
              <a:extLst>
                <a:ext uri="{FF2B5EF4-FFF2-40B4-BE49-F238E27FC236}">
                  <a16:creationId xmlns:a16="http://schemas.microsoft.com/office/drawing/2014/main" id="{B214670C-389A-36FF-DBC0-9E9B5CE1A6B4}"/>
                </a:ext>
              </a:extLst>
            </p:cNvPr>
            <p:cNvGrpSpPr>
              <a:grpSpLocks/>
            </p:cNvGrpSpPr>
            <p:nvPr/>
          </p:nvGrpSpPr>
          <p:grpSpPr bwMode="auto">
            <a:xfrm>
              <a:off x="4186" y="1736"/>
              <a:ext cx="198" cy="79"/>
              <a:chOff x="4513" y="1707"/>
              <a:chExt cx="198" cy="177"/>
            </a:xfrm>
          </p:grpSpPr>
          <p:sp>
            <p:nvSpPr>
              <p:cNvPr id="536" name="AutoShape 7">
                <a:extLst>
                  <a:ext uri="{FF2B5EF4-FFF2-40B4-BE49-F238E27FC236}">
                    <a16:creationId xmlns:a16="http://schemas.microsoft.com/office/drawing/2014/main" id="{9CC544CD-DFFD-0E40-31F6-6FB2C5145F93}"/>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37" name="AutoShape 8">
                <a:extLst>
                  <a:ext uri="{FF2B5EF4-FFF2-40B4-BE49-F238E27FC236}">
                    <a16:creationId xmlns:a16="http://schemas.microsoft.com/office/drawing/2014/main" id="{09775554-C7E1-C647-4E2E-02BE0CFFD4D7}"/>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38" name="AutoShape 9">
                <a:extLst>
                  <a:ext uri="{FF2B5EF4-FFF2-40B4-BE49-F238E27FC236}">
                    <a16:creationId xmlns:a16="http://schemas.microsoft.com/office/drawing/2014/main" id="{9E6303E7-40EC-A8DA-A277-B2534C9A4094}"/>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39" name="Group 389">
            <a:extLst>
              <a:ext uri="{FF2B5EF4-FFF2-40B4-BE49-F238E27FC236}">
                <a16:creationId xmlns:a16="http://schemas.microsoft.com/office/drawing/2014/main" id="{BBCF28B8-54A0-D8B0-C29E-6A00F8F5E215}"/>
              </a:ext>
            </a:extLst>
          </p:cNvPr>
          <p:cNvGrpSpPr>
            <a:grpSpLocks/>
          </p:cNvGrpSpPr>
          <p:nvPr/>
        </p:nvGrpSpPr>
        <p:grpSpPr bwMode="auto">
          <a:xfrm>
            <a:off x="2376142" y="1729021"/>
            <a:ext cx="169909" cy="352429"/>
            <a:chOff x="4186" y="1736"/>
            <a:chExt cx="229" cy="461"/>
          </a:xfrm>
        </p:grpSpPr>
        <p:pic>
          <p:nvPicPr>
            <p:cNvPr id="540" name="Picture 390" descr="icon-mobile-phone">
              <a:extLst>
                <a:ext uri="{FF2B5EF4-FFF2-40B4-BE49-F238E27FC236}">
                  <a16:creationId xmlns:a16="http://schemas.microsoft.com/office/drawing/2014/main" id="{61D9851C-6E44-1E63-E6D2-E9BE44896F4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41" name="Group 391">
              <a:extLst>
                <a:ext uri="{FF2B5EF4-FFF2-40B4-BE49-F238E27FC236}">
                  <a16:creationId xmlns:a16="http://schemas.microsoft.com/office/drawing/2014/main" id="{88300E5A-5192-2812-2BA5-7C3EFD95F440}"/>
                </a:ext>
              </a:extLst>
            </p:cNvPr>
            <p:cNvGrpSpPr>
              <a:grpSpLocks/>
            </p:cNvGrpSpPr>
            <p:nvPr/>
          </p:nvGrpSpPr>
          <p:grpSpPr bwMode="auto">
            <a:xfrm>
              <a:off x="4186" y="1736"/>
              <a:ext cx="198" cy="79"/>
              <a:chOff x="4513" y="1707"/>
              <a:chExt cx="198" cy="177"/>
            </a:xfrm>
          </p:grpSpPr>
          <p:sp>
            <p:nvSpPr>
              <p:cNvPr id="542" name="AutoShape 392">
                <a:extLst>
                  <a:ext uri="{FF2B5EF4-FFF2-40B4-BE49-F238E27FC236}">
                    <a16:creationId xmlns:a16="http://schemas.microsoft.com/office/drawing/2014/main" id="{3BD49ADA-3AF4-AB48-C111-388C4E0B4D44}"/>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43" name="AutoShape 393">
                <a:extLst>
                  <a:ext uri="{FF2B5EF4-FFF2-40B4-BE49-F238E27FC236}">
                    <a16:creationId xmlns:a16="http://schemas.microsoft.com/office/drawing/2014/main" id="{5C74F6AE-B087-4F19-1606-06F401E3172E}"/>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44" name="AutoShape 394">
                <a:extLst>
                  <a:ext uri="{FF2B5EF4-FFF2-40B4-BE49-F238E27FC236}">
                    <a16:creationId xmlns:a16="http://schemas.microsoft.com/office/drawing/2014/main" id="{E2FC3E0D-FE25-0481-3AEC-ACBEB76699E7}"/>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5" name="Group 395">
            <a:extLst>
              <a:ext uri="{FF2B5EF4-FFF2-40B4-BE49-F238E27FC236}">
                <a16:creationId xmlns:a16="http://schemas.microsoft.com/office/drawing/2014/main" id="{CC58EF45-009E-044D-4ADE-3A60BAD5247C}"/>
              </a:ext>
            </a:extLst>
          </p:cNvPr>
          <p:cNvGrpSpPr>
            <a:grpSpLocks/>
          </p:cNvGrpSpPr>
          <p:nvPr/>
        </p:nvGrpSpPr>
        <p:grpSpPr bwMode="auto">
          <a:xfrm>
            <a:off x="1898029" y="1424832"/>
            <a:ext cx="169908" cy="352430"/>
            <a:chOff x="4186" y="1736"/>
            <a:chExt cx="229" cy="461"/>
          </a:xfrm>
        </p:grpSpPr>
        <p:pic>
          <p:nvPicPr>
            <p:cNvPr id="546" name="Picture 396" descr="icon-mobile-phone">
              <a:extLst>
                <a:ext uri="{FF2B5EF4-FFF2-40B4-BE49-F238E27FC236}">
                  <a16:creationId xmlns:a16="http://schemas.microsoft.com/office/drawing/2014/main" id="{03887403-50DA-C0AD-47E7-A0A20019886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47" name="Group 397">
              <a:extLst>
                <a:ext uri="{FF2B5EF4-FFF2-40B4-BE49-F238E27FC236}">
                  <a16:creationId xmlns:a16="http://schemas.microsoft.com/office/drawing/2014/main" id="{A60B2BFB-19EE-7A43-453A-63DDED885297}"/>
                </a:ext>
              </a:extLst>
            </p:cNvPr>
            <p:cNvGrpSpPr>
              <a:grpSpLocks/>
            </p:cNvGrpSpPr>
            <p:nvPr/>
          </p:nvGrpSpPr>
          <p:grpSpPr bwMode="auto">
            <a:xfrm>
              <a:off x="4186" y="1736"/>
              <a:ext cx="198" cy="79"/>
              <a:chOff x="4513" y="1707"/>
              <a:chExt cx="198" cy="177"/>
            </a:xfrm>
          </p:grpSpPr>
          <p:sp>
            <p:nvSpPr>
              <p:cNvPr id="548" name="AutoShape 398">
                <a:extLst>
                  <a:ext uri="{FF2B5EF4-FFF2-40B4-BE49-F238E27FC236}">
                    <a16:creationId xmlns:a16="http://schemas.microsoft.com/office/drawing/2014/main" id="{67DF3CB8-49DD-87A2-E7AF-2C0675B93887}"/>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49" name="AutoShape 399">
                <a:extLst>
                  <a:ext uri="{FF2B5EF4-FFF2-40B4-BE49-F238E27FC236}">
                    <a16:creationId xmlns:a16="http://schemas.microsoft.com/office/drawing/2014/main" id="{74A6490B-4CF5-3364-3CE7-B3DB9C81C2B1}"/>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50" name="AutoShape 400">
                <a:extLst>
                  <a:ext uri="{FF2B5EF4-FFF2-40B4-BE49-F238E27FC236}">
                    <a16:creationId xmlns:a16="http://schemas.microsoft.com/office/drawing/2014/main" id="{F546739E-AD3D-807F-BDF5-68776DEFF87B}"/>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51" name="Group 401">
            <a:extLst>
              <a:ext uri="{FF2B5EF4-FFF2-40B4-BE49-F238E27FC236}">
                <a16:creationId xmlns:a16="http://schemas.microsoft.com/office/drawing/2014/main" id="{FA7F6B14-3B64-D09E-315C-570A6585CEB9}"/>
              </a:ext>
            </a:extLst>
          </p:cNvPr>
          <p:cNvGrpSpPr>
            <a:grpSpLocks/>
          </p:cNvGrpSpPr>
          <p:nvPr/>
        </p:nvGrpSpPr>
        <p:grpSpPr bwMode="auto">
          <a:xfrm>
            <a:off x="1419915" y="2215454"/>
            <a:ext cx="169909" cy="352430"/>
            <a:chOff x="4186" y="1736"/>
            <a:chExt cx="229" cy="461"/>
          </a:xfrm>
        </p:grpSpPr>
        <p:pic>
          <p:nvPicPr>
            <p:cNvPr id="552" name="Picture 402" descr="icon-mobile-phone">
              <a:extLst>
                <a:ext uri="{FF2B5EF4-FFF2-40B4-BE49-F238E27FC236}">
                  <a16:creationId xmlns:a16="http://schemas.microsoft.com/office/drawing/2014/main" id="{A3391064-C97B-7E11-063C-6D0904EDFBA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53" name="Group 403">
              <a:extLst>
                <a:ext uri="{FF2B5EF4-FFF2-40B4-BE49-F238E27FC236}">
                  <a16:creationId xmlns:a16="http://schemas.microsoft.com/office/drawing/2014/main" id="{00EDE154-BF07-3F65-970F-9DE9982E8C81}"/>
                </a:ext>
              </a:extLst>
            </p:cNvPr>
            <p:cNvGrpSpPr>
              <a:grpSpLocks/>
            </p:cNvGrpSpPr>
            <p:nvPr/>
          </p:nvGrpSpPr>
          <p:grpSpPr bwMode="auto">
            <a:xfrm>
              <a:off x="4186" y="1736"/>
              <a:ext cx="198" cy="79"/>
              <a:chOff x="4513" y="1707"/>
              <a:chExt cx="198" cy="177"/>
            </a:xfrm>
          </p:grpSpPr>
          <p:sp>
            <p:nvSpPr>
              <p:cNvPr id="554" name="AutoShape 404">
                <a:extLst>
                  <a:ext uri="{FF2B5EF4-FFF2-40B4-BE49-F238E27FC236}">
                    <a16:creationId xmlns:a16="http://schemas.microsoft.com/office/drawing/2014/main" id="{1A844338-1F97-4055-9E51-F6656B2E5769}"/>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55" name="AutoShape 405">
                <a:extLst>
                  <a:ext uri="{FF2B5EF4-FFF2-40B4-BE49-F238E27FC236}">
                    <a16:creationId xmlns:a16="http://schemas.microsoft.com/office/drawing/2014/main" id="{02B1752F-A35E-5EF1-8C36-6B1009A6AABE}"/>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56" name="AutoShape 406">
                <a:extLst>
                  <a:ext uri="{FF2B5EF4-FFF2-40B4-BE49-F238E27FC236}">
                    <a16:creationId xmlns:a16="http://schemas.microsoft.com/office/drawing/2014/main" id="{08BF52C8-0CA4-560D-F3F1-BB3B1BD80CB1}"/>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57" name="Group 407">
            <a:extLst>
              <a:ext uri="{FF2B5EF4-FFF2-40B4-BE49-F238E27FC236}">
                <a16:creationId xmlns:a16="http://schemas.microsoft.com/office/drawing/2014/main" id="{AA0B3491-0CE4-1658-E283-1A80F558DF14}"/>
              </a:ext>
            </a:extLst>
          </p:cNvPr>
          <p:cNvGrpSpPr>
            <a:grpSpLocks/>
          </p:cNvGrpSpPr>
          <p:nvPr/>
        </p:nvGrpSpPr>
        <p:grpSpPr bwMode="auto">
          <a:xfrm>
            <a:off x="1898029" y="1911266"/>
            <a:ext cx="169908" cy="352429"/>
            <a:chOff x="4186" y="1736"/>
            <a:chExt cx="229" cy="461"/>
          </a:xfrm>
        </p:grpSpPr>
        <p:pic>
          <p:nvPicPr>
            <p:cNvPr id="558" name="Picture 408" descr="icon-mobile-phone">
              <a:extLst>
                <a:ext uri="{FF2B5EF4-FFF2-40B4-BE49-F238E27FC236}">
                  <a16:creationId xmlns:a16="http://schemas.microsoft.com/office/drawing/2014/main" id="{EE4AB622-37FA-F7DA-7F39-EB83B51160D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59" name="Group 409">
              <a:extLst>
                <a:ext uri="{FF2B5EF4-FFF2-40B4-BE49-F238E27FC236}">
                  <a16:creationId xmlns:a16="http://schemas.microsoft.com/office/drawing/2014/main" id="{F9833CD7-97C5-9C37-0E7A-4A10DCADA987}"/>
                </a:ext>
              </a:extLst>
            </p:cNvPr>
            <p:cNvGrpSpPr>
              <a:grpSpLocks/>
            </p:cNvGrpSpPr>
            <p:nvPr/>
          </p:nvGrpSpPr>
          <p:grpSpPr bwMode="auto">
            <a:xfrm>
              <a:off x="4186" y="1736"/>
              <a:ext cx="198" cy="79"/>
              <a:chOff x="4513" y="1707"/>
              <a:chExt cx="198" cy="177"/>
            </a:xfrm>
          </p:grpSpPr>
          <p:sp>
            <p:nvSpPr>
              <p:cNvPr id="560" name="AutoShape 410">
                <a:extLst>
                  <a:ext uri="{FF2B5EF4-FFF2-40B4-BE49-F238E27FC236}">
                    <a16:creationId xmlns:a16="http://schemas.microsoft.com/office/drawing/2014/main" id="{D783FDE8-0C98-B0A6-E962-D72083598147}"/>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1" name="AutoShape 411">
                <a:extLst>
                  <a:ext uri="{FF2B5EF4-FFF2-40B4-BE49-F238E27FC236}">
                    <a16:creationId xmlns:a16="http://schemas.microsoft.com/office/drawing/2014/main" id="{FE09F146-290F-7B07-F386-A10E4E94B06E}"/>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2" name="AutoShape 412">
                <a:extLst>
                  <a:ext uri="{FF2B5EF4-FFF2-40B4-BE49-F238E27FC236}">
                    <a16:creationId xmlns:a16="http://schemas.microsoft.com/office/drawing/2014/main" id="{D95C05BE-79D7-70D9-9283-A2C3441C76B5}"/>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63" name="Group 413">
            <a:extLst>
              <a:ext uri="{FF2B5EF4-FFF2-40B4-BE49-F238E27FC236}">
                <a16:creationId xmlns:a16="http://schemas.microsoft.com/office/drawing/2014/main" id="{C0B649CB-5956-158A-79B9-9036DC4CD6F5}"/>
              </a:ext>
            </a:extLst>
          </p:cNvPr>
          <p:cNvGrpSpPr>
            <a:grpSpLocks/>
          </p:cNvGrpSpPr>
          <p:nvPr/>
        </p:nvGrpSpPr>
        <p:grpSpPr bwMode="auto">
          <a:xfrm>
            <a:off x="2734398" y="2336057"/>
            <a:ext cx="169909" cy="352430"/>
            <a:chOff x="4186" y="1736"/>
            <a:chExt cx="229" cy="461"/>
          </a:xfrm>
        </p:grpSpPr>
        <p:pic>
          <p:nvPicPr>
            <p:cNvPr id="564" name="Picture 414" descr="icon-mobile-phone">
              <a:extLst>
                <a:ext uri="{FF2B5EF4-FFF2-40B4-BE49-F238E27FC236}">
                  <a16:creationId xmlns:a16="http://schemas.microsoft.com/office/drawing/2014/main" id="{D409DCBA-6DF4-3CA5-7717-5013751C638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5" name="Group 415">
              <a:extLst>
                <a:ext uri="{FF2B5EF4-FFF2-40B4-BE49-F238E27FC236}">
                  <a16:creationId xmlns:a16="http://schemas.microsoft.com/office/drawing/2014/main" id="{F3BD5C71-42FF-F251-E298-11FD319826CF}"/>
                </a:ext>
              </a:extLst>
            </p:cNvPr>
            <p:cNvGrpSpPr>
              <a:grpSpLocks/>
            </p:cNvGrpSpPr>
            <p:nvPr/>
          </p:nvGrpSpPr>
          <p:grpSpPr bwMode="auto">
            <a:xfrm>
              <a:off x="4186" y="1736"/>
              <a:ext cx="198" cy="79"/>
              <a:chOff x="4513" y="1707"/>
              <a:chExt cx="198" cy="177"/>
            </a:xfrm>
          </p:grpSpPr>
          <p:sp>
            <p:nvSpPr>
              <p:cNvPr id="566" name="AutoShape 416">
                <a:extLst>
                  <a:ext uri="{FF2B5EF4-FFF2-40B4-BE49-F238E27FC236}">
                    <a16:creationId xmlns:a16="http://schemas.microsoft.com/office/drawing/2014/main" id="{7ED29241-ED40-5DBF-FE3F-B243D093A4F4}"/>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7" name="AutoShape 417">
                <a:extLst>
                  <a:ext uri="{FF2B5EF4-FFF2-40B4-BE49-F238E27FC236}">
                    <a16:creationId xmlns:a16="http://schemas.microsoft.com/office/drawing/2014/main" id="{D93B0BD7-AA3D-9B43-D2C7-1896E99A3060}"/>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8" name="AutoShape 418">
                <a:extLst>
                  <a:ext uri="{FF2B5EF4-FFF2-40B4-BE49-F238E27FC236}">
                    <a16:creationId xmlns:a16="http://schemas.microsoft.com/office/drawing/2014/main" id="{3E23BE2C-1BB6-0F8C-12D6-F4353904DD6C}"/>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69" name="Group 419">
            <a:extLst>
              <a:ext uri="{FF2B5EF4-FFF2-40B4-BE49-F238E27FC236}">
                <a16:creationId xmlns:a16="http://schemas.microsoft.com/office/drawing/2014/main" id="{AA60712B-6069-B739-5062-B999EFFC900B}"/>
              </a:ext>
            </a:extLst>
          </p:cNvPr>
          <p:cNvGrpSpPr>
            <a:grpSpLocks/>
          </p:cNvGrpSpPr>
          <p:nvPr/>
        </p:nvGrpSpPr>
        <p:grpSpPr bwMode="auto">
          <a:xfrm>
            <a:off x="1837441" y="2545103"/>
            <a:ext cx="169908" cy="352430"/>
            <a:chOff x="4186" y="1736"/>
            <a:chExt cx="229" cy="461"/>
          </a:xfrm>
        </p:grpSpPr>
        <p:pic>
          <p:nvPicPr>
            <p:cNvPr id="570" name="Picture 420" descr="icon-mobile-phone">
              <a:extLst>
                <a:ext uri="{FF2B5EF4-FFF2-40B4-BE49-F238E27FC236}">
                  <a16:creationId xmlns:a16="http://schemas.microsoft.com/office/drawing/2014/main" id="{8DD53912-9FD0-E2D3-A3E2-A00A043BE2D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1" name="Group 421">
              <a:extLst>
                <a:ext uri="{FF2B5EF4-FFF2-40B4-BE49-F238E27FC236}">
                  <a16:creationId xmlns:a16="http://schemas.microsoft.com/office/drawing/2014/main" id="{DBB468A1-0416-52B5-1FFC-FCEBC8127939}"/>
                </a:ext>
              </a:extLst>
            </p:cNvPr>
            <p:cNvGrpSpPr>
              <a:grpSpLocks/>
            </p:cNvGrpSpPr>
            <p:nvPr/>
          </p:nvGrpSpPr>
          <p:grpSpPr bwMode="auto">
            <a:xfrm>
              <a:off x="4186" y="1736"/>
              <a:ext cx="198" cy="79"/>
              <a:chOff x="4513" y="1707"/>
              <a:chExt cx="198" cy="177"/>
            </a:xfrm>
          </p:grpSpPr>
          <p:sp>
            <p:nvSpPr>
              <p:cNvPr id="572" name="AutoShape 422">
                <a:extLst>
                  <a:ext uri="{FF2B5EF4-FFF2-40B4-BE49-F238E27FC236}">
                    <a16:creationId xmlns:a16="http://schemas.microsoft.com/office/drawing/2014/main" id="{A8398A1A-BA37-D0CC-5D82-233B29A7B6CE}"/>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3" name="AutoShape 423">
                <a:extLst>
                  <a:ext uri="{FF2B5EF4-FFF2-40B4-BE49-F238E27FC236}">
                    <a16:creationId xmlns:a16="http://schemas.microsoft.com/office/drawing/2014/main" id="{65FCFFE6-0D28-0C80-EAC7-7F8F2D79D270}"/>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4" name="AutoShape 424">
                <a:extLst>
                  <a:ext uri="{FF2B5EF4-FFF2-40B4-BE49-F238E27FC236}">
                    <a16:creationId xmlns:a16="http://schemas.microsoft.com/office/drawing/2014/main" id="{E0E8159C-00AB-C861-75E9-73E56B8A6D9E}"/>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575" name="Object 36">
            <a:hlinkClick r:id="" action="ppaction://ole?verb=0"/>
            <a:extLst>
              <a:ext uri="{FF2B5EF4-FFF2-40B4-BE49-F238E27FC236}">
                <a16:creationId xmlns:a16="http://schemas.microsoft.com/office/drawing/2014/main" id="{AE6B03BE-6ED2-6BCD-C332-72378AF4CAF6}"/>
              </a:ext>
            </a:extLst>
          </p:cNvPr>
          <p:cNvGraphicFramePr>
            <a:graphicFrameLocks/>
          </p:cNvGraphicFramePr>
          <p:nvPr/>
        </p:nvGraphicFramePr>
        <p:xfrm>
          <a:off x="1360645" y="2640246"/>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244" name="Object 36">
                        <a:hlinkClick r:id="" action="ppaction://ole?verb=0"/>
                        <a:extLst>
                          <a:ext uri="{FF2B5EF4-FFF2-40B4-BE49-F238E27FC236}">
                            <a16:creationId xmlns:a16="http://schemas.microsoft.com/office/drawing/2014/main" id="{7A71DC37-1B18-DA74-0EB4-5A045BFA6E84}"/>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2640246"/>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76" name="Line 452">
            <a:extLst>
              <a:ext uri="{FF2B5EF4-FFF2-40B4-BE49-F238E27FC236}">
                <a16:creationId xmlns:a16="http://schemas.microsoft.com/office/drawing/2014/main" id="{B31BBA26-3B96-D4D7-DB82-9B5B4880C4E3}"/>
              </a:ext>
            </a:extLst>
          </p:cNvPr>
          <p:cNvSpPr>
            <a:spLocks noChangeShapeType="1"/>
          </p:cNvSpPr>
          <p:nvPr/>
        </p:nvSpPr>
        <p:spPr bwMode="auto">
          <a:xfrm>
            <a:off x="2793669" y="1789322"/>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77" name="Line 453">
            <a:extLst>
              <a:ext uri="{FF2B5EF4-FFF2-40B4-BE49-F238E27FC236}">
                <a16:creationId xmlns:a16="http://schemas.microsoft.com/office/drawing/2014/main" id="{0EAF7CEB-1ABA-B1CD-ADD1-97F6F2258876}"/>
              </a:ext>
            </a:extLst>
          </p:cNvPr>
          <p:cNvSpPr>
            <a:spLocks noChangeShapeType="1"/>
          </p:cNvSpPr>
          <p:nvPr/>
        </p:nvSpPr>
        <p:spPr bwMode="auto">
          <a:xfrm flipV="1">
            <a:off x="2675128" y="2336057"/>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78" name="Line 455">
            <a:extLst>
              <a:ext uri="{FF2B5EF4-FFF2-40B4-BE49-F238E27FC236}">
                <a16:creationId xmlns:a16="http://schemas.microsoft.com/office/drawing/2014/main" id="{E36B34D9-F4EE-B09C-C813-D41EEB274B77}"/>
              </a:ext>
            </a:extLst>
          </p:cNvPr>
          <p:cNvSpPr>
            <a:spLocks noChangeShapeType="1"/>
          </p:cNvSpPr>
          <p:nvPr/>
        </p:nvSpPr>
        <p:spPr bwMode="auto">
          <a:xfrm>
            <a:off x="2256285" y="2215454"/>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79" name="Line 456">
            <a:extLst>
              <a:ext uri="{FF2B5EF4-FFF2-40B4-BE49-F238E27FC236}">
                <a16:creationId xmlns:a16="http://schemas.microsoft.com/office/drawing/2014/main" id="{3CE21C97-3970-C650-6C97-B916F901FDC1}"/>
              </a:ext>
            </a:extLst>
          </p:cNvPr>
          <p:cNvSpPr>
            <a:spLocks noChangeShapeType="1"/>
          </p:cNvSpPr>
          <p:nvPr/>
        </p:nvSpPr>
        <p:spPr bwMode="auto">
          <a:xfrm>
            <a:off x="2197014" y="1607077"/>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80" name="Line 457">
            <a:extLst>
              <a:ext uri="{FF2B5EF4-FFF2-40B4-BE49-F238E27FC236}">
                <a16:creationId xmlns:a16="http://schemas.microsoft.com/office/drawing/2014/main" id="{D21B6921-630F-7C1E-20B8-DC3BD8076776}"/>
              </a:ext>
            </a:extLst>
          </p:cNvPr>
          <p:cNvSpPr>
            <a:spLocks noChangeShapeType="1"/>
          </p:cNvSpPr>
          <p:nvPr/>
        </p:nvSpPr>
        <p:spPr bwMode="auto">
          <a:xfrm>
            <a:off x="1770268" y="1964868"/>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81" name="Line 458">
            <a:extLst>
              <a:ext uri="{FF2B5EF4-FFF2-40B4-BE49-F238E27FC236}">
                <a16:creationId xmlns:a16="http://schemas.microsoft.com/office/drawing/2014/main" id="{22809747-00C7-CF68-3E07-CAD649CC7C18}"/>
              </a:ext>
            </a:extLst>
          </p:cNvPr>
          <p:cNvSpPr>
            <a:spLocks noChangeShapeType="1"/>
          </p:cNvSpPr>
          <p:nvPr/>
        </p:nvSpPr>
        <p:spPr bwMode="auto">
          <a:xfrm flipV="1">
            <a:off x="1778171" y="2291837"/>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82" name="Line 459">
            <a:extLst>
              <a:ext uri="{FF2B5EF4-FFF2-40B4-BE49-F238E27FC236}">
                <a16:creationId xmlns:a16="http://schemas.microsoft.com/office/drawing/2014/main" id="{AFE60447-5531-B00E-AD09-2ADD60752A96}"/>
              </a:ext>
            </a:extLst>
          </p:cNvPr>
          <p:cNvSpPr>
            <a:spLocks noChangeShapeType="1"/>
          </p:cNvSpPr>
          <p:nvPr/>
        </p:nvSpPr>
        <p:spPr bwMode="auto">
          <a:xfrm flipV="1">
            <a:off x="2219405" y="2362858"/>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83" name="Group 499">
            <a:extLst>
              <a:ext uri="{FF2B5EF4-FFF2-40B4-BE49-F238E27FC236}">
                <a16:creationId xmlns:a16="http://schemas.microsoft.com/office/drawing/2014/main" id="{767A3B7D-58F9-415E-BF23-5E44D0174216}"/>
              </a:ext>
            </a:extLst>
          </p:cNvPr>
          <p:cNvGrpSpPr>
            <a:grpSpLocks/>
          </p:cNvGrpSpPr>
          <p:nvPr/>
        </p:nvGrpSpPr>
        <p:grpSpPr bwMode="auto">
          <a:xfrm>
            <a:off x="6020607" y="2855841"/>
            <a:ext cx="144883" cy="317589"/>
            <a:chOff x="4186" y="1736"/>
            <a:chExt cx="229" cy="461"/>
          </a:xfrm>
        </p:grpSpPr>
        <p:pic>
          <p:nvPicPr>
            <p:cNvPr id="584" name="Picture 500" descr="icon-mobile-phone">
              <a:extLst>
                <a:ext uri="{FF2B5EF4-FFF2-40B4-BE49-F238E27FC236}">
                  <a16:creationId xmlns:a16="http://schemas.microsoft.com/office/drawing/2014/main" id="{E3148AAA-A505-F19B-0143-C284F6439D8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85" name="Group 501">
              <a:extLst>
                <a:ext uri="{FF2B5EF4-FFF2-40B4-BE49-F238E27FC236}">
                  <a16:creationId xmlns:a16="http://schemas.microsoft.com/office/drawing/2014/main" id="{E008A5EA-3749-2855-4670-661C450FC602}"/>
                </a:ext>
              </a:extLst>
            </p:cNvPr>
            <p:cNvGrpSpPr>
              <a:grpSpLocks/>
            </p:cNvGrpSpPr>
            <p:nvPr/>
          </p:nvGrpSpPr>
          <p:grpSpPr bwMode="auto">
            <a:xfrm>
              <a:off x="4186" y="1736"/>
              <a:ext cx="198" cy="79"/>
              <a:chOff x="4513" y="1707"/>
              <a:chExt cx="198" cy="177"/>
            </a:xfrm>
          </p:grpSpPr>
          <p:sp>
            <p:nvSpPr>
              <p:cNvPr id="586" name="AutoShape 502">
                <a:extLst>
                  <a:ext uri="{FF2B5EF4-FFF2-40B4-BE49-F238E27FC236}">
                    <a16:creationId xmlns:a16="http://schemas.microsoft.com/office/drawing/2014/main" id="{CA4E2377-45FC-EBDA-CFF2-9C9A7883CD46}"/>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7" name="AutoShape 503">
                <a:extLst>
                  <a:ext uri="{FF2B5EF4-FFF2-40B4-BE49-F238E27FC236}">
                    <a16:creationId xmlns:a16="http://schemas.microsoft.com/office/drawing/2014/main" id="{5F1AB7E8-F8BC-F9D7-A26A-C0A6238C2794}"/>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8" name="AutoShape 504">
                <a:extLst>
                  <a:ext uri="{FF2B5EF4-FFF2-40B4-BE49-F238E27FC236}">
                    <a16:creationId xmlns:a16="http://schemas.microsoft.com/office/drawing/2014/main" id="{C4CBA242-3063-0E0F-05BC-801FAF41E2F1}"/>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589" name="Text Box 509">
            <a:extLst>
              <a:ext uri="{FF2B5EF4-FFF2-40B4-BE49-F238E27FC236}">
                <a16:creationId xmlns:a16="http://schemas.microsoft.com/office/drawing/2014/main" id="{9B6C8F3A-9789-F55D-D7C8-57F1458CC0A2}"/>
              </a:ext>
            </a:extLst>
          </p:cNvPr>
          <p:cNvSpPr txBox="1">
            <a:spLocks noChangeArrowheads="1"/>
          </p:cNvSpPr>
          <p:nvPr/>
        </p:nvSpPr>
        <p:spPr bwMode="auto">
          <a:xfrm>
            <a:off x="3450910" y="2353150"/>
            <a:ext cx="487634" cy="295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a:t>
            </a:r>
          </a:p>
        </p:txBody>
      </p:sp>
      <p:sp>
        <p:nvSpPr>
          <p:cNvPr id="590" name="Text Box 511">
            <a:extLst>
              <a:ext uri="{FF2B5EF4-FFF2-40B4-BE49-F238E27FC236}">
                <a16:creationId xmlns:a16="http://schemas.microsoft.com/office/drawing/2014/main" id="{753B922F-9F67-85A6-8C82-4AE13C06C203}"/>
              </a:ext>
            </a:extLst>
          </p:cNvPr>
          <p:cNvSpPr txBox="1">
            <a:spLocks noChangeArrowheads="1"/>
          </p:cNvSpPr>
          <p:nvPr/>
        </p:nvSpPr>
        <p:spPr bwMode="auto">
          <a:xfrm>
            <a:off x="2615773" y="1200776"/>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591" name="Group 512">
            <a:extLst>
              <a:ext uri="{FF2B5EF4-FFF2-40B4-BE49-F238E27FC236}">
                <a16:creationId xmlns:a16="http://schemas.microsoft.com/office/drawing/2014/main" id="{6F010559-1E48-0602-A70F-F5E8F44D0CAD}"/>
              </a:ext>
            </a:extLst>
          </p:cNvPr>
          <p:cNvGrpSpPr>
            <a:grpSpLocks/>
          </p:cNvGrpSpPr>
          <p:nvPr/>
        </p:nvGrpSpPr>
        <p:grpSpPr bwMode="auto">
          <a:xfrm>
            <a:off x="5363365" y="2821000"/>
            <a:ext cx="238399" cy="364490"/>
            <a:chOff x="4608" y="700"/>
            <a:chExt cx="306" cy="553"/>
          </a:xfrm>
        </p:grpSpPr>
        <p:grpSp>
          <p:nvGrpSpPr>
            <p:cNvPr id="592" name="Group 513">
              <a:extLst>
                <a:ext uri="{FF2B5EF4-FFF2-40B4-BE49-F238E27FC236}">
                  <a16:creationId xmlns:a16="http://schemas.microsoft.com/office/drawing/2014/main" id="{4B51B1CC-C5C4-C355-83C6-16980B91F2F0}"/>
                </a:ext>
              </a:extLst>
            </p:cNvPr>
            <p:cNvGrpSpPr>
              <a:grpSpLocks/>
            </p:cNvGrpSpPr>
            <p:nvPr/>
          </p:nvGrpSpPr>
          <p:grpSpPr bwMode="auto">
            <a:xfrm>
              <a:off x="4694" y="784"/>
              <a:ext cx="134" cy="469"/>
              <a:chOff x="4740" y="784"/>
              <a:chExt cx="88" cy="692"/>
            </a:xfrm>
          </p:grpSpPr>
          <p:sp>
            <p:nvSpPr>
              <p:cNvPr id="600" name="Line 514">
                <a:extLst>
                  <a:ext uri="{FF2B5EF4-FFF2-40B4-BE49-F238E27FC236}">
                    <a16:creationId xmlns:a16="http://schemas.microsoft.com/office/drawing/2014/main" id="{D5097380-9E22-C208-F275-2C45A380E0DE}"/>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01" name="Group 515">
                <a:extLst>
                  <a:ext uri="{FF2B5EF4-FFF2-40B4-BE49-F238E27FC236}">
                    <a16:creationId xmlns:a16="http://schemas.microsoft.com/office/drawing/2014/main" id="{EFF30BF9-BDF4-49A8-4001-A8EBD0D333A4}"/>
                  </a:ext>
                </a:extLst>
              </p:cNvPr>
              <p:cNvGrpSpPr>
                <a:grpSpLocks/>
              </p:cNvGrpSpPr>
              <p:nvPr/>
            </p:nvGrpSpPr>
            <p:grpSpPr bwMode="auto">
              <a:xfrm>
                <a:off x="4740" y="784"/>
                <a:ext cx="88" cy="692"/>
                <a:chOff x="4740" y="784"/>
                <a:chExt cx="88" cy="692"/>
              </a:xfrm>
            </p:grpSpPr>
            <p:sp>
              <p:nvSpPr>
                <p:cNvPr id="602" name="Line 516">
                  <a:extLst>
                    <a:ext uri="{FF2B5EF4-FFF2-40B4-BE49-F238E27FC236}">
                      <a16:creationId xmlns:a16="http://schemas.microsoft.com/office/drawing/2014/main" id="{AF1F8372-CC1C-7A86-A044-E440C759A174}"/>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3" name="Line 517">
                  <a:extLst>
                    <a:ext uri="{FF2B5EF4-FFF2-40B4-BE49-F238E27FC236}">
                      <a16:creationId xmlns:a16="http://schemas.microsoft.com/office/drawing/2014/main" id="{A0DF1795-213E-5BB2-D901-3C891B491128}"/>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4" name="Line 518">
                  <a:extLst>
                    <a:ext uri="{FF2B5EF4-FFF2-40B4-BE49-F238E27FC236}">
                      <a16:creationId xmlns:a16="http://schemas.microsoft.com/office/drawing/2014/main" id="{01EF6FEF-C7C6-ED1E-4B49-3E04BCC72CD1}"/>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5" name="Line 519">
                  <a:extLst>
                    <a:ext uri="{FF2B5EF4-FFF2-40B4-BE49-F238E27FC236}">
                      <a16:creationId xmlns:a16="http://schemas.microsoft.com/office/drawing/2014/main" id="{40A49419-90EE-918D-B30E-3B4AB06A53C7}"/>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6" name="Line 520">
                  <a:extLst>
                    <a:ext uri="{FF2B5EF4-FFF2-40B4-BE49-F238E27FC236}">
                      <a16:creationId xmlns:a16="http://schemas.microsoft.com/office/drawing/2014/main" id="{B52FDFEA-0D3E-E100-D7D1-D04CFAB6C2BC}"/>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7" name="Line 521">
                  <a:extLst>
                    <a:ext uri="{FF2B5EF4-FFF2-40B4-BE49-F238E27FC236}">
                      <a16:creationId xmlns:a16="http://schemas.microsoft.com/office/drawing/2014/main" id="{BFBC6B62-C54B-38E9-E697-14ECE97D95D5}"/>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8" name="Line 522">
                  <a:extLst>
                    <a:ext uri="{FF2B5EF4-FFF2-40B4-BE49-F238E27FC236}">
                      <a16:creationId xmlns:a16="http://schemas.microsoft.com/office/drawing/2014/main" id="{41012577-BF3E-6715-09CD-60F3BB34A993}"/>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9" name="Line 523">
                  <a:extLst>
                    <a:ext uri="{FF2B5EF4-FFF2-40B4-BE49-F238E27FC236}">
                      <a16:creationId xmlns:a16="http://schemas.microsoft.com/office/drawing/2014/main" id="{3EE46ED8-2934-48C1-BEF6-ED9F62668360}"/>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0" name="Line 524">
                  <a:extLst>
                    <a:ext uri="{FF2B5EF4-FFF2-40B4-BE49-F238E27FC236}">
                      <a16:creationId xmlns:a16="http://schemas.microsoft.com/office/drawing/2014/main" id="{8701ECE6-8809-78D8-B991-DAA041093F82}"/>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1" name="Line 525">
                  <a:extLst>
                    <a:ext uri="{FF2B5EF4-FFF2-40B4-BE49-F238E27FC236}">
                      <a16:creationId xmlns:a16="http://schemas.microsoft.com/office/drawing/2014/main" id="{BFEB820C-4756-6703-14FE-BFDD0A75BE51}"/>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2" name="Line 526">
                  <a:extLst>
                    <a:ext uri="{FF2B5EF4-FFF2-40B4-BE49-F238E27FC236}">
                      <a16:creationId xmlns:a16="http://schemas.microsoft.com/office/drawing/2014/main" id="{245D55B5-3CE8-A61A-9478-D0D51828AED0}"/>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3" name="Line 527">
                  <a:extLst>
                    <a:ext uri="{FF2B5EF4-FFF2-40B4-BE49-F238E27FC236}">
                      <a16:creationId xmlns:a16="http://schemas.microsoft.com/office/drawing/2014/main" id="{C99B673D-03DB-55E3-9BA7-9F183D8B6BA6}"/>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4" name="Line 528">
                  <a:extLst>
                    <a:ext uri="{FF2B5EF4-FFF2-40B4-BE49-F238E27FC236}">
                      <a16:creationId xmlns:a16="http://schemas.microsoft.com/office/drawing/2014/main" id="{B0C17324-23DE-D865-BAE4-82483E44560B}"/>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5" name="Oval 529">
                  <a:extLst>
                    <a:ext uri="{FF2B5EF4-FFF2-40B4-BE49-F238E27FC236}">
                      <a16:creationId xmlns:a16="http://schemas.microsoft.com/office/drawing/2014/main" id="{03B3BBFE-50BB-9B89-445B-E18A570602F3}"/>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93" name="Group 530">
              <a:extLst>
                <a:ext uri="{FF2B5EF4-FFF2-40B4-BE49-F238E27FC236}">
                  <a16:creationId xmlns:a16="http://schemas.microsoft.com/office/drawing/2014/main" id="{49028E7A-6D35-6EAA-31C1-1333AD157095}"/>
                </a:ext>
              </a:extLst>
            </p:cNvPr>
            <p:cNvGrpSpPr>
              <a:grpSpLocks/>
            </p:cNvGrpSpPr>
            <p:nvPr/>
          </p:nvGrpSpPr>
          <p:grpSpPr bwMode="auto">
            <a:xfrm>
              <a:off x="4608" y="700"/>
              <a:ext cx="306" cy="90"/>
              <a:chOff x="748" y="2251"/>
              <a:chExt cx="306" cy="90"/>
            </a:xfrm>
          </p:grpSpPr>
          <p:sp>
            <p:nvSpPr>
              <p:cNvPr id="594" name="AutoShape 531">
                <a:extLst>
                  <a:ext uri="{FF2B5EF4-FFF2-40B4-BE49-F238E27FC236}">
                    <a16:creationId xmlns:a16="http://schemas.microsoft.com/office/drawing/2014/main" id="{82FF27E1-3E88-3221-CBF2-417C503DBA21}"/>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5" name="AutoShape 532">
                <a:extLst>
                  <a:ext uri="{FF2B5EF4-FFF2-40B4-BE49-F238E27FC236}">
                    <a16:creationId xmlns:a16="http://schemas.microsoft.com/office/drawing/2014/main" id="{E9D801DA-B448-0FD6-8637-E5770BA754B8}"/>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6" name="AutoShape 533">
                <a:extLst>
                  <a:ext uri="{FF2B5EF4-FFF2-40B4-BE49-F238E27FC236}">
                    <a16:creationId xmlns:a16="http://schemas.microsoft.com/office/drawing/2014/main" id="{F720ACA3-C0C0-C2FB-1D1C-0E197452E8D9}"/>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7" name="AutoShape 534">
                <a:extLst>
                  <a:ext uri="{FF2B5EF4-FFF2-40B4-BE49-F238E27FC236}">
                    <a16:creationId xmlns:a16="http://schemas.microsoft.com/office/drawing/2014/main" id="{CB75CC0E-88D3-57E1-A94A-129705178418}"/>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8" name="AutoShape 535">
                <a:extLst>
                  <a:ext uri="{FF2B5EF4-FFF2-40B4-BE49-F238E27FC236}">
                    <a16:creationId xmlns:a16="http://schemas.microsoft.com/office/drawing/2014/main" id="{18DFD9FE-CF60-3C6B-4B97-12D1FD27FEF2}"/>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9" name="AutoShape 536">
                <a:extLst>
                  <a:ext uri="{FF2B5EF4-FFF2-40B4-BE49-F238E27FC236}">
                    <a16:creationId xmlns:a16="http://schemas.microsoft.com/office/drawing/2014/main" id="{81FAF80E-8CF7-C7B5-E3EC-F95925B5A11C}"/>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616" name="Text Box 537">
            <a:extLst>
              <a:ext uri="{FF2B5EF4-FFF2-40B4-BE49-F238E27FC236}">
                <a16:creationId xmlns:a16="http://schemas.microsoft.com/office/drawing/2014/main" id="{4FB28FA4-CA6D-E4DE-0CCB-5DC03F22D4AF}"/>
              </a:ext>
            </a:extLst>
          </p:cNvPr>
          <p:cNvSpPr txBox="1">
            <a:spLocks noChangeArrowheads="1"/>
          </p:cNvSpPr>
          <p:nvPr/>
        </p:nvSpPr>
        <p:spPr bwMode="auto">
          <a:xfrm>
            <a:off x="5542492" y="2892022"/>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617" name="Text Box 538">
            <a:extLst>
              <a:ext uri="{FF2B5EF4-FFF2-40B4-BE49-F238E27FC236}">
                <a16:creationId xmlns:a16="http://schemas.microsoft.com/office/drawing/2014/main" id="{8D4092FF-82BD-7D30-D7B1-C7C48D729E6A}"/>
              </a:ext>
            </a:extLst>
          </p:cNvPr>
          <p:cNvSpPr txBox="1">
            <a:spLocks noChangeArrowheads="1"/>
          </p:cNvSpPr>
          <p:nvPr/>
        </p:nvSpPr>
        <p:spPr bwMode="auto">
          <a:xfrm>
            <a:off x="6378862" y="2846462"/>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618" name="Rectangle 539">
            <a:extLst>
              <a:ext uri="{FF2B5EF4-FFF2-40B4-BE49-F238E27FC236}">
                <a16:creationId xmlns:a16="http://schemas.microsoft.com/office/drawing/2014/main" id="{5F3B99DF-9AB9-A7E6-65B5-440A20EEC82E}"/>
              </a:ext>
            </a:extLst>
          </p:cNvPr>
          <p:cNvSpPr>
            <a:spLocks noChangeArrowheads="1"/>
          </p:cNvSpPr>
          <p:nvPr/>
        </p:nvSpPr>
        <p:spPr bwMode="auto">
          <a:xfrm>
            <a:off x="4407137" y="2760698"/>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19" name="Line 540">
            <a:extLst>
              <a:ext uri="{FF2B5EF4-FFF2-40B4-BE49-F238E27FC236}">
                <a16:creationId xmlns:a16="http://schemas.microsoft.com/office/drawing/2014/main" id="{6638CDD5-DB83-F8AB-B17A-08A81EB5378E}"/>
              </a:ext>
            </a:extLst>
          </p:cNvPr>
          <p:cNvSpPr>
            <a:spLocks noChangeShapeType="1"/>
          </p:cNvSpPr>
          <p:nvPr/>
        </p:nvSpPr>
        <p:spPr bwMode="auto">
          <a:xfrm>
            <a:off x="5304095"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0" name="Line 549">
            <a:extLst>
              <a:ext uri="{FF2B5EF4-FFF2-40B4-BE49-F238E27FC236}">
                <a16:creationId xmlns:a16="http://schemas.microsoft.com/office/drawing/2014/main" id="{D8DE674E-A7B9-5F01-3962-3488A21BC3B0}"/>
              </a:ext>
            </a:extLst>
          </p:cNvPr>
          <p:cNvSpPr>
            <a:spLocks noChangeShapeType="1"/>
          </p:cNvSpPr>
          <p:nvPr/>
        </p:nvSpPr>
        <p:spPr bwMode="auto">
          <a:xfrm>
            <a:off x="6020607"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1" name="AutoShape 550">
            <a:extLst>
              <a:ext uri="{FF2B5EF4-FFF2-40B4-BE49-F238E27FC236}">
                <a16:creationId xmlns:a16="http://schemas.microsoft.com/office/drawing/2014/main" id="{0A397677-C575-6D30-671F-9B0B1E41ADE1}"/>
              </a:ext>
            </a:extLst>
          </p:cNvPr>
          <p:cNvSpPr>
            <a:spLocks noChangeArrowheads="1"/>
          </p:cNvSpPr>
          <p:nvPr/>
        </p:nvSpPr>
        <p:spPr bwMode="auto">
          <a:xfrm>
            <a:off x="4467725" y="2847800"/>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2" name="Text Box 551">
            <a:extLst>
              <a:ext uri="{FF2B5EF4-FFF2-40B4-BE49-F238E27FC236}">
                <a16:creationId xmlns:a16="http://schemas.microsoft.com/office/drawing/2014/main" id="{5103F622-3AD2-0A96-A8EB-83344AA07028}"/>
              </a:ext>
            </a:extLst>
          </p:cNvPr>
          <p:cNvSpPr txBox="1">
            <a:spLocks noChangeArrowheads="1"/>
          </p:cNvSpPr>
          <p:nvPr/>
        </p:nvSpPr>
        <p:spPr bwMode="auto">
          <a:xfrm>
            <a:off x="4825981" y="2763378"/>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pSp>
        <p:nvGrpSpPr>
          <p:cNvPr id="623" name="Group 428">
            <a:extLst>
              <a:ext uri="{FF2B5EF4-FFF2-40B4-BE49-F238E27FC236}">
                <a16:creationId xmlns:a16="http://schemas.microsoft.com/office/drawing/2014/main" id="{3C5E4C3C-4EDE-B69E-9E68-7F8EAF89EA65}"/>
              </a:ext>
            </a:extLst>
          </p:cNvPr>
          <p:cNvGrpSpPr>
            <a:grpSpLocks/>
          </p:cNvGrpSpPr>
          <p:nvPr/>
        </p:nvGrpSpPr>
        <p:grpSpPr bwMode="auto">
          <a:xfrm>
            <a:off x="7287855" y="1866294"/>
            <a:ext cx="1238925" cy="753730"/>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624" name="Oval 429">
              <a:extLst>
                <a:ext uri="{FF2B5EF4-FFF2-40B4-BE49-F238E27FC236}">
                  <a16:creationId xmlns:a16="http://schemas.microsoft.com/office/drawing/2014/main" id="{15334111-DAB9-3A82-B7E5-50EC0AB411F6}"/>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5" name="Oval 430">
              <a:extLst>
                <a:ext uri="{FF2B5EF4-FFF2-40B4-BE49-F238E27FC236}">
                  <a16:creationId xmlns:a16="http://schemas.microsoft.com/office/drawing/2014/main" id="{7E711F02-5E0F-26CB-B7E1-0E7E71BE6EB5}"/>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6" name="Oval 431">
              <a:extLst>
                <a:ext uri="{FF2B5EF4-FFF2-40B4-BE49-F238E27FC236}">
                  <a16:creationId xmlns:a16="http://schemas.microsoft.com/office/drawing/2014/main" id="{94E4E837-5827-959F-8A97-AFA419F014D2}"/>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7" name="Oval 432">
              <a:extLst>
                <a:ext uri="{FF2B5EF4-FFF2-40B4-BE49-F238E27FC236}">
                  <a16:creationId xmlns:a16="http://schemas.microsoft.com/office/drawing/2014/main" id="{A596E9E8-EC4A-FB10-2D2B-D273620397CB}"/>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8" name="Oval 433">
              <a:extLst>
                <a:ext uri="{FF2B5EF4-FFF2-40B4-BE49-F238E27FC236}">
                  <a16:creationId xmlns:a16="http://schemas.microsoft.com/office/drawing/2014/main" id="{F4F858ED-1DBA-364C-DAA5-BA1EC8E43291}"/>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9" name="Oval 434">
              <a:extLst>
                <a:ext uri="{FF2B5EF4-FFF2-40B4-BE49-F238E27FC236}">
                  <a16:creationId xmlns:a16="http://schemas.microsoft.com/office/drawing/2014/main" id="{7C7221C3-FD9A-3F16-5092-EA286F918FCE}"/>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0" name="Oval 435">
              <a:extLst>
                <a:ext uri="{FF2B5EF4-FFF2-40B4-BE49-F238E27FC236}">
                  <a16:creationId xmlns:a16="http://schemas.microsoft.com/office/drawing/2014/main" id="{1526B14F-10EA-CE92-3B74-51AC6DF235AA}"/>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1" name="Oval 436">
              <a:extLst>
                <a:ext uri="{FF2B5EF4-FFF2-40B4-BE49-F238E27FC236}">
                  <a16:creationId xmlns:a16="http://schemas.microsoft.com/office/drawing/2014/main" id="{FFF4C3B5-C02D-686D-850B-40ADE22836E1}"/>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2" name="Oval 437">
              <a:extLst>
                <a:ext uri="{FF2B5EF4-FFF2-40B4-BE49-F238E27FC236}">
                  <a16:creationId xmlns:a16="http://schemas.microsoft.com/office/drawing/2014/main" id="{20747105-BB18-D0F2-9B72-A49F9AFD8C75}"/>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633" name="Group 438">
              <a:extLst>
                <a:ext uri="{FF2B5EF4-FFF2-40B4-BE49-F238E27FC236}">
                  <a16:creationId xmlns:a16="http://schemas.microsoft.com/office/drawing/2014/main" id="{90B64DB7-DF02-A074-B6CB-8263F3777273}"/>
                </a:ext>
              </a:extLst>
            </p:cNvPr>
            <p:cNvGrpSpPr>
              <a:grpSpLocks/>
            </p:cNvGrpSpPr>
            <p:nvPr/>
          </p:nvGrpSpPr>
          <p:grpSpPr bwMode="auto">
            <a:xfrm>
              <a:off x="912" y="768"/>
              <a:ext cx="2386" cy="1553"/>
              <a:chOff x="912" y="768"/>
              <a:chExt cx="2386" cy="1553"/>
            </a:xfrm>
            <a:grpFill/>
          </p:grpSpPr>
          <p:sp>
            <p:nvSpPr>
              <p:cNvPr id="634" name="Oval 439">
                <a:extLst>
                  <a:ext uri="{FF2B5EF4-FFF2-40B4-BE49-F238E27FC236}">
                    <a16:creationId xmlns:a16="http://schemas.microsoft.com/office/drawing/2014/main" id="{5FBB445E-FD1E-D37E-E13D-819ADB241E4E}"/>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5" name="Oval 440">
                <a:extLst>
                  <a:ext uri="{FF2B5EF4-FFF2-40B4-BE49-F238E27FC236}">
                    <a16:creationId xmlns:a16="http://schemas.microsoft.com/office/drawing/2014/main" id="{56041F31-CC23-5FD6-E3D8-13DBAB860143}"/>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6" name="Oval 441">
                <a:extLst>
                  <a:ext uri="{FF2B5EF4-FFF2-40B4-BE49-F238E27FC236}">
                    <a16:creationId xmlns:a16="http://schemas.microsoft.com/office/drawing/2014/main" id="{0C2AA308-DDAF-A355-FBAC-4C451087964E}"/>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7" name="Oval 442">
                <a:extLst>
                  <a:ext uri="{FF2B5EF4-FFF2-40B4-BE49-F238E27FC236}">
                    <a16:creationId xmlns:a16="http://schemas.microsoft.com/office/drawing/2014/main" id="{1E3B73D2-2048-015F-8C27-EB2D15847A9C}"/>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8" name="Oval 443">
                <a:extLst>
                  <a:ext uri="{FF2B5EF4-FFF2-40B4-BE49-F238E27FC236}">
                    <a16:creationId xmlns:a16="http://schemas.microsoft.com/office/drawing/2014/main" id="{67238287-F406-6A20-97CF-CC94712C24E1}"/>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9" name="Oval 444">
                <a:extLst>
                  <a:ext uri="{FF2B5EF4-FFF2-40B4-BE49-F238E27FC236}">
                    <a16:creationId xmlns:a16="http://schemas.microsoft.com/office/drawing/2014/main" id="{A3832E8A-0D34-D2CD-5B07-220E9C33145D}"/>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0" name="Oval 445">
                <a:extLst>
                  <a:ext uri="{FF2B5EF4-FFF2-40B4-BE49-F238E27FC236}">
                    <a16:creationId xmlns:a16="http://schemas.microsoft.com/office/drawing/2014/main" id="{CFF12DF0-8803-061A-46ED-CD7B3038D1F4}"/>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1" name="Oval 446">
                <a:extLst>
                  <a:ext uri="{FF2B5EF4-FFF2-40B4-BE49-F238E27FC236}">
                    <a16:creationId xmlns:a16="http://schemas.microsoft.com/office/drawing/2014/main" id="{11A8A158-5CA6-493A-AA24-04C35CFEEC35}"/>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2" name="Oval 447">
                <a:extLst>
                  <a:ext uri="{FF2B5EF4-FFF2-40B4-BE49-F238E27FC236}">
                    <a16:creationId xmlns:a16="http://schemas.microsoft.com/office/drawing/2014/main" id="{0D0512B5-8C26-343D-288B-32B59F3330CD}"/>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643" name="Text Box 468">
            <a:extLst>
              <a:ext uri="{FF2B5EF4-FFF2-40B4-BE49-F238E27FC236}">
                <a16:creationId xmlns:a16="http://schemas.microsoft.com/office/drawing/2014/main" id="{355274D9-4848-3C6D-41A8-0C3A4040CABE}"/>
              </a:ext>
            </a:extLst>
          </p:cNvPr>
          <p:cNvSpPr txBox="1">
            <a:spLocks noChangeArrowheads="1"/>
          </p:cNvSpPr>
          <p:nvPr/>
        </p:nvSpPr>
        <p:spPr bwMode="auto">
          <a:xfrm>
            <a:off x="7493332" y="2110931"/>
            <a:ext cx="954107"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公用电话网</a:t>
            </a:r>
          </a:p>
        </p:txBody>
      </p:sp>
      <p:sp>
        <p:nvSpPr>
          <p:cNvPr id="644" name="AutoShape 451">
            <a:extLst>
              <a:ext uri="{FF2B5EF4-FFF2-40B4-BE49-F238E27FC236}">
                <a16:creationId xmlns:a16="http://schemas.microsoft.com/office/drawing/2014/main" id="{555580D8-2E37-5CA1-591A-62B78781C9F7}"/>
              </a:ext>
            </a:extLst>
          </p:cNvPr>
          <p:cNvSpPr>
            <a:spLocks noChangeArrowheads="1"/>
          </p:cNvSpPr>
          <p:nvPr/>
        </p:nvSpPr>
        <p:spPr bwMode="auto">
          <a:xfrm>
            <a:off x="4706123" y="2180613"/>
            <a:ext cx="478113"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5" name="AutoShape 449">
            <a:extLst>
              <a:ext uri="{FF2B5EF4-FFF2-40B4-BE49-F238E27FC236}">
                <a16:creationId xmlns:a16="http://schemas.microsoft.com/office/drawing/2014/main" id="{C94C111C-7CDB-BADA-6324-A7F48561F236}"/>
              </a:ext>
            </a:extLst>
          </p:cNvPr>
          <p:cNvSpPr>
            <a:spLocks noChangeArrowheads="1"/>
          </p:cNvSpPr>
          <p:nvPr/>
        </p:nvSpPr>
        <p:spPr bwMode="auto">
          <a:xfrm>
            <a:off x="3450910" y="2153812"/>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6" name="Text Box 542">
            <a:extLst>
              <a:ext uri="{FF2B5EF4-FFF2-40B4-BE49-F238E27FC236}">
                <a16:creationId xmlns:a16="http://schemas.microsoft.com/office/drawing/2014/main" id="{0CCBD31E-99C3-30C6-A0C6-C2AD6486B08C}"/>
              </a:ext>
            </a:extLst>
          </p:cNvPr>
          <p:cNvSpPr txBox="1">
            <a:spLocks noChangeArrowheads="1"/>
          </p:cNvSpPr>
          <p:nvPr/>
        </p:nvSpPr>
        <p:spPr bwMode="auto">
          <a:xfrm>
            <a:off x="3365484" y="1512415"/>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sp>
        <p:nvSpPr>
          <p:cNvPr id="647" name="AutoShape 450">
            <a:extLst>
              <a:ext uri="{FF2B5EF4-FFF2-40B4-BE49-F238E27FC236}">
                <a16:creationId xmlns:a16="http://schemas.microsoft.com/office/drawing/2014/main" id="{BDC1E890-87C3-6B46-DC0F-79517E3426B9}"/>
              </a:ext>
            </a:extLst>
          </p:cNvPr>
          <p:cNvSpPr>
            <a:spLocks noChangeArrowheads="1"/>
          </p:cNvSpPr>
          <p:nvPr/>
        </p:nvSpPr>
        <p:spPr bwMode="auto">
          <a:xfrm>
            <a:off x="5884943" y="2175253"/>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648" name="直接连接符 647">
            <a:extLst>
              <a:ext uri="{FF2B5EF4-FFF2-40B4-BE49-F238E27FC236}">
                <a16:creationId xmlns:a16="http://schemas.microsoft.com/office/drawing/2014/main" id="{F9B063E8-F1C0-625E-7637-B34F30A1530F}"/>
              </a:ext>
            </a:extLst>
          </p:cNvPr>
          <p:cNvCxnSpPr/>
          <p:nvPr/>
        </p:nvCxnSpPr>
        <p:spPr>
          <a:xfrm>
            <a:off x="3921121" y="2314617"/>
            <a:ext cx="798173" cy="1340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9" name="直接连接符 648">
            <a:extLst>
              <a:ext uri="{FF2B5EF4-FFF2-40B4-BE49-F238E27FC236}">
                <a16:creationId xmlns:a16="http://schemas.microsoft.com/office/drawing/2014/main" id="{7BEF7777-47C1-4BC5-0B58-F4AEBE905543}"/>
              </a:ext>
            </a:extLst>
          </p:cNvPr>
          <p:cNvCxnSpPr/>
          <p:nvPr/>
        </p:nvCxnSpPr>
        <p:spPr>
          <a:xfrm flipV="1">
            <a:off x="4363673" y="2392339"/>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0" name="直接连接符 649">
            <a:extLst>
              <a:ext uri="{FF2B5EF4-FFF2-40B4-BE49-F238E27FC236}">
                <a16:creationId xmlns:a16="http://schemas.microsoft.com/office/drawing/2014/main" id="{0B9BC96E-CF6A-AEB0-CD2E-C4923FA18A7A}"/>
              </a:ext>
            </a:extLst>
          </p:cNvPr>
          <p:cNvCxnSpPr/>
          <p:nvPr/>
        </p:nvCxnSpPr>
        <p:spPr>
          <a:xfrm>
            <a:off x="4338647" y="2144433"/>
            <a:ext cx="358256" cy="14070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1" name="直接连接符 650">
            <a:extLst>
              <a:ext uri="{FF2B5EF4-FFF2-40B4-BE49-F238E27FC236}">
                <a16:creationId xmlns:a16="http://schemas.microsoft.com/office/drawing/2014/main" id="{BE7D083C-2FEF-6CE0-56CB-C819CE1D7F78}"/>
              </a:ext>
            </a:extLst>
          </p:cNvPr>
          <p:cNvCxnSpPr/>
          <p:nvPr/>
        </p:nvCxnSpPr>
        <p:spPr>
          <a:xfrm flipV="1">
            <a:off x="5182920" y="2328017"/>
            <a:ext cx="704657" cy="134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2" name="直接连接符 651">
            <a:extLst>
              <a:ext uri="{FF2B5EF4-FFF2-40B4-BE49-F238E27FC236}">
                <a16:creationId xmlns:a16="http://schemas.microsoft.com/office/drawing/2014/main" id="{296D1C18-FF45-9AD2-53CA-814241A43AA7}"/>
              </a:ext>
            </a:extLst>
          </p:cNvPr>
          <p:cNvCxnSpPr/>
          <p:nvPr/>
        </p:nvCxnSpPr>
        <p:spPr>
          <a:xfrm>
            <a:off x="5480588" y="2110931"/>
            <a:ext cx="406989" cy="16348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3" name="直接连接符 652">
            <a:extLst>
              <a:ext uri="{FF2B5EF4-FFF2-40B4-BE49-F238E27FC236}">
                <a16:creationId xmlns:a16="http://schemas.microsoft.com/office/drawing/2014/main" id="{292F72D2-3314-145B-F28E-68BFFC1F5D36}"/>
              </a:ext>
            </a:extLst>
          </p:cNvPr>
          <p:cNvCxnSpPr/>
          <p:nvPr/>
        </p:nvCxnSpPr>
        <p:spPr>
          <a:xfrm flipV="1">
            <a:off x="5546444" y="2362858"/>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654" name="Object 36">
            <a:hlinkClick r:id="" action="ppaction://ole?verb=0"/>
            <a:extLst>
              <a:ext uri="{FF2B5EF4-FFF2-40B4-BE49-F238E27FC236}">
                <a16:creationId xmlns:a16="http://schemas.microsoft.com/office/drawing/2014/main" id="{D3F3C655-EB93-4093-DADB-7E38E8B9CECE}"/>
              </a:ext>
            </a:extLst>
          </p:cNvPr>
          <p:cNvGraphicFramePr>
            <a:graphicFrameLocks/>
          </p:cNvGraphicFramePr>
          <p:nvPr/>
        </p:nvGraphicFramePr>
        <p:xfrm>
          <a:off x="6166806" y="302066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327" name="Object 36">
                        <a:hlinkClick r:id="" action="ppaction://ole?verb=0"/>
                        <a:extLst>
                          <a:ext uri="{FF2B5EF4-FFF2-40B4-BE49-F238E27FC236}">
                            <a16:creationId xmlns:a16="http://schemas.microsoft.com/office/drawing/2014/main" id="{7F3001E0-F438-B6D2-C7AE-0B854D23AECB}"/>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66806" y="302066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55" name="组合 654">
            <a:extLst>
              <a:ext uri="{FF2B5EF4-FFF2-40B4-BE49-F238E27FC236}">
                <a16:creationId xmlns:a16="http://schemas.microsoft.com/office/drawing/2014/main" id="{61E44CD0-3017-91BF-625C-C6C88CD44643}"/>
              </a:ext>
            </a:extLst>
          </p:cNvPr>
          <p:cNvGrpSpPr/>
          <p:nvPr/>
        </p:nvGrpSpPr>
        <p:grpSpPr>
          <a:xfrm>
            <a:off x="921506" y="1085804"/>
            <a:ext cx="902811" cy="765185"/>
            <a:chOff x="921506" y="1085804"/>
            <a:chExt cx="902811" cy="765185"/>
          </a:xfrm>
        </p:grpSpPr>
        <p:cxnSp>
          <p:nvCxnSpPr>
            <p:cNvPr id="656" name="直接连接符 655">
              <a:extLst>
                <a:ext uri="{FF2B5EF4-FFF2-40B4-BE49-F238E27FC236}">
                  <a16:creationId xmlns:a16="http://schemas.microsoft.com/office/drawing/2014/main" id="{3C7AC42D-A971-4432-21A1-71F7FDAA8417}"/>
                </a:ext>
              </a:extLst>
            </p:cNvPr>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657" name="Text Box 541">
              <a:extLst>
                <a:ext uri="{FF2B5EF4-FFF2-40B4-BE49-F238E27FC236}">
                  <a16:creationId xmlns:a16="http://schemas.microsoft.com/office/drawing/2014/main" id="{3AF9F4B8-C39A-BF8F-C762-A9BC8A3AF9D6}"/>
                </a:ext>
              </a:extLst>
            </p:cNvPr>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658" name="直接箭头连接符 657">
              <a:extLst>
                <a:ext uri="{FF2B5EF4-FFF2-40B4-BE49-F238E27FC236}">
                  <a16:creationId xmlns:a16="http://schemas.microsoft.com/office/drawing/2014/main" id="{A1DE35F5-7898-4A27-A893-DAF75B6196A3}"/>
                </a:ext>
              </a:extLst>
            </p:cNvPr>
            <p:cNvCxnSpPr>
              <a:stCxn id="65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659" name="Text Box 541">
            <a:extLst>
              <a:ext uri="{FF2B5EF4-FFF2-40B4-BE49-F238E27FC236}">
                <a16:creationId xmlns:a16="http://schemas.microsoft.com/office/drawing/2014/main" id="{15B71EFF-1D6C-6CEA-24D9-8E8EB0673BFE}"/>
              </a:ext>
            </a:extLst>
          </p:cNvPr>
          <p:cNvSpPr txBox="1">
            <a:spLocks noChangeArrowheads="1"/>
          </p:cNvSpPr>
          <p:nvPr/>
        </p:nvSpPr>
        <p:spPr bwMode="auto">
          <a:xfrm>
            <a:off x="4584781" y="1526872"/>
            <a:ext cx="1980030"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r>
              <a:rPr kumimoji="1" lang="zh-CN" altLang="en-US" sz="1400" b="1" dirty="0">
                <a:latin typeface="微软雅黑" panose="020B0503020204020204" pitchFamily="34" charset="-122"/>
                <a:ea typeface="微软雅黑" panose="020B0503020204020204" pitchFamily="34" charset="-122"/>
              </a:rPr>
              <a:t>（网络子系统）</a:t>
            </a:r>
          </a:p>
        </p:txBody>
      </p:sp>
      <p:sp>
        <p:nvSpPr>
          <p:cNvPr id="660" name="圆角矩形 331">
            <a:extLst>
              <a:ext uri="{FF2B5EF4-FFF2-40B4-BE49-F238E27FC236}">
                <a16:creationId xmlns:a16="http://schemas.microsoft.com/office/drawing/2014/main" id="{516CB967-4A89-D73B-AF2D-8116A6D257C5}"/>
              </a:ext>
            </a:extLst>
          </p:cNvPr>
          <p:cNvSpPr/>
          <p:nvPr/>
        </p:nvSpPr>
        <p:spPr>
          <a:xfrm>
            <a:off x="4287280" y="1850988"/>
            <a:ext cx="2390568" cy="814719"/>
          </a:xfrm>
          <a:prstGeom prst="roundRect">
            <a:avLst>
              <a:gd name="adj" fmla="val 3205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661" name="组合 660">
            <a:extLst>
              <a:ext uri="{FF2B5EF4-FFF2-40B4-BE49-F238E27FC236}">
                <a16:creationId xmlns:a16="http://schemas.microsoft.com/office/drawing/2014/main" id="{DFF5C55D-E02E-D1CD-6C67-9048CF57873F}"/>
              </a:ext>
            </a:extLst>
          </p:cNvPr>
          <p:cNvGrpSpPr/>
          <p:nvPr/>
        </p:nvGrpSpPr>
        <p:grpSpPr>
          <a:xfrm>
            <a:off x="1461734" y="1626553"/>
            <a:ext cx="1374912" cy="1381165"/>
            <a:chOff x="1461734" y="1626553"/>
            <a:chExt cx="1374912" cy="1381165"/>
          </a:xfrm>
        </p:grpSpPr>
        <p:sp>
          <p:nvSpPr>
            <p:cNvPr id="662" name="Text Box 509">
              <a:extLst>
                <a:ext uri="{FF2B5EF4-FFF2-40B4-BE49-F238E27FC236}">
                  <a16:creationId xmlns:a16="http://schemas.microsoft.com/office/drawing/2014/main" id="{0124D2DF-3D61-EDE7-67CD-E67E335C9AB0}"/>
                </a:ext>
              </a:extLst>
            </p:cNvPr>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3" name="Text Box 509">
              <a:extLst>
                <a:ext uri="{FF2B5EF4-FFF2-40B4-BE49-F238E27FC236}">
                  <a16:creationId xmlns:a16="http://schemas.microsoft.com/office/drawing/2014/main" id="{664CFBF9-27B1-4580-C390-5BFE60306DA0}"/>
                </a:ext>
              </a:extLst>
            </p:cNvPr>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4" name="Text Box 509">
              <a:extLst>
                <a:ext uri="{FF2B5EF4-FFF2-40B4-BE49-F238E27FC236}">
                  <a16:creationId xmlns:a16="http://schemas.microsoft.com/office/drawing/2014/main" id="{21F1B96B-C508-8B0D-F7E9-FF12BB0DE365}"/>
                </a:ext>
              </a:extLst>
            </p:cNvPr>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5" name="Text Box 509">
              <a:extLst>
                <a:ext uri="{FF2B5EF4-FFF2-40B4-BE49-F238E27FC236}">
                  <a16:creationId xmlns:a16="http://schemas.microsoft.com/office/drawing/2014/main" id="{3FAFDF9E-A605-CC87-8516-3B1DDE1B77D2}"/>
                </a:ext>
              </a:extLst>
            </p:cNvPr>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6" name="Text Box 509">
              <a:extLst>
                <a:ext uri="{FF2B5EF4-FFF2-40B4-BE49-F238E27FC236}">
                  <a16:creationId xmlns:a16="http://schemas.microsoft.com/office/drawing/2014/main" id="{D3E6E9FB-0759-15AF-CB4E-B1353C5F75EA}"/>
                </a:ext>
              </a:extLst>
            </p:cNvPr>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7" name="Text Box 509">
              <a:extLst>
                <a:ext uri="{FF2B5EF4-FFF2-40B4-BE49-F238E27FC236}">
                  <a16:creationId xmlns:a16="http://schemas.microsoft.com/office/drawing/2014/main" id="{7E8E7DBB-7003-0036-55F5-2B9B734F6361}"/>
                </a:ext>
              </a:extLst>
            </p:cNvPr>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8" name="Text Box 509">
              <a:extLst>
                <a:ext uri="{FF2B5EF4-FFF2-40B4-BE49-F238E27FC236}">
                  <a16:creationId xmlns:a16="http://schemas.microsoft.com/office/drawing/2014/main" id="{C604A01D-DC33-1E3E-4E78-FA3A482983EE}"/>
                </a:ext>
              </a:extLst>
            </p:cNvPr>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669" name="Text Box 541">
            <a:extLst>
              <a:ext uri="{FF2B5EF4-FFF2-40B4-BE49-F238E27FC236}">
                <a16:creationId xmlns:a16="http://schemas.microsoft.com/office/drawing/2014/main" id="{EFF0962B-6717-D24A-3199-9F552A91C9FE}"/>
              </a:ext>
            </a:extLst>
          </p:cNvPr>
          <p:cNvSpPr txBox="1">
            <a:spLocks noChangeArrowheads="1"/>
          </p:cNvSpPr>
          <p:nvPr/>
        </p:nvSpPr>
        <p:spPr bwMode="auto">
          <a:xfrm>
            <a:off x="6629183" y="1923896"/>
            <a:ext cx="750843" cy="458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latin typeface="微软雅黑" panose="020B0503020204020204" pitchFamily="34" charset="-122"/>
                <a:ea typeface="微软雅黑" panose="020B0503020204020204" pitchFamily="34" charset="-122"/>
              </a:rPr>
              <a:t>数字</a:t>
            </a:r>
            <a:endParaRPr kumimoji="1" lang="en-US" altLang="zh-CN" sz="1400" b="1" dirty="0">
              <a:latin typeface="微软雅黑" panose="020B0503020204020204" pitchFamily="34" charset="-122"/>
              <a:ea typeface="微软雅黑" panose="020B0503020204020204" pitchFamily="34" charset="-122"/>
            </a:endParaRPr>
          </a:p>
          <a:p>
            <a:pPr algn="ctr" eaLnBrk="1" hangingPunct="1">
              <a:lnSpc>
                <a:spcPct val="85000"/>
              </a:lnSpc>
            </a:pPr>
            <a:r>
              <a:rPr kumimoji="1" lang="zh-CN" altLang="en-US" sz="1400" b="1" dirty="0">
                <a:latin typeface="微软雅黑" panose="020B0503020204020204" pitchFamily="34" charset="-122"/>
                <a:ea typeface="微软雅黑" panose="020B0503020204020204" pitchFamily="34" charset="-122"/>
              </a:rPr>
              <a:t>话音</a:t>
            </a:r>
          </a:p>
        </p:txBody>
      </p:sp>
    </p:spTree>
    <p:extLst>
      <p:ext uri="{BB962C8B-B14F-4D97-AF65-F5344CB8AC3E}">
        <p14:creationId xmlns:p14="http://schemas.microsoft.com/office/powerpoint/2010/main" val="397202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3" name="矩形 2"/>
          <p:cNvSpPr/>
          <p:nvPr/>
        </p:nvSpPr>
        <p:spPr>
          <a:xfrm>
            <a:off x="1025780" y="3366551"/>
            <a:ext cx="7713773" cy="846514"/>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主要任务是负责用户的授权和账单（即确定是否允许一个移动设备接入蜂窝网络中），用户呼叫连接的建立和释放，以及当用户在不同的基站子系统之间漫游时的信道切换。</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 name="圆角矩形 332">
            <a:extLst>
              <a:ext uri="{FF2B5EF4-FFF2-40B4-BE49-F238E27FC236}">
                <a16:creationId xmlns:a16="http://schemas.microsoft.com/office/drawing/2014/main" id="{68EB8114-D7AB-6CDB-C670-E2E0610E2B70}"/>
              </a:ext>
            </a:extLst>
          </p:cNvPr>
          <p:cNvSpPr/>
          <p:nvPr/>
        </p:nvSpPr>
        <p:spPr>
          <a:xfrm>
            <a:off x="517853" y="967864"/>
            <a:ext cx="8133857"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Freeform 510">
            <a:extLst>
              <a:ext uri="{FF2B5EF4-FFF2-40B4-BE49-F238E27FC236}">
                <a16:creationId xmlns:a16="http://schemas.microsoft.com/office/drawing/2014/main" id="{1824937D-0A2F-90A1-7907-82BF7D839D85}"/>
              </a:ext>
            </a:extLst>
          </p:cNvPr>
          <p:cNvSpPr>
            <a:spLocks/>
          </p:cNvSpPr>
          <p:nvPr/>
        </p:nvSpPr>
        <p:spPr bwMode="auto">
          <a:xfrm>
            <a:off x="1173614" y="1187646"/>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 name="组合 329">
            <a:extLst>
              <a:ext uri="{FF2B5EF4-FFF2-40B4-BE49-F238E27FC236}">
                <a16:creationId xmlns:a16="http://schemas.microsoft.com/office/drawing/2014/main" id="{B761CE95-3284-887A-0BB6-13DED42DEEA0}"/>
              </a:ext>
            </a:extLst>
          </p:cNvPr>
          <p:cNvGrpSpPr/>
          <p:nvPr/>
        </p:nvGrpSpPr>
        <p:grpSpPr>
          <a:xfrm>
            <a:off x="3188329" y="1936957"/>
            <a:ext cx="986929" cy="668447"/>
            <a:chOff x="3131840" y="3501008"/>
            <a:chExt cx="936104" cy="936104"/>
          </a:xfrm>
          <a:solidFill>
            <a:schemeClr val="bg1">
              <a:lumMod val="75000"/>
            </a:schemeClr>
          </a:solidFill>
        </p:grpSpPr>
        <p:sp>
          <p:nvSpPr>
            <p:cNvPr id="328" name="矩形 327">
              <a:extLst>
                <a:ext uri="{FF2B5EF4-FFF2-40B4-BE49-F238E27FC236}">
                  <a16:creationId xmlns:a16="http://schemas.microsoft.com/office/drawing/2014/main" id="{3C6F7993-8485-7F57-072E-45A814D265C2}"/>
                </a:ext>
              </a:extLst>
            </p:cNvPr>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9" name="等腰三角形 328">
              <a:extLst>
                <a:ext uri="{FF2B5EF4-FFF2-40B4-BE49-F238E27FC236}">
                  <a16:creationId xmlns:a16="http://schemas.microsoft.com/office/drawing/2014/main" id="{BCC4BFA8-48E5-D2EF-3B0B-0D4C1F94981B}"/>
                </a:ext>
              </a:extLst>
            </p:cNvPr>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30" name="组合 333">
            <a:extLst>
              <a:ext uri="{FF2B5EF4-FFF2-40B4-BE49-F238E27FC236}">
                <a16:creationId xmlns:a16="http://schemas.microsoft.com/office/drawing/2014/main" id="{35720B4D-E312-4852-86BD-79F9739E2233}"/>
              </a:ext>
            </a:extLst>
          </p:cNvPr>
          <p:cNvGrpSpPr/>
          <p:nvPr/>
        </p:nvGrpSpPr>
        <p:grpSpPr>
          <a:xfrm>
            <a:off x="4526898" y="1964868"/>
            <a:ext cx="835930" cy="563982"/>
            <a:chOff x="3131840" y="3539328"/>
            <a:chExt cx="936104" cy="897784"/>
          </a:xfrm>
          <a:solidFill>
            <a:schemeClr val="bg1">
              <a:lumMod val="85000"/>
            </a:schemeClr>
          </a:solidFill>
        </p:grpSpPr>
        <p:sp>
          <p:nvSpPr>
            <p:cNvPr id="345" name="等腰三角形 344">
              <a:extLst>
                <a:ext uri="{FF2B5EF4-FFF2-40B4-BE49-F238E27FC236}">
                  <a16:creationId xmlns:a16="http://schemas.microsoft.com/office/drawing/2014/main" id="{4C790239-3648-8791-ABE2-FDBC751804FF}"/>
                </a:ext>
              </a:extLst>
            </p:cNvPr>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a:extLst>
                <a:ext uri="{FF2B5EF4-FFF2-40B4-BE49-F238E27FC236}">
                  <a16:creationId xmlns:a16="http://schemas.microsoft.com/office/drawing/2014/main" id="{53A58F63-1A90-DE89-82BC-AEE84C841CA1}"/>
                </a:ext>
              </a:extLst>
            </p:cNvPr>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36">
            <a:extLst>
              <a:ext uri="{FF2B5EF4-FFF2-40B4-BE49-F238E27FC236}">
                <a16:creationId xmlns:a16="http://schemas.microsoft.com/office/drawing/2014/main" id="{245D17C6-349B-6A3C-E412-A893BE90BD46}"/>
              </a:ext>
            </a:extLst>
          </p:cNvPr>
          <p:cNvGrpSpPr/>
          <p:nvPr/>
        </p:nvGrpSpPr>
        <p:grpSpPr>
          <a:xfrm>
            <a:off x="5684532" y="1984618"/>
            <a:ext cx="871054" cy="549323"/>
            <a:chOff x="3131840" y="3501008"/>
            <a:chExt cx="936104" cy="936104"/>
          </a:xfrm>
          <a:solidFill>
            <a:schemeClr val="bg1">
              <a:lumMod val="85000"/>
            </a:schemeClr>
          </a:solidFill>
        </p:grpSpPr>
        <p:sp>
          <p:nvSpPr>
            <p:cNvPr id="348" name="等腰三角形 347">
              <a:extLst>
                <a:ext uri="{FF2B5EF4-FFF2-40B4-BE49-F238E27FC236}">
                  <a16:creationId xmlns:a16="http://schemas.microsoft.com/office/drawing/2014/main" id="{6C64E0B7-95EA-6F70-BF34-2BDA42E09DDD}"/>
                </a:ext>
              </a:extLst>
            </p:cNvPr>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a:extLst>
                <a:ext uri="{FF2B5EF4-FFF2-40B4-BE49-F238E27FC236}">
                  <a16:creationId xmlns:a16="http://schemas.microsoft.com/office/drawing/2014/main" id="{645B416B-A76C-A371-407C-139A528199CC}"/>
                </a:ext>
              </a:extLst>
            </p:cNvPr>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350" name="直接连接符 349">
            <a:extLst>
              <a:ext uri="{FF2B5EF4-FFF2-40B4-BE49-F238E27FC236}">
                <a16:creationId xmlns:a16="http://schemas.microsoft.com/office/drawing/2014/main" id="{B77998EC-15CC-AB35-3990-EAF1839B71F4}"/>
              </a:ext>
            </a:extLst>
          </p:cNvPr>
          <p:cNvCxnSpPr>
            <a:cxnSpLocks/>
          </p:cNvCxnSpPr>
          <p:nvPr/>
        </p:nvCxnSpPr>
        <p:spPr>
          <a:xfrm flipV="1">
            <a:off x="6357789" y="2348118"/>
            <a:ext cx="1445091" cy="13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51" name="AutoShape 45">
            <a:extLst>
              <a:ext uri="{FF2B5EF4-FFF2-40B4-BE49-F238E27FC236}">
                <a16:creationId xmlns:a16="http://schemas.microsoft.com/office/drawing/2014/main" id="{99B2CB0C-CE7C-D31D-EC64-4A795E5BD32C}"/>
              </a:ext>
            </a:extLst>
          </p:cNvPr>
          <p:cNvSpPr>
            <a:spLocks noChangeArrowheads="1"/>
          </p:cNvSpPr>
          <p:nvPr/>
        </p:nvSpPr>
        <p:spPr bwMode="auto">
          <a:xfrm>
            <a:off x="1438354" y="17116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2" name="AutoShape 51">
            <a:extLst>
              <a:ext uri="{FF2B5EF4-FFF2-40B4-BE49-F238E27FC236}">
                <a16:creationId xmlns:a16="http://schemas.microsoft.com/office/drawing/2014/main" id="{765F06C5-A6D8-B0DA-DC39-9D536DB471D9}"/>
              </a:ext>
            </a:extLst>
          </p:cNvPr>
          <p:cNvSpPr>
            <a:spLocks noChangeArrowheads="1"/>
          </p:cNvSpPr>
          <p:nvPr/>
        </p:nvSpPr>
        <p:spPr bwMode="auto">
          <a:xfrm>
            <a:off x="1886174" y="1443593"/>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3" name="AutoShape 52">
            <a:extLst>
              <a:ext uri="{FF2B5EF4-FFF2-40B4-BE49-F238E27FC236}">
                <a16:creationId xmlns:a16="http://schemas.microsoft.com/office/drawing/2014/main" id="{6304AF0D-7335-227D-66D5-AC014E7800B6}"/>
              </a:ext>
            </a:extLst>
          </p:cNvPr>
          <p:cNvSpPr>
            <a:spLocks noChangeArrowheads="1"/>
          </p:cNvSpPr>
          <p:nvPr/>
        </p:nvSpPr>
        <p:spPr bwMode="auto">
          <a:xfrm>
            <a:off x="1891443" y="197156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4" name="AutoShape 53">
            <a:extLst>
              <a:ext uri="{FF2B5EF4-FFF2-40B4-BE49-F238E27FC236}">
                <a16:creationId xmlns:a16="http://schemas.microsoft.com/office/drawing/2014/main" id="{4E1BF1B6-A973-6118-C709-53675AEAF876}"/>
              </a:ext>
            </a:extLst>
          </p:cNvPr>
          <p:cNvSpPr>
            <a:spLocks noChangeArrowheads="1"/>
          </p:cNvSpPr>
          <p:nvPr/>
        </p:nvSpPr>
        <p:spPr bwMode="auto">
          <a:xfrm>
            <a:off x="2333994" y="16982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5" name="AutoShape 54">
            <a:extLst>
              <a:ext uri="{FF2B5EF4-FFF2-40B4-BE49-F238E27FC236}">
                <a16:creationId xmlns:a16="http://schemas.microsoft.com/office/drawing/2014/main" id="{1EDB3250-DAC5-1EF5-69DC-4AF563B6D29C}"/>
              </a:ext>
            </a:extLst>
          </p:cNvPr>
          <p:cNvSpPr>
            <a:spLocks noChangeArrowheads="1"/>
          </p:cNvSpPr>
          <p:nvPr/>
        </p:nvSpPr>
        <p:spPr bwMode="auto">
          <a:xfrm>
            <a:off x="1444940" y="2239575"/>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6" name="AutoShape 55">
            <a:extLst>
              <a:ext uri="{FF2B5EF4-FFF2-40B4-BE49-F238E27FC236}">
                <a16:creationId xmlns:a16="http://schemas.microsoft.com/office/drawing/2014/main" id="{C20EE5EE-A261-51E6-30CF-F73AF7E93DBE}"/>
              </a:ext>
            </a:extLst>
          </p:cNvPr>
          <p:cNvSpPr>
            <a:spLocks noChangeArrowheads="1"/>
          </p:cNvSpPr>
          <p:nvPr/>
        </p:nvSpPr>
        <p:spPr bwMode="auto">
          <a:xfrm>
            <a:off x="1884858" y="2495522"/>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7" name="AutoShape 56">
            <a:extLst>
              <a:ext uri="{FF2B5EF4-FFF2-40B4-BE49-F238E27FC236}">
                <a16:creationId xmlns:a16="http://schemas.microsoft.com/office/drawing/2014/main" id="{3E205C0F-AADC-F82C-0CFC-40755E8254F9}"/>
              </a:ext>
            </a:extLst>
          </p:cNvPr>
          <p:cNvSpPr>
            <a:spLocks noChangeArrowheads="1"/>
          </p:cNvSpPr>
          <p:nvPr/>
        </p:nvSpPr>
        <p:spPr bwMode="auto">
          <a:xfrm>
            <a:off x="2339263" y="2232875"/>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58" name="Group 11">
            <a:extLst>
              <a:ext uri="{FF2B5EF4-FFF2-40B4-BE49-F238E27FC236}">
                <a16:creationId xmlns:a16="http://schemas.microsoft.com/office/drawing/2014/main" id="{9FC7EDF1-A440-60FF-8BA0-5E9D5D498579}"/>
              </a:ext>
            </a:extLst>
          </p:cNvPr>
          <p:cNvGrpSpPr>
            <a:grpSpLocks/>
          </p:cNvGrpSpPr>
          <p:nvPr/>
        </p:nvGrpSpPr>
        <p:grpSpPr bwMode="auto">
          <a:xfrm>
            <a:off x="2077157" y="1242587"/>
            <a:ext cx="238398" cy="426132"/>
            <a:chOff x="4608" y="700"/>
            <a:chExt cx="306" cy="553"/>
          </a:xfrm>
        </p:grpSpPr>
        <p:grpSp>
          <p:nvGrpSpPr>
            <p:cNvPr id="359" name="Group 12">
              <a:extLst>
                <a:ext uri="{FF2B5EF4-FFF2-40B4-BE49-F238E27FC236}">
                  <a16:creationId xmlns:a16="http://schemas.microsoft.com/office/drawing/2014/main" id="{F5F5CF27-96C1-8CC7-0DD7-06840C111E40}"/>
                </a:ext>
              </a:extLst>
            </p:cNvPr>
            <p:cNvGrpSpPr>
              <a:grpSpLocks/>
            </p:cNvGrpSpPr>
            <p:nvPr/>
          </p:nvGrpSpPr>
          <p:grpSpPr bwMode="auto">
            <a:xfrm>
              <a:off x="4694" y="784"/>
              <a:ext cx="134" cy="469"/>
              <a:chOff x="4740" y="784"/>
              <a:chExt cx="88" cy="692"/>
            </a:xfrm>
          </p:grpSpPr>
          <p:sp>
            <p:nvSpPr>
              <p:cNvPr id="367" name="Line 13">
                <a:extLst>
                  <a:ext uri="{FF2B5EF4-FFF2-40B4-BE49-F238E27FC236}">
                    <a16:creationId xmlns:a16="http://schemas.microsoft.com/office/drawing/2014/main" id="{CD6636F9-E857-837F-9785-D660BA433CCA}"/>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68" name="Group 14">
                <a:extLst>
                  <a:ext uri="{FF2B5EF4-FFF2-40B4-BE49-F238E27FC236}">
                    <a16:creationId xmlns:a16="http://schemas.microsoft.com/office/drawing/2014/main" id="{3BEC6AE7-43FC-6C82-74DF-A11AADD32012}"/>
                  </a:ext>
                </a:extLst>
              </p:cNvPr>
              <p:cNvGrpSpPr>
                <a:grpSpLocks/>
              </p:cNvGrpSpPr>
              <p:nvPr/>
            </p:nvGrpSpPr>
            <p:grpSpPr bwMode="auto">
              <a:xfrm>
                <a:off x="4740" y="784"/>
                <a:ext cx="88" cy="692"/>
                <a:chOff x="4740" y="784"/>
                <a:chExt cx="88" cy="692"/>
              </a:xfrm>
            </p:grpSpPr>
            <p:sp>
              <p:nvSpPr>
                <p:cNvPr id="369" name="Line 15">
                  <a:extLst>
                    <a:ext uri="{FF2B5EF4-FFF2-40B4-BE49-F238E27FC236}">
                      <a16:creationId xmlns:a16="http://schemas.microsoft.com/office/drawing/2014/main" id="{567FC206-937C-626A-CDD4-75EE5E01433F}"/>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0" name="Line 16">
                  <a:extLst>
                    <a:ext uri="{FF2B5EF4-FFF2-40B4-BE49-F238E27FC236}">
                      <a16:creationId xmlns:a16="http://schemas.microsoft.com/office/drawing/2014/main" id="{AE81EB3A-2731-8D15-4180-82A8C715371B}"/>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1" name="Line 17">
                  <a:extLst>
                    <a:ext uri="{FF2B5EF4-FFF2-40B4-BE49-F238E27FC236}">
                      <a16:creationId xmlns:a16="http://schemas.microsoft.com/office/drawing/2014/main" id="{81C70EC7-63C4-61C8-2D05-28B158012898}"/>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2" name="Line 18">
                  <a:extLst>
                    <a:ext uri="{FF2B5EF4-FFF2-40B4-BE49-F238E27FC236}">
                      <a16:creationId xmlns:a16="http://schemas.microsoft.com/office/drawing/2014/main" id="{8719E0B4-9BE1-C457-A613-B41102E1D63E}"/>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3" name="Line 19">
                  <a:extLst>
                    <a:ext uri="{FF2B5EF4-FFF2-40B4-BE49-F238E27FC236}">
                      <a16:creationId xmlns:a16="http://schemas.microsoft.com/office/drawing/2014/main" id="{DDB0F2C6-D921-904C-7917-635BC02C631D}"/>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4" name="Line 20">
                  <a:extLst>
                    <a:ext uri="{FF2B5EF4-FFF2-40B4-BE49-F238E27FC236}">
                      <a16:creationId xmlns:a16="http://schemas.microsoft.com/office/drawing/2014/main" id="{FB214DDC-2433-5811-426D-BA7E5B718291}"/>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5" name="Line 21">
                  <a:extLst>
                    <a:ext uri="{FF2B5EF4-FFF2-40B4-BE49-F238E27FC236}">
                      <a16:creationId xmlns:a16="http://schemas.microsoft.com/office/drawing/2014/main" id="{E32812D0-F9CC-F948-4E30-9FED3B820C05}"/>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6" name="Line 22">
                  <a:extLst>
                    <a:ext uri="{FF2B5EF4-FFF2-40B4-BE49-F238E27FC236}">
                      <a16:creationId xmlns:a16="http://schemas.microsoft.com/office/drawing/2014/main" id="{04DCB515-D279-BD85-B59F-49E5CBEDBCBC}"/>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7" name="Line 23">
                  <a:extLst>
                    <a:ext uri="{FF2B5EF4-FFF2-40B4-BE49-F238E27FC236}">
                      <a16:creationId xmlns:a16="http://schemas.microsoft.com/office/drawing/2014/main" id="{08003522-E90F-8A98-AC88-5124E0936DEE}"/>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8" name="Line 24">
                  <a:extLst>
                    <a:ext uri="{FF2B5EF4-FFF2-40B4-BE49-F238E27FC236}">
                      <a16:creationId xmlns:a16="http://schemas.microsoft.com/office/drawing/2014/main" id="{9C3AAF38-3442-8D99-5952-F43E26E4E0CB}"/>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9" name="Line 25">
                  <a:extLst>
                    <a:ext uri="{FF2B5EF4-FFF2-40B4-BE49-F238E27FC236}">
                      <a16:creationId xmlns:a16="http://schemas.microsoft.com/office/drawing/2014/main" id="{EC919035-4391-1583-56C0-CD1368F3ABB6}"/>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0" name="Line 26">
                  <a:extLst>
                    <a:ext uri="{FF2B5EF4-FFF2-40B4-BE49-F238E27FC236}">
                      <a16:creationId xmlns:a16="http://schemas.microsoft.com/office/drawing/2014/main" id="{4EF814D3-31A1-5A79-970F-CC59208B42CC}"/>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1" name="Line 27">
                  <a:extLst>
                    <a:ext uri="{FF2B5EF4-FFF2-40B4-BE49-F238E27FC236}">
                      <a16:creationId xmlns:a16="http://schemas.microsoft.com/office/drawing/2014/main" id="{8A9C9EE0-E9E1-A348-D56F-AD2D5F99AAC6}"/>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2" name="Oval 28">
                  <a:extLst>
                    <a:ext uri="{FF2B5EF4-FFF2-40B4-BE49-F238E27FC236}">
                      <a16:creationId xmlns:a16="http://schemas.microsoft.com/office/drawing/2014/main" id="{C4F57A66-D6A2-A0A7-2241-31054B30F45E}"/>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360" name="Group 29">
              <a:extLst>
                <a:ext uri="{FF2B5EF4-FFF2-40B4-BE49-F238E27FC236}">
                  <a16:creationId xmlns:a16="http://schemas.microsoft.com/office/drawing/2014/main" id="{F5F49727-E45C-D1FA-9401-D62383A011CB}"/>
                </a:ext>
              </a:extLst>
            </p:cNvPr>
            <p:cNvGrpSpPr>
              <a:grpSpLocks/>
            </p:cNvGrpSpPr>
            <p:nvPr/>
          </p:nvGrpSpPr>
          <p:grpSpPr bwMode="auto">
            <a:xfrm>
              <a:off x="4608" y="700"/>
              <a:ext cx="306" cy="90"/>
              <a:chOff x="748" y="2251"/>
              <a:chExt cx="306" cy="90"/>
            </a:xfrm>
          </p:grpSpPr>
          <p:sp>
            <p:nvSpPr>
              <p:cNvPr id="361" name="AutoShape 30">
                <a:extLst>
                  <a:ext uri="{FF2B5EF4-FFF2-40B4-BE49-F238E27FC236}">
                    <a16:creationId xmlns:a16="http://schemas.microsoft.com/office/drawing/2014/main" id="{1DDEB80A-8C3A-B74B-D048-D8908CE19307}"/>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2" name="AutoShape 31">
                <a:extLst>
                  <a:ext uri="{FF2B5EF4-FFF2-40B4-BE49-F238E27FC236}">
                    <a16:creationId xmlns:a16="http://schemas.microsoft.com/office/drawing/2014/main" id="{6F038AD6-9CD1-FB46-1851-00AB0589D710}"/>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3" name="AutoShape 32">
                <a:extLst>
                  <a:ext uri="{FF2B5EF4-FFF2-40B4-BE49-F238E27FC236}">
                    <a16:creationId xmlns:a16="http://schemas.microsoft.com/office/drawing/2014/main" id="{54EADFE3-B0DF-840A-7084-4F1E17DF8F83}"/>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4" name="AutoShape 33">
                <a:extLst>
                  <a:ext uri="{FF2B5EF4-FFF2-40B4-BE49-F238E27FC236}">
                    <a16:creationId xmlns:a16="http://schemas.microsoft.com/office/drawing/2014/main" id="{960CF2DA-6182-5770-4350-182DCD41E4D7}"/>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5" name="AutoShape 34">
                <a:extLst>
                  <a:ext uri="{FF2B5EF4-FFF2-40B4-BE49-F238E27FC236}">
                    <a16:creationId xmlns:a16="http://schemas.microsoft.com/office/drawing/2014/main" id="{641D852D-9963-FB70-46A0-0A3B2F39F6C8}"/>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66" name="AutoShape 35">
                <a:extLst>
                  <a:ext uri="{FF2B5EF4-FFF2-40B4-BE49-F238E27FC236}">
                    <a16:creationId xmlns:a16="http://schemas.microsoft.com/office/drawing/2014/main" id="{5721DC44-DFC6-37A0-D966-BCF17E6A3C54}"/>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383" name="Group 64">
            <a:extLst>
              <a:ext uri="{FF2B5EF4-FFF2-40B4-BE49-F238E27FC236}">
                <a16:creationId xmlns:a16="http://schemas.microsoft.com/office/drawing/2014/main" id="{9CE4957B-70B9-372F-8349-C909A2F84F34}"/>
              </a:ext>
            </a:extLst>
          </p:cNvPr>
          <p:cNvGrpSpPr>
            <a:grpSpLocks/>
          </p:cNvGrpSpPr>
          <p:nvPr/>
        </p:nvGrpSpPr>
        <p:grpSpPr bwMode="auto">
          <a:xfrm>
            <a:off x="1638556" y="1608418"/>
            <a:ext cx="238399" cy="426132"/>
            <a:chOff x="4608" y="700"/>
            <a:chExt cx="306" cy="553"/>
          </a:xfrm>
        </p:grpSpPr>
        <p:grpSp>
          <p:nvGrpSpPr>
            <p:cNvPr id="384" name="Group 65">
              <a:extLst>
                <a:ext uri="{FF2B5EF4-FFF2-40B4-BE49-F238E27FC236}">
                  <a16:creationId xmlns:a16="http://schemas.microsoft.com/office/drawing/2014/main" id="{BFDED924-47EA-09CB-F40B-B64ADFBE194A}"/>
                </a:ext>
              </a:extLst>
            </p:cNvPr>
            <p:cNvGrpSpPr>
              <a:grpSpLocks/>
            </p:cNvGrpSpPr>
            <p:nvPr/>
          </p:nvGrpSpPr>
          <p:grpSpPr bwMode="auto">
            <a:xfrm>
              <a:off x="4694" y="784"/>
              <a:ext cx="134" cy="469"/>
              <a:chOff x="4740" y="784"/>
              <a:chExt cx="88" cy="692"/>
            </a:xfrm>
          </p:grpSpPr>
          <p:sp>
            <p:nvSpPr>
              <p:cNvPr id="392" name="Line 66">
                <a:extLst>
                  <a:ext uri="{FF2B5EF4-FFF2-40B4-BE49-F238E27FC236}">
                    <a16:creationId xmlns:a16="http://schemas.microsoft.com/office/drawing/2014/main" id="{A32BB759-3025-DF3B-254B-FECF288DA188}"/>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93" name="Group 67">
                <a:extLst>
                  <a:ext uri="{FF2B5EF4-FFF2-40B4-BE49-F238E27FC236}">
                    <a16:creationId xmlns:a16="http://schemas.microsoft.com/office/drawing/2014/main" id="{A8965388-A7D6-BB7C-00B9-90D98E69BF00}"/>
                  </a:ext>
                </a:extLst>
              </p:cNvPr>
              <p:cNvGrpSpPr>
                <a:grpSpLocks/>
              </p:cNvGrpSpPr>
              <p:nvPr/>
            </p:nvGrpSpPr>
            <p:grpSpPr bwMode="auto">
              <a:xfrm>
                <a:off x="4740" y="784"/>
                <a:ext cx="88" cy="692"/>
                <a:chOff x="4740" y="784"/>
                <a:chExt cx="88" cy="692"/>
              </a:xfrm>
            </p:grpSpPr>
            <p:sp>
              <p:nvSpPr>
                <p:cNvPr id="394" name="Line 68">
                  <a:extLst>
                    <a:ext uri="{FF2B5EF4-FFF2-40B4-BE49-F238E27FC236}">
                      <a16:creationId xmlns:a16="http://schemas.microsoft.com/office/drawing/2014/main" id="{4B9BAB69-3D81-0124-AF38-A620C4C6CC6C}"/>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5" name="Line 69">
                  <a:extLst>
                    <a:ext uri="{FF2B5EF4-FFF2-40B4-BE49-F238E27FC236}">
                      <a16:creationId xmlns:a16="http://schemas.microsoft.com/office/drawing/2014/main" id="{3E91075F-C70D-E8D8-181A-C9CC20002205}"/>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6" name="Line 70">
                  <a:extLst>
                    <a:ext uri="{FF2B5EF4-FFF2-40B4-BE49-F238E27FC236}">
                      <a16:creationId xmlns:a16="http://schemas.microsoft.com/office/drawing/2014/main" id="{27C1B62B-8FDB-AA97-5307-3909D278EFC5}"/>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7" name="Line 71">
                  <a:extLst>
                    <a:ext uri="{FF2B5EF4-FFF2-40B4-BE49-F238E27FC236}">
                      <a16:creationId xmlns:a16="http://schemas.microsoft.com/office/drawing/2014/main" id="{553005E1-8E91-A45C-28E6-E36DEFBEB123}"/>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8" name="Line 72">
                  <a:extLst>
                    <a:ext uri="{FF2B5EF4-FFF2-40B4-BE49-F238E27FC236}">
                      <a16:creationId xmlns:a16="http://schemas.microsoft.com/office/drawing/2014/main" id="{2B42161D-CA1F-03BD-3FD4-929D2E5E89B7}"/>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9" name="Line 73">
                  <a:extLst>
                    <a:ext uri="{FF2B5EF4-FFF2-40B4-BE49-F238E27FC236}">
                      <a16:creationId xmlns:a16="http://schemas.microsoft.com/office/drawing/2014/main" id="{63EC12E6-9C95-1837-F09F-0C56044BF5FF}"/>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0" name="Line 74">
                  <a:extLst>
                    <a:ext uri="{FF2B5EF4-FFF2-40B4-BE49-F238E27FC236}">
                      <a16:creationId xmlns:a16="http://schemas.microsoft.com/office/drawing/2014/main" id="{5C8D59E4-FD3C-FAB3-135E-6C4BB170F919}"/>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1" name="Line 75">
                  <a:extLst>
                    <a:ext uri="{FF2B5EF4-FFF2-40B4-BE49-F238E27FC236}">
                      <a16:creationId xmlns:a16="http://schemas.microsoft.com/office/drawing/2014/main" id="{2FF14E69-2655-D2FC-050E-61B3A5F9F90B}"/>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2" name="Line 76">
                  <a:extLst>
                    <a:ext uri="{FF2B5EF4-FFF2-40B4-BE49-F238E27FC236}">
                      <a16:creationId xmlns:a16="http://schemas.microsoft.com/office/drawing/2014/main" id="{A7F0C66B-4B8B-9E93-7605-01A6CD9FD052}"/>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3" name="Line 77">
                  <a:extLst>
                    <a:ext uri="{FF2B5EF4-FFF2-40B4-BE49-F238E27FC236}">
                      <a16:creationId xmlns:a16="http://schemas.microsoft.com/office/drawing/2014/main" id="{09C50EC4-920D-0906-AB15-EA8D940FB50F}"/>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4" name="Line 78">
                  <a:extLst>
                    <a:ext uri="{FF2B5EF4-FFF2-40B4-BE49-F238E27FC236}">
                      <a16:creationId xmlns:a16="http://schemas.microsoft.com/office/drawing/2014/main" id="{615D0ACF-F91A-86DE-5D9E-8CB6FA2D0666}"/>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5" name="Line 79">
                  <a:extLst>
                    <a:ext uri="{FF2B5EF4-FFF2-40B4-BE49-F238E27FC236}">
                      <a16:creationId xmlns:a16="http://schemas.microsoft.com/office/drawing/2014/main" id="{D01B075D-C065-DB12-CCDE-4BE785ACF4D6}"/>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6" name="Line 80">
                  <a:extLst>
                    <a:ext uri="{FF2B5EF4-FFF2-40B4-BE49-F238E27FC236}">
                      <a16:creationId xmlns:a16="http://schemas.microsoft.com/office/drawing/2014/main" id="{83B3A397-31E8-77C6-C526-DC85C48F75BA}"/>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7" name="Oval 81">
                  <a:extLst>
                    <a:ext uri="{FF2B5EF4-FFF2-40B4-BE49-F238E27FC236}">
                      <a16:creationId xmlns:a16="http://schemas.microsoft.com/office/drawing/2014/main" id="{0CD8A54C-A87C-B5EA-183A-4F8E7B7A35FE}"/>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385" name="Group 82">
              <a:extLst>
                <a:ext uri="{FF2B5EF4-FFF2-40B4-BE49-F238E27FC236}">
                  <a16:creationId xmlns:a16="http://schemas.microsoft.com/office/drawing/2014/main" id="{687EF0BD-D06F-77FB-752D-73DDAC900F6C}"/>
                </a:ext>
              </a:extLst>
            </p:cNvPr>
            <p:cNvGrpSpPr>
              <a:grpSpLocks/>
            </p:cNvGrpSpPr>
            <p:nvPr/>
          </p:nvGrpSpPr>
          <p:grpSpPr bwMode="auto">
            <a:xfrm>
              <a:off x="4608" y="700"/>
              <a:ext cx="306" cy="90"/>
              <a:chOff x="748" y="2251"/>
              <a:chExt cx="306" cy="90"/>
            </a:xfrm>
          </p:grpSpPr>
          <p:sp>
            <p:nvSpPr>
              <p:cNvPr id="386" name="AutoShape 83">
                <a:extLst>
                  <a:ext uri="{FF2B5EF4-FFF2-40B4-BE49-F238E27FC236}">
                    <a16:creationId xmlns:a16="http://schemas.microsoft.com/office/drawing/2014/main" id="{0BEB8E4F-B337-867C-4053-EA8F3465AD1B}"/>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87" name="AutoShape 84">
                <a:extLst>
                  <a:ext uri="{FF2B5EF4-FFF2-40B4-BE49-F238E27FC236}">
                    <a16:creationId xmlns:a16="http://schemas.microsoft.com/office/drawing/2014/main" id="{D7D27DBD-CEEE-E99B-6019-14DE6405CDDF}"/>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88" name="AutoShape 85">
                <a:extLst>
                  <a:ext uri="{FF2B5EF4-FFF2-40B4-BE49-F238E27FC236}">
                    <a16:creationId xmlns:a16="http://schemas.microsoft.com/office/drawing/2014/main" id="{62DADB79-7290-9E5D-8BAA-A4A981A15BDC}"/>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89" name="AutoShape 86">
                <a:extLst>
                  <a:ext uri="{FF2B5EF4-FFF2-40B4-BE49-F238E27FC236}">
                    <a16:creationId xmlns:a16="http://schemas.microsoft.com/office/drawing/2014/main" id="{AD83D30E-C751-36DE-D29C-217B220D3B98}"/>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90" name="AutoShape 87">
                <a:extLst>
                  <a:ext uri="{FF2B5EF4-FFF2-40B4-BE49-F238E27FC236}">
                    <a16:creationId xmlns:a16="http://schemas.microsoft.com/office/drawing/2014/main" id="{B367F57A-0E37-3B79-D48E-6911161F5D60}"/>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91" name="AutoShape 88">
                <a:extLst>
                  <a:ext uri="{FF2B5EF4-FFF2-40B4-BE49-F238E27FC236}">
                    <a16:creationId xmlns:a16="http://schemas.microsoft.com/office/drawing/2014/main" id="{8D0FBDFD-8964-F437-36B5-3054ED9544B2}"/>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08" name="Group 89">
            <a:extLst>
              <a:ext uri="{FF2B5EF4-FFF2-40B4-BE49-F238E27FC236}">
                <a16:creationId xmlns:a16="http://schemas.microsoft.com/office/drawing/2014/main" id="{78E53490-669D-B35B-3262-76FFE519462B}"/>
              </a:ext>
            </a:extLst>
          </p:cNvPr>
          <p:cNvGrpSpPr>
            <a:grpSpLocks/>
          </p:cNvGrpSpPr>
          <p:nvPr/>
        </p:nvGrpSpPr>
        <p:grpSpPr bwMode="auto">
          <a:xfrm>
            <a:off x="2136427" y="1850964"/>
            <a:ext cx="238399" cy="426132"/>
            <a:chOff x="4608" y="700"/>
            <a:chExt cx="306" cy="553"/>
          </a:xfrm>
        </p:grpSpPr>
        <p:grpSp>
          <p:nvGrpSpPr>
            <p:cNvPr id="409" name="Group 90">
              <a:extLst>
                <a:ext uri="{FF2B5EF4-FFF2-40B4-BE49-F238E27FC236}">
                  <a16:creationId xmlns:a16="http://schemas.microsoft.com/office/drawing/2014/main" id="{0C3D139C-E7A0-CA43-371D-45190F0182FF}"/>
                </a:ext>
              </a:extLst>
            </p:cNvPr>
            <p:cNvGrpSpPr>
              <a:grpSpLocks/>
            </p:cNvGrpSpPr>
            <p:nvPr/>
          </p:nvGrpSpPr>
          <p:grpSpPr bwMode="auto">
            <a:xfrm>
              <a:off x="4694" y="784"/>
              <a:ext cx="134" cy="469"/>
              <a:chOff x="4740" y="784"/>
              <a:chExt cx="88" cy="692"/>
            </a:xfrm>
          </p:grpSpPr>
          <p:sp>
            <p:nvSpPr>
              <p:cNvPr id="417" name="Line 91">
                <a:extLst>
                  <a:ext uri="{FF2B5EF4-FFF2-40B4-BE49-F238E27FC236}">
                    <a16:creationId xmlns:a16="http://schemas.microsoft.com/office/drawing/2014/main" id="{47E493F1-9F55-A11B-CE04-A8C0B5398E9F}"/>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18" name="Group 92">
                <a:extLst>
                  <a:ext uri="{FF2B5EF4-FFF2-40B4-BE49-F238E27FC236}">
                    <a16:creationId xmlns:a16="http://schemas.microsoft.com/office/drawing/2014/main" id="{86ED5337-E4FF-2459-014B-578FC3F17ACE}"/>
                  </a:ext>
                </a:extLst>
              </p:cNvPr>
              <p:cNvGrpSpPr>
                <a:grpSpLocks/>
              </p:cNvGrpSpPr>
              <p:nvPr/>
            </p:nvGrpSpPr>
            <p:grpSpPr bwMode="auto">
              <a:xfrm>
                <a:off x="4740" y="784"/>
                <a:ext cx="88" cy="692"/>
                <a:chOff x="4740" y="784"/>
                <a:chExt cx="88" cy="692"/>
              </a:xfrm>
            </p:grpSpPr>
            <p:sp>
              <p:nvSpPr>
                <p:cNvPr id="419" name="Line 93">
                  <a:extLst>
                    <a:ext uri="{FF2B5EF4-FFF2-40B4-BE49-F238E27FC236}">
                      <a16:creationId xmlns:a16="http://schemas.microsoft.com/office/drawing/2014/main" id="{145C595A-D662-7B3D-5C75-919B48697840}"/>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0" name="Line 94">
                  <a:extLst>
                    <a:ext uri="{FF2B5EF4-FFF2-40B4-BE49-F238E27FC236}">
                      <a16:creationId xmlns:a16="http://schemas.microsoft.com/office/drawing/2014/main" id="{3044093D-6416-0868-B720-4568C2CEBC6A}"/>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1" name="Line 95">
                  <a:extLst>
                    <a:ext uri="{FF2B5EF4-FFF2-40B4-BE49-F238E27FC236}">
                      <a16:creationId xmlns:a16="http://schemas.microsoft.com/office/drawing/2014/main" id="{41D4F792-D29A-475C-D670-BD38F2E5781C}"/>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2" name="Line 96">
                  <a:extLst>
                    <a:ext uri="{FF2B5EF4-FFF2-40B4-BE49-F238E27FC236}">
                      <a16:creationId xmlns:a16="http://schemas.microsoft.com/office/drawing/2014/main" id="{567E591A-2317-88C5-894B-27E1A5971107}"/>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3" name="Line 97">
                  <a:extLst>
                    <a:ext uri="{FF2B5EF4-FFF2-40B4-BE49-F238E27FC236}">
                      <a16:creationId xmlns:a16="http://schemas.microsoft.com/office/drawing/2014/main" id="{A9652D31-CA83-03FB-EC12-C64CC4DFA790}"/>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4" name="Line 98">
                  <a:extLst>
                    <a:ext uri="{FF2B5EF4-FFF2-40B4-BE49-F238E27FC236}">
                      <a16:creationId xmlns:a16="http://schemas.microsoft.com/office/drawing/2014/main" id="{97A46EC6-12B7-3A3D-A103-7DEF88CE4EFA}"/>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5" name="Line 99">
                  <a:extLst>
                    <a:ext uri="{FF2B5EF4-FFF2-40B4-BE49-F238E27FC236}">
                      <a16:creationId xmlns:a16="http://schemas.microsoft.com/office/drawing/2014/main" id="{26E16462-6C8E-4EED-CAC5-CB9915F8E3C5}"/>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6" name="Line 100">
                  <a:extLst>
                    <a:ext uri="{FF2B5EF4-FFF2-40B4-BE49-F238E27FC236}">
                      <a16:creationId xmlns:a16="http://schemas.microsoft.com/office/drawing/2014/main" id="{31D78E99-9F2C-B285-D4C2-26455FF9B890}"/>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7" name="Line 101">
                  <a:extLst>
                    <a:ext uri="{FF2B5EF4-FFF2-40B4-BE49-F238E27FC236}">
                      <a16:creationId xmlns:a16="http://schemas.microsoft.com/office/drawing/2014/main" id="{BB46A07B-9AFF-90FD-9D4D-D5D2D3DEC369}"/>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8" name="Line 102">
                  <a:extLst>
                    <a:ext uri="{FF2B5EF4-FFF2-40B4-BE49-F238E27FC236}">
                      <a16:creationId xmlns:a16="http://schemas.microsoft.com/office/drawing/2014/main" id="{C8FED591-22E4-68EE-FC06-B91837D2442B}"/>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9" name="Line 103">
                  <a:extLst>
                    <a:ext uri="{FF2B5EF4-FFF2-40B4-BE49-F238E27FC236}">
                      <a16:creationId xmlns:a16="http://schemas.microsoft.com/office/drawing/2014/main" id="{B0713CFC-0529-8765-71E0-96F11AA279F3}"/>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0" name="Line 104">
                  <a:extLst>
                    <a:ext uri="{FF2B5EF4-FFF2-40B4-BE49-F238E27FC236}">
                      <a16:creationId xmlns:a16="http://schemas.microsoft.com/office/drawing/2014/main" id="{E4F81A44-1616-8A1B-3E3F-5554C289DE91}"/>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1" name="Line 105">
                  <a:extLst>
                    <a:ext uri="{FF2B5EF4-FFF2-40B4-BE49-F238E27FC236}">
                      <a16:creationId xmlns:a16="http://schemas.microsoft.com/office/drawing/2014/main" id="{BDD01473-2853-408E-F15C-B52DB3545877}"/>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2" name="Oval 106">
                  <a:extLst>
                    <a:ext uri="{FF2B5EF4-FFF2-40B4-BE49-F238E27FC236}">
                      <a16:creationId xmlns:a16="http://schemas.microsoft.com/office/drawing/2014/main" id="{BEC8EBE9-1E53-7DF0-05C4-09F0424FDBA3}"/>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10" name="Group 107">
              <a:extLst>
                <a:ext uri="{FF2B5EF4-FFF2-40B4-BE49-F238E27FC236}">
                  <a16:creationId xmlns:a16="http://schemas.microsoft.com/office/drawing/2014/main" id="{DA9A7F74-A467-7123-6ECF-070BCB3ED622}"/>
                </a:ext>
              </a:extLst>
            </p:cNvPr>
            <p:cNvGrpSpPr>
              <a:grpSpLocks/>
            </p:cNvGrpSpPr>
            <p:nvPr/>
          </p:nvGrpSpPr>
          <p:grpSpPr bwMode="auto">
            <a:xfrm>
              <a:off x="4608" y="700"/>
              <a:ext cx="306" cy="90"/>
              <a:chOff x="748" y="2251"/>
              <a:chExt cx="306" cy="90"/>
            </a:xfrm>
          </p:grpSpPr>
          <p:sp>
            <p:nvSpPr>
              <p:cNvPr id="411" name="AutoShape 108">
                <a:extLst>
                  <a:ext uri="{FF2B5EF4-FFF2-40B4-BE49-F238E27FC236}">
                    <a16:creationId xmlns:a16="http://schemas.microsoft.com/office/drawing/2014/main" id="{ABB6486F-166D-29E7-81F0-B55F7D262869}"/>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2" name="AutoShape 109">
                <a:extLst>
                  <a:ext uri="{FF2B5EF4-FFF2-40B4-BE49-F238E27FC236}">
                    <a16:creationId xmlns:a16="http://schemas.microsoft.com/office/drawing/2014/main" id="{834CB6B7-A9F9-F656-CFFC-15A4F68BA838}"/>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3" name="AutoShape 110">
                <a:extLst>
                  <a:ext uri="{FF2B5EF4-FFF2-40B4-BE49-F238E27FC236}">
                    <a16:creationId xmlns:a16="http://schemas.microsoft.com/office/drawing/2014/main" id="{FC3BA2F6-BAE6-98FF-33E6-B0DAB359CFCA}"/>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4" name="AutoShape 111">
                <a:extLst>
                  <a:ext uri="{FF2B5EF4-FFF2-40B4-BE49-F238E27FC236}">
                    <a16:creationId xmlns:a16="http://schemas.microsoft.com/office/drawing/2014/main" id="{AD0A228D-5D8C-BC01-65F3-2E0CB0704821}"/>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5" name="AutoShape 112">
                <a:extLst>
                  <a:ext uri="{FF2B5EF4-FFF2-40B4-BE49-F238E27FC236}">
                    <a16:creationId xmlns:a16="http://schemas.microsoft.com/office/drawing/2014/main" id="{F6414283-C84D-6ACD-7E85-C81AB9365B11}"/>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16" name="AutoShape 113">
                <a:extLst>
                  <a:ext uri="{FF2B5EF4-FFF2-40B4-BE49-F238E27FC236}">
                    <a16:creationId xmlns:a16="http://schemas.microsoft.com/office/drawing/2014/main" id="{B81C1ABB-8FC2-51EA-2732-591ACA276687}"/>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33" name="Group 114">
            <a:extLst>
              <a:ext uri="{FF2B5EF4-FFF2-40B4-BE49-F238E27FC236}">
                <a16:creationId xmlns:a16="http://schemas.microsoft.com/office/drawing/2014/main" id="{A15C388A-CE65-AE3F-AE6F-197BF520A7E8}"/>
              </a:ext>
            </a:extLst>
          </p:cNvPr>
          <p:cNvGrpSpPr>
            <a:grpSpLocks/>
          </p:cNvGrpSpPr>
          <p:nvPr/>
        </p:nvGrpSpPr>
        <p:grpSpPr bwMode="auto">
          <a:xfrm>
            <a:off x="2614541" y="1485135"/>
            <a:ext cx="238398" cy="426132"/>
            <a:chOff x="4608" y="700"/>
            <a:chExt cx="306" cy="553"/>
          </a:xfrm>
        </p:grpSpPr>
        <p:grpSp>
          <p:nvGrpSpPr>
            <p:cNvPr id="434" name="Group 115">
              <a:extLst>
                <a:ext uri="{FF2B5EF4-FFF2-40B4-BE49-F238E27FC236}">
                  <a16:creationId xmlns:a16="http://schemas.microsoft.com/office/drawing/2014/main" id="{1242C5B6-0564-42C3-62FF-472292EAFB91}"/>
                </a:ext>
              </a:extLst>
            </p:cNvPr>
            <p:cNvGrpSpPr>
              <a:grpSpLocks/>
            </p:cNvGrpSpPr>
            <p:nvPr/>
          </p:nvGrpSpPr>
          <p:grpSpPr bwMode="auto">
            <a:xfrm>
              <a:off x="4694" y="784"/>
              <a:ext cx="134" cy="469"/>
              <a:chOff x="4740" y="784"/>
              <a:chExt cx="88" cy="692"/>
            </a:xfrm>
          </p:grpSpPr>
          <p:sp>
            <p:nvSpPr>
              <p:cNvPr id="442" name="Line 116">
                <a:extLst>
                  <a:ext uri="{FF2B5EF4-FFF2-40B4-BE49-F238E27FC236}">
                    <a16:creationId xmlns:a16="http://schemas.microsoft.com/office/drawing/2014/main" id="{21EFB8A5-A1A8-5367-DA0D-924179E6B40F}"/>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43" name="Group 117">
                <a:extLst>
                  <a:ext uri="{FF2B5EF4-FFF2-40B4-BE49-F238E27FC236}">
                    <a16:creationId xmlns:a16="http://schemas.microsoft.com/office/drawing/2014/main" id="{9F12DAA5-5DA8-AD8D-7CBD-5A9210DC7124}"/>
                  </a:ext>
                </a:extLst>
              </p:cNvPr>
              <p:cNvGrpSpPr>
                <a:grpSpLocks/>
              </p:cNvGrpSpPr>
              <p:nvPr/>
            </p:nvGrpSpPr>
            <p:grpSpPr bwMode="auto">
              <a:xfrm>
                <a:off x="4740" y="784"/>
                <a:ext cx="88" cy="692"/>
                <a:chOff x="4740" y="784"/>
                <a:chExt cx="88" cy="692"/>
              </a:xfrm>
            </p:grpSpPr>
            <p:sp>
              <p:nvSpPr>
                <p:cNvPr id="444" name="Line 118">
                  <a:extLst>
                    <a:ext uri="{FF2B5EF4-FFF2-40B4-BE49-F238E27FC236}">
                      <a16:creationId xmlns:a16="http://schemas.microsoft.com/office/drawing/2014/main" id="{32883988-DB50-4CE2-9707-C53C1114D1A6}"/>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5" name="Line 119">
                  <a:extLst>
                    <a:ext uri="{FF2B5EF4-FFF2-40B4-BE49-F238E27FC236}">
                      <a16:creationId xmlns:a16="http://schemas.microsoft.com/office/drawing/2014/main" id="{106EE389-866C-FC79-B5E9-7295233D5B91}"/>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6" name="Line 120">
                  <a:extLst>
                    <a:ext uri="{FF2B5EF4-FFF2-40B4-BE49-F238E27FC236}">
                      <a16:creationId xmlns:a16="http://schemas.microsoft.com/office/drawing/2014/main" id="{782ED39F-7196-9E76-71CE-D36A631CB9AE}"/>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7" name="Line 121">
                  <a:extLst>
                    <a:ext uri="{FF2B5EF4-FFF2-40B4-BE49-F238E27FC236}">
                      <a16:creationId xmlns:a16="http://schemas.microsoft.com/office/drawing/2014/main" id="{404D2D03-A99F-5000-788A-E054DE88666E}"/>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8" name="Line 122">
                  <a:extLst>
                    <a:ext uri="{FF2B5EF4-FFF2-40B4-BE49-F238E27FC236}">
                      <a16:creationId xmlns:a16="http://schemas.microsoft.com/office/drawing/2014/main" id="{61D27263-37F9-7C9F-8348-4F8627B834F8}"/>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9" name="Line 123">
                  <a:extLst>
                    <a:ext uri="{FF2B5EF4-FFF2-40B4-BE49-F238E27FC236}">
                      <a16:creationId xmlns:a16="http://schemas.microsoft.com/office/drawing/2014/main" id="{CF937326-3A40-C42A-C4F4-6B83C663E91C}"/>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0" name="Line 124">
                  <a:extLst>
                    <a:ext uri="{FF2B5EF4-FFF2-40B4-BE49-F238E27FC236}">
                      <a16:creationId xmlns:a16="http://schemas.microsoft.com/office/drawing/2014/main" id="{D796450D-60E7-8347-4548-60A6A36FEEF1}"/>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1" name="Line 125">
                  <a:extLst>
                    <a:ext uri="{FF2B5EF4-FFF2-40B4-BE49-F238E27FC236}">
                      <a16:creationId xmlns:a16="http://schemas.microsoft.com/office/drawing/2014/main" id="{D6E90F5E-2F87-6F01-1E52-6A586870CBEB}"/>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2" name="Line 126">
                  <a:extLst>
                    <a:ext uri="{FF2B5EF4-FFF2-40B4-BE49-F238E27FC236}">
                      <a16:creationId xmlns:a16="http://schemas.microsoft.com/office/drawing/2014/main" id="{FDCD293F-5864-FE69-4F5A-BC0FF81EE792}"/>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3" name="Line 127">
                  <a:extLst>
                    <a:ext uri="{FF2B5EF4-FFF2-40B4-BE49-F238E27FC236}">
                      <a16:creationId xmlns:a16="http://schemas.microsoft.com/office/drawing/2014/main" id="{D9FF484E-CE75-4A09-E94E-FC72A866C227}"/>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4" name="Line 128">
                  <a:extLst>
                    <a:ext uri="{FF2B5EF4-FFF2-40B4-BE49-F238E27FC236}">
                      <a16:creationId xmlns:a16="http://schemas.microsoft.com/office/drawing/2014/main" id="{2510042A-E1CC-DD85-5D2B-4F212BF36364}"/>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5" name="Line 129">
                  <a:extLst>
                    <a:ext uri="{FF2B5EF4-FFF2-40B4-BE49-F238E27FC236}">
                      <a16:creationId xmlns:a16="http://schemas.microsoft.com/office/drawing/2014/main" id="{EA55D252-8C7B-17B3-8D97-2F4C393DAEB9}"/>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6" name="Line 130">
                  <a:extLst>
                    <a:ext uri="{FF2B5EF4-FFF2-40B4-BE49-F238E27FC236}">
                      <a16:creationId xmlns:a16="http://schemas.microsoft.com/office/drawing/2014/main" id="{3B8DCC8D-EE94-FF6C-597F-78C18F335FF1}"/>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7" name="Oval 131">
                  <a:extLst>
                    <a:ext uri="{FF2B5EF4-FFF2-40B4-BE49-F238E27FC236}">
                      <a16:creationId xmlns:a16="http://schemas.microsoft.com/office/drawing/2014/main" id="{EA1BAB5F-0C54-DEDE-251E-B2CE83AA0E59}"/>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35" name="Group 132">
              <a:extLst>
                <a:ext uri="{FF2B5EF4-FFF2-40B4-BE49-F238E27FC236}">
                  <a16:creationId xmlns:a16="http://schemas.microsoft.com/office/drawing/2014/main" id="{5AA94178-02E0-5253-3947-E4295EC9019E}"/>
                </a:ext>
              </a:extLst>
            </p:cNvPr>
            <p:cNvGrpSpPr>
              <a:grpSpLocks/>
            </p:cNvGrpSpPr>
            <p:nvPr/>
          </p:nvGrpSpPr>
          <p:grpSpPr bwMode="auto">
            <a:xfrm>
              <a:off x="4608" y="700"/>
              <a:ext cx="306" cy="90"/>
              <a:chOff x="748" y="2251"/>
              <a:chExt cx="306" cy="90"/>
            </a:xfrm>
          </p:grpSpPr>
          <p:sp>
            <p:nvSpPr>
              <p:cNvPr id="436" name="AutoShape 133">
                <a:extLst>
                  <a:ext uri="{FF2B5EF4-FFF2-40B4-BE49-F238E27FC236}">
                    <a16:creationId xmlns:a16="http://schemas.microsoft.com/office/drawing/2014/main" id="{7C0FD4FA-58EE-6656-2FB2-EDA974535D74}"/>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37" name="AutoShape 134">
                <a:extLst>
                  <a:ext uri="{FF2B5EF4-FFF2-40B4-BE49-F238E27FC236}">
                    <a16:creationId xmlns:a16="http://schemas.microsoft.com/office/drawing/2014/main" id="{65A4C87A-49EC-08B3-6C5A-84E3E567548C}"/>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38" name="AutoShape 135">
                <a:extLst>
                  <a:ext uri="{FF2B5EF4-FFF2-40B4-BE49-F238E27FC236}">
                    <a16:creationId xmlns:a16="http://schemas.microsoft.com/office/drawing/2014/main" id="{18BFEC89-702E-5F8C-FF60-373B248286C5}"/>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39" name="AutoShape 136">
                <a:extLst>
                  <a:ext uri="{FF2B5EF4-FFF2-40B4-BE49-F238E27FC236}">
                    <a16:creationId xmlns:a16="http://schemas.microsoft.com/office/drawing/2014/main" id="{A3446AEA-7B82-7194-7C02-A0AF3961AA01}"/>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40" name="AutoShape 137">
                <a:extLst>
                  <a:ext uri="{FF2B5EF4-FFF2-40B4-BE49-F238E27FC236}">
                    <a16:creationId xmlns:a16="http://schemas.microsoft.com/office/drawing/2014/main" id="{4C896E8A-5206-BF2E-6A55-EFC8E1A612D7}"/>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41" name="AutoShape 138">
                <a:extLst>
                  <a:ext uri="{FF2B5EF4-FFF2-40B4-BE49-F238E27FC236}">
                    <a16:creationId xmlns:a16="http://schemas.microsoft.com/office/drawing/2014/main" id="{DA77677F-A1FF-4CA5-A1D6-DE0045C9C1CF}"/>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58" name="Group 139">
            <a:extLst>
              <a:ext uri="{FF2B5EF4-FFF2-40B4-BE49-F238E27FC236}">
                <a16:creationId xmlns:a16="http://schemas.microsoft.com/office/drawing/2014/main" id="{76A43A7D-406C-7943-080B-BFECF86E799F}"/>
              </a:ext>
            </a:extLst>
          </p:cNvPr>
          <p:cNvGrpSpPr>
            <a:grpSpLocks/>
          </p:cNvGrpSpPr>
          <p:nvPr/>
        </p:nvGrpSpPr>
        <p:grpSpPr bwMode="auto">
          <a:xfrm>
            <a:off x="1658313" y="2093511"/>
            <a:ext cx="238398" cy="426132"/>
            <a:chOff x="4608" y="700"/>
            <a:chExt cx="306" cy="553"/>
          </a:xfrm>
        </p:grpSpPr>
        <p:grpSp>
          <p:nvGrpSpPr>
            <p:cNvPr id="459" name="Group 140">
              <a:extLst>
                <a:ext uri="{FF2B5EF4-FFF2-40B4-BE49-F238E27FC236}">
                  <a16:creationId xmlns:a16="http://schemas.microsoft.com/office/drawing/2014/main" id="{5072F8B3-1C8D-E3A0-D608-3CA2FE677392}"/>
                </a:ext>
              </a:extLst>
            </p:cNvPr>
            <p:cNvGrpSpPr>
              <a:grpSpLocks/>
            </p:cNvGrpSpPr>
            <p:nvPr/>
          </p:nvGrpSpPr>
          <p:grpSpPr bwMode="auto">
            <a:xfrm>
              <a:off x="4694" y="784"/>
              <a:ext cx="134" cy="469"/>
              <a:chOff x="4740" y="784"/>
              <a:chExt cx="88" cy="692"/>
            </a:xfrm>
          </p:grpSpPr>
          <p:sp>
            <p:nvSpPr>
              <p:cNvPr id="467" name="Line 141">
                <a:extLst>
                  <a:ext uri="{FF2B5EF4-FFF2-40B4-BE49-F238E27FC236}">
                    <a16:creationId xmlns:a16="http://schemas.microsoft.com/office/drawing/2014/main" id="{C7E55823-E8A8-E686-0AA0-B9F7D206B078}"/>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68" name="Group 142">
                <a:extLst>
                  <a:ext uri="{FF2B5EF4-FFF2-40B4-BE49-F238E27FC236}">
                    <a16:creationId xmlns:a16="http://schemas.microsoft.com/office/drawing/2014/main" id="{3A490C2F-40A7-ACA9-CDC7-C5DD7FD09519}"/>
                  </a:ext>
                </a:extLst>
              </p:cNvPr>
              <p:cNvGrpSpPr>
                <a:grpSpLocks/>
              </p:cNvGrpSpPr>
              <p:nvPr/>
            </p:nvGrpSpPr>
            <p:grpSpPr bwMode="auto">
              <a:xfrm>
                <a:off x="4740" y="784"/>
                <a:ext cx="88" cy="692"/>
                <a:chOff x="4740" y="784"/>
                <a:chExt cx="88" cy="692"/>
              </a:xfrm>
            </p:grpSpPr>
            <p:sp>
              <p:nvSpPr>
                <p:cNvPr id="469" name="Line 143">
                  <a:extLst>
                    <a:ext uri="{FF2B5EF4-FFF2-40B4-BE49-F238E27FC236}">
                      <a16:creationId xmlns:a16="http://schemas.microsoft.com/office/drawing/2014/main" id="{A1490610-BC21-0C30-C738-3A4346CEB1A5}"/>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0" name="Line 144">
                  <a:extLst>
                    <a:ext uri="{FF2B5EF4-FFF2-40B4-BE49-F238E27FC236}">
                      <a16:creationId xmlns:a16="http://schemas.microsoft.com/office/drawing/2014/main" id="{9D9A038F-4AC8-00E3-EEB6-24612D5B9235}"/>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1" name="Line 145">
                  <a:extLst>
                    <a:ext uri="{FF2B5EF4-FFF2-40B4-BE49-F238E27FC236}">
                      <a16:creationId xmlns:a16="http://schemas.microsoft.com/office/drawing/2014/main" id="{53293D35-6E2D-A1AA-C26C-B4DCD17EEDCA}"/>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2" name="Line 146">
                  <a:extLst>
                    <a:ext uri="{FF2B5EF4-FFF2-40B4-BE49-F238E27FC236}">
                      <a16:creationId xmlns:a16="http://schemas.microsoft.com/office/drawing/2014/main" id="{04B891A1-4C73-7DE6-3B9E-B0E39B3DEE56}"/>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3" name="Line 147">
                  <a:extLst>
                    <a:ext uri="{FF2B5EF4-FFF2-40B4-BE49-F238E27FC236}">
                      <a16:creationId xmlns:a16="http://schemas.microsoft.com/office/drawing/2014/main" id="{F0986D93-1B89-8A0D-2562-6D6DC412E7D3}"/>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4" name="Line 148">
                  <a:extLst>
                    <a:ext uri="{FF2B5EF4-FFF2-40B4-BE49-F238E27FC236}">
                      <a16:creationId xmlns:a16="http://schemas.microsoft.com/office/drawing/2014/main" id="{0649A96A-1E99-B570-F277-06BFE384A1C8}"/>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5" name="Line 149">
                  <a:extLst>
                    <a:ext uri="{FF2B5EF4-FFF2-40B4-BE49-F238E27FC236}">
                      <a16:creationId xmlns:a16="http://schemas.microsoft.com/office/drawing/2014/main" id="{9DFD7CEF-1A23-9609-B677-3435E4087CB5}"/>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6" name="Line 150">
                  <a:extLst>
                    <a:ext uri="{FF2B5EF4-FFF2-40B4-BE49-F238E27FC236}">
                      <a16:creationId xmlns:a16="http://schemas.microsoft.com/office/drawing/2014/main" id="{3AE1A3DC-9DCB-33C2-A7E8-D38082509527}"/>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7" name="Line 151">
                  <a:extLst>
                    <a:ext uri="{FF2B5EF4-FFF2-40B4-BE49-F238E27FC236}">
                      <a16:creationId xmlns:a16="http://schemas.microsoft.com/office/drawing/2014/main" id="{D654D7B6-296D-06A3-90A1-9C5296F42F92}"/>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8" name="Line 152">
                  <a:extLst>
                    <a:ext uri="{FF2B5EF4-FFF2-40B4-BE49-F238E27FC236}">
                      <a16:creationId xmlns:a16="http://schemas.microsoft.com/office/drawing/2014/main" id="{3C6A263D-9FAA-E9F4-E397-00949D7D6A08}"/>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9" name="Line 153">
                  <a:extLst>
                    <a:ext uri="{FF2B5EF4-FFF2-40B4-BE49-F238E27FC236}">
                      <a16:creationId xmlns:a16="http://schemas.microsoft.com/office/drawing/2014/main" id="{9D574060-282F-7729-32AB-2A56957430FA}"/>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0" name="Line 154">
                  <a:extLst>
                    <a:ext uri="{FF2B5EF4-FFF2-40B4-BE49-F238E27FC236}">
                      <a16:creationId xmlns:a16="http://schemas.microsoft.com/office/drawing/2014/main" id="{41886711-7712-3BE4-723F-73C1C4A1AD41}"/>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1" name="Line 155">
                  <a:extLst>
                    <a:ext uri="{FF2B5EF4-FFF2-40B4-BE49-F238E27FC236}">
                      <a16:creationId xmlns:a16="http://schemas.microsoft.com/office/drawing/2014/main" id="{E0E695FC-46B1-2253-CBD7-B02A8FF9DA52}"/>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2" name="Oval 156">
                  <a:extLst>
                    <a:ext uri="{FF2B5EF4-FFF2-40B4-BE49-F238E27FC236}">
                      <a16:creationId xmlns:a16="http://schemas.microsoft.com/office/drawing/2014/main" id="{608B19BB-BEC4-B2D1-05B9-D953B5938B12}"/>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60" name="Group 157">
              <a:extLst>
                <a:ext uri="{FF2B5EF4-FFF2-40B4-BE49-F238E27FC236}">
                  <a16:creationId xmlns:a16="http://schemas.microsoft.com/office/drawing/2014/main" id="{7FA30046-E597-D114-136B-A88356A2DC66}"/>
                </a:ext>
              </a:extLst>
            </p:cNvPr>
            <p:cNvGrpSpPr>
              <a:grpSpLocks/>
            </p:cNvGrpSpPr>
            <p:nvPr/>
          </p:nvGrpSpPr>
          <p:grpSpPr bwMode="auto">
            <a:xfrm>
              <a:off x="4608" y="700"/>
              <a:ext cx="306" cy="90"/>
              <a:chOff x="748" y="2251"/>
              <a:chExt cx="306" cy="90"/>
            </a:xfrm>
          </p:grpSpPr>
          <p:sp>
            <p:nvSpPr>
              <p:cNvPr id="461" name="AutoShape 158">
                <a:extLst>
                  <a:ext uri="{FF2B5EF4-FFF2-40B4-BE49-F238E27FC236}">
                    <a16:creationId xmlns:a16="http://schemas.microsoft.com/office/drawing/2014/main" id="{44D6333F-4DC7-131F-FCF5-26F954F24AFE}"/>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2" name="AutoShape 159">
                <a:extLst>
                  <a:ext uri="{FF2B5EF4-FFF2-40B4-BE49-F238E27FC236}">
                    <a16:creationId xmlns:a16="http://schemas.microsoft.com/office/drawing/2014/main" id="{BEB2D10D-6CD7-DB15-5786-96BECA6C29DD}"/>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3" name="AutoShape 160">
                <a:extLst>
                  <a:ext uri="{FF2B5EF4-FFF2-40B4-BE49-F238E27FC236}">
                    <a16:creationId xmlns:a16="http://schemas.microsoft.com/office/drawing/2014/main" id="{16EF363B-7A35-DBA3-B503-393D259CCFDE}"/>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4" name="AutoShape 161">
                <a:extLst>
                  <a:ext uri="{FF2B5EF4-FFF2-40B4-BE49-F238E27FC236}">
                    <a16:creationId xmlns:a16="http://schemas.microsoft.com/office/drawing/2014/main" id="{E80B4922-4EC2-91B0-8B1F-07D45091A3FC}"/>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5" name="AutoShape 162">
                <a:extLst>
                  <a:ext uri="{FF2B5EF4-FFF2-40B4-BE49-F238E27FC236}">
                    <a16:creationId xmlns:a16="http://schemas.microsoft.com/office/drawing/2014/main" id="{F28C6F06-7BA9-F6F8-769E-DA88E43CBDA5}"/>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66" name="AutoShape 163">
                <a:extLst>
                  <a:ext uri="{FF2B5EF4-FFF2-40B4-BE49-F238E27FC236}">
                    <a16:creationId xmlns:a16="http://schemas.microsoft.com/office/drawing/2014/main" id="{25B63A22-4DBA-A97A-D47D-CE7281A7ACC6}"/>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83" name="Group 164">
            <a:extLst>
              <a:ext uri="{FF2B5EF4-FFF2-40B4-BE49-F238E27FC236}">
                <a16:creationId xmlns:a16="http://schemas.microsoft.com/office/drawing/2014/main" id="{F60EEAB3-A797-1740-7A4B-89C89ECCB0D6}"/>
              </a:ext>
            </a:extLst>
          </p:cNvPr>
          <p:cNvGrpSpPr>
            <a:grpSpLocks/>
          </p:cNvGrpSpPr>
          <p:nvPr/>
        </p:nvGrpSpPr>
        <p:grpSpPr bwMode="auto">
          <a:xfrm>
            <a:off x="2077157" y="2397699"/>
            <a:ext cx="238398" cy="426132"/>
            <a:chOff x="4608" y="700"/>
            <a:chExt cx="306" cy="553"/>
          </a:xfrm>
        </p:grpSpPr>
        <p:grpSp>
          <p:nvGrpSpPr>
            <p:cNvPr id="484" name="Group 165">
              <a:extLst>
                <a:ext uri="{FF2B5EF4-FFF2-40B4-BE49-F238E27FC236}">
                  <a16:creationId xmlns:a16="http://schemas.microsoft.com/office/drawing/2014/main" id="{EF01CF99-0980-97B8-C4FA-367D50573694}"/>
                </a:ext>
              </a:extLst>
            </p:cNvPr>
            <p:cNvGrpSpPr>
              <a:grpSpLocks/>
            </p:cNvGrpSpPr>
            <p:nvPr/>
          </p:nvGrpSpPr>
          <p:grpSpPr bwMode="auto">
            <a:xfrm>
              <a:off x="4694" y="784"/>
              <a:ext cx="134" cy="469"/>
              <a:chOff x="4740" y="784"/>
              <a:chExt cx="88" cy="692"/>
            </a:xfrm>
          </p:grpSpPr>
          <p:sp>
            <p:nvSpPr>
              <p:cNvPr id="492" name="Line 166">
                <a:extLst>
                  <a:ext uri="{FF2B5EF4-FFF2-40B4-BE49-F238E27FC236}">
                    <a16:creationId xmlns:a16="http://schemas.microsoft.com/office/drawing/2014/main" id="{C4661BD2-7C27-BDFF-E9A0-AC718DD3AE2F}"/>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93" name="Group 167">
                <a:extLst>
                  <a:ext uri="{FF2B5EF4-FFF2-40B4-BE49-F238E27FC236}">
                    <a16:creationId xmlns:a16="http://schemas.microsoft.com/office/drawing/2014/main" id="{77A21790-80CE-B3D5-A778-C23988EA56E4}"/>
                  </a:ext>
                </a:extLst>
              </p:cNvPr>
              <p:cNvGrpSpPr>
                <a:grpSpLocks/>
              </p:cNvGrpSpPr>
              <p:nvPr/>
            </p:nvGrpSpPr>
            <p:grpSpPr bwMode="auto">
              <a:xfrm>
                <a:off x="4740" y="784"/>
                <a:ext cx="88" cy="692"/>
                <a:chOff x="4740" y="784"/>
                <a:chExt cx="88" cy="692"/>
              </a:xfrm>
            </p:grpSpPr>
            <p:sp>
              <p:nvSpPr>
                <p:cNvPr id="494" name="Line 168">
                  <a:extLst>
                    <a:ext uri="{FF2B5EF4-FFF2-40B4-BE49-F238E27FC236}">
                      <a16:creationId xmlns:a16="http://schemas.microsoft.com/office/drawing/2014/main" id="{C484D947-B220-198B-A751-05D2A2F9C610}"/>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5" name="Line 169">
                  <a:extLst>
                    <a:ext uri="{FF2B5EF4-FFF2-40B4-BE49-F238E27FC236}">
                      <a16:creationId xmlns:a16="http://schemas.microsoft.com/office/drawing/2014/main" id="{43C27591-9589-67DB-B357-2ADF5F919698}"/>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6" name="Line 170">
                  <a:extLst>
                    <a:ext uri="{FF2B5EF4-FFF2-40B4-BE49-F238E27FC236}">
                      <a16:creationId xmlns:a16="http://schemas.microsoft.com/office/drawing/2014/main" id="{D7BB93C7-B5E5-A8DF-D093-DCC2B12FFAD7}"/>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7" name="Line 171">
                  <a:extLst>
                    <a:ext uri="{FF2B5EF4-FFF2-40B4-BE49-F238E27FC236}">
                      <a16:creationId xmlns:a16="http://schemas.microsoft.com/office/drawing/2014/main" id="{25DE8CDA-D4E1-2D3F-63F3-20BF33CA41BB}"/>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8" name="Line 172">
                  <a:extLst>
                    <a:ext uri="{FF2B5EF4-FFF2-40B4-BE49-F238E27FC236}">
                      <a16:creationId xmlns:a16="http://schemas.microsoft.com/office/drawing/2014/main" id="{A2761A50-FEFF-C2E5-B2D4-374C1FCDDAC6}"/>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9" name="Line 173">
                  <a:extLst>
                    <a:ext uri="{FF2B5EF4-FFF2-40B4-BE49-F238E27FC236}">
                      <a16:creationId xmlns:a16="http://schemas.microsoft.com/office/drawing/2014/main" id="{B6201880-6F6B-2224-5358-414DBC721062}"/>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0" name="Line 174">
                  <a:extLst>
                    <a:ext uri="{FF2B5EF4-FFF2-40B4-BE49-F238E27FC236}">
                      <a16:creationId xmlns:a16="http://schemas.microsoft.com/office/drawing/2014/main" id="{C5C561EC-5C13-5731-9A16-D1B8D55C6F04}"/>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1" name="Line 175">
                  <a:extLst>
                    <a:ext uri="{FF2B5EF4-FFF2-40B4-BE49-F238E27FC236}">
                      <a16:creationId xmlns:a16="http://schemas.microsoft.com/office/drawing/2014/main" id="{0CD18908-FB25-5F3D-BE11-960E1A4A7049}"/>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2" name="Line 176">
                  <a:extLst>
                    <a:ext uri="{FF2B5EF4-FFF2-40B4-BE49-F238E27FC236}">
                      <a16:creationId xmlns:a16="http://schemas.microsoft.com/office/drawing/2014/main" id="{C7D7EE9F-A391-542B-23A5-FF263244724B}"/>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3" name="Line 177">
                  <a:extLst>
                    <a:ext uri="{FF2B5EF4-FFF2-40B4-BE49-F238E27FC236}">
                      <a16:creationId xmlns:a16="http://schemas.microsoft.com/office/drawing/2014/main" id="{C9FF7441-04D7-2DB6-5986-1477F12DA01E}"/>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4" name="Line 178">
                  <a:extLst>
                    <a:ext uri="{FF2B5EF4-FFF2-40B4-BE49-F238E27FC236}">
                      <a16:creationId xmlns:a16="http://schemas.microsoft.com/office/drawing/2014/main" id="{53A75FF3-B349-2018-3DC6-2C2114127BC6}"/>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5" name="Line 179">
                  <a:extLst>
                    <a:ext uri="{FF2B5EF4-FFF2-40B4-BE49-F238E27FC236}">
                      <a16:creationId xmlns:a16="http://schemas.microsoft.com/office/drawing/2014/main" id="{A191E5C8-1AC8-13FD-3ECC-D5A96814524D}"/>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6" name="Line 180">
                  <a:extLst>
                    <a:ext uri="{FF2B5EF4-FFF2-40B4-BE49-F238E27FC236}">
                      <a16:creationId xmlns:a16="http://schemas.microsoft.com/office/drawing/2014/main" id="{7265D675-A258-8FF4-FE54-DCCACA6507F1}"/>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7" name="Oval 181">
                  <a:extLst>
                    <a:ext uri="{FF2B5EF4-FFF2-40B4-BE49-F238E27FC236}">
                      <a16:creationId xmlns:a16="http://schemas.microsoft.com/office/drawing/2014/main" id="{D34CD339-E694-FF4F-FC7B-671B16FF6003}"/>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485" name="Group 182">
              <a:extLst>
                <a:ext uri="{FF2B5EF4-FFF2-40B4-BE49-F238E27FC236}">
                  <a16:creationId xmlns:a16="http://schemas.microsoft.com/office/drawing/2014/main" id="{47DAEF8A-6B8F-362A-4F54-A1CEEA2822E8}"/>
                </a:ext>
              </a:extLst>
            </p:cNvPr>
            <p:cNvGrpSpPr>
              <a:grpSpLocks/>
            </p:cNvGrpSpPr>
            <p:nvPr/>
          </p:nvGrpSpPr>
          <p:grpSpPr bwMode="auto">
            <a:xfrm>
              <a:off x="4608" y="700"/>
              <a:ext cx="306" cy="90"/>
              <a:chOff x="748" y="2251"/>
              <a:chExt cx="306" cy="90"/>
            </a:xfrm>
          </p:grpSpPr>
          <p:sp>
            <p:nvSpPr>
              <p:cNvPr id="486" name="AutoShape 183">
                <a:extLst>
                  <a:ext uri="{FF2B5EF4-FFF2-40B4-BE49-F238E27FC236}">
                    <a16:creationId xmlns:a16="http://schemas.microsoft.com/office/drawing/2014/main" id="{B4528B47-42F8-0A6D-228E-63D158991A37}"/>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87" name="AutoShape 184">
                <a:extLst>
                  <a:ext uri="{FF2B5EF4-FFF2-40B4-BE49-F238E27FC236}">
                    <a16:creationId xmlns:a16="http://schemas.microsoft.com/office/drawing/2014/main" id="{B40481CF-3502-B694-581C-8E07290E4ECE}"/>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88" name="AutoShape 185">
                <a:extLst>
                  <a:ext uri="{FF2B5EF4-FFF2-40B4-BE49-F238E27FC236}">
                    <a16:creationId xmlns:a16="http://schemas.microsoft.com/office/drawing/2014/main" id="{DD6597CF-0945-F4D9-F8B1-D53920078BAC}"/>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89" name="AutoShape 186">
                <a:extLst>
                  <a:ext uri="{FF2B5EF4-FFF2-40B4-BE49-F238E27FC236}">
                    <a16:creationId xmlns:a16="http://schemas.microsoft.com/office/drawing/2014/main" id="{7EA36A30-2558-4282-8037-424A9500B244}"/>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90" name="AutoShape 187">
                <a:extLst>
                  <a:ext uri="{FF2B5EF4-FFF2-40B4-BE49-F238E27FC236}">
                    <a16:creationId xmlns:a16="http://schemas.microsoft.com/office/drawing/2014/main" id="{E2E807AA-9221-3702-5ABC-32686E7B72DC}"/>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91" name="AutoShape 188">
                <a:extLst>
                  <a:ext uri="{FF2B5EF4-FFF2-40B4-BE49-F238E27FC236}">
                    <a16:creationId xmlns:a16="http://schemas.microsoft.com/office/drawing/2014/main" id="{746EA27B-5F88-D411-C66F-86596FAEA82A}"/>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08" name="Group 214">
            <a:extLst>
              <a:ext uri="{FF2B5EF4-FFF2-40B4-BE49-F238E27FC236}">
                <a16:creationId xmlns:a16="http://schemas.microsoft.com/office/drawing/2014/main" id="{BC009358-C585-D664-F4D9-580A2FF9E832}"/>
              </a:ext>
            </a:extLst>
          </p:cNvPr>
          <p:cNvGrpSpPr>
            <a:grpSpLocks/>
          </p:cNvGrpSpPr>
          <p:nvPr/>
        </p:nvGrpSpPr>
        <p:grpSpPr bwMode="auto">
          <a:xfrm>
            <a:off x="2555270" y="2093511"/>
            <a:ext cx="238399" cy="426132"/>
            <a:chOff x="4608" y="700"/>
            <a:chExt cx="306" cy="553"/>
          </a:xfrm>
        </p:grpSpPr>
        <p:grpSp>
          <p:nvGrpSpPr>
            <p:cNvPr id="509" name="Group 215">
              <a:extLst>
                <a:ext uri="{FF2B5EF4-FFF2-40B4-BE49-F238E27FC236}">
                  <a16:creationId xmlns:a16="http://schemas.microsoft.com/office/drawing/2014/main" id="{A02A7D51-B64C-8881-1B48-AA99F644EBE3}"/>
                </a:ext>
              </a:extLst>
            </p:cNvPr>
            <p:cNvGrpSpPr>
              <a:grpSpLocks/>
            </p:cNvGrpSpPr>
            <p:nvPr/>
          </p:nvGrpSpPr>
          <p:grpSpPr bwMode="auto">
            <a:xfrm>
              <a:off x="4694" y="784"/>
              <a:ext cx="134" cy="469"/>
              <a:chOff x="4740" y="784"/>
              <a:chExt cx="88" cy="692"/>
            </a:xfrm>
          </p:grpSpPr>
          <p:sp>
            <p:nvSpPr>
              <p:cNvPr id="517" name="Line 216">
                <a:extLst>
                  <a:ext uri="{FF2B5EF4-FFF2-40B4-BE49-F238E27FC236}">
                    <a16:creationId xmlns:a16="http://schemas.microsoft.com/office/drawing/2014/main" id="{20E50968-4023-5DDB-8AF0-40315960255D}"/>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18" name="Group 217">
                <a:extLst>
                  <a:ext uri="{FF2B5EF4-FFF2-40B4-BE49-F238E27FC236}">
                    <a16:creationId xmlns:a16="http://schemas.microsoft.com/office/drawing/2014/main" id="{1F815212-36A2-5FAA-7AAD-A6E23675D662}"/>
                  </a:ext>
                </a:extLst>
              </p:cNvPr>
              <p:cNvGrpSpPr>
                <a:grpSpLocks/>
              </p:cNvGrpSpPr>
              <p:nvPr/>
            </p:nvGrpSpPr>
            <p:grpSpPr bwMode="auto">
              <a:xfrm>
                <a:off x="4740" y="784"/>
                <a:ext cx="88" cy="692"/>
                <a:chOff x="4740" y="784"/>
                <a:chExt cx="88" cy="692"/>
              </a:xfrm>
            </p:grpSpPr>
            <p:sp>
              <p:nvSpPr>
                <p:cNvPr id="519" name="Line 218">
                  <a:extLst>
                    <a:ext uri="{FF2B5EF4-FFF2-40B4-BE49-F238E27FC236}">
                      <a16:creationId xmlns:a16="http://schemas.microsoft.com/office/drawing/2014/main" id="{F398D6CF-7A9F-AA26-E389-E35E0B6118BE}"/>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0" name="Line 219">
                  <a:extLst>
                    <a:ext uri="{FF2B5EF4-FFF2-40B4-BE49-F238E27FC236}">
                      <a16:creationId xmlns:a16="http://schemas.microsoft.com/office/drawing/2014/main" id="{CC61A01A-E0DF-F880-315B-75BFA8FEF1D8}"/>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1" name="Line 220">
                  <a:extLst>
                    <a:ext uri="{FF2B5EF4-FFF2-40B4-BE49-F238E27FC236}">
                      <a16:creationId xmlns:a16="http://schemas.microsoft.com/office/drawing/2014/main" id="{8D10FBF1-7FDF-9BB3-36A8-54D01FD9BCA3}"/>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2" name="Line 221">
                  <a:extLst>
                    <a:ext uri="{FF2B5EF4-FFF2-40B4-BE49-F238E27FC236}">
                      <a16:creationId xmlns:a16="http://schemas.microsoft.com/office/drawing/2014/main" id="{FFD0D90B-C65F-3905-17F7-D7BBFAA2DA67}"/>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3" name="Line 222">
                  <a:extLst>
                    <a:ext uri="{FF2B5EF4-FFF2-40B4-BE49-F238E27FC236}">
                      <a16:creationId xmlns:a16="http://schemas.microsoft.com/office/drawing/2014/main" id="{BD0FAA34-D0BF-9541-1794-9721DA4E24C6}"/>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4" name="Line 223">
                  <a:extLst>
                    <a:ext uri="{FF2B5EF4-FFF2-40B4-BE49-F238E27FC236}">
                      <a16:creationId xmlns:a16="http://schemas.microsoft.com/office/drawing/2014/main" id="{FD87C348-76ED-0F58-DDB7-F99254BD28BD}"/>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5" name="Line 224">
                  <a:extLst>
                    <a:ext uri="{FF2B5EF4-FFF2-40B4-BE49-F238E27FC236}">
                      <a16:creationId xmlns:a16="http://schemas.microsoft.com/office/drawing/2014/main" id="{92A53D64-73FA-DF88-29AE-526D72A7D016}"/>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6" name="Line 225">
                  <a:extLst>
                    <a:ext uri="{FF2B5EF4-FFF2-40B4-BE49-F238E27FC236}">
                      <a16:creationId xmlns:a16="http://schemas.microsoft.com/office/drawing/2014/main" id="{DBBB6D22-E322-6A81-9E1D-CDF39BB1464B}"/>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7" name="Line 226">
                  <a:extLst>
                    <a:ext uri="{FF2B5EF4-FFF2-40B4-BE49-F238E27FC236}">
                      <a16:creationId xmlns:a16="http://schemas.microsoft.com/office/drawing/2014/main" id="{C52DCE03-5A40-DAB7-042F-9902BFE7B0F0}"/>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8" name="Line 227">
                  <a:extLst>
                    <a:ext uri="{FF2B5EF4-FFF2-40B4-BE49-F238E27FC236}">
                      <a16:creationId xmlns:a16="http://schemas.microsoft.com/office/drawing/2014/main" id="{A585DD12-FC46-F2D8-7AC6-1262A7FD10C4}"/>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29" name="Line 228">
                  <a:extLst>
                    <a:ext uri="{FF2B5EF4-FFF2-40B4-BE49-F238E27FC236}">
                      <a16:creationId xmlns:a16="http://schemas.microsoft.com/office/drawing/2014/main" id="{49E540BE-9610-AB0B-98B5-3FA790739A1E}"/>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0" name="Line 229">
                  <a:extLst>
                    <a:ext uri="{FF2B5EF4-FFF2-40B4-BE49-F238E27FC236}">
                      <a16:creationId xmlns:a16="http://schemas.microsoft.com/office/drawing/2014/main" id="{D2D59760-608C-0AD1-A756-49BA655B36B7}"/>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1" name="Line 230">
                  <a:extLst>
                    <a:ext uri="{FF2B5EF4-FFF2-40B4-BE49-F238E27FC236}">
                      <a16:creationId xmlns:a16="http://schemas.microsoft.com/office/drawing/2014/main" id="{5A2B0ADB-1616-21D2-4DAF-679978D22048}"/>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2" name="Oval 231">
                  <a:extLst>
                    <a:ext uri="{FF2B5EF4-FFF2-40B4-BE49-F238E27FC236}">
                      <a16:creationId xmlns:a16="http://schemas.microsoft.com/office/drawing/2014/main" id="{0925570F-E48E-2F42-9969-0CE5662D3A5E}"/>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10" name="Group 232">
              <a:extLst>
                <a:ext uri="{FF2B5EF4-FFF2-40B4-BE49-F238E27FC236}">
                  <a16:creationId xmlns:a16="http://schemas.microsoft.com/office/drawing/2014/main" id="{FADBE996-9476-4697-788D-506FD7EBDB39}"/>
                </a:ext>
              </a:extLst>
            </p:cNvPr>
            <p:cNvGrpSpPr>
              <a:grpSpLocks/>
            </p:cNvGrpSpPr>
            <p:nvPr/>
          </p:nvGrpSpPr>
          <p:grpSpPr bwMode="auto">
            <a:xfrm>
              <a:off x="4608" y="700"/>
              <a:ext cx="306" cy="90"/>
              <a:chOff x="748" y="2251"/>
              <a:chExt cx="306" cy="90"/>
            </a:xfrm>
          </p:grpSpPr>
          <p:sp>
            <p:nvSpPr>
              <p:cNvPr id="511" name="AutoShape 233">
                <a:extLst>
                  <a:ext uri="{FF2B5EF4-FFF2-40B4-BE49-F238E27FC236}">
                    <a16:creationId xmlns:a16="http://schemas.microsoft.com/office/drawing/2014/main" id="{D3A0F887-6DE8-B5B7-E76E-1658CE93F289}"/>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2" name="AutoShape 234">
                <a:extLst>
                  <a:ext uri="{FF2B5EF4-FFF2-40B4-BE49-F238E27FC236}">
                    <a16:creationId xmlns:a16="http://schemas.microsoft.com/office/drawing/2014/main" id="{3DD19C34-CF38-8158-FCA2-C3F57F9203A0}"/>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3" name="AutoShape 235">
                <a:extLst>
                  <a:ext uri="{FF2B5EF4-FFF2-40B4-BE49-F238E27FC236}">
                    <a16:creationId xmlns:a16="http://schemas.microsoft.com/office/drawing/2014/main" id="{132FC0AC-EAB7-EB89-B2B3-F74D2B038C9A}"/>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4" name="AutoShape 236">
                <a:extLst>
                  <a:ext uri="{FF2B5EF4-FFF2-40B4-BE49-F238E27FC236}">
                    <a16:creationId xmlns:a16="http://schemas.microsoft.com/office/drawing/2014/main" id="{48CBC199-A53E-0191-D9FD-09055D67960E}"/>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5" name="AutoShape 237">
                <a:extLst>
                  <a:ext uri="{FF2B5EF4-FFF2-40B4-BE49-F238E27FC236}">
                    <a16:creationId xmlns:a16="http://schemas.microsoft.com/office/drawing/2014/main" id="{B4AE90C5-2F42-E7CB-4AED-6CB69F91A144}"/>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16" name="AutoShape 238">
                <a:extLst>
                  <a:ext uri="{FF2B5EF4-FFF2-40B4-BE49-F238E27FC236}">
                    <a16:creationId xmlns:a16="http://schemas.microsoft.com/office/drawing/2014/main" id="{76523CB1-7FCF-422D-F1B7-1A57546D07F5}"/>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33" name="Group 4">
            <a:extLst>
              <a:ext uri="{FF2B5EF4-FFF2-40B4-BE49-F238E27FC236}">
                <a16:creationId xmlns:a16="http://schemas.microsoft.com/office/drawing/2014/main" id="{A362A765-DEA2-9E96-3FE7-D3D35CC07CF7}"/>
              </a:ext>
            </a:extLst>
          </p:cNvPr>
          <p:cNvGrpSpPr>
            <a:grpSpLocks/>
          </p:cNvGrpSpPr>
          <p:nvPr/>
        </p:nvGrpSpPr>
        <p:grpSpPr bwMode="auto">
          <a:xfrm>
            <a:off x="1388304" y="1663359"/>
            <a:ext cx="169909" cy="352430"/>
            <a:chOff x="4186" y="1736"/>
            <a:chExt cx="229" cy="461"/>
          </a:xfrm>
        </p:grpSpPr>
        <p:pic>
          <p:nvPicPr>
            <p:cNvPr id="534" name="Picture 5" descr="icon-mobile-phone">
              <a:extLst>
                <a:ext uri="{FF2B5EF4-FFF2-40B4-BE49-F238E27FC236}">
                  <a16:creationId xmlns:a16="http://schemas.microsoft.com/office/drawing/2014/main" id="{BD73DF51-7D9B-9040-E755-3E1A08B3635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35" name="Group 6">
              <a:extLst>
                <a:ext uri="{FF2B5EF4-FFF2-40B4-BE49-F238E27FC236}">
                  <a16:creationId xmlns:a16="http://schemas.microsoft.com/office/drawing/2014/main" id="{3AB9D773-D1F3-73A9-DE42-D9C4943CCDFD}"/>
                </a:ext>
              </a:extLst>
            </p:cNvPr>
            <p:cNvGrpSpPr>
              <a:grpSpLocks/>
            </p:cNvGrpSpPr>
            <p:nvPr/>
          </p:nvGrpSpPr>
          <p:grpSpPr bwMode="auto">
            <a:xfrm>
              <a:off x="4186" y="1736"/>
              <a:ext cx="198" cy="79"/>
              <a:chOff x="4513" y="1707"/>
              <a:chExt cx="198" cy="177"/>
            </a:xfrm>
          </p:grpSpPr>
          <p:sp>
            <p:nvSpPr>
              <p:cNvPr id="536" name="AutoShape 7">
                <a:extLst>
                  <a:ext uri="{FF2B5EF4-FFF2-40B4-BE49-F238E27FC236}">
                    <a16:creationId xmlns:a16="http://schemas.microsoft.com/office/drawing/2014/main" id="{5A320801-E8F1-ACDE-499D-509061A913EE}"/>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37" name="AutoShape 8">
                <a:extLst>
                  <a:ext uri="{FF2B5EF4-FFF2-40B4-BE49-F238E27FC236}">
                    <a16:creationId xmlns:a16="http://schemas.microsoft.com/office/drawing/2014/main" id="{57B8E1D4-3D7A-9F2F-FD72-C2F1F0987111}"/>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38" name="AutoShape 9">
                <a:extLst>
                  <a:ext uri="{FF2B5EF4-FFF2-40B4-BE49-F238E27FC236}">
                    <a16:creationId xmlns:a16="http://schemas.microsoft.com/office/drawing/2014/main" id="{6D8EE1D9-A46C-A618-B796-3078D4766394}"/>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39" name="Group 389">
            <a:extLst>
              <a:ext uri="{FF2B5EF4-FFF2-40B4-BE49-F238E27FC236}">
                <a16:creationId xmlns:a16="http://schemas.microsoft.com/office/drawing/2014/main" id="{4AD04684-C827-29F9-6CCD-D7481003DFE2}"/>
              </a:ext>
            </a:extLst>
          </p:cNvPr>
          <p:cNvGrpSpPr>
            <a:grpSpLocks/>
          </p:cNvGrpSpPr>
          <p:nvPr/>
        </p:nvGrpSpPr>
        <p:grpSpPr bwMode="auto">
          <a:xfrm>
            <a:off x="2376142" y="1729021"/>
            <a:ext cx="169909" cy="352429"/>
            <a:chOff x="4186" y="1736"/>
            <a:chExt cx="229" cy="461"/>
          </a:xfrm>
        </p:grpSpPr>
        <p:pic>
          <p:nvPicPr>
            <p:cNvPr id="540" name="Picture 390" descr="icon-mobile-phone">
              <a:extLst>
                <a:ext uri="{FF2B5EF4-FFF2-40B4-BE49-F238E27FC236}">
                  <a16:creationId xmlns:a16="http://schemas.microsoft.com/office/drawing/2014/main" id="{84E34A84-8132-2EC6-F300-680F5C3B818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41" name="Group 391">
              <a:extLst>
                <a:ext uri="{FF2B5EF4-FFF2-40B4-BE49-F238E27FC236}">
                  <a16:creationId xmlns:a16="http://schemas.microsoft.com/office/drawing/2014/main" id="{2F9B3812-BC0A-92C9-0161-755D5B70987B}"/>
                </a:ext>
              </a:extLst>
            </p:cNvPr>
            <p:cNvGrpSpPr>
              <a:grpSpLocks/>
            </p:cNvGrpSpPr>
            <p:nvPr/>
          </p:nvGrpSpPr>
          <p:grpSpPr bwMode="auto">
            <a:xfrm>
              <a:off x="4186" y="1736"/>
              <a:ext cx="198" cy="79"/>
              <a:chOff x="4513" y="1707"/>
              <a:chExt cx="198" cy="177"/>
            </a:xfrm>
          </p:grpSpPr>
          <p:sp>
            <p:nvSpPr>
              <p:cNvPr id="542" name="AutoShape 392">
                <a:extLst>
                  <a:ext uri="{FF2B5EF4-FFF2-40B4-BE49-F238E27FC236}">
                    <a16:creationId xmlns:a16="http://schemas.microsoft.com/office/drawing/2014/main" id="{1A807559-9388-4902-2C28-7625C5CD6F8D}"/>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43" name="AutoShape 393">
                <a:extLst>
                  <a:ext uri="{FF2B5EF4-FFF2-40B4-BE49-F238E27FC236}">
                    <a16:creationId xmlns:a16="http://schemas.microsoft.com/office/drawing/2014/main" id="{75299F43-40A7-ED88-AE1F-B4BAEF4B135D}"/>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44" name="AutoShape 394">
                <a:extLst>
                  <a:ext uri="{FF2B5EF4-FFF2-40B4-BE49-F238E27FC236}">
                    <a16:creationId xmlns:a16="http://schemas.microsoft.com/office/drawing/2014/main" id="{C2200193-3AC9-9CA7-5266-58385935EC10}"/>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5" name="Group 395">
            <a:extLst>
              <a:ext uri="{FF2B5EF4-FFF2-40B4-BE49-F238E27FC236}">
                <a16:creationId xmlns:a16="http://schemas.microsoft.com/office/drawing/2014/main" id="{A7710161-0644-0601-36A2-3A60E97437AA}"/>
              </a:ext>
            </a:extLst>
          </p:cNvPr>
          <p:cNvGrpSpPr>
            <a:grpSpLocks/>
          </p:cNvGrpSpPr>
          <p:nvPr/>
        </p:nvGrpSpPr>
        <p:grpSpPr bwMode="auto">
          <a:xfrm>
            <a:off x="1898029" y="1424832"/>
            <a:ext cx="169908" cy="352430"/>
            <a:chOff x="4186" y="1736"/>
            <a:chExt cx="229" cy="461"/>
          </a:xfrm>
        </p:grpSpPr>
        <p:pic>
          <p:nvPicPr>
            <p:cNvPr id="546" name="Picture 396" descr="icon-mobile-phone">
              <a:extLst>
                <a:ext uri="{FF2B5EF4-FFF2-40B4-BE49-F238E27FC236}">
                  <a16:creationId xmlns:a16="http://schemas.microsoft.com/office/drawing/2014/main" id="{0DB5122B-BF86-5D2B-1BC0-0D769FC8B17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47" name="Group 397">
              <a:extLst>
                <a:ext uri="{FF2B5EF4-FFF2-40B4-BE49-F238E27FC236}">
                  <a16:creationId xmlns:a16="http://schemas.microsoft.com/office/drawing/2014/main" id="{BC315D50-4F4F-7D43-3917-8DA328AE2388}"/>
                </a:ext>
              </a:extLst>
            </p:cNvPr>
            <p:cNvGrpSpPr>
              <a:grpSpLocks/>
            </p:cNvGrpSpPr>
            <p:nvPr/>
          </p:nvGrpSpPr>
          <p:grpSpPr bwMode="auto">
            <a:xfrm>
              <a:off x="4186" y="1736"/>
              <a:ext cx="198" cy="79"/>
              <a:chOff x="4513" y="1707"/>
              <a:chExt cx="198" cy="177"/>
            </a:xfrm>
          </p:grpSpPr>
          <p:sp>
            <p:nvSpPr>
              <p:cNvPr id="548" name="AutoShape 398">
                <a:extLst>
                  <a:ext uri="{FF2B5EF4-FFF2-40B4-BE49-F238E27FC236}">
                    <a16:creationId xmlns:a16="http://schemas.microsoft.com/office/drawing/2014/main" id="{99B45805-F581-D6C2-D168-C21C96BB41D6}"/>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49" name="AutoShape 399">
                <a:extLst>
                  <a:ext uri="{FF2B5EF4-FFF2-40B4-BE49-F238E27FC236}">
                    <a16:creationId xmlns:a16="http://schemas.microsoft.com/office/drawing/2014/main" id="{60071951-7E34-E208-605F-B182CCACF2DF}"/>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50" name="AutoShape 400">
                <a:extLst>
                  <a:ext uri="{FF2B5EF4-FFF2-40B4-BE49-F238E27FC236}">
                    <a16:creationId xmlns:a16="http://schemas.microsoft.com/office/drawing/2014/main" id="{FF02610E-356F-4048-13F1-D2C65C61B900}"/>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51" name="Group 401">
            <a:extLst>
              <a:ext uri="{FF2B5EF4-FFF2-40B4-BE49-F238E27FC236}">
                <a16:creationId xmlns:a16="http://schemas.microsoft.com/office/drawing/2014/main" id="{2DF9A16B-B8C8-021E-034C-D041F38FC861}"/>
              </a:ext>
            </a:extLst>
          </p:cNvPr>
          <p:cNvGrpSpPr>
            <a:grpSpLocks/>
          </p:cNvGrpSpPr>
          <p:nvPr/>
        </p:nvGrpSpPr>
        <p:grpSpPr bwMode="auto">
          <a:xfrm>
            <a:off x="1419915" y="2215454"/>
            <a:ext cx="169909" cy="352430"/>
            <a:chOff x="4186" y="1736"/>
            <a:chExt cx="229" cy="461"/>
          </a:xfrm>
        </p:grpSpPr>
        <p:pic>
          <p:nvPicPr>
            <p:cNvPr id="552" name="Picture 402" descr="icon-mobile-phone">
              <a:extLst>
                <a:ext uri="{FF2B5EF4-FFF2-40B4-BE49-F238E27FC236}">
                  <a16:creationId xmlns:a16="http://schemas.microsoft.com/office/drawing/2014/main" id="{DE67C145-49DE-5B32-8D7A-F4EC5A377C4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53" name="Group 403">
              <a:extLst>
                <a:ext uri="{FF2B5EF4-FFF2-40B4-BE49-F238E27FC236}">
                  <a16:creationId xmlns:a16="http://schemas.microsoft.com/office/drawing/2014/main" id="{7A11307B-E630-2E05-A31B-97C4362743C7}"/>
                </a:ext>
              </a:extLst>
            </p:cNvPr>
            <p:cNvGrpSpPr>
              <a:grpSpLocks/>
            </p:cNvGrpSpPr>
            <p:nvPr/>
          </p:nvGrpSpPr>
          <p:grpSpPr bwMode="auto">
            <a:xfrm>
              <a:off x="4186" y="1736"/>
              <a:ext cx="198" cy="79"/>
              <a:chOff x="4513" y="1707"/>
              <a:chExt cx="198" cy="177"/>
            </a:xfrm>
          </p:grpSpPr>
          <p:sp>
            <p:nvSpPr>
              <p:cNvPr id="554" name="AutoShape 404">
                <a:extLst>
                  <a:ext uri="{FF2B5EF4-FFF2-40B4-BE49-F238E27FC236}">
                    <a16:creationId xmlns:a16="http://schemas.microsoft.com/office/drawing/2014/main" id="{8F9A95EE-48DC-A6B6-011C-9B4D045BD5F0}"/>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55" name="AutoShape 405">
                <a:extLst>
                  <a:ext uri="{FF2B5EF4-FFF2-40B4-BE49-F238E27FC236}">
                    <a16:creationId xmlns:a16="http://schemas.microsoft.com/office/drawing/2014/main" id="{63A389A4-3A75-389D-724A-1B1C562086C7}"/>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56" name="AutoShape 406">
                <a:extLst>
                  <a:ext uri="{FF2B5EF4-FFF2-40B4-BE49-F238E27FC236}">
                    <a16:creationId xmlns:a16="http://schemas.microsoft.com/office/drawing/2014/main" id="{12E93F76-9391-B795-A633-FA07B9B52F4C}"/>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57" name="Group 407">
            <a:extLst>
              <a:ext uri="{FF2B5EF4-FFF2-40B4-BE49-F238E27FC236}">
                <a16:creationId xmlns:a16="http://schemas.microsoft.com/office/drawing/2014/main" id="{C583CF1C-42EA-B6A4-CA74-E272581E94AC}"/>
              </a:ext>
            </a:extLst>
          </p:cNvPr>
          <p:cNvGrpSpPr>
            <a:grpSpLocks/>
          </p:cNvGrpSpPr>
          <p:nvPr/>
        </p:nvGrpSpPr>
        <p:grpSpPr bwMode="auto">
          <a:xfrm>
            <a:off x="1898029" y="1911266"/>
            <a:ext cx="169908" cy="352429"/>
            <a:chOff x="4186" y="1736"/>
            <a:chExt cx="229" cy="461"/>
          </a:xfrm>
        </p:grpSpPr>
        <p:pic>
          <p:nvPicPr>
            <p:cNvPr id="558" name="Picture 408" descr="icon-mobile-phone">
              <a:extLst>
                <a:ext uri="{FF2B5EF4-FFF2-40B4-BE49-F238E27FC236}">
                  <a16:creationId xmlns:a16="http://schemas.microsoft.com/office/drawing/2014/main" id="{995B02AE-EE98-89D6-0E40-5EF1B684000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59" name="Group 409">
              <a:extLst>
                <a:ext uri="{FF2B5EF4-FFF2-40B4-BE49-F238E27FC236}">
                  <a16:creationId xmlns:a16="http://schemas.microsoft.com/office/drawing/2014/main" id="{E111896A-6F69-482E-E868-50B2F061F611}"/>
                </a:ext>
              </a:extLst>
            </p:cNvPr>
            <p:cNvGrpSpPr>
              <a:grpSpLocks/>
            </p:cNvGrpSpPr>
            <p:nvPr/>
          </p:nvGrpSpPr>
          <p:grpSpPr bwMode="auto">
            <a:xfrm>
              <a:off x="4186" y="1736"/>
              <a:ext cx="198" cy="79"/>
              <a:chOff x="4513" y="1707"/>
              <a:chExt cx="198" cy="177"/>
            </a:xfrm>
          </p:grpSpPr>
          <p:sp>
            <p:nvSpPr>
              <p:cNvPr id="560" name="AutoShape 410">
                <a:extLst>
                  <a:ext uri="{FF2B5EF4-FFF2-40B4-BE49-F238E27FC236}">
                    <a16:creationId xmlns:a16="http://schemas.microsoft.com/office/drawing/2014/main" id="{1934CB7F-F006-19C2-35FA-EE329727D550}"/>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1" name="AutoShape 411">
                <a:extLst>
                  <a:ext uri="{FF2B5EF4-FFF2-40B4-BE49-F238E27FC236}">
                    <a16:creationId xmlns:a16="http://schemas.microsoft.com/office/drawing/2014/main" id="{3BCB447D-D6B9-7C5E-E7CF-E6A65F4F9B02}"/>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2" name="AutoShape 412">
                <a:extLst>
                  <a:ext uri="{FF2B5EF4-FFF2-40B4-BE49-F238E27FC236}">
                    <a16:creationId xmlns:a16="http://schemas.microsoft.com/office/drawing/2014/main" id="{89E6BBAA-6900-DBBC-2977-28A0DAB3962F}"/>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63" name="Group 413">
            <a:extLst>
              <a:ext uri="{FF2B5EF4-FFF2-40B4-BE49-F238E27FC236}">
                <a16:creationId xmlns:a16="http://schemas.microsoft.com/office/drawing/2014/main" id="{ACA953C6-A4AC-027F-6DC6-CB7BE13E6058}"/>
              </a:ext>
            </a:extLst>
          </p:cNvPr>
          <p:cNvGrpSpPr>
            <a:grpSpLocks/>
          </p:cNvGrpSpPr>
          <p:nvPr/>
        </p:nvGrpSpPr>
        <p:grpSpPr bwMode="auto">
          <a:xfrm>
            <a:off x="2734398" y="2336057"/>
            <a:ext cx="169909" cy="352430"/>
            <a:chOff x="4186" y="1736"/>
            <a:chExt cx="229" cy="461"/>
          </a:xfrm>
        </p:grpSpPr>
        <p:pic>
          <p:nvPicPr>
            <p:cNvPr id="564" name="Picture 414" descr="icon-mobile-phone">
              <a:extLst>
                <a:ext uri="{FF2B5EF4-FFF2-40B4-BE49-F238E27FC236}">
                  <a16:creationId xmlns:a16="http://schemas.microsoft.com/office/drawing/2014/main" id="{40A715EB-A442-F01D-A5D4-8B703A5B4F6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5" name="Group 415">
              <a:extLst>
                <a:ext uri="{FF2B5EF4-FFF2-40B4-BE49-F238E27FC236}">
                  <a16:creationId xmlns:a16="http://schemas.microsoft.com/office/drawing/2014/main" id="{33BAE664-1D6E-2810-865B-E38AC6B7AD79}"/>
                </a:ext>
              </a:extLst>
            </p:cNvPr>
            <p:cNvGrpSpPr>
              <a:grpSpLocks/>
            </p:cNvGrpSpPr>
            <p:nvPr/>
          </p:nvGrpSpPr>
          <p:grpSpPr bwMode="auto">
            <a:xfrm>
              <a:off x="4186" y="1736"/>
              <a:ext cx="198" cy="79"/>
              <a:chOff x="4513" y="1707"/>
              <a:chExt cx="198" cy="177"/>
            </a:xfrm>
          </p:grpSpPr>
          <p:sp>
            <p:nvSpPr>
              <p:cNvPr id="566" name="AutoShape 416">
                <a:extLst>
                  <a:ext uri="{FF2B5EF4-FFF2-40B4-BE49-F238E27FC236}">
                    <a16:creationId xmlns:a16="http://schemas.microsoft.com/office/drawing/2014/main" id="{E946D446-9D0B-DD4A-F3C6-6BABF75670DA}"/>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7" name="AutoShape 417">
                <a:extLst>
                  <a:ext uri="{FF2B5EF4-FFF2-40B4-BE49-F238E27FC236}">
                    <a16:creationId xmlns:a16="http://schemas.microsoft.com/office/drawing/2014/main" id="{F50801D1-8514-D914-8F14-9EC4FD6F528C}"/>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8" name="AutoShape 418">
                <a:extLst>
                  <a:ext uri="{FF2B5EF4-FFF2-40B4-BE49-F238E27FC236}">
                    <a16:creationId xmlns:a16="http://schemas.microsoft.com/office/drawing/2014/main" id="{0319DCF3-E24B-547B-CA77-E016034A896B}"/>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69" name="Group 419">
            <a:extLst>
              <a:ext uri="{FF2B5EF4-FFF2-40B4-BE49-F238E27FC236}">
                <a16:creationId xmlns:a16="http://schemas.microsoft.com/office/drawing/2014/main" id="{1B599F6E-8353-B78D-22C6-3E4CCCE9E354}"/>
              </a:ext>
            </a:extLst>
          </p:cNvPr>
          <p:cNvGrpSpPr>
            <a:grpSpLocks/>
          </p:cNvGrpSpPr>
          <p:nvPr/>
        </p:nvGrpSpPr>
        <p:grpSpPr bwMode="auto">
          <a:xfrm>
            <a:off x="1837441" y="2545103"/>
            <a:ext cx="169908" cy="352430"/>
            <a:chOff x="4186" y="1736"/>
            <a:chExt cx="229" cy="461"/>
          </a:xfrm>
        </p:grpSpPr>
        <p:pic>
          <p:nvPicPr>
            <p:cNvPr id="570" name="Picture 420" descr="icon-mobile-phone">
              <a:extLst>
                <a:ext uri="{FF2B5EF4-FFF2-40B4-BE49-F238E27FC236}">
                  <a16:creationId xmlns:a16="http://schemas.microsoft.com/office/drawing/2014/main" id="{05D1D04F-F818-BE9B-E2BD-E8BB881F781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1" name="Group 421">
              <a:extLst>
                <a:ext uri="{FF2B5EF4-FFF2-40B4-BE49-F238E27FC236}">
                  <a16:creationId xmlns:a16="http://schemas.microsoft.com/office/drawing/2014/main" id="{664E2992-27A6-C9AA-6F48-52FF053148EA}"/>
                </a:ext>
              </a:extLst>
            </p:cNvPr>
            <p:cNvGrpSpPr>
              <a:grpSpLocks/>
            </p:cNvGrpSpPr>
            <p:nvPr/>
          </p:nvGrpSpPr>
          <p:grpSpPr bwMode="auto">
            <a:xfrm>
              <a:off x="4186" y="1736"/>
              <a:ext cx="198" cy="79"/>
              <a:chOff x="4513" y="1707"/>
              <a:chExt cx="198" cy="177"/>
            </a:xfrm>
          </p:grpSpPr>
          <p:sp>
            <p:nvSpPr>
              <p:cNvPr id="572" name="AutoShape 422">
                <a:extLst>
                  <a:ext uri="{FF2B5EF4-FFF2-40B4-BE49-F238E27FC236}">
                    <a16:creationId xmlns:a16="http://schemas.microsoft.com/office/drawing/2014/main" id="{A788825C-22F1-5EC0-0A70-3F1BFB230085}"/>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3" name="AutoShape 423">
                <a:extLst>
                  <a:ext uri="{FF2B5EF4-FFF2-40B4-BE49-F238E27FC236}">
                    <a16:creationId xmlns:a16="http://schemas.microsoft.com/office/drawing/2014/main" id="{C9BEE20B-C4DE-A6A3-345C-B27BA311F942}"/>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4" name="AutoShape 424">
                <a:extLst>
                  <a:ext uri="{FF2B5EF4-FFF2-40B4-BE49-F238E27FC236}">
                    <a16:creationId xmlns:a16="http://schemas.microsoft.com/office/drawing/2014/main" id="{A76402D6-DDF4-A88C-DE28-9D4797624F6B}"/>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575" name="Object 36">
            <a:hlinkClick r:id="" action="ppaction://ole?verb=0"/>
            <a:extLst>
              <a:ext uri="{FF2B5EF4-FFF2-40B4-BE49-F238E27FC236}">
                <a16:creationId xmlns:a16="http://schemas.microsoft.com/office/drawing/2014/main" id="{BFB97306-AFC3-E88A-9416-C06F4821EE5B}"/>
              </a:ext>
            </a:extLst>
          </p:cNvPr>
          <p:cNvGraphicFramePr>
            <a:graphicFrameLocks/>
          </p:cNvGraphicFramePr>
          <p:nvPr/>
        </p:nvGraphicFramePr>
        <p:xfrm>
          <a:off x="1360645" y="2640246"/>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244" name="Object 36">
                        <a:hlinkClick r:id="" action="ppaction://ole?verb=0"/>
                        <a:extLst>
                          <a:ext uri="{FF2B5EF4-FFF2-40B4-BE49-F238E27FC236}">
                            <a16:creationId xmlns:a16="http://schemas.microsoft.com/office/drawing/2014/main" id="{7A71DC37-1B18-DA74-0EB4-5A045BFA6E84}"/>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2640246"/>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76" name="Line 452">
            <a:extLst>
              <a:ext uri="{FF2B5EF4-FFF2-40B4-BE49-F238E27FC236}">
                <a16:creationId xmlns:a16="http://schemas.microsoft.com/office/drawing/2014/main" id="{FF838B5B-7EAE-56ED-46D3-39E90860DAC4}"/>
              </a:ext>
            </a:extLst>
          </p:cNvPr>
          <p:cNvSpPr>
            <a:spLocks noChangeShapeType="1"/>
          </p:cNvSpPr>
          <p:nvPr/>
        </p:nvSpPr>
        <p:spPr bwMode="auto">
          <a:xfrm>
            <a:off x="2793669" y="1789322"/>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77" name="Line 453">
            <a:extLst>
              <a:ext uri="{FF2B5EF4-FFF2-40B4-BE49-F238E27FC236}">
                <a16:creationId xmlns:a16="http://schemas.microsoft.com/office/drawing/2014/main" id="{DDC59CC9-F886-EA98-0E24-55FF0BDA1D32}"/>
              </a:ext>
            </a:extLst>
          </p:cNvPr>
          <p:cNvSpPr>
            <a:spLocks noChangeShapeType="1"/>
          </p:cNvSpPr>
          <p:nvPr/>
        </p:nvSpPr>
        <p:spPr bwMode="auto">
          <a:xfrm flipV="1">
            <a:off x="2675128" y="2336057"/>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78" name="Line 455">
            <a:extLst>
              <a:ext uri="{FF2B5EF4-FFF2-40B4-BE49-F238E27FC236}">
                <a16:creationId xmlns:a16="http://schemas.microsoft.com/office/drawing/2014/main" id="{D4167F9D-3F77-06E4-E656-06034B961C70}"/>
              </a:ext>
            </a:extLst>
          </p:cNvPr>
          <p:cNvSpPr>
            <a:spLocks noChangeShapeType="1"/>
          </p:cNvSpPr>
          <p:nvPr/>
        </p:nvSpPr>
        <p:spPr bwMode="auto">
          <a:xfrm>
            <a:off x="2256285" y="2215454"/>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79" name="Line 456">
            <a:extLst>
              <a:ext uri="{FF2B5EF4-FFF2-40B4-BE49-F238E27FC236}">
                <a16:creationId xmlns:a16="http://schemas.microsoft.com/office/drawing/2014/main" id="{745C1ED0-6BDB-F71D-AD14-96E6A116C65B}"/>
              </a:ext>
            </a:extLst>
          </p:cNvPr>
          <p:cNvSpPr>
            <a:spLocks noChangeShapeType="1"/>
          </p:cNvSpPr>
          <p:nvPr/>
        </p:nvSpPr>
        <p:spPr bwMode="auto">
          <a:xfrm>
            <a:off x="2197014" y="1607077"/>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80" name="Line 457">
            <a:extLst>
              <a:ext uri="{FF2B5EF4-FFF2-40B4-BE49-F238E27FC236}">
                <a16:creationId xmlns:a16="http://schemas.microsoft.com/office/drawing/2014/main" id="{9E4782B4-5152-1361-13B6-9C7CB8B7DC86}"/>
              </a:ext>
            </a:extLst>
          </p:cNvPr>
          <p:cNvSpPr>
            <a:spLocks noChangeShapeType="1"/>
          </p:cNvSpPr>
          <p:nvPr/>
        </p:nvSpPr>
        <p:spPr bwMode="auto">
          <a:xfrm>
            <a:off x="1770268" y="1964868"/>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81" name="Line 458">
            <a:extLst>
              <a:ext uri="{FF2B5EF4-FFF2-40B4-BE49-F238E27FC236}">
                <a16:creationId xmlns:a16="http://schemas.microsoft.com/office/drawing/2014/main" id="{A7CEB309-A084-45CF-6230-64C5F4F9CE44}"/>
              </a:ext>
            </a:extLst>
          </p:cNvPr>
          <p:cNvSpPr>
            <a:spLocks noChangeShapeType="1"/>
          </p:cNvSpPr>
          <p:nvPr/>
        </p:nvSpPr>
        <p:spPr bwMode="auto">
          <a:xfrm flipV="1">
            <a:off x="1778171" y="2291837"/>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82" name="Line 459">
            <a:extLst>
              <a:ext uri="{FF2B5EF4-FFF2-40B4-BE49-F238E27FC236}">
                <a16:creationId xmlns:a16="http://schemas.microsoft.com/office/drawing/2014/main" id="{D8D6195A-C54A-FAE4-A459-92F9D787B255}"/>
              </a:ext>
            </a:extLst>
          </p:cNvPr>
          <p:cNvSpPr>
            <a:spLocks noChangeShapeType="1"/>
          </p:cNvSpPr>
          <p:nvPr/>
        </p:nvSpPr>
        <p:spPr bwMode="auto">
          <a:xfrm flipV="1">
            <a:off x="2219405" y="2362858"/>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83" name="Group 499">
            <a:extLst>
              <a:ext uri="{FF2B5EF4-FFF2-40B4-BE49-F238E27FC236}">
                <a16:creationId xmlns:a16="http://schemas.microsoft.com/office/drawing/2014/main" id="{15AB76B5-52BD-9F33-AB13-DD046B94CA66}"/>
              </a:ext>
            </a:extLst>
          </p:cNvPr>
          <p:cNvGrpSpPr>
            <a:grpSpLocks/>
          </p:cNvGrpSpPr>
          <p:nvPr/>
        </p:nvGrpSpPr>
        <p:grpSpPr bwMode="auto">
          <a:xfrm>
            <a:off x="6020607" y="2855841"/>
            <a:ext cx="144883" cy="317589"/>
            <a:chOff x="4186" y="1736"/>
            <a:chExt cx="229" cy="461"/>
          </a:xfrm>
        </p:grpSpPr>
        <p:pic>
          <p:nvPicPr>
            <p:cNvPr id="584" name="Picture 500" descr="icon-mobile-phone">
              <a:extLst>
                <a:ext uri="{FF2B5EF4-FFF2-40B4-BE49-F238E27FC236}">
                  <a16:creationId xmlns:a16="http://schemas.microsoft.com/office/drawing/2014/main" id="{C077B7D5-7003-E36F-6DC3-8B542D054C0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85" name="Group 501">
              <a:extLst>
                <a:ext uri="{FF2B5EF4-FFF2-40B4-BE49-F238E27FC236}">
                  <a16:creationId xmlns:a16="http://schemas.microsoft.com/office/drawing/2014/main" id="{8EB3CB78-C249-578E-D576-9E21B88CF968}"/>
                </a:ext>
              </a:extLst>
            </p:cNvPr>
            <p:cNvGrpSpPr>
              <a:grpSpLocks/>
            </p:cNvGrpSpPr>
            <p:nvPr/>
          </p:nvGrpSpPr>
          <p:grpSpPr bwMode="auto">
            <a:xfrm>
              <a:off x="4186" y="1736"/>
              <a:ext cx="198" cy="79"/>
              <a:chOff x="4513" y="1707"/>
              <a:chExt cx="198" cy="177"/>
            </a:xfrm>
          </p:grpSpPr>
          <p:sp>
            <p:nvSpPr>
              <p:cNvPr id="586" name="AutoShape 502">
                <a:extLst>
                  <a:ext uri="{FF2B5EF4-FFF2-40B4-BE49-F238E27FC236}">
                    <a16:creationId xmlns:a16="http://schemas.microsoft.com/office/drawing/2014/main" id="{6C8EE87D-84F0-6BBD-A719-A6A9F3B6EC90}"/>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7" name="AutoShape 503">
                <a:extLst>
                  <a:ext uri="{FF2B5EF4-FFF2-40B4-BE49-F238E27FC236}">
                    <a16:creationId xmlns:a16="http://schemas.microsoft.com/office/drawing/2014/main" id="{248AA899-DC33-1146-10C2-0C286FA676E6}"/>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8" name="AutoShape 504">
                <a:extLst>
                  <a:ext uri="{FF2B5EF4-FFF2-40B4-BE49-F238E27FC236}">
                    <a16:creationId xmlns:a16="http://schemas.microsoft.com/office/drawing/2014/main" id="{B79562E8-4B06-792C-DADA-630D51CE0B73}"/>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589" name="Text Box 509">
            <a:extLst>
              <a:ext uri="{FF2B5EF4-FFF2-40B4-BE49-F238E27FC236}">
                <a16:creationId xmlns:a16="http://schemas.microsoft.com/office/drawing/2014/main" id="{6CD60076-6811-5841-826A-4783AEC2D995}"/>
              </a:ext>
            </a:extLst>
          </p:cNvPr>
          <p:cNvSpPr txBox="1">
            <a:spLocks noChangeArrowheads="1"/>
          </p:cNvSpPr>
          <p:nvPr/>
        </p:nvSpPr>
        <p:spPr bwMode="auto">
          <a:xfrm>
            <a:off x="3450910" y="2353150"/>
            <a:ext cx="487634" cy="295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a:t>
            </a:r>
          </a:p>
        </p:txBody>
      </p:sp>
      <p:sp>
        <p:nvSpPr>
          <p:cNvPr id="590" name="Text Box 511">
            <a:extLst>
              <a:ext uri="{FF2B5EF4-FFF2-40B4-BE49-F238E27FC236}">
                <a16:creationId xmlns:a16="http://schemas.microsoft.com/office/drawing/2014/main" id="{80C79A7A-2668-450A-FCD6-D95771527F4D}"/>
              </a:ext>
            </a:extLst>
          </p:cNvPr>
          <p:cNvSpPr txBox="1">
            <a:spLocks noChangeArrowheads="1"/>
          </p:cNvSpPr>
          <p:nvPr/>
        </p:nvSpPr>
        <p:spPr bwMode="auto">
          <a:xfrm>
            <a:off x="2615773" y="1200776"/>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591" name="Group 512">
            <a:extLst>
              <a:ext uri="{FF2B5EF4-FFF2-40B4-BE49-F238E27FC236}">
                <a16:creationId xmlns:a16="http://schemas.microsoft.com/office/drawing/2014/main" id="{BEB6A3CB-6054-DC5E-EF7C-34DB23F125BE}"/>
              </a:ext>
            </a:extLst>
          </p:cNvPr>
          <p:cNvGrpSpPr>
            <a:grpSpLocks/>
          </p:cNvGrpSpPr>
          <p:nvPr/>
        </p:nvGrpSpPr>
        <p:grpSpPr bwMode="auto">
          <a:xfrm>
            <a:off x="5363365" y="2821000"/>
            <a:ext cx="238399" cy="364490"/>
            <a:chOff x="4608" y="700"/>
            <a:chExt cx="306" cy="553"/>
          </a:xfrm>
        </p:grpSpPr>
        <p:grpSp>
          <p:nvGrpSpPr>
            <p:cNvPr id="592" name="Group 513">
              <a:extLst>
                <a:ext uri="{FF2B5EF4-FFF2-40B4-BE49-F238E27FC236}">
                  <a16:creationId xmlns:a16="http://schemas.microsoft.com/office/drawing/2014/main" id="{EEAAF898-5BA3-8BF7-A425-04699EDDBF60}"/>
                </a:ext>
              </a:extLst>
            </p:cNvPr>
            <p:cNvGrpSpPr>
              <a:grpSpLocks/>
            </p:cNvGrpSpPr>
            <p:nvPr/>
          </p:nvGrpSpPr>
          <p:grpSpPr bwMode="auto">
            <a:xfrm>
              <a:off x="4694" y="784"/>
              <a:ext cx="134" cy="469"/>
              <a:chOff x="4740" y="784"/>
              <a:chExt cx="88" cy="692"/>
            </a:xfrm>
          </p:grpSpPr>
          <p:sp>
            <p:nvSpPr>
              <p:cNvPr id="600" name="Line 514">
                <a:extLst>
                  <a:ext uri="{FF2B5EF4-FFF2-40B4-BE49-F238E27FC236}">
                    <a16:creationId xmlns:a16="http://schemas.microsoft.com/office/drawing/2014/main" id="{DCBF7FBC-414E-7A1E-CE89-5C496C54BED5}"/>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01" name="Group 515">
                <a:extLst>
                  <a:ext uri="{FF2B5EF4-FFF2-40B4-BE49-F238E27FC236}">
                    <a16:creationId xmlns:a16="http://schemas.microsoft.com/office/drawing/2014/main" id="{EB08F554-80FF-343A-FB8C-AD0FD14B66C3}"/>
                  </a:ext>
                </a:extLst>
              </p:cNvPr>
              <p:cNvGrpSpPr>
                <a:grpSpLocks/>
              </p:cNvGrpSpPr>
              <p:nvPr/>
            </p:nvGrpSpPr>
            <p:grpSpPr bwMode="auto">
              <a:xfrm>
                <a:off x="4740" y="784"/>
                <a:ext cx="88" cy="692"/>
                <a:chOff x="4740" y="784"/>
                <a:chExt cx="88" cy="692"/>
              </a:xfrm>
            </p:grpSpPr>
            <p:sp>
              <p:nvSpPr>
                <p:cNvPr id="602" name="Line 516">
                  <a:extLst>
                    <a:ext uri="{FF2B5EF4-FFF2-40B4-BE49-F238E27FC236}">
                      <a16:creationId xmlns:a16="http://schemas.microsoft.com/office/drawing/2014/main" id="{9E5FBE8B-C062-52DF-FB17-F20277CD8B73}"/>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3" name="Line 517">
                  <a:extLst>
                    <a:ext uri="{FF2B5EF4-FFF2-40B4-BE49-F238E27FC236}">
                      <a16:creationId xmlns:a16="http://schemas.microsoft.com/office/drawing/2014/main" id="{53FE474E-EBD4-E110-63BF-5AF9EF7747E6}"/>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4" name="Line 518">
                  <a:extLst>
                    <a:ext uri="{FF2B5EF4-FFF2-40B4-BE49-F238E27FC236}">
                      <a16:creationId xmlns:a16="http://schemas.microsoft.com/office/drawing/2014/main" id="{C3758E37-A894-997D-EF41-4FA27E45C61A}"/>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5" name="Line 519">
                  <a:extLst>
                    <a:ext uri="{FF2B5EF4-FFF2-40B4-BE49-F238E27FC236}">
                      <a16:creationId xmlns:a16="http://schemas.microsoft.com/office/drawing/2014/main" id="{43DA3309-32F6-CECA-F498-3593661A23E3}"/>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6" name="Line 520">
                  <a:extLst>
                    <a:ext uri="{FF2B5EF4-FFF2-40B4-BE49-F238E27FC236}">
                      <a16:creationId xmlns:a16="http://schemas.microsoft.com/office/drawing/2014/main" id="{365F45A3-0DD5-0A7D-CD41-393B7F3DCC21}"/>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7" name="Line 521">
                  <a:extLst>
                    <a:ext uri="{FF2B5EF4-FFF2-40B4-BE49-F238E27FC236}">
                      <a16:creationId xmlns:a16="http://schemas.microsoft.com/office/drawing/2014/main" id="{160031DF-F5DC-C3DB-4B50-31634F67387E}"/>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8" name="Line 522">
                  <a:extLst>
                    <a:ext uri="{FF2B5EF4-FFF2-40B4-BE49-F238E27FC236}">
                      <a16:creationId xmlns:a16="http://schemas.microsoft.com/office/drawing/2014/main" id="{551658D7-FFEA-A493-2FE4-E7DEB06B72FB}"/>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09" name="Line 523">
                  <a:extLst>
                    <a:ext uri="{FF2B5EF4-FFF2-40B4-BE49-F238E27FC236}">
                      <a16:creationId xmlns:a16="http://schemas.microsoft.com/office/drawing/2014/main" id="{FA2B735B-5758-BC3A-0892-B16FC3D748BA}"/>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0" name="Line 524">
                  <a:extLst>
                    <a:ext uri="{FF2B5EF4-FFF2-40B4-BE49-F238E27FC236}">
                      <a16:creationId xmlns:a16="http://schemas.microsoft.com/office/drawing/2014/main" id="{0DAF7BFF-52F4-4447-C477-6204769E0E0E}"/>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1" name="Line 525">
                  <a:extLst>
                    <a:ext uri="{FF2B5EF4-FFF2-40B4-BE49-F238E27FC236}">
                      <a16:creationId xmlns:a16="http://schemas.microsoft.com/office/drawing/2014/main" id="{B7A1D4A7-CE8B-2836-BCD8-11B09EFE26EC}"/>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2" name="Line 526">
                  <a:extLst>
                    <a:ext uri="{FF2B5EF4-FFF2-40B4-BE49-F238E27FC236}">
                      <a16:creationId xmlns:a16="http://schemas.microsoft.com/office/drawing/2014/main" id="{04D5463D-725F-2ECC-EBCB-0B3B0DC8CA90}"/>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3" name="Line 527">
                  <a:extLst>
                    <a:ext uri="{FF2B5EF4-FFF2-40B4-BE49-F238E27FC236}">
                      <a16:creationId xmlns:a16="http://schemas.microsoft.com/office/drawing/2014/main" id="{BA21CC3D-ED39-940E-8C1C-9F139664422E}"/>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4" name="Line 528">
                  <a:extLst>
                    <a:ext uri="{FF2B5EF4-FFF2-40B4-BE49-F238E27FC236}">
                      <a16:creationId xmlns:a16="http://schemas.microsoft.com/office/drawing/2014/main" id="{33884E84-1150-602F-7BEE-6B3643AE0F13}"/>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15" name="Oval 529">
                  <a:extLst>
                    <a:ext uri="{FF2B5EF4-FFF2-40B4-BE49-F238E27FC236}">
                      <a16:creationId xmlns:a16="http://schemas.microsoft.com/office/drawing/2014/main" id="{476503E9-3B9A-5EEB-AE89-85703227B877}"/>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93" name="Group 530">
              <a:extLst>
                <a:ext uri="{FF2B5EF4-FFF2-40B4-BE49-F238E27FC236}">
                  <a16:creationId xmlns:a16="http://schemas.microsoft.com/office/drawing/2014/main" id="{CEB2D03A-5879-266C-BA93-602BDDF4774C}"/>
                </a:ext>
              </a:extLst>
            </p:cNvPr>
            <p:cNvGrpSpPr>
              <a:grpSpLocks/>
            </p:cNvGrpSpPr>
            <p:nvPr/>
          </p:nvGrpSpPr>
          <p:grpSpPr bwMode="auto">
            <a:xfrm>
              <a:off x="4608" y="700"/>
              <a:ext cx="306" cy="90"/>
              <a:chOff x="748" y="2251"/>
              <a:chExt cx="306" cy="90"/>
            </a:xfrm>
          </p:grpSpPr>
          <p:sp>
            <p:nvSpPr>
              <p:cNvPr id="594" name="AutoShape 531">
                <a:extLst>
                  <a:ext uri="{FF2B5EF4-FFF2-40B4-BE49-F238E27FC236}">
                    <a16:creationId xmlns:a16="http://schemas.microsoft.com/office/drawing/2014/main" id="{5C659E68-C0C6-95F8-86E6-3D7A8490ADC7}"/>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5" name="AutoShape 532">
                <a:extLst>
                  <a:ext uri="{FF2B5EF4-FFF2-40B4-BE49-F238E27FC236}">
                    <a16:creationId xmlns:a16="http://schemas.microsoft.com/office/drawing/2014/main" id="{4D8058C5-8AA6-F920-75DD-D5A157768145}"/>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6" name="AutoShape 533">
                <a:extLst>
                  <a:ext uri="{FF2B5EF4-FFF2-40B4-BE49-F238E27FC236}">
                    <a16:creationId xmlns:a16="http://schemas.microsoft.com/office/drawing/2014/main" id="{C60B5001-2431-5F32-7124-A57A982AAF6B}"/>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7" name="AutoShape 534">
                <a:extLst>
                  <a:ext uri="{FF2B5EF4-FFF2-40B4-BE49-F238E27FC236}">
                    <a16:creationId xmlns:a16="http://schemas.microsoft.com/office/drawing/2014/main" id="{99C19C37-58E8-A957-4AE3-D16DD1A53094}"/>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8" name="AutoShape 535">
                <a:extLst>
                  <a:ext uri="{FF2B5EF4-FFF2-40B4-BE49-F238E27FC236}">
                    <a16:creationId xmlns:a16="http://schemas.microsoft.com/office/drawing/2014/main" id="{C73E4805-E7C7-69D2-6E16-2195A318FABC}"/>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9" name="AutoShape 536">
                <a:extLst>
                  <a:ext uri="{FF2B5EF4-FFF2-40B4-BE49-F238E27FC236}">
                    <a16:creationId xmlns:a16="http://schemas.microsoft.com/office/drawing/2014/main" id="{9F3E0E2E-8871-8582-A0D9-956F24BDB5F3}"/>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616" name="Text Box 537">
            <a:extLst>
              <a:ext uri="{FF2B5EF4-FFF2-40B4-BE49-F238E27FC236}">
                <a16:creationId xmlns:a16="http://schemas.microsoft.com/office/drawing/2014/main" id="{CA605C52-C56E-5822-32D4-D8BB758AD0D6}"/>
              </a:ext>
            </a:extLst>
          </p:cNvPr>
          <p:cNvSpPr txBox="1">
            <a:spLocks noChangeArrowheads="1"/>
          </p:cNvSpPr>
          <p:nvPr/>
        </p:nvSpPr>
        <p:spPr bwMode="auto">
          <a:xfrm>
            <a:off x="5542492" y="2892022"/>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617" name="Text Box 538">
            <a:extLst>
              <a:ext uri="{FF2B5EF4-FFF2-40B4-BE49-F238E27FC236}">
                <a16:creationId xmlns:a16="http://schemas.microsoft.com/office/drawing/2014/main" id="{8FECD040-E526-58B2-D438-924E1B85759D}"/>
              </a:ext>
            </a:extLst>
          </p:cNvPr>
          <p:cNvSpPr txBox="1">
            <a:spLocks noChangeArrowheads="1"/>
          </p:cNvSpPr>
          <p:nvPr/>
        </p:nvSpPr>
        <p:spPr bwMode="auto">
          <a:xfrm>
            <a:off x="6378862" y="2846462"/>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618" name="Rectangle 539">
            <a:extLst>
              <a:ext uri="{FF2B5EF4-FFF2-40B4-BE49-F238E27FC236}">
                <a16:creationId xmlns:a16="http://schemas.microsoft.com/office/drawing/2014/main" id="{559A7334-1416-9FCA-A2CA-8CF44218374B}"/>
              </a:ext>
            </a:extLst>
          </p:cNvPr>
          <p:cNvSpPr>
            <a:spLocks noChangeArrowheads="1"/>
          </p:cNvSpPr>
          <p:nvPr/>
        </p:nvSpPr>
        <p:spPr bwMode="auto">
          <a:xfrm>
            <a:off x="4407137" y="2760698"/>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19" name="Line 540">
            <a:extLst>
              <a:ext uri="{FF2B5EF4-FFF2-40B4-BE49-F238E27FC236}">
                <a16:creationId xmlns:a16="http://schemas.microsoft.com/office/drawing/2014/main" id="{BDF2B597-5646-B848-68B8-CD80249F70F7}"/>
              </a:ext>
            </a:extLst>
          </p:cNvPr>
          <p:cNvSpPr>
            <a:spLocks noChangeShapeType="1"/>
          </p:cNvSpPr>
          <p:nvPr/>
        </p:nvSpPr>
        <p:spPr bwMode="auto">
          <a:xfrm>
            <a:off x="5304095"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0" name="Line 549">
            <a:extLst>
              <a:ext uri="{FF2B5EF4-FFF2-40B4-BE49-F238E27FC236}">
                <a16:creationId xmlns:a16="http://schemas.microsoft.com/office/drawing/2014/main" id="{6C106F16-C451-A4A0-4A1C-F0D89E078126}"/>
              </a:ext>
            </a:extLst>
          </p:cNvPr>
          <p:cNvSpPr>
            <a:spLocks noChangeShapeType="1"/>
          </p:cNvSpPr>
          <p:nvPr/>
        </p:nvSpPr>
        <p:spPr bwMode="auto">
          <a:xfrm>
            <a:off x="6020607"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1" name="AutoShape 550">
            <a:extLst>
              <a:ext uri="{FF2B5EF4-FFF2-40B4-BE49-F238E27FC236}">
                <a16:creationId xmlns:a16="http://schemas.microsoft.com/office/drawing/2014/main" id="{81F1FCCD-97D7-44D8-3F54-910560B5C5C7}"/>
              </a:ext>
            </a:extLst>
          </p:cNvPr>
          <p:cNvSpPr>
            <a:spLocks noChangeArrowheads="1"/>
          </p:cNvSpPr>
          <p:nvPr/>
        </p:nvSpPr>
        <p:spPr bwMode="auto">
          <a:xfrm>
            <a:off x="4467725" y="2847800"/>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2" name="Text Box 551">
            <a:extLst>
              <a:ext uri="{FF2B5EF4-FFF2-40B4-BE49-F238E27FC236}">
                <a16:creationId xmlns:a16="http://schemas.microsoft.com/office/drawing/2014/main" id="{F20DF1BC-131D-99DC-7367-50E189A752D2}"/>
              </a:ext>
            </a:extLst>
          </p:cNvPr>
          <p:cNvSpPr txBox="1">
            <a:spLocks noChangeArrowheads="1"/>
          </p:cNvSpPr>
          <p:nvPr/>
        </p:nvSpPr>
        <p:spPr bwMode="auto">
          <a:xfrm>
            <a:off x="4825981" y="2763378"/>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pSp>
        <p:nvGrpSpPr>
          <p:cNvPr id="623" name="Group 428">
            <a:extLst>
              <a:ext uri="{FF2B5EF4-FFF2-40B4-BE49-F238E27FC236}">
                <a16:creationId xmlns:a16="http://schemas.microsoft.com/office/drawing/2014/main" id="{191A88E7-353B-23CD-18FA-E8915635BD26}"/>
              </a:ext>
            </a:extLst>
          </p:cNvPr>
          <p:cNvGrpSpPr>
            <a:grpSpLocks/>
          </p:cNvGrpSpPr>
          <p:nvPr/>
        </p:nvGrpSpPr>
        <p:grpSpPr bwMode="auto">
          <a:xfrm>
            <a:off x="7287855" y="1866294"/>
            <a:ext cx="1238925" cy="753730"/>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624" name="Oval 429">
              <a:extLst>
                <a:ext uri="{FF2B5EF4-FFF2-40B4-BE49-F238E27FC236}">
                  <a16:creationId xmlns:a16="http://schemas.microsoft.com/office/drawing/2014/main" id="{3C31D9A6-EE03-7C25-458C-01A2863A1409}"/>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5" name="Oval 430">
              <a:extLst>
                <a:ext uri="{FF2B5EF4-FFF2-40B4-BE49-F238E27FC236}">
                  <a16:creationId xmlns:a16="http://schemas.microsoft.com/office/drawing/2014/main" id="{1F78F134-8C1D-5A75-BC72-F9A34BD1AD28}"/>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6" name="Oval 431">
              <a:extLst>
                <a:ext uri="{FF2B5EF4-FFF2-40B4-BE49-F238E27FC236}">
                  <a16:creationId xmlns:a16="http://schemas.microsoft.com/office/drawing/2014/main" id="{34514772-B38A-C40B-3593-B43089AEA3CE}"/>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7" name="Oval 432">
              <a:extLst>
                <a:ext uri="{FF2B5EF4-FFF2-40B4-BE49-F238E27FC236}">
                  <a16:creationId xmlns:a16="http://schemas.microsoft.com/office/drawing/2014/main" id="{4760EAD3-F780-CAC1-462A-916603467DE5}"/>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8" name="Oval 433">
              <a:extLst>
                <a:ext uri="{FF2B5EF4-FFF2-40B4-BE49-F238E27FC236}">
                  <a16:creationId xmlns:a16="http://schemas.microsoft.com/office/drawing/2014/main" id="{961FF0D4-B040-B456-4DCA-C0B066D064E5}"/>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29" name="Oval 434">
              <a:extLst>
                <a:ext uri="{FF2B5EF4-FFF2-40B4-BE49-F238E27FC236}">
                  <a16:creationId xmlns:a16="http://schemas.microsoft.com/office/drawing/2014/main" id="{D486E1D8-5130-4793-6B09-779006C35AAD}"/>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0" name="Oval 435">
              <a:extLst>
                <a:ext uri="{FF2B5EF4-FFF2-40B4-BE49-F238E27FC236}">
                  <a16:creationId xmlns:a16="http://schemas.microsoft.com/office/drawing/2014/main" id="{29EE2119-1664-537D-49A6-38C1EE6522A3}"/>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1" name="Oval 436">
              <a:extLst>
                <a:ext uri="{FF2B5EF4-FFF2-40B4-BE49-F238E27FC236}">
                  <a16:creationId xmlns:a16="http://schemas.microsoft.com/office/drawing/2014/main" id="{905BCF9B-0765-DA61-F9C8-7E5187256207}"/>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2" name="Oval 437">
              <a:extLst>
                <a:ext uri="{FF2B5EF4-FFF2-40B4-BE49-F238E27FC236}">
                  <a16:creationId xmlns:a16="http://schemas.microsoft.com/office/drawing/2014/main" id="{4DD0CCFA-C889-3412-A0AC-529961368DC8}"/>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633" name="Group 438">
              <a:extLst>
                <a:ext uri="{FF2B5EF4-FFF2-40B4-BE49-F238E27FC236}">
                  <a16:creationId xmlns:a16="http://schemas.microsoft.com/office/drawing/2014/main" id="{61512F9B-7962-81D1-3A94-F70EF9D6DF06}"/>
                </a:ext>
              </a:extLst>
            </p:cNvPr>
            <p:cNvGrpSpPr>
              <a:grpSpLocks/>
            </p:cNvGrpSpPr>
            <p:nvPr/>
          </p:nvGrpSpPr>
          <p:grpSpPr bwMode="auto">
            <a:xfrm>
              <a:off x="912" y="768"/>
              <a:ext cx="2386" cy="1553"/>
              <a:chOff x="912" y="768"/>
              <a:chExt cx="2386" cy="1553"/>
            </a:xfrm>
            <a:grpFill/>
          </p:grpSpPr>
          <p:sp>
            <p:nvSpPr>
              <p:cNvPr id="634" name="Oval 439">
                <a:extLst>
                  <a:ext uri="{FF2B5EF4-FFF2-40B4-BE49-F238E27FC236}">
                    <a16:creationId xmlns:a16="http://schemas.microsoft.com/office/drawing/2014/main" id="{BF2AD03B-46AC-D31E-B4C9-F3F16286FE2B}"/>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5" name="Oval 440">
                <a:extLst>
                  <a:ext uri="{FF2B5EF4-FFF2-40B4-BE49-F238E27FC236}">
                    <a16:creationId xmlns:a16="http://schemas.microsoft.com/office/drawing/2014/main" id="{42DC14D5-8A78-CC9A-36D7-29EE740011C1}"/>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6" name="Oval 441">
                <a:extLst>
                  <a:ext uri="{FF2B5EF4-FFF2-40B4-BE49-F238E27FC236}">
                    <a16:creationId xmlns:a16="http://schemas.microsoft.com/office/drawing/2014/main" id="{854502A6-B1C7-BA54-D01D-55D1A2933AD3}"/>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7" name="Oval 442">
                <a:extLst>
                  <a:ext uri="{FF2B5EF4-FFF2-40B4-BE49-F238E27FC236}">
                    <a16:creationId xmlns:a16="http://schemas.microsoft.com/office/drawing/2014/main" id="{5171FB16-CA6E-9948-D203-6CE9EB89666B}"/>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8" name="Oval 443">
                <a:extLst>
                  <a:ext uri="{FF2B5EF4-FFF2-40B4-BE49-F238E27FC236}">
                    <a16:creationId xmlns:a16="http://schemas.microsoft.com/office/drawing/2014/main" id="{EFA81A54-727D-D17B-64BC-FB025B09B04B}"/>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9" name="Oval 444">
                <a:extLst>
                  <a:ext uri="{FF2B5EF4-FFF2-40B4-BE49-F238E27FC236}">
                    <a16:creationId xmlns:a16="http://schemas.microsoft.com/office/drawing/2014/main" id="{43EAEBC6-1257-C1C0-C542-89959117EF71}"/>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0" name="Oval 445">
                <a:extLst>
                  <a:ext uri="{FF2B5EF4-FFF2-40B4-BE49-F238E27FC236}">
                    <a16:creationId xmlns:a16="http://schemas.microsoft.com/office/drawing/2014/main" id="{916BB6F7-F3D0-8D03-E306-C460FAB06033}"/>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1" name="Oval 446">
                <a:extLst>
                  <a:ext uri="{FF2B5EF4-FFF2-40B4-BE49-F238E27FC236}">
                    <a16:creationId xmlns:a16="http://schemas.microsoft.com/office/drawing/2014/main" id="{819C9706-A83D-0DEF-E384-CC041232B17F}"/>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2" name="Oval 447">
                <a:extLst>
                  <a:ext uri="{FF2B5EF4-FFF2-40B4-BE49-F238E27FC236}">
                    <a16:creationId xmlns:a16="http://schemas.microsoft.com/office/drawing/2014/main" id="{4CE3FCC4-B7F8-9CF0-8705-5C64D854C946}"/>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643" name="Text Box 468">
            <a:extLst>
              <a:ext uri="{FF2B5EF4-FFF2-40B4-BE49-F238E27FC236}">
                <a16:creationId xmlns:a16="http://schemas.microsoft.com/office/drawing/2014/main" id="{90AB6126-954F-815C-B24E-B925019DCADD}"/>
              </a:ext>
            </a:extLst>
          </p:cNvPr>
          <p:cNvSpPr txBox="1">
            <a:spLocks noChangeArrowheads="1"/>
          </p:cNvSpPr>
          <p:nvPr/>
        </p:nvSpPr>
        <p:spPr bwMode="auto">
          <a:xfrm>
            <a:off x="7493332" y="2110931"/>
            <a:ext cx="954107"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公用电话网</a:t>
            </a:r>
          </a:p>
        </p:txBody>
      </p:sp>
      <p:sp>
        <p:nvSpPr>
          <p:cNvPr id="644" name="AutoShape 451">
            <a:extLst>
              <a:ext uri="{FF2B5EF4-FFF2-40B4-BE49-F238E27FC236}">
                <a16:creationId xmlns:a16="http://schemas.microsoft.com/office/drawing/2014/main" id="{A51B7898-DDD7-9508-92F1-30B0B210B2DE}"/>
              </a:ext>
            </a:extLst>
          </p:cNvPr>
          <p:cNvSpPr>
            <a:spLocks noChangeArrowheads="1"/>
          </p:cNvSpPr>
          <p:nvPr/>
        </p:nvSpPr>
        <p:spPr bwMode="auto">
          <a:xfrm>
            <a:off x="4706123" y="2180613"/>
            <a:ext cx="478113"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5" name="AutoShape 449">
            <a:extLst>
              <a:ext uri="{FF2B5EF4-FFF2-40B4-BE49-F238E27FC236}">
                <a16:creationId xmlns:a16="http://schemas.microsoft.com/office/drawing/2014/main" id="{9649ECAE-2E54-A476-53AA-9BF08E26532E}"/>
              </a:ext>
            </a:extLst>
          </p:cNvPr>
          <p:cNvSpPr>
            <a:spLocks noChangeArrowheads="1"/>
          </p:cNvSpPr>
          <p:nvPr/>
        </p:nvSpPr>
        <p:spPr bwMode="auto">
          <a:xfrm>
            <a:off x="3450910" y="2153812"/>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6" name="Text Box 542">
            <a:extLst>
              <a:ext uri="{FF2B5EF4-FFF2-40B4-BE49-F238E27FC236}">
                <a16:creationId xmlns:a16="http://schemas.microsoft.com/office/drawing/2014/main" id="{D77AA5EC-F8BA-1EED-A4DB-ECF2E77CCF54}"/>
              </a:ext>
            </a:extLst>
          </p:cNvPr>
          <p:cNvSpPr txBox="1">
            <a:spLocks noChangeArrowheads="1"/>
          </p:cNvSpPr>
          <p:nvPr/>
        </p:nvSpPr>
        <p:spPr bwMode="auto">
          <a:xfrm>
            <a:off x="3365484" y="1512415"/>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sp>
        <p:nvSpPr>
          <p:cNvPr id="647" name="AutoShape 450">
            <a:extLst>
              <a:ext uri="{FF2B5EF4-FFF2-40B4-BE49-F238E27FC236}">
                <a16:creationId xmlns:a16="http://schemas.microsoft.com/office/drawing/2014/main" id="{84ACDCC0-3DEB-A457-5761-2AF55DFC9667}"/>
              </a:ext>
            </a:extLst>
          </p:cNvPr>
          <p:cNvSpPr>
            <a:spLocks noChangeArrowheads="1"/>
          </p:cNvSpPr>
          <p:nvPr/>
        </p:nvSpPr>
        <p:spPr bwMode="auto">
          <a:xfrm>
            <a:off x="5884943" y="2175253"/>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648" name="直接连接符 647">
            <a:extLst>
              <a:ext uri="{FF2B5EF4-FFF2-40B4-BE49-F238E27FC236}">
                <a16:creationId xmlns:a16="http://schemas.microsoft.com/office/drawing/2014/main" id="{0985B579-DC05-875B-B83F-BAC0F94E1A38}"/>
              </a:ext>
            </a:extLst>
          </p:cNvPr>
          <p:cNvCxnSpPr/>
          <p:nvPr/>
        </p:nvCxnSpPr>
        <p:spPr>
          <a:xfrm>
            <a:off x="3921121" y="2314617"/>
            <a:ext cx="798173" cy="1340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9" name="直接连接符 648">
            <a:extLst>
              <a:ext uri="{FF2B5EF4-FFF2-40B4-BE49-F238E27FC236}">
                <a16:creationId xmlns:a16="http://schemas.microsoft.com/office/drawing/2014/main" id="{1D173A45-CC71-9945-8387-76B8906AE895}"/>
              </a:ext>
            </a:extLst>
          </p:cNvPr>
          <p:cNvCxnSpPr/>
          <p:nvPr/>
        </p:nvCxnSpPr>
        <p:spPr>
          <a:xfrm flipV="1">
            <a:off x="4363673" y="2392339"/>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0" name="直接连接符 649">
            <a:extLst>
              <a:ext uri="{FF2B5EF4-FFF2-40B4-BE49-F238E27FC236}">
                <a16:creationId xmlns:a16="http://schemas.microsoft.com/office/drawing/2014/main" id="{4575DF7E-E877-E529-8385-33856D8B0394}"/>
              </a:ext>
            </a:extLst>
          </p:cNvPr>
          <p:cNvCxnSpPr/>
          <p:nvPr/>
        </p:nvCxnSpPr>
        <p:spPr>
          <a:xfrm>
            <a:off x="4338647" y="2144433"/>
            <a:ext cx="358256" cy="14070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1" name="直接连接符 650">
            <a:extLst>
              <a:ext uri="{FF2B5EF4-FFF2-40B4-BE49-F238E27FC236}">
                <a16:creationId xmlns:a16="http://schemas.microsoft.com/office/drawing/2014/main" id="{A4FEECB5-7F3A-BF55-3218-9DE2703BE8E9}"/>
              </a:ext>
            </a:extLst>
          </p:cNvPr>
          <p:cNvCxnSpPr/>
          <p:nvPr/>
        </p:nvCxnSpPr>
        <p:spPr>
          <a:xfrm flipV="1">
            <a:off x="5182920" y="2328017"/>
            <a:ext cx="704657" cy="134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2" name="直接连接符 651">
            <a:extLst>
              <a:ext uri="{FF2B5EF4-FFF2-40B4-BE49-F238E27FC236}">
                <a16:creationId xmlns:a16="http://schemas.microsoft.com/office/drawing/2014/main" id="{3BB8EAEA-11C5-7B08-C088-D68A3E62D983}"/>
              </a:ext>
            </a:extLst>
          </p:cNvPr>
          <p:cNvCxnSpPr/>
          <p:nvPr/>
        </p:nvCxnSpPr>
        <p:spPr>
          <a:xfrm>
            <a:off x="5480588" y="2110931"/>
            <a:ext cx="406989" cy="16348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3" name="直接连接符 652">
            <a:extLst>
              <a:ext uri="{FF2B5EF4-FFF2-40B4-BE49-F238E27FC236}">
                <a16:creationId xmlns:a16="http://schemas.microsoft.com/office/drawing/2014/main" id="{284DC435-C6A2-A200-4101-8867E12E9478}"/>
              </a:ext>
            </a:extLst>
          </p:cNvPr>
          <p:cNvCxnSpPr/>
          <p:nvPr/>
        </p:nvCxnSpPr>
        <p:spPr>
          <a:xfrm flipV="1">
            <a:off x="5546444" y="2362858"/>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654" name="Object 36">
            <a:hlinkClick r:id="" action="ppaction://ole?verb=0"/>
            <a:extLst>
              <a:ext uri="{FF2B5EF4-FFF2-40B4-BE49-F238E27FC236}">
                <a16:creationId xmlns:a16="http://schemas.microsoft.com/office/drawing/2014/main" id="{79B116CC-DAED-8026-63AE-34E93EC32FF0}"/>
              </a:ext>
            </a:extLst>
          </p:cNvPr>
          <p:cNvGraphicFramePr>
            <a:graphicFrameLocks/>
          </p:cNvGraphicFramePr>
          <p:nvPr/>
        </p:nvGraphicFramePr>
        <p:xfrm>
          <a:off x="6166806" y="302066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327" name="Object 36">
                        <a:hlinkClick r:id="" action="ppaction://ole?verb=0"/>
                        <a:extLst>
                          <a:ext uri="{FF2B5EF4-FFF2-40B4-BE49-F238E27FC236}">
                            <a16:creationId xmlns:a16="http://schemas.microsoft.com/office/drawing/2014/main" id="{7F3001E0-F438-B6D2-C7AE-0B854D23AECB}"/>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66806" y="302066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55" name="组合 654">
            <a:extLst>
              <a:ext uri="{FF2B5EF4-FFF2-40B4-BE49-F238E27FC236}">
                <a16:creationId xmlns:a16="http://schemas.microsoft.com/office/drawing/2014/main" id="{83C4F160-DC12-EAD3-1F29-C7DCCE62554D}"/>
              </a:ext>
            </a:extLst>
          </p:cNvPr>
          <p:cNvGrpSpPr/>
          <p:nvPr/>
        </p:nvGrpSpPr>
        <p:grpSpPr>
          <a:xfrm>
            <a:off x="921506" y="1085804"/>
            <a:ext cx="902811" cy="765185"/>
            <a:chOff x="921506" y="1085804"/>
            <a:chExt cx="902811" cy="765185"/>
          </a:xfrm>
        </p:grpSpPr>
        <p:cxnSp>
          <p:nvCxnSpPr>
            <p:cNvPr id="656" name="直接连接符 655">
              <a:extLst>
                <a:ext uri="{FF2B5EF4-FFF2-40B4-BE49-F238E27FC236}">
                  <a16:creationId xmlns:a16="http://schemas.microsoft.com/office/drawing/2014/main" id="{12069D64-36A8-B26E-588F-121293A227E1}"/>
                </a:ext>
              </a:extLst>
            </p:cNvPr>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657" name="Text Box 541">
              <a:extLst>
                <a:ext uri="{FF2B5EF4-FFF2-40B4-BE49-F238E27FC236}">
                  <a16:creationId xmlns:a16="http://schemas.microsoft.com/office/drawing/2014/main" id="{69E4D4A8-DDA1-F97F-E183-9A34EF67FC62}"/>
                </a:ext>
              </a:extLst>
            </p:cNvPr>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658" name="直接箭头连接符 657">
              <a:extLst>
                <a:ext uri="{FF2B5EF4-FFF2-40B4-BE49-F238E27FC236}">
                  <a16:creationId xmlns:a16="http://schemas.microsoft.com/office/drawing/2014/main" id="{1B0925DA-BC01-F249-7D59-275C559AE13A}"/>
                </a:ext>
              </a:extLst>
            </p:cNvPr>
            <p:cNvCxnSpPr>
              <a:stCxn id="65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659" name="Text Box 541">
            <a:extLst>
              <a:ext uri="{FF2B5EF4-FFF2-40B4-BE49-F238E27FC236}">
                <a16:creationId xmlns:a16="http://schemas.microsoft.com/office/drawing/2014/main" id="{5AEC7211-A318-C1DB-CF62-772FC6497073}"/>
              </a:ext>
            </a:extLst>
          </p:cNvPr>
          <p:cNvSpPr txBox="1">
            <a:spLocks noChangeArrowheads="1"/>
          </p:cNvSpPr>
          <p:nvPr/>
        </p:nvSpPr>
        <p:spPr bwMode="auto">
          <a:xfrm>
            <a:off x="4584781" y="1526872"/>
            <a:ext cx="1980030"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r>
              <a:rPr kumimoji="1" lang="zh-CN" altLang="en-US" sz="1400" b="1" dirty="0">
                <a:latin typeface="微软雅黑" panose="020B0503020204020204" pitchFamily="34" charset="-122"/>
                <a:ea typeface="微软雅黑" panose="020B0503020204020204" pitchFamily="34" charset="-122"/>
              </a:rPr>
              <a:t>（网络子系统）</a:t>
            </a:r>
          </a:p>
        </p:txBody>
      </p:sp>
      <p:sp>
        <p:nvSpPr>
          <p:cNvPr id="660" name="圆角矩形 331">
            <a:extLst>
              <a:ext uri="{FF2B5EF4-FFF2-40B4-BE49-F238E27FC236}">
                <a16:creationId xmlns:a16="http://schemas.microsoft.com/office/drawing/2014/main" id="{A4F7B04B-0EEA-6677-6EA2-0F7850EA11C2}"/>
              </a:ext>
            </a:extLst>
          </p:cNvPr>
          <p:cNvSpPr/>
          <p:nvPr/>
        </p:nvSpPr>
        <p:spPr>
          <a:xfrm>
            <a:off x="4287280" y="1850988"/>
            <a:ext cx="2390568" cy="814719"/>
          </a:xfrm>
          <a:prstGeom prst="roundRect">
            <a:avLst>
              <a:gd name="adj" fmla="val 3205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661" name="组合 660">
            <a:extLst>
              <a:ext uri="{FF2B5EF4-FFF2-40B4-BE49-F238E27FC236}">
                <a16:creationId xmlns:a16="http://schemas.microsoft.com/office/drawing/2014/main" id="{14707B89-8E00-973E-A8C6-6F2CE019D4C9}"/>
              </a:ext>
            </a:extLst>
          </p:cNvPr>
          <p:cNvGrpSpPr/>
          <p:nvPr/>
        </p:nvGrpSpPr>
        <p:grpSpPr>
          <a:xfrm>
            <a:off x="1461734" y="1626553"/>
            <a:ext cx="1374912" cy="1381165"/>
            <a:chOff x="1461734" y="1626553"/>
            <a:chExt cx="1374912" cy="1381165"/>
          </a:xfrm>
        </p:grpSpPr>
        <p:sp>
          <p:nvSpPr>
            <p:cNvPr id="662" name="Text Box 509">
              <a:extLst>
                <a:ext uri="{FF2B5EF4-FFF2-40B4-BE49-F238E27FC236}">
                  <a16:creationId xmlns:a16="http://schemas.microsoft.com/office/drawing/2014/main" id="{0F54C8F2-C594-EEFE-4CE6-FD65EC5E15BE}"/>
                </a:ext>
              </a:extLst>
            </p:cNvPr>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3" name="Text Box 509">
              <a:extLst>
                <a:ext uri="{FF2B5EF4-FFF2-40B4-BE49-F238E27FC236}">
                  <a16:creationId xmlns:a16="http://schemas.microsoft.com/office/drawing/2014/main" id="{20E740BC-DBEC-64DD-D7B3-A197C1590AC5}"/>
                </a:ext>
              </a:extLst>
            </p:cNvPr>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4" name="Text Box 509">
              <a:extLst>
                <a:ext uri="{FF2B5EF4-FFF2-40B4-BE49-F238E27FC236}">
                  <a16:creationId xmlns:a16="http://schemas.microsoft.com/office/drawing/2014/main" id="{D812A158-A701-49F9-06C8-904784245960}"/>
                </a:ext>
              </a:extLst>
            </p:cNvPr>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5" name="Text Box 509">
              <a:extLst>
                <a:ext uri="{FF2B5EF4-FFF2-40B4-BE49-F238E27FC236}">
                  <a16:creationId xmlns:a16="http://schemas.microsoft.com/office/drawing/2014/main" id="{F85E5DEF-B594-DD88-29F2-4DCD12AEF8CF}"/>
                </a:ext>
              </a:extLst>
            </p:cNvPr>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6" name="Text Box 509">
              <a:extLst>
                <a:ext uri="{FF2B5EF4-FFF2-40B4-BE49-F238E27FC236}">
                  <a16:creationId xmlns:a16="http://schemas.microsoft.com/office/drawing/2014/main" id="{C432D830-89CE-5380-035C-8A2D7F9BA219}"/>
                </a:ext>
              </a:extLst>
            </p:cNvPr>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7" name="Text Box 509">
              <a:extLst>
                <a:ext uri="{FF2B5EF4-FFF2-40B4-BE49-F238E27FC236}">
                  <a16:creationId xmlns:a16="http://schemas.microsoft.com/office/drawing/2014/main" id="{B4DD8618-EEAC-8D4E-ECD4-FDCDB7011FF1}"/>
                </a:ext>
              </a:extLst>
            </p:cNvPr>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668" name="Text Box 509">
              <a:extLst>
                <a:ext uri="{FF2B5EF4-FFF2-40B4-BE49-F238E27FC236}">
                  <a16:creationId xmlns:a16="http://schemas.microsoft.com/office/drawing/2014/main" id="{5BE2E5AE-24EA-9620-F287-BC8F510F322A}"/>
                </a:ext>
              </a:extLst>
            </p:cNvPr>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669" name="Text Box 541">
            <a:extLst>
              <a:ext uri="{FF2B5EF4-FFF2-40B4-BE49-F238E27FC236}">
                <a16:creationId xmlns:a16="http://schemas.microsoft.com/office/drawing/2014/main" id="{8E88D91E-5625-726C-AB0C-5075D526EC1C}"/>
              </a:ext>
            </a:extLst>
          </p:cNvPr>
          <p:cNvSpPr txBox="1">
            <a:spLocks noChangeArrowheads="1"/>
          </p:cNvSpPr>
          <p:nvPr/>
        </p:nvSpPr>
        <p:spPr bwMode="auto">
          <a:xfrm>
            <a:off x="6629183" y="1923896"/>
            <a:ext cx="750843" cy="458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latin typeface="微软雅黑" panose="020B0503020204020204" pitchFamily="34" charset="-122"/>
                <a:ea typeface="微软雅黑" panose="020B0503020204020204" pitchFamily="34" charset="-122"/>
              </a:rPr>
              <a:t>数字</a:t>
            </a:r>
            <a:endParaRPr kumimoji="1" lang="en-US" altLang="zh-CN" sz="1400" b="1" dirty="0">
              <a:latin typeface="微软雅黑" panose="020B0503020204020204" pitchFamily="34" charset="-122"/>
              <a:ea typeface="微软雅黑" panose="020B0503020204020204" pitchFamily="34" charset="-122"/>
            </a:endParaRPr>
          </a:p>
          <a:p>
            <a:pPr algn="ctr" eaLnBrk="1" hangingPunct="1">
              <a:lnSpc>
                <a:spcPct val="85000"/>
              </a:lnSpc>
            </a:pPr>
            <a:r>
              <a:rPr kumimoji="1" lang="zh-CN" altLang="en-US" sz="1400" b="1" dirty="0">
                <a:latin typeface="微软雅黑" panose="020B0503020204020204" pitchFamily="34" charset="-122"/>
                <a:ea typeface="微软雅黑" panose="020B0503020204020204" pitchFamily="34" charset="-122"/>
              </a:rPr>
              <a:t>话音</a:t>
            </a:r>
          </a:p>
        </p:txBody>
      </p:sp>
    </p:spTree>
    <p:extLst>
      <p:ext uri="{BB962C8B-B14F-4D97-AF65-F5344CB8AC3E}">
        <p14:creationId xmlns:p14="http://schemas.microsoft.com/office/powerpoint/2010/main" val="624917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5"/>
            <a:ext cx="8133857" cy="274307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581914"/>
            <a:ext cx="2222041" cy="909254"/>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46628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引入 </a:t>
            </a:r>
            <a:r>
              <a:rPr lang="en-US" altLang="zh-CN" sz="2000" b="1" dirty="0">
                <a:latin typeface="微软雅黑" pitchFamily="34" charset="-122"/>
                <a:ea typeface="微软雅黑" pitchFamily="34" charset="-122"/>
              </a:rPr>
              <a:t>GPRS </a:t>
            </a:r>
            <a:r>
              <a:rPr lang="zh-CN" altLang="en-US" sz="2000" b="1" dirty="0">
                <a:latin typeface="微软雅黑" pitchFamily="34" charset="-122"/>
                <a:ea typeface="微软雅黑" pitchFamily="34" charset="-122"/>
              </a:rPr>
              <a:t>后的</a:t>
            </a:r>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核心网组成</a:t>
            </a: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3749353209"/>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110"/>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BSC/PCU</a:t>
            </a: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280050985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111"/>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p:cNvSpPr txBox="1">
            <a:spLocks noChangeArrowheads="1"/>
          </p:cNvSpPr>
          <p:nvPr/>
        </p:nvSpPr>
        <p:spPr bwMode="auto">
          <a:xfrm>
            <a:off x="4564211" y="1262140"/>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en-US" altLang="zh-CN" sz="1400" b="1" dirty="0">
                <a:solidFill>
                  <a:srgbClr val="C00000"/>
                </a:solidFill>
                <a:latin typeface="微软雅黑" panose="020B0503020204020204" pitchFamily="34" charset="-122"/>
                <a:ea typeface="微软雅黑" panose="020B0503020204020204" pitchFamily="34" charset="-122"/>
              </a:rPr>
              <a:t>GPRS </a:t>
            </a: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895386"/>
            <a:ext cx="777000" cy="391050"/>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895385"/>
            <a:ext cx="809648" cy="395541"/>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a:cxnSpLocks/>
            <a:stCxn id="310" idx="2"/>
          </p:cNvCxnSpPr>
          <p:nvPr/>
        </p:nvCxnSpPr>
        <p:spPr>
          <a:xfrm flipH="1" flipV="1">
            <a:off x="5706546" y="2140035"/>
            <a:ext cx="2358677" cy="2592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7294871" y="1723311"/>
            <a:ext cx="1184398" cy="67743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43528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343" name="圆角矩形 342"/>
          <p:cNvSpPr/>
          <p:nvPr/>
        </p:nvSpPr>
        <p:spPr>
          <a:xfrm>
            <a:off x="4312133" y="2544899"/>
            <a:ext cx="2197189" cy="966062"/>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917087"/>
            <a:ext cx="888482" cy="473997"/>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919250"/>
            <a:ext cx="888482" cy="457553"/>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495027" y="2584495"/>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cxnSpLocks/>
            <a:stCxn id="353" idx="3"/>
          </p:cNvCxnSpPr>
          <p:nvPr/>
        </p:nvCxnSpPr>
        <p:spPr>
          <a:xfrm>
            <a:off x="6172497" y="3125057"/>
            <a:ext cx="151608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438685" y="1620548"/>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517521"/>
            <a:ext cx="2428485" cy="2113104"/>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3380096069"/>
              </p:ext>
            </p:extLst>
          </p:nvPr>
        </p:nvGraphicFramePr>
        <p:xfrm>
          <a:off x="7294871" y="2813673"/>
          <a:ext cx="1184398" cy="677438"/>
        </p:xfrm>
        <a:graphic>
          <a:graphicData uri="http://schemas.openxmlformats.org/presentationml/2006/ole">
            <mc:AlternateContent xmlns:mc="http://schemas.openxmlformats.org/markup-compatibility/2006">
              <mc:Choice xmlns:v="urn:schemas-microsoft-com:vml" Requires="v">
                <p:oleObj name="Visio" r:id="rId10" imgW="1687068" imgH="964692" progId="">
                  <p:embed/>
                </p:oleObj>
              </mc:Choice>
              <mc:Fallback>
                <p:oleObj name="Visio" r:id="rId10" imgW="1687068" imgH="964692" progId="">
                  <p:embed/>
                  <p:pic>
                    <p:nvPicPr>
                      <p:cNvPr id="0" name="Picture 11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294871"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56560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726452" y="3742148"/>
            <a:ext cx="7883148" cy="1102994"/>
          </a:xfrm>
          <a:prstGeom prst="rect">
            <a:avLst/>
          </a:prstGeom>
        </p:spPr>
        <p:txBody>
          <a:bodyPr wrap="square">
            <a:spAutoFit/>
          </a:bodyPr>
          <a:lstStyle/>
          <a:p>
            <a:pPr>
              <a:lnSpc>
                <a:spcPts val="2000"/>
              </a:lnSpc>
            </a:pP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GSM</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中后期为了满足移动数据通信需求，引入通用分组无线服务</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(General Packet Radio Service)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（俗称</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2.5G</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）和增强型数据速率</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GSM</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演进</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EDGE (Enhanced Data rate for GSM Evolution)</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（俗称</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2.75G</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）），最高速率分别增大到</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171.2 kbit/s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384 kbit/s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EDGE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p>
        </p:txBody>
      </p:sp>
      <p:grpSp>
        <p:nvGrpSpPr>
          <p:cNvPr id="367" name="组合 366"/>
          <p:cNvGrpSpPr/>
          <p:nvPr/>
        </p:nvGrpSpPr>
        <p:grpSpPr>
          <a:xfrm>
            <a:off x="878718" y="1616623"/>
            <a:ext cx="902811" cy="765185"/>
            <a:chOff x="921506" y="1085804"/>
            <a:chExt cx="902811" cy="765185"/>
          </a:xfrm>
        </p:grpSpPr>
        <p:cxnSp>
          <p:nvCxnSpPr>
            <p:cNvPr id="368" name="直接连接符 367"/>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9"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70" name="直接箭头连接符 369"/>
            <p:cNvCxnSpPr>
              <a:stCxn id="369"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328" name="Text Box 541">
            <a:extLst>
              <a:ext uri="{FF2B5EF4-FFF2-40B4-BE49-F238E27FC236}">
                <a16:creationId xmlns:a16="http://schemas.microsoft.com/office/drawing/2014/main" id="{EFF63E6D-17AF-42F4-CE28-EE793C03887D}"/>
              </a:ext>
            </a:extLst>
          </p:cNvPr>
          <p:cNvSpPr txBox="1">
            <a:spLocks noChangeArrowheads="1"/>
          </p:cNvSpPr>
          <p:nvPr/>
        </p:nvSpPr>
        <p:spPr bwMode="auto">
          <a:xfrm>
            <a:off x="6610786" y="1708166"/>
            <a:ext cx="750843" cy="458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latin typeface="微软雅黑" panose="020B0503020204020204" pitchFamily="34" charset="-122"/>
                <a:ea typeface="微软雅黑" panose="020B0503020204020204" pitchFamily="34" charset="-122"/>
              </a:rPr>
              <a:t>数字</a:t>
            </a:r>
            <a:endParaRPr kumimoji="1" lang="en-US" altLang="zh-CN" sz="1400" b="1" dirty="0">
              <a:latin typeface="微软雅黑" panose="020B0503020204020204" pitchFamily="34" charset="-122"/>
              <a:ea typeface="微软雅黑" panose="020B0503020204020204" pitchFamily="34" charset="-122"/>
            </a:endParaRPr>
          </a:p>
          <a:p>
            <a:pPr algn="ctr" eaLnBrk="1" hangingPunct="1">
              <a:lnSpc>
                <a:spcPct val="85000"/>
              </a:lnSpc>
            </a:pPr>
            <a:r>
              <a:rPr kumimoji="1" lang="zh-CN" altLang="en-US" sz="1400" b="1" dirty="0">
                <a:latin typeface="微软雅黑" panose="020B0503020204020204" pitchFamily="34" charset="-122"/>
                <a:ea typeface="微软雅黑" panose="020B0503020204020204" pitchFamily="34" charset="-122"/>
              </a:rPr>
              <a:t>话音</a:t>
            </a:r>
          </a:p>
        </p:txBody>
      </p:sp>
      <p:sp>
        <p:nvSpPr>
          <p:cNvPr id="329" name="Text Box 541">
            <a:extLst>
              <a:ext uri="{FF2B5EF4-FFF2-40B4-BE49-F238E27FC236}">
                <a16:creationId xmlns:a16="http://schemas.microsoft.com/office/drawing/2014/main" id="{DE88B0D1-AE52-4220-92FC-46C4B1050C9C}"/>
              </a:ext>
            </a:extLst>
          </p:cNvPr>
          <p:cNvSpPr txBox="1">
            <a:spLocks noChangeArrowheads="1"/>
          </p:cNvSpPr>
          <p:nvPr/>
        </p:nvSpPr>
        <p:spPr bwMode="auto">
          <a:xfrm>
            <a:off x="6598582" y="2877641"/>
            <a:ext cx="75084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latin typeface="微软雅黑" panose="020B0503020204020204" pitchFamily="34" charset="-122"/>
                <a:ea typeface="微软雅黑" panose="020B0503020204020204" pitchFamily="34" charset="-122"/>
              </a:rPr>
              <a:t>数据</a:t>
            </a:r>
          </a:p>
        </p:txBody>
      </p:sp>
    </p:spTree>
    <p:extLst>
      <p:ext uri="{BB962C8B-B14F-4D97-AF65-F5344CB8AC3E}">
        <p14:creationId xmlns:p14="http://schemas.microsoft.com/office/powerpoint/2010/main" val="126739321"/>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57ED3E-BADD-1EAA-2C0B-5DF22BEB7F68}"/>
            </a:ext>
          </a:extLst>
        </p:cNvPr>
        <p:cNvGrpSpPr/>
        <p:nvPr/>
      </p:nvGrpSpPr>
      <p:grpSpPr>
        <a:xfrm>
          <a:off x="0" y="0"/>
          <a:ext cx="0" cy="0"/>
          <a:chOff x="0" y="0"/>
          <a:chExt cx="0" cy="0"/>
        </a:xfrm>
      </p:grpSpPr>
      <p:sp>
        <p:nvSpPr>
          <p:cNvPr id="333" name="圆角矩形 332">
            <a:extLst>
              <a:ext uri="{FF2B5EF4-FFF2-40B4-BE49-F238E27FC236}">
                <a16:creationId xmlns:a16="http://schemas.microsoft.com/office/drawing/2014/main" id="{EBB47975-7B3F-AD6C-B913-CAEE41F0783C}"/>
              </a:ext>
            </a:extLst>
          </p:cNvPr>
          <p:cNvSpPr/>
          <p:nvPr/>
        </p:nvSpPr>
        <p:spPr>
          <a:xfrm>
            <a:off x="541439" y="967865"/>
            <a:ext cx="8133857" cy="274307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a:extLst>
              <a:ext uri="{FF2B5EF4-FFF2-40B4-BE49-F238E27FC236}">
                <a16:creationId xmlns:a16="http://schemas.microsoft.com/office/drawing/2014/main" id="{7AE655B8-01DE-9DD9-2F17-FE97304A2BC9}"/>
              </a:ext>
            </a:extLst>
          </p:cNvPr>
          <p:cNvSpPr/>
          <p:nvPr/>
        </p:nvSpPr>
        <p:spPr>
          <a:xfrm>
            <a:off x="4287280" y="1581914"/>
            <a:ext cx="2222041" cy="909254"/>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a:extLst>
              <a:ext uri="{FF2B5EF4-FFF2-40B4-BE49-F238E27FC236}">
                <a16:creationId xmlns:a16="http://schemas.microsoft.com/office/drawing/2014/main" id="{24431294-A4E1-5BE8-6BB4-DB8FC6FAFAEB}"/>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a:extLst>
              <a:ext uri="{FF2B5EF4-FFF2-40B4-BE49-F238E27FC236}">
                <a16:creationId xmlns:a16="http://schemas.microsoft.com/office/drawing/2014/main" id="{435A1F9E-60BB-65F9-2E87-DE488E4BFAB1}"/>
              </a:ext>
            </a:extLst>
          </p:cNvPr>
          <p:cNvSpPr>
            <a:spLocks noChangeArrowheads="1"/>
          </p:cNvSpPr>
          <p:nvPr/>
        </p:nvSpPr>
        <p:spPr bwMode="auto">
          <a:xfrm>
            <a:off x="635844" y="567754"/>
            <a:ext cx="446628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引入 </a:t>
            </a:r>
            <a:r>
              <a:rPr lang="en-US" altLang="zh-CN" sz="2000" b="1" dirty="0">
                <a:latin typeface="微软雅黑" pitchFamily="34" charset="-122"/>
                <a:ea typeface="微软雅黑" pitchFamily="34" charset="-122"/>
              </a:rPr>
              <a:t>GPRS </a:t>
            </a:r>
            <a:r>
              <a:rPr lang="zh-CN" altLang="en-US" sz="2000" b="1" dirty="0">
                <a:latin typeface="微软雅黑" pitchFamily="34" charset="-122"/>
                <a:ea typeface="微软雅黑" pitchFamily="34" charset="-122"/>
              </a:rPr>
              <a:t>后的</a:t>
            </a:r>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核心网组成</a:t>
            </a:r>
          </a:p>
        </p:txBody>
      </p:sp>
      <p:sp>
        <p:nvSpPr>
          <p:cNvPr id="9" name="Freeform 510">
            <a:extLst>
              <a:ext uri="{FF2B5EF4-FFF2-40B4-BE49-F238E27FC236}">
                <a16:creationId xmlns:a16="http://schemas.microsoft.com/office/drawing/2014/main" id="{FAC7F148-3951-39D4-CFC5-330C964565DB}"/>
              </a:ext>
            </a:extLst>
          </p:cNvPr>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a:extLst>
              <a:ext uri="{FF2B5EF4-FFF2-40B4-BE49-F238E27FC236}">
                <a16:creationId xmlns:a16="http://schemas.microsoft.com/office/drawing/2014/main" id="{733B5575-2982-0D0D-17CF-487B2E2A9C80}"/>
              </a:ext>
            </a:extLst>
          </p:cNvPr>
          <p:cNvGrpSpPr/>
          <p:nvPr/>
        </p:nvGrpSpPr>
        <p:grpSpPr>
          <a:xfrm>
            <a:off x="3188329" y="2425761"/>
            <a:ext cx="986929" cy="668447"/>
            <a:chOff x="3131840" y="3501008"/>
            <a:chExt cx="936104" cy="936104"/>
          </a:xfrm>
          <a:solidFill>
            <a:schemeClr val="bg1">
              <a:lumMod val="75000"/>
            </a:schemeClr>
          </a:solidFill>
        </p:grpSpPr>
        <p:sp>
          <p:nvSpPr>
            <p:cNvPr id="11" name="矩形 10">
              <a:extLst>
                <a:ext uri="{FF2B5EF4-FFF2-40B4-BE49-F238E27FC236}">
                  <a16:creationId xmlns:a16="http://schemas.microsoft.com/office/drawing/2014/main" id="{9FD8C572-0264-EFAA-2970-5F94CDC1AFDF}"/>
                </a:ext>
              </a:extLst>
            </p:cNvPr>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a:extLst>
                <a:ext uri="{FF2B5EF4-FFF2-40B4-BE49-F238E27FC236}">
                  <a16:creationId xmlns:a16="http://schemas.microsoft.com/office/drawing/2014/main" id="{C24ABA46-9F26-5018-87FB-68230AB93201}"/>
                </a:ext>
              </a:extLst>
            </p:cNvPr>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a:extLst>
              <a:ext uri="{FF2B5EF4-FFF2-40B4-BE49-F238E27FC236}">
                <a16:creationId xmlns:a16="http://schemas.microsoft.com/office/drawing/2014/main" id="{764B3D6D-B81B-9369-5176-F1BC95DED806}"/>
              </a:ext>
            </a:extLst>
          </p:cNvPr>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a:extLst>
              <a:ext uri="{FF2B5EF4-FFF2-40B4-BE49-F238E27FC236}">
                <a16:creationId xmlns:a16="http://schemas.microsoft.com/office/drawing/2014/main" id="{69531D82-B6EC-A448-2202-9B40FC6E8C58}"/>
              </a:ext>
            </a:extLst>
          </p:cNvPr>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a:extLst>
              <a:ext uri="{FF2B5EF4-FFF2-40B4-BE49-F238E27FC236}">
                <a16:creationId xmlns:a16="http://schemas.microsoft.com/office/drawing/2014/main" id="{FBB75560-C31C-4B7D-737D-981206B0BF5D}"/>
              </a:ext>
            </a:extLst>
          </p:cNvPr>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a:extLst>
              <a:ext uri="{FF2B5EF4-FFF2-40B4-BE49-F238E27FC236}">
                <a16:creationId xmlns:a16="http://schemas.microsoft.com/office/drawing/2014/main" id="{669E0E2A-8DCF-E2A4-BBB8-34C96E3F0E7F}"/>
              </a:ext>
            </a:extLst>
          </p:cNvPr>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a:extLst>
              <a:ext uri="{FF2B5EF4-FFF2-40B4-BE49-F238E27FC236}">
                <a16:creationId xmlns:a16="http://schemas.microsoft.com/office/drawing/2014/main" id="{3C7D2DAE-8AFA-6A42-9B63-1BB723A9C9A2}"/>
              </a:ext>
            </a:extLst>
          </p:cNvPr>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a:extLst>
              <a:ext uri="{FF2B5EF4-FFF2-40B4-BE49-F238E27FC236}">
                <a16:creationId xmlns:a16="http://schemas.microsoft.com/office/drawing/2014/main" id="{56D9C3B0-4497-09D4-C52D-74106254B946}"/>
              </a:ext>
            </a:extLst>
          </p:cNvPr>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a:extLst>
              <a:ext uri="{FF2B5EF4-FFF2-40B4-BE49-F238E27FC236}">
                <a16:creationId xmlns:a16="http://schemas.microsoft.com/office/drawing/2014/main" id="{1BE80CCA-4FB6-13BD-F968-12B82F270DE5}"/>
              </a:ext>
            </a:extLst>
          </p:cNvPr>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a:extLst>
              <a:ext uri="{FF2B5EF4-FFF2-40B4-BE49-F238E27FC236}">
                <a16:creationId xmlns:a16="http://schemas.microsoft.com/office/drawing/2014/main" id="{3CB2E5F3-4D8A-B303-658B-25AC7B7D5E88}"/>
              </a:ext>
            </a:extLst>
          </p:cNvPr>
          <p:cNvGrpSpPr>
            <a:grpSpLocks/>
          </p:cNvGrpSpPr>
          <p:nvPr/>
        </p:nvGrpSpPr>
        <p:grpSpPr bwMode="auto">
          <a:xfrm>
            <a:off x="2077157" y="1731391"/>
            <a:ext cx="238398" cy="426132"/>
            <a:chOff x="4608" y="700"/>
            <a:chExt cx="306" cy="553"/>
          </a:xfrm>
        </p:grpSpPr>
        <p:grpSp>
          <p:nvGrpSpPr>
            <p:cNvPr id="28" name="Group 12">
              <a:extLst>
                <a:ext uri="{FF2B5EF4-FFF2-40B4-BE49-F238E27FC236}">
                  <a16:creationId xmlns:a16="http://schemas.microsoft.com/office/drawing/2014/main" id="{FF5245A4-8D6A-A1B8-1982-1823D95B52C3}"/>
                </a:ext>
              </a:extLst>
            </p:cNvPr>
            <p:cNvGrpSpPr>
              <a:grpSpLocks/>
            </p:cNvGrpSpPr>
            <p:nvPr/>
          </p:nvGrpSpPr>
          <p:grpSpPr bwMode="auto">
            <a:xfrm>
              <a:off x="4694" y="784"/>
              <a:ext cx="134" cy="469"/>
              <a:chOff x="4740" y="784"/>
              <a:chExt cx="88" cy="692"/>
            </a:xfrm>
          </p:grpSpPr>
          <p:sp>
            <p:nvSpPr>
              <p:cNvPr id="36" name="Line 13">
                <a:extLst>
                  <a:ext uri="{FF2B5EF4-FFF2-40B4-BE49-F238E27FC236}">
                    <a16:creationId xmlns:a16="http://schemas.microsoft.com/office/drawing/2014/main" id="{1C17C391-BD62-A864-B8C7-E0CAF92254A5}"/>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a:extLst>
                  <a:ext uri="{FF2B5EF4-FFF2-40B4-BE49-F238E27FC236}">
                    <a16:creationId xmlns:a16="http://schemas.microsoft.com/office/drawing/2014/main" id="{61909EE5-476F-B7C1-3970-D754345C269D}"/>
                  </a:ext>
                </a:extLst>
              </p:cNvPr>
              <p:cNvGrpSpPr>
                <a:grpSpLocks/>
              </p:cNvGrpSpPr>
              <p:nvPr/>
            </p:nvGrpSpPr>
            <p:grpSpPr bwMode="auto">
              <a:xfrm>
                <a:off x="4740" y="784"/>
                <a:ext cx="88" cy="692"/>
                <a:chOff x="4740" y="784"/>
                <a:chExt cx="88" cy="692"/>
              </a:xfrm>
            </p:grpSpPr>
            <p:sp>
              <p:nvSpPr>
                <p:cNvPr id="38" name="Line 15">
                  <a:extLst>
                    <a:ext uri="{FF2B5EF4-FFF2-40B4-BE49-F238E27FC236}">
                      <a16:creationId xmlns:a16="http://schemas.microsoft.com/office/drawing/2014/main" id="{0ABF1E0A-18C5-2E9D-4599-4265DF326956}"/>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a:extLst>
                    <a:ext uri="{FF2B5EF4-FFF2-40B4-BE49-F238E27FC236}">
                      <a16:creationId xmlns:a16="http://schemas.microsoft.com/office/drawing/2014/main" id="{0DA48047-DA0A-4DA8-CF87-5B2770154B60}"/>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a:extLst>
                    <a:ext uri="{FF2B5EF4-FFF2-40B4-BE49-F238E27FC236}">
                      <a16:creationId xmlns:a16="http://schemas.microsoft.com/office/drawing/2014/main" id="{593F7A7E-B766-CDFA-1551-4B4E4C423203}"/>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a:extLst>
                    <a:ext uri="{FF2B5EF4-FFF2-40B4-BE49-F238E27FC236}">
                      <a16:creationId xmlns:a16="http://schemas.microsoft.com/office/drawing/2014/main" id="{FBCE88A3-4414-24E3-1AAA-D0D868B430A4}"/>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a:extLst>
                    <a:ext uri="{FF2B5EF4-FFF2-40B4-BE49-F238E27FC236}">
                      <a16:creationId xmlns:a16="http://schemas.microsoft.com/office/drawing/2014/main" id="{F0F37F4C-5509-2769-2D9A-45C7121C12E1}"/>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a:extLst>
                    <a:ext uri="{FF2B5EF4-FFF2-40B4-BE49-F238E27FC236}">
                      <a16:creationId xmlns:a16="http://schemas.microsoft.com/office/drawing/2014/main" id="{A9FF36D8-D82B-2C5D-79EF-E6299032D7F3}"/>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a:extLst>
                    <a:ext uri="{FF2B5EF4-FFF2-40B4-BE49-F238E27FC236}">
                      <a16:creationId xmlns:a16="http://schemas.microsoft.com/office/drawing/2014/main" id="{BCB682AF-715B-DA17-C054-8CB1705C237A}"/>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a:extLst>
                    <a:ext uri="{FF2B5EF4-FFF2-40B4-BE49-F238E27FC236}">
                      <a16:creationId xmlns:a16="http://schemas.microsoft.com/office/drawing/2014/main" id="{D101C989-725A-11C6-63F3-BC274BCBA9B7}"/>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a:extLst>
                    <a:ext uri="{FF2B5EF4-FFF2-40B4-BE49-F238E27FC236}">
                      <a16:creationId xmlns:a16="http://schemas.microsoft.com/office/drawing/2014/main" id="{D4F04792-DB90-1BEA-6B22-F71AE4524C7F}"/>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a:extLst>
                    <a:ext uri="{FF2B5EF4-FFF2-40B4-BE49-F238E27FC236}">
                      <a16:creationId xmlns:a16="http://schemas.microsoft.com/office/drawing/2014/main" id="{47D733A5-4F11-FCEA-68B4-5D4398684D0D}"/>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a:extLst>
                    <a:ext uri="{FF2B5EF4-FFF2-40B4-BE49-F238E27FC236}">
                      <a16:creationId xmlns:a16="http://schemas.microsoft.com/office/drawing/2014/main" id="{60C64281-E5A9-5DF0-22E7-A037E7103D36}"/>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a:extLst>
                    <a:ext uri="{FF2B5EF4-FFF2-40B4-BE49-F238E27FC236}">
                      <a16:creationId xmlns:a16="http://schemas.microsoft.com/office/drawing/2014/main" id="{7954ED0B-3CFB-FB20-937D-BA136DCF13CC}"/>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a:extLst>
                    <a:ext uri="{FF2B5EF4-FFF2-40B4-BE49-F238E27FC236}">
                      <a16:creationId xmlns:a16="http://schemas.microsoft.com/office/drawing/2014/main" id="{F753207D-A3C0-EE05-63DC-D21F67BA3DB2}"/>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a:extLst>
                    <a:ext uri="{FF2B5EF4-FFF2-40B4-BE49-F238E27FC236}">
                      <a16:creationId xmlns:a16="http://schemas.microsoft.com/office/drawing/2014/main" id="{229EAFAD-7B0A-8A7D-6AC7-E544E287B509}"/>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a:extLst>
                <a:ext uri="{FF2B5EF4-FFF2-40B4-BE49-F238E27FC236}">
                  <a16:creationId xmlns:a16="http://schemas.microsoft.com/office/drawing/2014/main" id="{34560DEA-2E81-01F2-A330-A47572E09744}"/>
                </a:ext>
              </a:extLst>
            </p:cNvPr>
            <p:cNvGrpSpPr>
              <a:grpSpLocks/>
            </p:cNvGrpSpPr>
            <p:nvPr/>
          </p:nvGrpSpPr>
          <p:grpSpPr bwMode="auto">
            <a:xfrm>
              <a:off x="4608" y="700"/>
              <a:ext cx="306" cy="90"/>
              <a:chOff x="748" y="2251"/>
              <a:chExt cx="306" cy="90"/>
            </a:xfrm>
          </p:grpSpPr>
          <p:sp>
            <p:nvSpPr>
              <p:cNvPr id="30" name="AutoShape 30">
                <a:extLst>
                  <a:ext uri="{FF2B5EF4-FFF2-40B4-BE49-F238E27FC236}">
                    <a16:creationId xmlns:a16="http://schemas.microsoft.com/office/drawing/2014/main" id="{0E82E37F-D769-7D23-1120-5DCC5EB3C535}"/>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a:extLst>
                  <a:ext uri="{FF2B5EF4-FFF2-40B4-BE49-F238E27FC236}">
                    <a16:creationId xmlns:a16="http://schemas.microsoft.com/office/drawing/2014/main" id="{2E351DE0-03B6-0501-8494-79FB022DCCC7}"/>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a:extLst>
                  <a:ext uri="{FF2B5EF4-FFF2-40B4-BE49-F238E27FC236}">
                    <a16:creationId xmlns:a16="http://schemas.microsoft.com/office/drawing/2014/main" id="{55EF7CEC-B548-F347-CF3B-3FAFB37F34C8}"/>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a:extLst>
                  <a:ext uri="{FF2B5EF4-FFF2-40B4-BE49-F238E27FC236}">
                    <a16:creationId xmlns:a16="http://schemas.microsoft.com/office/drawing/2014/main" id="{713F8FD5-89B6-B154-F065-7A1C5A8EBDDE}"/>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a:extLst>
                  <a:ext uri="{FF2B5EF4-FFF2-40B4-BE49-F238E27FC236}">
                    <a16:creationId xmlns:a16="http://schemas.microsoft.com/office/drawing/2014/main" id="{A1AD694D-EEE3-DA68-5DCE-D482F7941C5E}"/>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a:extLst>
                  <a:ext uri="{FF2B5EF4-FFF2-40B4-BE49-F238E27FC236}">
                    <a16:creationId xmlns:a16="http://schemas.microsoft.com/office/drawing/2014/main" id="{9ADAD429-3D49-34B3-1AFA-7A69ABD6F4E3}"/>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a:extLst>
              <a:ext uri="{FF2B5EF4-FFF2-40B4-BE49-F238E27FC236}">
                <a16:creationId xmlns:a16="http://schemas.microsoft.com/office/drawing/2014/main" id="{06ACCACB-F08F-ED53-E4EF-767BE2F760EA}"/>
              </a:ext>
            </a:extLst>
          </p:cNvPr>
          <p:cNvGrpSpPr>
            <a:grpSpLocks/>
          </p:cNvGrpSpPr>
          <p:nvPr/>
        </p:nvGrpSpPr>
        <p:grpSpPr bwMode="auto">
          <a:xfrm>
            <a:off x="1638556" y="2097222"/>
            <a:ext cx="238399" cy="426132"/>
            <a:chOff x="4608" y="700"/>
            <a:chExt cx="306" cy="553"/>
          </a:xfrm>
        </p:grpSpPr>
        <p:grpSp>
          <p:nvGrpSpPr>
            <p:cNvPr id="53" name="Group 65">
              <a:extLst>
                <a:ext uri="{FF2B5EF4-FFF2-40B4-BE49-F238E27FC236}">
                  <a16:creationId xmlns:a16="http://schemas.microsoft.com/office/drawing/2014/main" id="{B06C15E2-A013-5E86-1DB1-3CCA31425EFB}"/>
                </a:ext>
              </a:extLst>
            </p:cNvPr>
            <p:cNvGrpSpPr>
              <a:grpSpLocks/>
            </p:cNvGrpSpPr>
            <p:nvPr/>
          </p:nvGrpSpPr>
          <p:grpSpPr bwMode="auto">
            <a:xfrm>
              <a:off x="4694" y="784"/>
              <a:ext cx="134" cy="469"/>
              <a:chOff x="4740" y="784"/>
              <a:chExt cx="88" cy="692"/>
            </a:xfrm>
          </p:grpSpPr>
          <p:sp>
            <p:nvSpPr>
              <p:cNvPr id="61" name="Line 66">
                <a:extLst>
                  <a:ext uri="{FF2B5EF4-FFF2-40B4-BE49-F238E27FC236}">
                    <a16:creationId xmlns:a16="http://schemas.microsoft.com/office/drawing/2014/main" id="{DCC9403C-FE01-85AD-2B89-7FABDA5E242A}"/>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a:extLst>
                  <a:ext uri="{FF2B5EF4-FFF2-40B4-BE49-F238E27FC236}">
                    <a16:creationId xmlns:a16="http://schemas.microsoft.com/office/drawing/2014/main" id="{82008473-7835-F638-A46C-781A0D55AB9A}"/>
                  </a:ext>
                </a:extLst>
              </p:cNvPr>
              <p:cNvGrpSpPr>
                <a:grpSpLocks/>
              </p:cNvGrpSpPr>
              <p:nvPr/>
            </p:nvGrpSpPr>
            <p:grpSpPr bwMode="auto">
              <a:xfrm>
                <a:off x="4740" y="784"/>
                <a:ext cx="88" cy="692"/>
                <a:chOff x="4740" y="784"/>
                <a:chExt cx="88" cy="692"/>
              </a:xfrm>
            </p:grpSpPr>
            <p:sp>
              <p:nvSpPr>
                <p:cNvPr id="63" name="Line 68">
                  <a:extLst>
                    <a:ext uri="{FF2B5EF4-FFF2-40B4-BE49-F238E27FC236}">
                      <a16:creationId xmlns:a16="http://schemas.microsoft.com/office/drawing/2014/main" id="{A4CF46C6-A3EE-20FD-DD2C-1F96FF6BB28D}"/>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a:extLst>
                    <a:ext uri="{FF2B5EF4-FFF2-40B4-BE49-F238E27FC236}">
                      <a16:creationId xmlns:a16="http://schemas.microsoft.com/office/drawing/2014/main" id="{78E2082F-C1CE-64E1-C392-BC36FB48C185}"/>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a:extLst>
                    <a:ext uri="{FF2B5EF4-FFF2-40B4-BE49-F238E27FC236}">
                      <a16:creationId xmlns:a16="http://schemas.microsoft.com/office/drawing/2014/main" id="{1A6C44B6-3D2A-A04D-7786-36BC38D535ED}"/>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a:extLst>
                    <a:ext uri="{FF2B5EF4-FFF2-40B4-BE49-F238E27FC236}">
                      <a16:creationId xmlns:a16="http://schemas.microsoft.com/office/drawing/2014/main" id="{710C345B-92D0-1096-A55C-D8202C3023B1}"/>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a:extLst>
                    <a:ext uri="{FF2B5EF4-FFF2-40B4-BE49-F238E27FC236}">
                      <a16:creationId xmlns:a16="http://schemas.microsoft.com/office/drawing/2014/main" id="{EA033604-8207-B4C9-CF20-53A3149816F6}"/>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a:extLst>
                    <a:ext uri="{FF2B5EF4-FFF2-40B4-BE49-F238E27FC236}">
                      <a16:creationId xmlns:a16="http://schemas.microsoft.com/office/drawing/2014/main" id="{32086149-80D8-4442-60F2-C1848589B66D}"/>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a:extLst>
                    <a:ext uri="{FF2B5EF4-FFF2-40B4-BE49-F238E27FC236}">
                      <a16:creationId xmlns:a16="http://schemas.microsoft.com/office/drawing/2014/main" id="{0C246E2A-913F-66DC-9273-2F89E4B75BA4}"/>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a:extLst>
                    <a:ext uri="{FF2B5EF4-FFF2-40B4-BE49-F238E27FC236}">
                      <a16:creationId xmlns:a16="http://schemas.microsoft.com/office/drawing/2014/main" id="{6EFCD0C6-26D2-ACCA-8183-4C4B28A36AE0}"/>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a:extLst>
                    <a:ext uri="{FF2B5EF4-FFF2-40B4-BE49-F238E27FC236}">
                      <a16:creationId xmlns:a16="http://schemas.microsoft.com/office/drawing/2014/main" id="{1A7EE66C-2BE0-EBC1-4ACC-603C4FD561CA}"/>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a:extLst>
                    <a:ext uri="{FF2B5EF4-FFF2-40B4-BE49-F238E27FC236}">
                      <a16:creationId xmlns:a16="http://schemas.microsoft.com/office/drawing/2014/main" id="{42CCF152-BB45-9487-EB6A-29F8C62A8B0E}"/>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a:extLst>
                    <a:ext uri="{FF2B5EF4-FFF2-40B4-BE49-F238E27FC236}">
                      <a16:creationId xmlns:a16="http://schemas.microsoft.com/office/drawing/2014/main" id="{99CAC680-A5BF-7824-BC5A-A3993EBA133C}"/>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a:extLst>
                    <a:ext uri="{FF2B5EF4-FFF2-40B4-BE49-F238E27FC236}">
                      <a16:creationId xmlns:a16="http://schemas.microsoft.com/office/drawing/2014/main" id="{776AF13D-0ECD-4326-688E-2FF70E7F4A29}"/>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a:extLst>
                    <a:ext uri="{FF2B5EF4-FFF2-40B4-BE49-F238E27FC236}">
                      <a16:creationId xmlns:a16="http://schemas.microsoft.com/office/drawing/2014/main" id="{48649AAB-C350-0CD1-0289-E8E489D2C3A9}"/>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a:extLst>
                    <a:ext uri="{FF2B5EF4-FFF2-40B4-BE49-F238E27FC236}">
                      <a16:creationId xmlns:a16="http://schemas.microsoft.com/office/drawing/2014/main" id="{BBA9703F-C2AB-3641-CBAE-ABA2C985795B}"/>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a:extLst>
                <a:ext uri="{FF2B5EF4-FFF2-40B4-BE49-F238E27FC236}">
                  <a16:creationId xmlns:a16="http://schemas.microsoft.com/office/drawing/2014/main" id="{3B2BABA1-E3F1-4674-D523-EE32C96F9CE1}"/>
                </a:ext>
              </a:extLst>
            </p:cNvPr>
            <p:cNvGrpSpPr>
              <a:grpSpLocks/>
            </p:cNvGrpSpPr>
            <p:nvPr/>
          </p:nvGrpSpPr>
          <p:grpSpPr bwMode="auto">
            <a:xfrm>
              <a:off x="4608" y="700"/>
              <a:ext cx="306" cy="90"/>
              <a:chOff x="748" y="2251"/>
              <a:chExt cx="306" cy="90"/>
            </a:xfrm>
          </p:grpSpPr>
          <p:sp>
            <p:nvSpPr>
              <p:cNvPr id="55" name="AutoShape 83">
                <a:extLst>
                  <a:ext uri="{FF2B5EF4-FFF2-40B4-BE49-F238E27FC236}">
                    <a16:creationId xmlns:a16="http://schemas.microsoft.com/office/drawing/2014/main" id="{53E62737-1982-4B8A-C670-00131ED64794}"/>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a:extLst>
                  <a:ext uri="{FF2B5EF4-FFF2-40B4-BE49-F238E27FC236}">
                    <a16:creationId xmlns:a16="http://schemas.microsoft.com/office/drawing/2014/main" id="{E75C1A73-8E4A-7062-7DC0-6624F87042DD}"/>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a:extLst>
                  <a:ext uri="{FF2B5EF4-FFF2-40B4-BE49-F238E27FC236}">
                    <a16:creationId xmlns:a16="http://schemas.microsoft.com/office/drawing/2014/main" id="{20909475-1D14-D3AF-3B24-5636C7B4A9F4}"/>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a:extLst>
                  <a:ext uri="{FF2B5EF4-FFF2-40B4-BE49-F238E27FC236}">
                    <a16:creationId xmlns:a16="http://schemas.microsoft.com/office/drawing/2014/main" id="{AE2C2F13-9781-4C07-A048-12818D4FB8CE}"/>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a:extLst>
                  <a:ext uri="{FF2B5EF4-FFF2-40B4-BE49-F238E27FC236}">
                    <a16:creationId xmlns:a16="http://schemas.microsoft.com/office/drawing/2014/main" id="{360CBA16-3A7E-DEFF-697B-C41D23A8E5E1}"/>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a:extLst>
                  <a:ext uri="{FF2B5EF4-FFF2-40B4-BE49-F238E27FC236}">
                    <a16:creationId xmlns:a16="http://schemas.microsoft.com/office/drawing/2014/main" id="{6401EB8E-79BE-C441-E498-E8A40ED3E24F}"/>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a:extLst>
              <a:ext uri="{FF2B5EF4-FFF2-40B4-BE49-F238E27FC236}">
                <a16:creationId xmlns:a16="http://schemas.microsoft.com/office/drawing/2014/main" id="{AC2FADCB-37A0-7BF7-0C4D-8B711C90A568}"/>
              </a:ext>
            </a:extLst>
          </p:cNvPr>
          <p:cNvGrpSpPr>
            <a:grpSpLocks/>
          </p:cNvGrpSpPr>
          <p:nvPr/>
        </p:nvGrpSpPr>
        <p:grpSpPr bwMode="auto">
          <a:xfrm>
            <a:off x="2136427" y="2339768"/>
            <a:ext cx="238399" cy="426132"/>
            <a:chOff x="4608" y="700"/>
            <a:chExt cx="306" cy="553"/>
          </a:xfrm>
        </p:grpSpPr>
        <p:grpSp>
          <p:nvGrpSpPr>
            <p:cNvPr id="78" name="Group 90">
              <a:extLst>
                <a:ext uri="{FF2B5EF4-FFF2-40B4-BE49-F238E27FC236}">
                  <a16:creationId xmlns:a16="http://schemas.microsoft.com/office/drawing/2014/main" id="{7EFF3F2C-BEEE-8BF5-A99B-C2B932E3E144}"/>
                </a:ext>
              </a:extLst>
            </p:cNvPr>
            <p:cNvGrpSpPr>
              <a:grpSpLocks/>
            </p:cNvGrpSpPr>
            <p:nvPr/>
          </p:nvGrpSpPr>
          <p:grpSpPr bwMode="auto">
            <a:xfrm>
              <a:off x="4694" y="784"/>
              <a:ext cx="134" cy="469"/>
              <a:chOff x="4740" y="784"/>
              <a:chExt cx="88" cy="692"/>
            </a:xfrm>
          </p:grpSpPr>
          <p:sp>
            <p:nvSpPr>
              <p:cNvPr id="86" name="Line 91">
                <a:extLst>
                  <a:ext uri="{FF2B5EF4-FFF2-40B4-BE49-F238E27FC236}">
                    <a16:creationId xmlns:a16="http://schemas.microsoft.com/office/drawing/2014/main" id="{5C4750DF-9FC8-9715-CF97-D9FF92D336C9}"/>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a:extLst>
                  <a:ext uri="{FF2B5EF4-FFF2-40B4-BE49-F238E27FC236}">
                    <a16:creationId xmlns:a16="http://schemas.microsoft.com/office/drawing/2014/main" id="{C929E78D-CBAD-98A6-32A2-BD4A2FCF8CBB}"/>
                  </a:ext>
                </a:extLst>
              </p:cNvPr>
              <p:cNvGrpSpPr>
                <a:grpSpLocks/>
              </p:cNvGrpSpPr>
              <p:nvPr/>
            </p:nvGrpSpPr>
            <p:grpSpPr bwMode="auto">
              <a:xfrm>
                <a:off x="4740" y="784"/>
                <a:ext cx="88" cy="692"/>
                <a:chOff x="4740" y="784"/>
                <a:chExt cx="88" cy="692"/>
              </a:xfrm>
            </p:grpSpPr>
            <p:sp>
              <p:nvSpPr>
                <p:cNvPr id="88" name="Line 93">
                  <a:extLst>
                    <a:ext uri="{FF2B5EF4-FFF2-40B4-BE49-F238E27FC236}">
                      <a16:creationId xmlns:a16="http://schemas.microsoft.com/office/drawing/2014/main" id="{DA33FD9D-8A00-719D-CF14-8917FB5BAD7C}"/>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a:extLst>
                    <a:ext uri="{FF2B5EF4-FFF2-40B4-BE49-F238E27FC236}">
                      <a16:creationId xmlns:a16="http://schemas.microsoft.com/office/drawing/2014/main" id="{93849182-736F-9456-B1D4-620A2EB0EBAA}"/>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a:extLst>
                    <a:ext uri="{FF2B5EF4-FFF2-40B4-BE49-F238E27FC236}">
                      <a16:creationId xmlns:a16="http://schemas.microsoft.com/office/drawing/2014/main" id="{5F866FBC-4E51-5390-8390-80A4A3B5723A}"/>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a:extLst>
                    <a:ext uri="{FF2B5EF4-FFF2-40B4-BE49-F238E27FC236}">
                      <a16:creationId xmlns:a16="http://schemas.microsoft.com/office/drawing/2014/main" id="{8284C819-CA02-3ED4-716D-B98666933268}"/>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a:extLst>
                    <a:ext uri="{FF2B5EF4-FFF2-40B4-BE49-F238E27FC236}">
                      <a16:creationId xmlns:a16="http://schemas.microsoft.com/office/drawing/2014/main" id="{0A30135E-07F6-EEE2-8D0B-5A77593EC280}"/>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a:extLst>
                    <a:ext uri="{FF2B5EF4-FFF2-40B4-BE49-F238E27FC236}">
                      <a16:creationId xmlns:a16="http://schemas.microsoft.com/office/drawing/2014/main" id="{A239203A-08CA-8C67-4E06-8874120636F4}"/>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a:extLst>
                    <a:ext uri="{FF2B5EF4-FFF2-40B4-BE49-F238E27FC236}">
                      <a16:creationId xmlns:a16="http://schemas.microsoft.com/office/drawing/2014/main" id="{D0AC68C8-07AE-D20A-1830-411D1FD388A0}"/>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a:extLst>
                    <a:ext uri="{FF2B5EF4-FFF2-40B4-BE49-F238E27FC236}">
                      <a16:creationId xmlns:a16="http://schemas.microsoft.com/office/drawing/2014/main" id="{0B8D7F5D-E360-F200-76F0-1767CC55AAC2}"/>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a:extLst>
                    <a:ext uri="{FF2B5EF4-FFF2-40B4-BE49-F238E27FC236}">
                      <a16:creationId xmlns:a16="http://schemas.microsoft.com/office/drawing/2014/main" id="{363D1420-F410-51CA-97AD-144994D33C21}"/>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a:extLst>
                    <a:ext uri="{FF2B5EF4-FFF2-40B4-BE49-F238E27FC236}">
                      <a16:creationId xmlns:a16="http://schemas.microsoft.com/office/drawing/2014/main" id="{2C29E219-0960-E840-9171-53D0048089FF}"/>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a:extLst>
                    <a:ext uri="{FF2B5EF4-FFF2-40B4-BE49-F238E27FC236}">
                      <a16:creationId xmlns:a16="http://schemas.microsoft.com/office/drawing/2014/main" id="{1B768DF6-79D8-D971-9AFD-22B4077F7DF3}"/>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a:extLst>
                    <a:ext uri="{FF2B5EF4-FFF2-40B4-BE49-F238E27FC236}">
                      <a16:creationId xmlns:a16="http://schemas.microsoft.com/office/drawing/2014/main" id="{D5CE11A4-95E7-B860-CF0F-1CE12C363C55}"/>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a:extLst>
                    <a:ext uri="{FF2B5EF4-FFF2-40B4-BE49-F238E27FC236}">
                      <a16:creationId xmlns:a16="http://schemas.microsoft.com/office/drawing/2014/main" id="{7313EC33-1036-75D0-789B-B2BA4F8BB0FD}"/>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a:extLst>
                    <a:ext uri="{FF2B5EF4-FFF2-40B4-BE49-F238E27FC236}">
                      <a16:creationId xmlns:a16="http://schemas.microsoft.com/office/drawing/2014/main" id="{3ECC0044-A38D-7D6C-F6E3-C8B67CE4FA1E}"/>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a:extLst>
                <a:ext uri="{FF2B5EF4-FFF2-40B4-BE49-F238E27FC236}">
                  <a16:creationId xmlns:a16="http://schemas.microsoft.com/office/drawing/2014/main" id="{B2A65C99-D076-7B5D-C929-2418630BD2E6}"/>
                </a:ext>
              </a:extLst>
            </p:cNvPr>
            <p:cNvGrpSpPr>
              <a:grpSpLocks/>
            </p:cNvGrpSpPr>
            <p:nvPr/>
          </p:nvGrpSpPr>
          <p:grpSpPr bwMode="auto">
            <a:xfrm>
              <a:off x="4608" y="700"/>
              <a:ext cx="306" cy="90"/>
              <a:chOff x="748" y="2251"/>
              <a:chExt cx="306" cy="90"/>
            </a:xfrm>
          </p:grpSpPr>
          <p:sp>
            <p:nvSpPr>
              <p:cNvPr id="80" name="AutoShape 108">
                <a:extLst>
                  <a:ext uri="{FF2B5EF4-FFF2-40B4-BE49-F238E27FC236}">
                    <a16:creationId xmlns:a16="http://schemas.microsoft.com/office/drawing/2014/main" id="{21248782-C575-91B2-55C9-43D6FE0EE41D}"/>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a:extLst>
                  <a:ext uri="{FF2B5EF4-FFF2-40B4-BE49-F238E27FC236}">
                    <a16:creationId xmlns:a16="http://schemas.microsoft.com/office/drawing/2014/main" id="{6ADC12CF-07D9-872E-77D0-9B7787F05A15}"/>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a:extLst>
                  <a:ext uri="{FF2B5EF4-FFF2-40B4-BE49-F238E27FC236}">
                    <a16:creationId xmlns:a16="http://schemas.microsoft.com/office/drawing/2014/main" id="{B6C1613B-F61E-E3AB-3E88-D9FAD78C2901}"/>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a:extLst>
                  <a:ext uri="{FF2B5EF4-FFF2-40B4-BE49-F238E27FC236}">
                    <a16:creationId xmlns:a16="http://schemas.microsoft.com/office/drawing/2014/main" id="{D1F28571-6F17-E063-824A-D14FEC8DDC46}"/>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a:extLst>
                  <a:ext uri="{FF2B5EF4-FFF2-40B4-BE49-F238E27FC236}">
                    <a16:creationId xmlns:a16="http://schemas.microsoft.com/office/drawing/2014/main" id="{1B71A392-2125-466D-FD16-5B17D108B315}"/>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a:extLst>
                  <a:ext uri="{FF2B5EF4-FFF2-40B4-BE49-F238E27FC236}">
                    <a16:creationId xmlns:a16="http://schemas.microsoft.com/office/drawing/2014/main" id="{67DE03D5-A51C-42C3-3D03-BB25E878875A}"/>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a:extLst>
              <a:ext uri="{FF2B5EF4-FFF2-40B4-BE49-F238E27FC236}">
                <a16:creationId xmlns:a16="http://schemas.microsoft.com/office/drawing/2014/main" id="{9EC123D8-9077-4B9D-FF36-07D37AB38CF7}"/>
              </a:ext>
            </a:extLst>
          </p:cNvPr>
          <p:cNvGrpSpPr>
            <a:grpSpLocks/>
          </p:cNvGrpSpPr>
          <p:nvPr/>
        </p:nvGrpSpPr>
        <p:grpSpPr bwMode="auto">
          <a:xfrm>
            <a:off x="2614541" y="1973939"/>
            <a:ext cx="238398" cy="426132"/>
            <a:chOff x="4608" y="700"/>
            <a:chExt cx="306" cy="553"/>
          </a:xfrm>
        </p:grpSpPr>
        <p:grpSp>
          <p:nvGrpSpPr>
            <p:cNvPr id="103" name="Group 115">
              <a:extLst>
                <a:ext uri="{FF2B5EF4-FFF2-40B4-BE49-F238E27FC236}">
                  <a16:creationId xmlns:a16="http://schemas.microsoft.com/office/drawing/2014/main" id="{F880E1E9-F0CA-0754-36A7-E25ECCF7D3A1}"/>
                </a:ext>
              </a:extLst>
            </p:cNvPr>
            <p:cNvGrpSpPr>
              <a:grpSpLocks/>
            </p:cNvGrpSpPr>
            <p:nvPr/>
          </p:nvGrpSpPr>
          <p:grpSpPr bwMode="auto">
            <a:xfrm>
              <a:off x="4694" y="784"/>
              <a:ext cx="134" cy="469"/>
              <a:chOff x="4740" y="784"/>
              <a:chExt cx="88" cy="692"/>
            </a:xfrm>
          </p:grpSpPr>
          <p:sp>
            <p:nvSpPr>
              <p:cNvPr id="111" name="Line 116">
                <a:extLst>
                  <a:ext uri="{FF2B5EF4-FFF2-40B4-BE49-F238E27FC236}">
                    <a16:creationId xmlns:a16="http://schemas.microsoft.com/office/drawing/2014/main" id="{126C929B-DEEB-9BC8-72B4-E2C36B5BC2FC}"/>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a:extLst>
                  <a:ext uri="{FF2B5EF4-FFF2-40B4-BE49-F238E27FC236}">
                    <a16:creationId xmlns:a16="http://schemas.microsoft.com/office/drawing/2014/main" id="{EE2CE7C5-37AD-F8ED-B8CC-FFE00732AEB5}"/>
                  </a:ext>
                </a:extLst>
              </p:cNvPr>
              <p:cNvGrpSpPr>
                <a:grpSpLocks/>
              </p:cNvGrpSpPr>
              <p:nvPr/>
            </p:nvGrpSpPr>
            <p:grpSpPr bwMode="auto">
              <a:xfrm>
                <a:off x="4740" y="784"/>
                <a:ext cx="88" cy="692"/>
                <a:chOff x="4740" y="784"/>
                <a:chExt cx="88" cy="692"/>
              </a:xfrm>
            </p:grpSpPr>
            <p:sp>
              <p:nvSpPr>
                <p:cNvPr id="113" name="Line 118">
                  <a:extLst>
                    <a:ext uri="{FF2B5EF4-FFF2-40B4-BE49-F238E27FC236}">
                      <a16:creationId xmlns:a16="http://schemas.microsoft.com/office/drawing/2014/main" id="{F2A189E8-D014-0086-DADE-44831605A4EE}"/>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a:extLst>
                    <a:ext uri="{FF2B5EF4-FFF2-40B4-BE49-F238E27FC236}">
                      <a16:creationId xmlns:a16="http://schemas.microsoft.com/office/drawing/2014/main" id="{7D4F3067-6FEA-E78F-2BD2-129E991AE8C4}"/>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a:extLst>
                    <a:ext uri="{FF2B5EF4-FFF2-40B4-BE49-F238E27FC236}">
                      <a16:creationId xmlns:a16="http://schemas.microsoft.com/office/drawing/2014/main" id="{C1D676E5-4763-32D6-28B0-B599546F4A7B}"/>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a:extLst>
                    <a:ext uri="{FF2B5EF4-FFF2-40B4-BE49-F238E27FC236}">
                      <a16:creationId xmlns:a16="http://schemas.microsoft.com/office/drawing/2014/main" id="{71399D60-8DDC-EBCD-1D91-4DDE7A404CF4}"/>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a:extLst>
                    <a:ext uri="{FF2B5EF4-FFF2-40B4-BE49-F238E27FC236}">
                      <a16:creationId xmlns:a16="http://schemas.microsoft.com/office/drawing/2014/main" id="{E1AA6CA4-9D27-A0DC-E30A-37CB1B51FD89}"/>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a:extLst>
                    <a:ext uri="{FF2B5EF4-FFF2-40B4-BE49-F238E27FC236}">
                      <a16:creationId xmlns:a16="http://schemas.microsoft.com/office/drawing/2014/main" id="{9F253547-67E4-D183-D58F-BCBDF2C222CF}"/>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a:extLst>
                    <a:ext uri="{FF2B5EF4-FFF2-40B4-BE49-F238E27FC236}">
                      <a16:creationId xmlns:a16="http://schemas.microsoft.com/office/drawing/2014/main" id="{DF6F931C-C9C0-6613-E45B-6018B67503B7}"/>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a:extLst>
                    <a:ext uri="{FF2B5EF4-FFF2-40B4-BE49-F238E27FC236}">
                      <a16:creationId xmlns:a16="http://schemas.microsoft.com/office/drawing/2014/main" id="{D1E685C9-B2D0-EEEF-BD5D-D61B7B59F436}"/>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a:extLst>
                    <a:ext uri="{FF2B5EF4-FFF2-40B4-BE49-F238E27FC236}">
                      <a16:creationId xmlns:a16="http://schemas.microsoft.com/office/drawing/2014/main" id="{D8F21686-3B27-B4D3-72BD-9ADB6C33FC8F}"/>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a:extLst>
                    <a:ext uri="{FF2B5EF4-FFF2-40B4-BE49-F238E27FC236}">
                      <a16:creationId xmlns:a16="http://schemas.microsoft.com/office/drawing/2014/main" id="{E56BAFCF-C064-D4A8-72F3-2E77FB93D3B9}"/>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a:extLst>
                    <a:ext uri="{FF2B5EF4-FFF2-40B4-BE49-F238E27FC236}">
                      <a16:creationId xmlns:a16="http://schemas.microsoft.com/office/drawing/2014/main" id="{B7CE33C7-3CEB-A387-70C5-9C9FEC7804F3}"/>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a:extLst>
                    <a:ext uri="{FF2B5EF4-FFF2-40B4-BE49-F238E27FC236}">
                      <a16:creationId xmlns:a16="http://schemas.microsoft.com/office/drawing/2014/main" id="{6AF7FF92-8A10-D1DB-8413-90FE749CAE66}"/>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a:extLst>
                    <a:ext uri="{FF2B5EF4-FFF2-40B4-BE49-F238E27FC236}">
                      <a16:creationId xmlns:a16="http://schemas.microsoft.com/office/drawing/2014/main" id="{2B644F61-82C3-EA95-FC1F-514326EF870B}"/>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a:extLst>
                    <a:ext uri="{FF2B5EF4-FFF2-40B4-BE49-F238E27FC236}">
                      <a16:creationId xmlns:a16="http://schemas.microsoft.com/office/drawing/2014/main" id="{564B46C5-E96E-0AD8-C945-8815CE0FDF4A}"/>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a:extLst>
                <a:ext uri="{FF2B5EF4-FFF2-40B4-BE49-F238E27FC236}">
                  <a16:creationId xmlns:a16="http://schemas.microsoft.com/office/drawing/2014/main" id="{727E30DE-2BBC-B373-F665-9B1D0219F2F3}"/>
                </a:ext>
              </a:extLst>
            </p:cNvPr>
            <p:cNvGrpSpPr>
              <a:grpSpLocks/>
            </p:cNvGrpSpPr>
            <p:nvPr/>
          </p:nvGrpSpPr>
          <p:grpSpPr bwMode="auto">
            <a:xfrm>
              <a:off x="4608" y="700"/>
              <a:ext cx="306" cy="90"/>
              <a:chOff x="748" y="2251"/>
              <a:chExt cx="306" cy="90"/>
            </a:xfrm>
          </p:grpSpPr>
          <p:sp>
            <p:nvSpPr>
              <p:cNvPr id="105" name="AutoShape 133">
                <a:extLst>
                  <a:ext uri="{FF2B5EF4-FFF2-40B4-BE49-F238E27FC236}">
                    <a16:creationId xmlns:a16="http://schemas.microsoft.com/office/drawing/2014/main" id="{96E3DD7A-44F5-07F7-5CC2-3E2DC5C4B7A8}"/>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a:extLst>
                  <a:ext uri="{FF2B5EF4-FFF2-40B4-BE49-F238E27FC236}">
                    <a16:creationId xmlns:a16="http://schemas.microsoft.com/office/drawing/2014/main" id="{D74F73A7-898A-1B9B-8934-6935B7B1C593}"/>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a:extLst>
                  <a:ext uri="{FF2B5EF4-FFF2-40B4-BE49-F238E27FC236}">
                    <a16:creationId xmlns:a16="http://schemas.microsoft.com/office/drawing/2014/main" id="{A2581B6F-A1A5-0570-C1A9-80D374082AA4}"/>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a:extLst>
                  <a:ext uri="{FF2B5EF4-FFF2-40B4-BE49-F238E27FC236}">
                    <a16:creationId xmlns:a16="http://schemas.microsoft.com/office/drawing/2014/main" id="{FF3EFF17-590C-5851-5F0A-FF8602FD34E0}"/>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a:extLst>
                  <a:ext uri="{FF2B5EF4-FFF2-40B4-BE49-F238E27FC236}">
                    <a16:creationId xmlns:a16="http://schemas.microsoft.com/office/drawing/2014/main" id="{87E11444-0C2C-7F77-7737-DDCDF54A9148}"/>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a:extLst>
                  <a:ext uri="{FF2B5EF4-FFF2-40B4-BE49-F238E27FC236}">
                    <a16:creationId xmlns:a16="http://schemas.microsoft.com/office/drawing/2014/main" id="{498CE405-249E-ED94-508C-EB0099CB00D0}"/>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a:extLst>
              <a:ext uri="{FF2B5EF4-FFF2-40B4-BE49-F238E27FC236}">
                <a16:creationId xmlns:a16="http://schemas.microsoft.com/office/drawing/2014/main" id="{4FAFDF8B-C757-2CA9-0803-D951E77EF4F3}"/>
              </a:ext>
            </a:extLst>
          </p:cNvPr>
          <p:cNvGrpSpPr>
            <a:grpSpLocks/>
          </p:cNvGrpSpPr>
          <p:nvPr/>
        </p:nvGrpSpPr>
        <p:grpSpPr bwMode="auto">
          <a:xfrm>
            <a:off x="1658313" y="2582315"/>
            <a:ext cx="238398" cy="426132"/>
            <a:chOff x="4608" y="700"/>
            <a:chExt cx="306" cy="553"/>
          </a:xfrm>
        </p:grpSpPr>
        <p:grpSp>
          <p:nvGrpSpPr>
            <p:cNvPr id="128" name="Group 140">
              <a:extLst>
                <a:ext uri="{FF2B5EF4-FFF2-40B4-BE49-F238E27FC236}">
                  <a16:creationId xmlns:a16="http://schemas.microsoft.com/office/drawing/2014/main" id="{227233F5-4FD8-72BE-AAF7-315739C63FD6}"/>
                </a:ext>
              </a:extLst>
            </p:cNvPr>
            <p:cNvGrpSpPr>
              <a:grpSpLocks/>
            </p:cNvGrpSpPr>
            <p:nvPr/>
          </p:nvGrpSpPr>
          <p:grpSpPr bwMode="auto">
            <a:xfrm>
              <a:off x="4694" y="784"/>
              <a:ext cx="134" cy="469"/>
              <a:chOff x="4740" y="784"/>
              <a:chExt cx="88" cy="692"/>
            </a:xfrm>
          </p:grpSpPr>
          <p:sp>
            <p:nvSpPr>
              <p:cNvPr id="136" name="Line 141">
                <a:extLst>
                  <a:ext uri="{FF2B5EF4-FFF2-40B4-BE49-F238E27FC236}">
                    <a16:creationId xmlns:a16="http://schemas.microsoft.com/office/drawing/2014/main" id="{34EFA1A5-674E-194A-0867-F8624DA1DE5D}"/>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a:extLst>
                  <a:ext uri="{FF2B5EF4-FFF2-40B4-BE49-F238E27FC236}">
                    <a16:creationId xmlns:a16="http://schemas.microsoft.com/office/drawing/2014/main" id="{68FB7713-A046-C3E0-598C-FF3838E593C3}"/>
                  </a:ext>
                </a:extLst>
              </p:cNvPr>
              <p:cNvGrpSpPr>
                <a:grpSpLocks/>
              </p:cNvGrpSpPr>
              <p:nvPr/>
            </p:nvGrpSpPr>
            <p:grpSpPr bwMode="auto">
              <a:xfrm>
                <a:off x="4740" y="784"/>
                <a:ext cx="88" cy="692"/>
                <a:chOff x="4740" y="784"/>
                <a:chExt cx="88" cy="692"/>
              </a:xfrm>
            </p:grpSpPr>
            <p:sp>
              <p:nvSpPr>
                <p:cNvPr id="138" name="Line 143">
                  <a:extLst>
                    <a:ext uri="{FF2B5EF4-FFF2-40B4-BE49-F238E27FC236}">
                      <a16:creationId xmlns:a16="http://schemas.microsoft.com/office/drawing/2014/main" id="{968A1B8E-DA2F-9906-4393-59D87DE1800F}"/>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a:extLst>
                    <a:ext uri="{FF2B5EF4-FFF2-40B4-BE49-F238E27FC236}">
                      <a16:creationId xmlns:a16="http://schemas.microsoft.com/office/drawing/2014/main" id="{EFE61BC3-4BE7-3104-DAEB-890898800D59}"/>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a:extLst>
                    <a:ext uri="{FF2B5EF4-FFF2-40B4-BE49-F238E27FC236}">
                      <a16:creationId xmlns:a16="http://schemas.microsoft.com/office/drawing/2014/main" id="{B3DCDFF8-D689-BCEC-FD1F-0672139914EF}"/>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a:extLst>
                    <a:ext uri="{FF2B5EF4-FFF2-40B4-BE49-F238E27FC236}">
                      <a16:creationId xmlns:a16="http://schemas.microsoft.com/office/drawing/2014/main" id="{0B93B6AB-0CF2-1C19-3B70-3A72B040854B}"/>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a:extLst>
                    <a:ext uri="{FF2B5EF4-FFF2-40B4-BE49-F238E27FC236}">
                      <a16:creationId xmlns:a16="http://schemas.microsoft.com/office/drawing/2014/main" id="{B9ED3085-BA20-072F-984D-88235B9EB487}"/>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a:extLst>
                    <a:ext uri="{FF2B5EF4-FFF2-40B4-BE49-F238E27FC236}">
                      <a16:creationId xmlns:a16="http://schemas.microsoft.com/office/drawing/2014/main" id="{B11FE8CB-4FBB-24A2-7486-0CC54067B6D1}"/>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a:extLst>
                    <a:ext uri="{FF2B5EF4-FFF2-40B4-BE49-F238E27FC236}">
                      <a16:creationId xmlns:a16="http://schemas.microsoft.com/office/drawing/2014/main" id="{A4232BCD-8A1B-5B45-94EA-87FE0B827487}"/>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a:extLst>
                    <a:ext uri="{FF2B5EF4-FFF2-40B4-BE49-F238E27FC236}">
                      <a16:creationId xmlns:a16="http://schemas.microsoft.com/office/drawing/2014/main" id="{8B592CBB-D199-692F-D6F5-DA64CC5CB627}"/>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a:extLst>
                    <a:ext uri="{FF2B5EF4-FFF2-40B4-BE49-F238E27FC236}">
                      <a16:creationId xmlns:a16="http://schemas.microsoft.com/office/drawing/2014/main" id="{510EE9CD-D59D-C072-9DE5-FD45F92C2ECE}"/>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a:extLst>
                    <a:ext uri="{FF2B5EF4-FFF2-40B4-BE49-F238E27FC236}">
                      <a16:creationId xmlns:a16="http://schemas.microsoft.com/office/drawing/2014/main" id="{7697BA5C-09DA-B0AC-1D68-7F816C8059B5}"/>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a:extLst>
                    <a:ext uri="{FF2B5EF4-FFF2-40B4-BE49-F238E27FC236}">
                      <a16:creationId xmlns:a16="http://schemas.microsoft.com/office/drawing/2014/main" id="{A72978BD-2BDC-3730-86B8-367F750073FA}"/>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a:extLst>
                    <a:ext uri="{FF2B5EF4-FFF2-40B4-BE49-F238E27FC236}">
                      <a16:creationId xmlns:a16="http://schemas.microsoft.com/office/drawing/2014/main" id="{13EE20C2-84BD-345B-C63F-F28D9AD3FFFC}"/>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a:extLst>
                    <a:ext uri="{FF2B5EF4-FFF2-40B4-BE49-F238E27FC236}">
                      <a16:creationId xmlns:a16="http://schemas.microsoft.com/office/drawing/2014/main" id="{24BB5538-2B9D-1CE1-1666-6C0C8990F002}"/>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a:extLst>
                    <a:ext uri="{FF2B5EF4-FFF2-40B4-BE49-F238E27FC236}">
                      <a16:creationId xmlns:a16="http://schemas.microsoft.com/office/drawing/2014/main" id="{C7958F67-4B7B-292B-267F-8365339B43E3}"/>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a:extLst>
                <a:ext uri="{FF2B5EF4-FFF2-40B4-BE49-F238E27FC236}">
                  <a16:creationId xmlns:a16="http://schemas.microsoft.com/office/drawing/2014/main" id="{E355638F-4CFD-3227-3EE4-1DBE7D49DC9E}"/>
                </a:ext>
              </a:extLst>
            </p:cNvPr>
            <p:cNvGrpSpPr>
              <a:grpSpLocks/>
            </p:cNvGrpSpPr>
            <p:nvPr/>
          </p:nvGrpSpPr>
          <p:grpSpPr bwMode="auto">
            <a:xfrm>
              <a:off x="4608" y="700"/>
              <a:ext cx="306" cy="90"/>
              <a:chOff x="748" y="2251"/>
              <a:chExt cx="306" cy="90"/>
            </a:xfrm>
          </p:grpSpPr>
          <p:sp>
            <p:nvSpPr>
              <p:cNvPr id="130" name="AutoShape 158">
                <a:extLst>
                  <a:ext uri="{FF2B5EF4-FFF2-40B4-BE49-F238E27FC236}">
                    <a16:creationId xmlns:a16="http://schemas.microsoft.com/office/drawing/2014/main" id="{F589CE21-8D36-F29E-835E-A2FD2288B73A}"/>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a:extLst>
                  <a:ext uri="{FF2B5EF4-FFF2-40B4-BE49-F238E27FC236}">
                    <a16:creationId xmlns:a16="http://schemas.microsoft.com/office/drawing/2014/main" id="{F5E156F5-6CA9-955D-B7EF-750AA65D1BA2}"/>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a:extLst>
                  <a:ext uri="{FF2B5EF4-FFF2-40B4-BE49-F238E27FC236}">
                    <a16:creationId xmlns:a16="http://schemas.microsoft.com/office/drawing/2014/main" id="{DD87C90E-E1B5-188D-29FB-3A27FC9B4C66}"/>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a:extLst>
                  <a:ext uri="{FF2B5EF4-FFF2-40B4-BE49-F238E27FC236}">
                    <a16:creationId xmlns:a16="http://schemas.microsoft.com/office/drawing/2014/main" id="{C0292C66-D2BA-29F0-A0D8-D0F8984BA216}"/>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a:extLst>
                  <a:ext uri="{FF2B5EF4-FFF2-40B4-BE49-F238E27FC236}">
                    <a16:creationId xmlns:a16="http://schemas.microsoft.com/office/drawing/2014/main" id="{F494D47D-D468-D433-06F1-BA80694844A0}"/>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a:extLst>
                  <a:ext uri="{FF2B5EF4-FFF2-40B4-BE49-F238E27FC236}">
                    <a16:creationId xmlns:a16="http://schemas.microsoft.com/office/drawing/2014/main" id="{035B1C5C-D9CC-0901-09C1-557BF1E34E78}"/>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a:extLst>
              <a:ext uri="{FF2B5EF4-FFF2-40B4-BE49-F238E27FC236}">
                <a16:creationId xmlns:a16="http://schemas.microsoft.com/office/drawing/2014/main" id="{6FD70E42-82AB-0CDB-D755-4E61493C85D0}"/>
              </a:ext>
            </a:extLst>
          </p:cNvPr>
          <p:cNvGrpSpPr>
            <a:grpSpLocks/>
          </p:cNvGrpSpPr>
          <p:nvPr/>
        </p:nvGrpSpPr>
        <p:grpSpPr bwMode="auto">
          <a:xfrm>
            <a:off x="2077157" y="2886503"/>
            <a:ext cx="238398" cy="426132"/>
            <a:chOff x="4608" y="700"/>
            <a:chExt cx="306" cy="553"/>
          </a:xfrm>
        </p:grpSpPr>
        <p:grpSp>
          <p:nvGrpSpPr>
            <p:cNvPr id="153" name="Group 165">
              <a:extLst>
                <a:ext uri="{FF2B5EF4-FFF2-40B4-BE49-F238E27FC236}">
                  <a16:creationId xmlns:a16="http://schemas.microsoft.com/office/drawing/2014/main" id="{4A98B179-F3A2-8174-A68F-28103A7BF6FA}"/>
                </a:ext>
              </a:extLst>
            </p:cNvPr>
            <p:cNvGrpSpPr>
              <a:grpSpLocks/>
            </p:cNvGrpSpPr>
            <p:nvPr/>
          </p:nvGrpSpPr>
          <p:grpSpPr bwMode="auto">
            <a:xfrm>
              <a:off x="4694" y="784"/>
              <a:ext cx="134" cy="469"/>
              <a:chOff x="4740" y="784"/>
              <a:chExt cx="88" cy="692"/>
            </a:xfrm>
          </p:grpSpPr>
          <p:sp>
            <p:nvSpPr>
              <p:cNvPr id="161" name="Line 166">
                <a:extLst>
                  <a:ext uri="{FF2B5EF4-FFF2-40B4-BE49-F238E27FC236}">
                    <a16:creationId xmlns:a16="http://schemas.microsoft.com/office/drawing/2014/main" id="{5D810B2E-895D-67AD-0978-794908D3D489}"/>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a:extLst>
                  <a:ext uri="{FF2B5EF4-FFF2-40B4-BE49-F238E27FC236}">
                    <a16:creationId xmlns:a16="http://schemas.microsoft.com/office/drawing/2014/main" id="{5F837989-7ED7-D91A-C90D-FFA74CE38804}"/>
                  </a:ext>
                </a:extLst>
              </p:cNvPr>
              <p:cNvGrpSpPr>
                <a:grpSpLocks/>
              </p:cNvGrpSpPr>
              <p:nvPr/>
            </p:nvGrpSpPr>
            <p:grpSpPr bwMode="auto">
              <a:xfrm>
                <a:off x="4740" y="784"/>
                <a:ext cx="88" cy="692"/>
                <a:chOff x="4740" y="784"/>
                <a:chExt cx="88" cy="692"/>
              </a:xfrm>
            </p:grpSpPr>
            <p:sp>
              <p:nvSpPr>
                <p:cNvPr id="163" name="Line 168">
                  <a:extLst>
                    <a:ext uri="{FF2B5EF4-FFF2-40B4-BE49-F238E27FC236}">
                      <a16:creationId xmlns:a16="http://schemas.microsoft.com/office/drawing/2014/main" id="{9765BA07-8979-EAD4-795F-FD1F7C050BE9}"/>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a:extLst>
                    <a:ext uri="{FF2B5EF4-FFF2-40B4-BE49-F238E27FC236}">
                      <a16:creationId xmlns:a16="http://schemas.microsoft.com/office/drawing/2014/main" id="{FB5EF5D9-5A78-9537-C300-6599E058FE7F}"/>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a:extLst>
                    <a:ext uri="{FF2B5EF4-FFF2-40B4-BE49-F238E27FC236}">
                      <a16:creationId xmlns:a16="http://schemas.microsoft.com/office/drawing/2014/main" id="{5338FD7F-B28E-C887-EB0A-741E1694C67D}"/>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a:extLst>
                    <a:ext uri="{FF2B5EF4-FFF2-40B4-BE49-F238E27FC236}">
                      <a16:creationId xmlns:a16="http://schemas.microsoft.com/office/drawing/2014/main" id="{B1C41C8C-080F-922C-4EE4-DA1B1F2FD793}"/>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a:extLst>
                    <a:ext uri="{FF2B5EF4-FFF2-40B4-BE49-F238E27FC236}">
                      <a16:creationId xmlns:a16="http://schemas.microsoft.com/office/drawing/2014/main" id="{4D886322-60B2-BDE4-D167-EBED55035D43}"/>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a:extLst>
                    <a:ext uri="{FF2B5EF4-FFF2-40B4-BE49-F238E27FC236}">
                      <a16:creationId xmlns:a16="http://schemas.microsoft.com/office/drawing/2014/main" id="{FB24BF24-9AB8-E8AB-46D4-71812D969EF3}"/>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a:extLst>
                    <a:ext uri="{FF2B5EF4-FFF2-40B4-BE49-F238E27FC236}">
                      <a16:creationId xmlns:a16="http://schemas.microsoft.com/office/drawing/2014/main" id="{E86DD880-E776-F596-7249-1D2832B46F86}"/>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a:extLst>
                    <a:ext uri="{FF2B5EF4-FFF2-40B4-BE49-F238E27FC236}">
                      <a16:creationId xmlns:a16="http://schemas.microsoft.com/office/drawing/2014/main" id="{8A59EBA9-DA00-3509-5ED4-890A3E49975A}"/>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a:extLst>
                    <a:ext uri="{FF2B5EF4-FFF2-40B4-BE49-F238E27FC236}">
                      <a16:creationId xmlns:a16="http://schemas.microsoft.com/office/drawing/2014/main" id="{3ADCBD63-C147-8A1B-713B-4C6B5D2EC8AF}"/>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a:extLst>
                    <a:ext uri="{FF2B5EF4-FFF2-40B4-BE49-F238E27FC236}">
                      <a16:creationId xmlns:a16="http://schemas.microsoft.com/office/drawing/2014/main" id="{6D1691E6-AF6A-6CE0-5D52-AF73599DD5A4}"/>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a:extLst>
                    <a:ext uri="{FF2B5EF4-FFF2-40B4-BE49-F238E27FC236}">
                      <a16:creationId xmlns:a16="http://schemas.microsoft.com/office/drawing/2014/main" id="{2AFC1822-5668-D425-17B2-E82FDBB645A7}"/>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a:extLst>
                    <a:ext uri="{FF2B5EF4-FFF2-40B4-BE49-F238E27FC236}">
                      <a16:creationId xmlns:a16="http://schemas.microsoft.com/office/drawing/2014/main" id="{2A6EC198-2E2F-0F0E-8A1A-E453AF7A13A8}"/>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a:extLst>
                    <a:ext uri="{FF2B5EF4-FFF2-40B4-BE49-F238E27FC236}">
                      <a16:creationId xmlns:a16="http://schemas.microsoft.com/office/drawing/2014/main" id="{573302BB-C9D5-5B5C-BAAE-1106308267B9}"/>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a:extLst>
                    <a:ext uri="{FF2B5EF4-FFF2-40B4-BE49-F238E27FC236}">
                      <a16:creationId xmlns:a16="http://schemas.microsoft.com/office/drawing/2014/main" id="{9EE33DCA-A1D7-8FF9-B731-BD525783066E}"/>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a:extLst>
                <a:ext uri="{FF2B5EF4-FFF2-40B4-BE49-F238E27FC236}">
                  <a16:creationId xmlns:a16="http://schemas.microsoft.com/office/drawing/2014/main" id="{5B1176DF-E952-2EAB-7156-DB72218A2DB2}"/>
                </a:ext>
              </a:extLst>
            </p:cNvPr>
            <p:cNvGrpSpPr>
              <a:grpSpLocks/>
            </p:cNvGrpSpPr>
            <p:nvPr/>
          </p:nvGrpSpPr>
          <p:grpSpPr bwMode="auto">
            <a:xfrm>
              <a:off x="4608" y="700"/>
              <a:ext cx="306" cy="90"/>
              <a:chOff x="748" y="2251"/>
              <a:chExt cx="306" cy="90"/>
            </a:xfrm>
          </p:grpSpPr>
          <p:sp>
            <p:nvSpPr>
              <p:cNvPr id="155" name="AutoShape 183">
                <a:extLst>
                  <a:ext uri="{FF2B5EF4-FFF2-40B4-BE49-F238E27FC236}">
                    <a16:creationId xmlns:a16="http://schemas.microsoft.com/office/drawing/2014/main" id="{1E7D805F-7FC5-941F-D13C-E70BD2653BE6}"/>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a:extLst>
                  <a:ext uri="{FF2B5EF4-FFF2-40B4-BE49-F238E27FC236}">
                    <a16:creationId xmlns:a16="http://schemas.microsoft.com/office/drawing/2014/main" id="{184E7C15-B68A-14E2-4FE9-FE09376E9624}"/>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a:extLst>
                  <a:ext uri="{FF2B5EF4-FFF2-40B4-BE49-F238E27FC236}">
                    <a16:creationId xmlns:a16="http://schemas.microsoft.com/office/drawing/2014/main" id="{70094B58-D27E-9ABB-50AC-8289974FDFE0}"/>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a:extLst>
                  <a:ext uri="{FF2B5EF4-FFF2-40B4-BE49-F238E27FC236}">
                    <a16:creationId xmlns:a16="http://schemas.microsoft.com/office/drawing/2014/main" id="{3E904792-B665-51EB-620C-28093DFFC1E0}"/>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a:extLst>
                  <a:ext uri="{FF2B5EF4-FFF2-40B4-BE49-F238E27FC236}">
                    <a16:creationId xmlns:a16="http://schemas.microsoft.com/office/drawing/2014/main" id="{6128FC12-F87B-B105-871F-BDA5B7C31713}"/>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a:extLst>
                  <a:ext uri="{FF2B5EF4-FFF2-40B4-BE49-F238E27FC236}">
                    <a16:creationId xmlns:a16="http://schemas.microsoft.com/office/drawing/2014/main" id="{12473735-B4A9-E768-7A2F-5035CA3D710E}"/>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a:extLst>
              <a:ext uri="{FF2B5EF4-FFF2-40B4-BE49-F238E27FC236}">
                <a16:creationId xmlns:a16="http://schemas.microsoft.com/office/drawing/2014/main" id="{4BAAFC0B-DADF-F889-4444-2A13D6C477E2}"/>
              </a:ext>
            </a:extLst>
          </p:cNvPr>
          <p:cNvGrpSpPr>
            <a:grpSpLocks/>
          </p:cNvGrpSpPr>
          <p:nvPr/>
        </p:nvGrpSpPr>
        <p:grpSpPr bwMode="auto">
          <a:xfrm>
            <a:off x="2555270" y="2582315"/>
            <a:ext cx="238399" cy="426132"/>
            <a:chOff x="4608" y="700"/>
            <a:chExt cx="306" cy="553"/>
          </a:xfrm>
        </p:grpSpPr>
        <p:grpSp>
          <p:nvGrpSpPr>
            <p:cNvPr id="178" name="Group 215">
              <a:extLst>
                <a:ext uri="{FF2B5EF4-FFF2-40B4-BE49-F238E27FC236}">
                  <a16:creationId xmlns:a16="http://schemas.microsoft.com/office/drawing/2014/main" id="{81505C58-8E32-EF12-77EF-AF1532139B3A}"/>
                </a:ext>
              </a:extLst>
            </p:cNvPr>
            <p:cNvGrpSpPr>
              <a:grpSpLocks/>
            </p:cNvGrpSpPr>
            <p:nvPr/>
          </p:nvGrpSpPr>
          <p:grpSpPr bwMode="auto">
            <a:xfrm>
              <a:off x="4694" y="784"/>
              <a:ext cx="134" cy="469"/>
              <a:chOff x="4740" y="784"/>
              <a:chExt cx="88" cy="692"/>
            </a:xfrm>
          </p:grpSpPr>
          <p:sp>
            <p:nvSpPr>
              <p:cNvPr id="186" name="Line 216">
                <a:extLst>
                  <a:ext uri="{FF2B5EF4-FFF2-40B4-BE49-F238E27FC236}">
                    <a16:creationId xmlns:a16="http://schemas.microsoft.com/office/drawing/2014/main" id="{F4B1B5C6-95EC-6E2F-A23E-024F8A4834EB}"/>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a:extLst>
                  <a:ext uri="{FF2B5EF4-FFF2-40B4-BE49-F238E27FC236}">
                    <a16:creationId xmlns:a16="http://schemas.microsoft.com/office/drawing/2014/main" id="{F3890664-EBD9-365F-98E7-BA2F8FF80F2D}"/>
                  </a:ext>
                </a:extLst>
              </p:cNvPr>
              <p:cNvGrpSpPr>
                <a:grpSpLocks/>
              </p:cNvGrpSpPr>
              <p:nvPr/>
            </p:nvGrpSpPr>
            <p:grpSpPr bwMode="auto">
              <a:xfrm>
                <a:off x="4740" y="784"/>
                <a:ext cx="88" cy="692"/>
                <a:chOff x="4740" y="784"/>
                <a:chExt cx="88" cy="692"/>
              </a:xfrm>
            </p:grpSpPr>
            <p:sp>
              <p:nvSpPr>
                <p:cNvPr id="188" name="Line 218">
                  <a:extLst>
                    <a:ext uri="{FF2B5EF4-FFF2-40B4-BE49-F238E27FC236}">
                      <a16:creationId xmlns:a16="http://schemas.microsoft.com/office/drawing/2014/main" id="{68F40D79-0993-CAFE-415E-81F730501821}"/>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a:extLst>
                    <a:ext uri="{FF2B5EF4-FFF2-40B4-BE49-F238E27FC236}">
                      <a16:creationId xmlns:a16="http://schemas.microsoft.com/office/drawing/2014/main" id="{2D5537F5-EE29-508D-0B0F-1B3F698B2B70}"/>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a:extLst>
                    <a:ext uri="{FF2B5EF4-FFF2-40B4-BE49-F238E27FC236}">
                      <a16:creationId xmlns:a16="http://schemas.microsoft.com/office/drawing/2014/main" id="{A5756FD8-42DE-345E-57E4-27864F86B1A8}"/>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a:extLst>
                    <a:ext uri="{FF2B5EF4-FFF2-40B4-BE49-F238E27FC236}">
                      <a16:creationId xmlns:a16="http://schemas.microsoft.com/office/drawing/2014/main" id="{721098B5-E0D8-37EC-E081-243A34D11E11}"/>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a:extLst>
                    <a:ext uri="{FF2B5EF4-FFF2-40B4-BE49-F238E27FC236}">
                      <a16:creationId xmlns:a16="http://schemas.microsoft.com/office/drawing/2014/main" id="{30A39D73-2C33-ABC4-3C9A-6368E43F027D}"/>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a:extLst>
                    <a:ext uri="{FF2B5EF4-FFF2-40B4-BE49-F238E27FC236}">
                      <a16:creationId xmlns:a16="http://schemas.microsoft.com/office/drawing/2014/main" id="{2FE7E61B-096D-3D6B-8B32-9CC0614C9882}"/>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a:extLst>
                    <a:ext uri="{FF2B5EF4-FFF2-40B4-BE49-F238E27FC236}">
                      <a16:creationId xmlns:a16="http://schemas.microsoft.com/office/drawing/2014/main" id="{AC6C5235-FCAC-4476-7AF5-AC6E7E03FA27}"/>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a:extLst>
                    <a:ext uri="{FF2B5EF4-FFF2-40B4-BE49-F238E27FC236}">
                      <a16:creationId xmlns:a16="http://schemas.microsoft.com/office/drawing/2014/main" id="{B4A8EFA8-555F-50D3-7FE8-F87A3E40B73A}"/>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a:extLst>
                    <a:ext uri="{FF2B5EF4-FFF2-40B4-BE49-F238E27FC236}">
                      <a16:creationId xmlns:a16="http://schemas.microsoft.com/office/drawing/2014/main" id="{B10A3AA6-170F-2500-DC51-F6BED4367DEA}"/>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a:extLst>
                    <a:ext uri="{FF2B5EF4-FFF2-40B4-BE49-F238E27FC236}">
                      <a16:creationId xmlns:a16="http://schemas.microsoft.com/office/drawing/2014/main" id="{99DD7B91-A9E5-0656-4370-077AFBEB6050}"/>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a:extLst>
                    <a:ext uri="{FF2B5EF4-FFF2-40B4-BE49-F238E27FC236}">
                      <a16:creationId xmlns:a16="http://schemas.microsoft.com/office/drawing/2014/main" id="{F791F029-B819-24D7-D549-874E26CA08A0}"/>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a:extLst>
                    <a:ext uri="{FF2B5EF4-FFF2-40B4-BE49-F238E27FC236}">
                      <a16:creationId xmlns:a16="http://schemas.microsoft.com/office/drawing/2014/main" id="{822A30CD-A719-4400-8B87-4CC20CC89DCB}"/>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a:extLst>
                    <a:ext uri="{FF2B5EF4-FFF2-40B4-BE49-F238E27FC236}">
                      <a16:creationId xmlns:a16="http://schemas.microsoft.com/office/drawing/2014/main" id="{EE778539-C447-D2BA-20EC-50E9BF5D5B06}"/>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a:extLst>
                    <a:ext uri="{FF2B5EF4-FFF2-40B4-BE49-F238E27FC236}">
                      <a16:creationId xmlns:a16="http://schemas.microsoft.com/office/drawing/2014/main" id="{DE4FB829-1C0F-F339-1CEF-9FBAC93BE24C}"/>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a:extLst>
                <a:ext uri="{FF2B5EF4-FFF2-40B4-BE49-F238E27FC236}">
                  <a16:creationId xmlns:a16="http://schemas.microsoft.com/office/drawing/2014/main" id="{94105169-6B3E-372E-3262-2BF5E3045074}"/>
                </a:ext>
              </a:extLst>
            </p:cNvPr>
            <p:cNvGrpSpPr>
              <a:grpSpLocks/>
            </p:cNvGrpSpPr>
            <p:nvPr/>
          </p:nvGrpSpPr>
          <p:grpSpPr bwMode="auto">
            <a:xfrm>
              <a:off x="4608" y="700"/>
              <a:ext cx="306" cy="90"/>
              <a:chOff x="748" y="2251"/>
              <a:chExt cx="306" cy="90"/>
            </a:xfrm>
          </p:grpSpPr>
          <p:sp>
            <p:nvSpPr>
              <p:cNvPr id="180" name="AutoShape 233">
                <a:extLst>
                  <a:ext uri="{FF2B5EF4-FFF2-40B4-BE49-F238E27FC236}">
                    <a16:creationId xmlns:a16="http://schemas.microsoft.com/office/drawing/2014/main" id="{DAD9A707-E494-B59C-8301-922336E53E2D}"/>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a:extLst>
                  <a:ext uri="{FF2B5EF4-FFF2-40B4-BE49-F238E27FC236}">
                    <a16:creationId xmlns:a16="http://schemas.microsoft.com/office/drawing/2014/main" id="{4996381D-38BD-4505-AB31-4AA49A434FF3}"/>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a:extLst>
                  <a:ext uri="{FF2B5EF4-FFF2-40B4-BE49-F238E27FC236}">
                    <a16:creationId xmlns:a16="http://schemas.microsoft.com/office/drawing/2014/main" id="{260A0723-6544-2722-C5FB-32DB7F0C95AB}"/>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a:extLst>
                  <a:ext uri="{FF2B5EF4-FFF2-40B4-BE49-F238E27FC236}">
                    <a16:creationId xmlns:a16="http://schemas.microsoft.com/office/drawing/2014/main" id="{45A5BA62-4090-EB58-EE44-91A643269201}"/>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a:extLst>
                  <a:ext uri="{FF2B5EF4-FFF2-40B4-BE49-F238E27FC236}">
                    <a16:creationId xmlns:a16="http://schemas.microsoft.com/office/drawing/2014/main" id="{61E2170C-6AE8-081A-DD0E-8E3F8721EFFC}"/>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a:extLst>
                  <a:ext uri="{FF2B5EF4-FFF2-40B4-BE49-F238E27FC236}">
                    <a16:creationId xmlns:a16="http://schemas.microsoft.com/office/drawing/2014/main" id="{B9882AA3-00FD-7EF4-E7F3-24220EA95150}"/>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a:extLst>
              <a:ext uri="{FF2B5EF4-FFF2-40B4-BE49-F238E27FC236}">
                <a16:creationId xmlns:a16="http://schemas.microsoft.com/office/drawing/2014/main" id="{8F498D4D-24E1-E677-9E53-27749C8CD387}"/>
              </a:ext>
            </a:extLst>
          </p:cNvPr>
          <p:cNvGrpSpPr>
            <a:grpSpLocks/>
          </p:cNvGrpSpPr>
          <p:nvPr/>
        </p:nvGrpSpPr>
        <p:grpSpPr bwMode="auto">
          <a:xfrm>
            <a:off x="1388304" y="2152163"/>
            <a:ext cx="169909" cy="352430"/>
            <a:chOff x="4186" y="1736"/>
            <a:chExt cx="229" cy="461"/>
          </a:xfrm>
        </p:grpSpPr>
        <p:pic>
          <p:nvPicPr>
            <p:cNvPr id="203" name="Picture 5" descr="icon-mobile-phone">
              <a:extLst>
                <a:ext uri="{FF2B5EF4-FFF2-40B4-BE49-F238E27FC236}">
                  <a16:creationId xmlns:a16="http://schemas.microsoft.com/office/drawing/2014/main" id="{5910274A-CCE7-EBDC-B1E3-A27E9088192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a:extLst>
                <a:ext uri="{FF2B5EF4-FFF2-40B4-BE49-F238E27FC236}">
                  <a16:creationId xmlns:a16="http://schemas.microsoft.com/office/drawing/2014/main" id="{06FCE3A2-EBB1-83C9-C737-5F3F3953F5C9}"/>
                </a:ext>
              </a:extLst>
            </p:cNvPr>
            <p:cNvGrpSpPr>
              <a:grpSpLocks/>
            </p:cNvGrpSpPr>
            <p:nvPr/>
          </p:nvGrpSpPr>
          <p:grpSpPr bwMode="auto">
            <a:xfrm>
              <a:off x="4186" y="1736"/>
              <a:ext cx="198" cy="79"/>
              <a:chOff x="4513" y="1707"/>
              <a:chExt cx="198" cy="177"/>
            </a:xfrm>
          </p:grpSpPr>
          <p:sp>
            <p:nvSpPr>
              <p:cNvPr id="205" name="AutoShape 7">
                <a:extLst>
                  <a:ext uri="{FF2B5EF4-FFF2-40B4-BE49-F238E27FC236}">
                    <a16:creationId xmlns:a16="http://schemas.microsoft.com/office/drawing/2014/main" id="{4F094F43-692F-0F39-8809-8CCD71A44EEE}"/>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a:extLst>
                  <a:ext uri="{FF2B5EF4-FFF2-40B4-BE49-F238E27FC236}">
                    <a16:creationId xmlns:a16="http://schemas.microsoft.com/office/drawing/2014/main" id="{25FB9916-08AF-4EC8-754A-07E985FC53CE}"/>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a:extLst>
                  <a:ext uri="{FF2B5EF4-FFF2-40B4-BE49-F238E27FC236}">
                    <a16:creationId xmlns:a16="http://schemas.microsoft.com/office/drawing/2014/main" id="{62120D72-E388-1B3B-0F43-8D439E7D739B}"/>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a:extLst>
              <a:ext uri="{FF2B5EF4-FFF2-40B4-BE49-F238E27FC236}">
                <a16:creationId xmlns:a16="http://schemas.microsoft.com/office/drawing/2014/main" id="{0F0F52DD-9A18-96BD-CA3D-CD3B446009F7}"/>
              </a:ext>
            </a:extLst>
          </p:cNvPr>
          <p:cNvGrpSpPr>
            <a:grpSpLocks/>
          </p:cNvGrpSpPr>
          <p:nvPr/>
        </p:nvGrpSpPr>
        <p:grpSpPr bwMode="auto">
          <a:xfrm>
            <a:off x="2376142" y="2217825"/>
            <a:ext cx="169909" cy="352429"/>
            <a:chOff x="4186" y="1736"/>
            <a:chExt cx="229" cy="461"/>
          </a:xfrm>
        </p:grpSpPr>
        <p:pic>
          <p:nvPicPr>
            <p:cNvPr id="209" name="Picture 390" descr="icon-mobile-phone">
              <a:extLst>
                <a:ext uri="{FF2B5EF4-FFF2-40B4-BE49-F238E27FC236}">
                  <a16:creationId xmlns:a16="http://schemas.microsoft.com/office/drawing/2014/main" id="{467F5A97-E790-ABFF-A5AE-C9C32CDDDD6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a:extLst>
                <a:ext uri="{FF2B5EF4-FFF2-40B4-BE49-F238E27FC236}">
                  <a16:creationId xmlns:a16="http://schemas.microsoft.com/office/drawing/2014/main" id="{F7D31FC5-77D8-11A5-636B-05DE49BDED35}"/>
                </a:ext>
              </a:extLst>
            </p:cNvPr>
            <p:cNvGrpSpPr>
              <a:grpSpLocks/>
            </p:cNvGrpSpPr>
            <p:nvPr/>
          </p:nvGrpSpPr>
          <p:grpSpPr bwMode="auto">
            <a:xfrm>
              <a:off x="4186" y="1736"/>
              <a:ext cx="198" cy="79"/>
              <a:chOff x="4513" y="1707"/>
              <a:chExt cx="198" cy="177"/>
            </a:xfrm>
          </p:grpSpPr>
          <p:sp>
            <p:nvSpPr>
              <p:cNvPr id="211" name="AutoShape 392">
                <a:extLst>
                  <a:ext uri="{FF2B5EF4-FFF2-40B4-BE49-F238E27FC236}">
                    <a16:creationId xmlns:a16="http://schemas.microsoft.com/office/drawing/2014/main" id="{1C2C4572-F3AD-F4D1-E24D-DC882B2D6FC7}"/>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a:extLst>
                  <a:ext uri="{FF2B5EF4-FFF2-40B4-BE49-F238E27FC236}">
                    <a16:creationId xmlns:a16="http://schemas.microsoft.com/office/drawing/2014/main" id="{0A6CC9AC-B7C5-6B21-91F7-89F08CF915A9}"/>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a:extLst>
                  <a:ext uri="{FF2B5EF4-FFF2-40B4-BE49-F238E27FC236}">
                    <a16:creationId xmlns:a16="http://schemas.microsoft.com/office/drawing/2014/main" id="{B5587C44-ED0C-8D2C-0FA6-4E4D7137D8B1}"/>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a:extLst>
              <a:ext uri="{FF2B5EF4-FFF2-40B4-BE49-F238E27FC236}">
                <a16:creationId xmlns:a16="http://schemas.microsoft.com/office/drawing/2014/main" id="{F83146D0-85D2-D1C0-6126-2E802314B433}"/>
              </a:ext>
            </a:extLst>
          </p:cNvPr>
          <p:cNvGrpSpPr>
            <a:grpSpLocks/>
          </p:cNvGrpSpPr>
          <p:nvPr/>
        </p:nvGrpSpPr>
        <p:grpSpPr bwMode="auto">
          <a:xfrm>
            <a:off x="1898029" y="1913636"/>
            <a:ext cx="169908" cy="352430"/>
            <a:chOff x="4186" y="1736"/>
            <a:chExt cx="229" cy="461"/>
          </a:xfrm>
        </p:grpSpPr>
        <p:pic>
          <p:nvPicPr>
            <p:cNvPr id="215" name="Picture 396" descr="icon-mobile-phone">
              <a:extLst>
                <a:ext uri="{FF2B5EF4-FFF2-40B4-BE49-F238E27FC236}">
                  <a16:creationId xmlns:a16="http://schemas.microsoft.com/office/drawing/2014/main" id="{83E86D0D-9100-82FC-234B-EF90C4A9FE1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a:extLst>
                <a:ext uri="{FF2B5EF4-FFF2-40B4-BE49-F238E27FC236}">
                  <a16:creationId xmlns:a16="http://schemas.microsoft.com/office/drawing/2014/main" id="{4CD72F77-02A1-E744-5EBA-E62F48A9E408}"/>
                </a:ext>
              </a:extLst>
            </p:cNvPr>
            <p:cNvGrpSpPr>
              <a:grpSpLocks/>
            </p:cNvGrpSpPr>
            <p:nvPr/>
          </p:nvGrpSpPr>
          <p:grpSpPr bwMode="auto">
            <a:xfrm>
              <a:off x="4186" y="1736"/>
              <a:ext cx="198" cy="79"/>
              <a:chOff x="4513" y="1707"/>
              <a:chExt cx="198" cy="177"/>
            </a:xfrm>
          </p:grpSpPr>
          <p:sp>
            <p:nvSpPr>
              <p:cNvPr id="217" name="AutoShape 398">
                <a:extLst>
                  <a:ext uri="{FF2B5EF4-FFF2-40B4-BE49-F238E27FC236}">
                    <a16:creationId xmlns:a16="http://schemas.microsoft.com/office/drawing/2014/main" id="{FBDF150F-3D58-6E7F-3199-D6B26ECF5CA2}"/>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a:extLst>
                  <a:ext uri="{FF2B5EF4-FFF2-40B4-BE49-F238E27FC236}">
                    <a16:creationId xmlns:a16="http://schemas.microsoft.com/office/drawing/2014/main" id="{1025E8DC-69EB-3A26-7D24-35106A7F6E41}"/>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a:extLst>
                  <a:ext uri="{FF2B5EF4-FFF2-40B4-BE49-F238E27FC236}">
                    <a16:creationId xmlns:a16="http://schemas.microsoft.com/office/drawing/2014/main" id="{4D89F17B-BCE6-1DF0-60C2-0D689AF7D366}"/>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a:extLst>
              <a:ext uri="{FF2B5EF4-FFF2-40B4-BE49-F238E27FC236}">
                <a16:creationId xmlns:a16="http://schemas.microsoft.com/office/drawing/2014/main" id="{D800CD6C-040A-7CFD-D401-DEFFBF43D509}"/>
              </a:ext>
            </a:extLst>
          </p:cNvPr>
          <p:cNvGrpSpPr>
            <a:grpSpLocks/>
          </p:cNvGrpSpPr>
          <p:nvPr/>
        </p:nvGrpSpPr>
        <p:grpSpPr bwMode="auto">
          <a:xfrm>
            <a:off x="1419915" y="2704258"/>
            <a:ext cx="169909" cy="352430"/>
            <a:chOff x="4186" y="1736"/>
            <a:chExt cx="229" cy="461"/>
          </a:xfrm>
        </p:grpSpPr>
        <p:pic>
          <p:nvPicPr>
            <p:cNvPr id="221" name="Picture 402" descr="icon-mobile-phone">
              <a:extLst>
                <a:ext uri="{FF2B5EF4-FFF2-40B4-BE49-F238E27FC236}">
                  <a16:creationId xmlns:a16="http://schemas.microsoft.com/office/drawing/2014/main" id="{AC4BEA26-0225-9C3E-DEE0-F5770FADF98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a:extLst>
                <a:ext uri="{FF2B5EF4-FFF2-40B4-BE49-F238E27FC236}">
                  <a16:creationId xmlns:a16="http://schemas.microsoft.com/office/drawing/2014/main" id="{0685E92F-5230-D8D6-12A8-E946BDB9CD09}"/>
                </a:ext>
              </a:extLst>
            </p:cNvPr>
            <p:cNvGrpSpPr>
              <a:grpSpLocks/>
            </p:cNvGrpSpPr>
            <p:nvPr/>
          </p:nvGrpSpPr>
          <p:grpSpPr bwMode="auto">
            <a:xfrm>
              <a:off x="4186" y="1736"/>
              <a:ext cx="198" cy="79"/>
              <a:chOff x="4513" y="1707"/>
              <a:chExt cx="198" cy="177"/>
            </a:xfrm>
          </p:grpSpPr>
          <p:sp>
            <p:nvSpPr>
              <p:cNvPr id="223" name="AutoShape 404">
                <a:extLst>
                  <a:ext uri="{FF2B5EF4-FFF2-40B4-BE49-F238E27FC236}">
                    <a16:creationId xmlns:a16="http://schemas.microsoft.com/office/drawing/2014/main" id="{C79884F3-55FB-F30C-3F4A-D8252BAD9660}"/>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a:extLst>
                  <a:ext uri="{FF2B5EF4-FFF2-40B4-BE49-F238E27FC236}">
                    <a16:creationId xmlns:a16="http://schemas.microsoft.com/office/drawing/2014/main" id="{29AEB228-4F1E-6BF8-D3D4-70D0F4F13CD2}"/>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a:extLst>
                  <a:ext uri="{FF2B5EF4-FFF2-40B4-BE49-F238E27FC236}">
                    <a16:creationId xmlns:a16="http://schemas.microsoft.com/office/drawing/2014/main" id="{67F27C31-D671-D594-2325-096A80E13396}"/>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a:extLst>
              <a:ext uri="{FF2B5EF4-FFF2-40B4-BE49-F238E27FC236}">
                <a16:creationId xmlns:a16="http://schemas.microsoft.com/office/drawing/2014/main" id="{1D4E2E54-803F-0C44-4AC1-43F55A7C9CF0}"/>
              </a:ext>
            </a:extLst>
          </p:cNvPr>
          <p:cNvGrpSpPr>
            <a:grpSpLocks/>
          </p:cNvGrpSpPr>
          <p:nvPr/>
        </p:nvGrpSpPr>
        <p:grpSpPr bwMode="auto">
          <a:xfrm>
            <a:off x="1898029" y="2400070"/>
            <a:ext cx="169908" cy="352429"/>
            <a:chOff x="4186" y="1736"/>
            <a:chExt cx="229" cy="461"/>
          </a:xfrm>
        </p:grpSpPr>
        <p:pic>
          <p:nvPicPr>
            <p:cNvPr id="227" name="Picture 408" descr="icon-mobile-phone">
              <a:extLst>
                <a:ext uri="{FF2B5EF4-FFF2-40B4-BE49-F238E27FC236}">
                  <a16:creationId xmlns:a16="http://schemas.microsoft.com/office/drawing/2014/main" id="{42633CEE-475D-D1F7-CBC5-682F0DD6742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a:extLst>
                <a:ext uri="{FF2B5EF4-FFF2-40B4-BE49-F238E27FC236}">
                  <a16:creationId xmlns:a16="http://schemas.microsoft.com/office/drawing/2014/main" id="{DE22E751-69D5-44A6-1BEC-158DF56C1FB7}"/>
                </a:ext>
              </a:extLst>
            </p:cNvPr>
            <p:cNvGrpSpPr>
              <a:grpSpLocks/>
            </p:cNvGrpSpPr>
            <p:nvPr/>
          </p:nvGrpSpPr>
          <p:grpSpPr bwMode="auto">
            <a:xfrm>
              <a:off x="4186" y="1736"/>
              <a:ext cx="198" cy="79"/>
              <a:chOff x="4513" y="1707"/>
              <a:chExt cx="198" cy="177"/>
            </a:xfrm>
          </p:grpSpPr>
          <p:sp>
            <p:nvSpPr>
              <p:cNvPr id="229" name="AutoShape 410">
                <a:extLst>
                  <a:ext uri="{FF2B5EF4-FFF2-40B4-BE49-F238E27FC236}">
                    <a16:creationId xmlns:a16="http://schemas.microsoft.com/office/drawing/2014/main" id="{D530F536-90B7-94B9-133C-D6367FA1CEF0}"/>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a:extLst>
                  <a:ext uri="{FF2B5EF4-FFF2-40B4-BE49-F238E27FC236}">
                    <a16:creationId xmlns:a16="http://schemas.microsoft.com/office/drawing/2014/main" id="{302D2F84-4658-0C81-28BB-FBB571CD67BC}"/>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a:extLst>
                  <a:ext uri="{FF2B5EF4-FFF2-40B4-BE49-F238E27FC236}">
                    <a16:creationId xmlns:a16="http://schemas.microsoft.com/office/drawing/2014/main" id="{EE0E85ED-D35F-5418-1DB9-E6395EB2F2AA}"/>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a:extLst>
              <a:ext uri="{FF2B5EF4-FFF2-40B4-BE49-F238E27FC236}">
                <a16:creationId xmlns:a16="http://schemas.microsoft.com/office/drawing/2014/main" id="{9D347DA9-4F32-4F5F-AD01-BF1AB2CF9857}"/>
              </a:ext>
            </a:extLst>
          </p:cNvPr>
          <p:cNvGrpSpPr>
            <a:grpSpLocks/>
          </p:cNvGrpSpPr>
          <p:nvPr/>
        </p:nvGrpSpPr>
        <p:grpSpPr bwMode="auto">
          <a:xfrm>
            <a:off x="2734398" y="2824861"/>
            <a:ext cx="169909" cy="352430"/>
            <a:chOff x="4186" y="1736"/>
            <a:chExt cx="229" cy="461"/>
          </a:xfrm>
        </p:grpSpPr>
        <p:pic>
          <p:nvPicPr>
            <p:cNvPr id="233" name="Picture 414" descr="icon-mobile-phone">
              <a:extLst>
                <a:ext uri="{FF2B5EF4-FFF2-40B4-BE49-F238E27FC236}">
                  <a16:creationId xmlns:a16="http://schemas.microsoft.com/office/drawing/2014/main" id="{60691853-E9B7-F6FF-1BBA-FFD85CF1032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a:extLst>
                <a:ext uri="{FF2B5EF4-FFF2-40B4-BE49-F238E27FC236}">
                  <a16:creationId xmlns:a16="http://schemas.microsoft.com/office/drawing/2014/main" id="{3F55FCCD-62C5-C842-99D4-439E4321A974}"/>
                </a:ext>
              </a:extLst>
            </p:cNvPr>
            <p:cNvGrpSpPr>
              <a:grpSpLocks/>
            </p:cNvGrpSpPr>
            <p:nvPr/>
          </p:nvGrpSpPr>
          <p:grpSpPr bwMode="auto">
            <a:xfrm>
              <a:off x="4186" y="1736"/>
              <a:ext cx="198" cy="79"/>
              <a:chOff x="4513" y="1707"/>
              <a:chExt cx="198" cy="177"/>
            </a:xfrm>
          </p:grpSpPr>
          <p:sp>
            <p:nvSpPr>
              <p:cNvPr id="235" name="AutoShape 416">
                <a:extLst>
                  <a:ext uri="{FF2B5EF4-FFF2-40B4-BE49-F238E27FC236}">
                    <a16:creationId xmlns:a16="http://schemas.microsoft.com/office/drawing/2014/main" id="{CC3E820E-35A8-C7B6-E40A-276A27E50CFE}"/>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a:extLst>
                  <a:ext uri="{FF2B5EF4-FFF2-40B4-BE49-F238E27FC236}">
                    <a16:creationId xmlns:a16="http://schemas.microsoft.com/office/drawing/2014/main" id="{B4B64D20-06B9-CF24-316B-D82813BD3CFC}"/>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a:extLst>
                  <a:ext uri="{FF2B5EF4-FFF2-40B4-BE49-F238E27FC236}">
                    <a16:creationId xmlns:a16="http://schemas.microsoft.com/office/drawing/2014/main" id="{F928CA6E-1E21-B0EC-7E90-1AB6A570172D}"/>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a:extLst>
              <a:ext uri="{FF2B5EF4-FFF2-40B4-BE49-F238E27FC236}">
                <a16:creationId xmlns:a16="http://schemas.microsoft.com/office/drawing/2014/main" id="{704D4B5D-AB21-0575-11A1-8394867D4824}"/>
              </a:ext>
            </a:extLst>
          </p:cNvPr>
          <p:cNvGrpSpPr>
            <a:grpSpLocks/>
          </p:cNvGrpSpPr>
          <p:nvPr/>
        </p:nvGrpSpPr>
        <p:grpSpPr bwMode="auto">
          <a:xfrm>
            <a:off x="1837441" y="3033907"/>
            <a:ext cx="169908" cy="352430"/>
            <a:chOff x="4186" y="1736"/>
            <a:chExt cx="229" cy="461"/>
          </a:xfrm>
        </p:grpSpPr>
        <p:pic>
          <p:nvPicPr>
            <p:cNvPr id="239" name="Picture 420" descr="icon-mobile-phone">
              <a:extLst>
                <a:ext uri="{FF2B5EF4-FFF2-40B4-BE49-F238E27FC236}">
                  <a16:creationId xmlns:a16="http://schemas.microsoft.com/office/drawing/2014/main" id="{DFAA78CC-AF99-2A2C-E94E-AB9D7A79DCA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a:extLst>
                <a:ext uri="{FF2B5EF4-FFF2-40B4-BE49-F238E27FC236}">
                  <a16:creationId xmlns:a16="http://schemas.microsoft.com/office/drawing/2014/main" id="{E832D195-27B9-DBE3-A988-36CAF7676691}"/>
                </a:ext>
              </a:extLst>
            </p:cNvPr>
            <p:cNvGrpSpPr>
              <a:grpSpLocks/>
            </p:cNvGrpSpPr>
            <p:nvPr/>
          </p:nvGrpSpPr>
          <p:grpSpPr bwMode="auto">
            <a:xfrm>
              <a:off x="4186" y="1736"/>
              <a:ext cx="198" cy="79"/>
              <a:chOff x="4513" y="1707"/>
              <a:chExt cx="198" cy="177"/>
            </a:xfrm>
          </p:grpSpPr>
          <p:sp>
            <p:nvSpPr>
              <p:cNvPr id="241" name="AutoShape 422">
                <a:extLst>
                  <a:ext uri="{FF2B5EF4-FFF2-40B4-BE49-F238E27FC236}">
                    <a16:creationId xmlns:a16="http://schemas.microsoft.com/office/drawing/2014/main" id="{69830E09-84F9-9E3A-B5A8-1B6EB76CAB5B}"/>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a:extLst>
                  <a:ext uri="{FF2B5EF4-FFF2-40B4-BE49-F238E27FC236}">
                    <a16:creationId xmlns:a16="http://schemas.microsoft.com/office/drawing/2014/main" id="{4DEB97A4-A7CC-5E77-A505-95B8AE9E97F2}"/>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a:extLst>
                  <a:ext uri="{FF2B5EF4-FFF2-40B4-BE49-F238E27FC236}">
                    <a16:creationId xmlns:a16="http://schemas.microsoft.com/office/drawing/2014/main" id="{93FF3E4F-B155-3DE2-623F-A9EF9F7971B7}"/>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a:extLst>
              <a:ext uri="{FF2B5EF4-FFF2-40B4-BE49-F238E27FC236}">
                <a16:creationId xmlns:a16="http://schemas.microsoft.com/office/drawing/2014/main" id="{B935A4C0-5661-E5C8-AB99-9204F5FC75CC}"/>
              </a:ext>
            </a:extLst>
          </p:cNvPr>
          <p:cNvGraphicFramePr>
            <a:graphicFrameLocks/>
          </p:cNvGraphicFramePr>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244" name="Object 36">
                        <a:hlinkClick r:id="" action="ppaction://ole?verb=0"/>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a:extLst>
              <a:ext uri="{FF2B5EF4-FFF2-40B4-BE49-F238E27FC236}">
                <a16:creationId xmlns:a16="http://schemas.microsoft.com/office/drawing/2014/main" id="{27CC4257-2BE1-0F0A-C45C-FA21A3C1D23C}"/>
              </a:ext>
            </a:extLst>
          </p:cNvPr>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a:extLst>
              <a:ext uri="{FF2B5EF4-FFF2-40B4-BE49-F238E27FC236}">
                <a16:creationId xmlns:a16="http://schemas.microsoft.com/office/drawing/2014/main" id="{B2E40665-11CC-FEC1-5250-F00C0F9E4599}"/>
              </a:ext>
            </a:extLst>
          </p:cNvPr>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a:extLst>
              <a:ext uri="{FF2B5EF4-FFF2-40B4-BE49-F238E27FC236}">
                <a16:creationId xmlns:a16="http://schemas.microsoft.com/office/drawing/2014/main" id="{E6F1A531-633C-B47D-AB57-0E476BBE17A1}"/>
              </a:ext>
            </a:extLst>
          </p:cNvPr>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a:extLst>
              <a:ext uri="{FF2B5EF4-FFF2-40B4-BE49-F238E27FC236}">
                <a16:creationId xmlns:a16="http://schemas.microsoft.com/office/drawing/2014/main" id="{C7C69F66-B0C4-11B3-4F1A-4B98BF9D76AE}"/>
              </a:ext>
            </a:extLst>
          </p:cNvPr>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a:extLst>
              <a:ext uri="{FF2B5EF4-FFF2-40B4-BE49-F238E27FC236}">
                <a16:creationId xmlns:a16="http://schemas.microsoft.com/office/drawing/2014/main" id="{397059B1-D0EE-0781-8378-0CE08157BAB0}"/>
              </a:ext>
            </a:extLst>
          </p:cNvPr>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a:extLst>
              <a:ext uri="{FF2B5EF4-FFF2-40B4-BE49-F238E27FC236}">
                <a16:creationId xmlns:a16="http://schemas.microsoft.com/office/drawing/2014/main" id="{87241F46-A2DA-3B08-E94F-9BB41E3722DA}"/>
              </a:ext>
            </a:extLst>
          </p:cNvPr>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a:extLst>
              <a:ext uri="{FF2B5EF4-FFF2-40B4-BE49-F238E27FC236}">
                <a16:creationId xmlns:a16="http://schemas.microsoft.com/office/drawing/2014/main" id="{6C31999A-E4C3-D42E-6CE1-08DB191DDBEE}"/>
              </a:ext>
            </a:extLst>
          </p:cNvPr>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a:extLst>
              <a:ext uri="{FF2B5EF4-FFF2-40B4-BE49-F238E27FC236}">
                <a16:creationId xmlns:a16="http://schemas.microsoft.com/office/drawing/2014/main" id="{AD054264-57D4-A1B8-1CDB-09D1D6911DE9}"/>
              </a:ext>
            </a:extLst>
          </p:cNvPr>
          <p:cNvGrpSpPr>
            <a:grpSpLocks/>
          </p:cNvGrpSpPr>
          <p:nvPr/>
        </p:nvGrpSpPr>
        <p:grpSpPr bwMode="auto">
          <a:xfrm>
            <a:off x="2816750" y="1152364"/>
            <a:ext cx="144883" cy="317589"/>
            <a:chOff x="4186" y="1736"/>
            <a:chExt cx="229" cy="461"/>
          </a:xfrm>
        </p:grpSpPr>
        <p:pic>
          <p:nvPicPr>
            <p:cNvPr id="253" name="Picture 500" descr="icon-mobile-phone">
              <a:extLst>
                <a:ext uri="{FF2B5EF4-FFF2-40B4-BE49-F238E27FC236}">
                  <a16:creationId xmlns:a16="http://schemas.microsoft.com/office/drawing/2014/main" id="{4B64FD95-55CF-420F-8E2E-2B151E4FAAB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a:extLst>
                <a:ext uri="{FF2B5EF4-FFF2-40B4-BE49-F238E27FC236}">
                  <a16:creationId xmlns:a16="http://schemas.microsoft.com/office/drawing/2014/main" id="{DC7334C3-C99A-B243-BE12-E246FE0956DE}"/>
                </a:ext>
              </a:extLst>
            </p:cNvPr>
            <p:cNvGrpSpPr>
              <a:grpSpLocks/>
            </p:cNvGrpSpPr>
            <p:nvPr/>
          </p:nvGrpSpPr>
          <p:grpSpPr bwMode="auto">
            <a:xfrm>
              <a:off x="4186" y="1736"/>
              <a:ext cx="198" cy="79"/>
              <a:chOff x="4513" y="1707"/>
              <a:chExt cx="198" cy="177"/>
            </a:xfrm>
          </p:grpSpPr>
          <p:sp>
            <p:nvSpPr>
              <p:cNvPr id="255" name="AutoShape 502">
                <a:extLst>
                  <a:ext uri="{FF2B5EF4-FFF2-40B4-BE49-F238E27FC236}">
                    <a16:creationId xmlns:a16="http://schemas.microsoft.com/office/drawing/2014/main" id="{D818D052-44C1-B7DA-69F2-D0091B370BCF}"/>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a:extLst>
                  <a:ext uri="{FF2B5EF4-FFF2-40B4-BE49-F238E27FC236}">
                    <a16:creationId xmlns:a16="http://schemas.microsoft.com/office/drawing/2014/main" id="{DB734FEC-64C1-5503-030E-62364B3A1D41}"/>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a:extLst>
                  <a:ext uri="{FF2B5EF4-FFF2-40B4-BE49-F238E27FC236}">
                    <a16:creationId xmlns:a16="http://schemas.microsoft.com/office/drawing/2014/main" id="{2B64776A-53A0-89BB-312E-D773884E5EBC}"/>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a:extLst>
              <a:ext uri="{FF2B5EF4-FFF2-40B4-BE49-F238E27FC236}">
                <a16:creationId xmlns:a16="http://schemas.microsoft.com/office/drawing/2014/main" id="{2D857682-C09A-1ED3-BB29-49F9D5BDEF2B}"/>
              </a:ext>
            </a:extLst>
          </p:cNvPr>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BSC/PCU</a:t>
            </a:r>
          </a:p>
        </p:txBody>
      </p:sp>
      <p:sp>
        <p:nvSpPr>
          <p:cNvPr id="259" name="Text Box 511">
            <a:extLst>
              <a:ext uri="{FF2B5EF4-FFF2-40B4-BE49-F238E27FC236}">
                <a16:creationId xmlns:a16="http://schemas.microsoft.com/office/drawing/2014/main" id="{A2A95BCA-BBCF-C793-96A6-3EB9AAA963FE}"/>
              </a:ext>
            </a:extLst>
          </p:cNvPr>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a:extLst>
              <a:ext uri="{FF2B5EF4-FFF2-40B4-BE49-F238E27FC236}">
                <a16:creationId xmlns:a16="http://schemas.microsoft.com/office/drawing/2014/main" id="{4BB0C65C-5695-4969-14AF-5C40FE8C1035}"/>
              </a:ext>
            </a:extLst>
          </p:cNvPr>
          <p:cNvGrpSpPr>
            <a:grpSpLocks/>
          </p:cNvGrpSpPr>
          <p:nvPr/>
        </p:nvGrpSpPr>
        <p:grpSpPr bwMode="auto">
          <a:xfrm>
            <a:off x="2159508" y="1117523"/>
            <a:ext cx="238399" cy="364490"/>
            <a:chOff x="4608" y="700"/>
            <a:chExt cx="306" cy="553"/>
          </a:xfrm>
        </p:grpSpPr>
        <p:grpSp>
          <p:nvGrpSpPr>
            <p:cNvPr id="261" name="Group 513">
              <a:extLst>
                <a:ext uri="{FF2B5EF4-FFF2-40B4-BE49-F238E27FC236}">
                  <a16:creationId xmlns:a16="http://schemas.microsoft.com/office/drawing/2014/main" id="{441D9548-F715-75F3-94A0-240FF8FED55B}"/>
                </a:ext>
              </a:extLst>
            </p:cNvPr>
            <p:cNvGrpSpPr>
              <a:grpSpLocks/>
            </p:cNvGrpSpPr>
            <p:nvPr/>
          </p:nvGrpSpPr>
          <p:grpSpPr bwMode="auto">
            <a:xfrm>
              <a:off x="4694" y="784"/>
              <a:ext cx="134" cy="469"/>
              <a:chOff x="4740" y="784"/>
              <a:chExt cx="88" cy="692"/>
            </a:xfrm>
          </p:grpSpPr>
          <p:sp>
            <p:nvSpPr>
              <p:cNvPr id="269" name="Line 514">
                <a:extLst>
                  <a:ext uri="{FF2B5EF4-FFF2-40B4-BE49-F238E27FC236}">
                    <a16:creationId xmlns:a16="http://schemas.microsoft.com/office/drawing/2014/main" id="{F464C590-D379-9AE6-89F4-3A1D040317E1}"/>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a:extLst>
                  <a:ext uri="{FF2B5EF4-FFF2-40B4-BE49-F238E27FC236}">
                    <a16:creationId xmlns:a16="http://schemas.microsoft.com/office/drawing/2014/main" id="{A6C24C09-719A-BF4C-6354-A7839D5C97A3}"/>
                  </a:ext>
                </a:extLst>
              </p:cNvPr>
              <p:cNvGrpSpPr>
                <a:grpSpLocks/>
              </p:cNvGrpSpPr>
              <p:nvPr/>
            </p:nvGrpSpPr>
            <p:grpSpPr bwMode="auto">
              <a:xfrm>
                <a:off x="4740" y="784"/>
                <a:ext cx="88" cy="692"/>
                <a:chOff x="4740" y="784"/>
                <a:chExt cx="88" cy="692"/>
              </a:xfrm>
            </p:grpSpPr>
            <p:sp>
              <p:nvSpPr>
                <p:cNvPr id="271" name="Line 516">
                  <a:extLst>
                    <a:ext uri="{FF2B5EF4-FFF2-40B4-BE49-F238E27FC236}">
                      <a16:creationId xmlns:a16="http://schemas.microsoft.com/office/drawing/2014/main" id="{00002784-F425-102A-9960-6FDBF83451C6}"/>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a:extLst>
                    <a:ext uri="{FF2B5EF4-FFF2-40B4-BE49-F238E27FC236}">
                      <a16:creationId xmlns:a16="http://schemas.microsoft.com/office/drawing/2014/main" id="{7D301F2F-6E33-7170-2B06-DE463F2801D0}"/>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a:extLst>
                    <a:ext uri="{FF2B5EF4-FFF2-40B4-BE49-F238E27FC236}">
                      <a16:creationId xmlns:a16="http://schemas.microsoft.com/office/drawing/2014/main" id="{B2A202BB-4FA8-60C9-5EC7-98B4EBE5F950}"/>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a:extLst>
                    <a:ext uri="{FF2B5EF4-FFF2-40B4-BE49-F238E27FC236}">
                      <a16:creationId xmlns:a16="http://schemas.microsoft.com/office/drawing/2014/main" id="{63FCE818-1904-2CDD-F524-FF12903EB147}"/>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a:extLst>
                    <a:ext uri="{FF2B5EF4-FFF2-40B4-BE49-F238E27FC236}">
                      <a16:creationId xmlns:a16="http://schemas.microsoft.com/office/drawing/2014/main" id="{2F653197-EB86-A12E-E82B-C666423F2970}"/>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a:extLst>
                    <a:ext uri="{FF2B5EF4-FFF2-40B4-BE49-F238E27FC236}">
                      <a16:creationId xmlns:a16="http://schemas.microsoft.com/office/drawing/2014/main" id="{A9F877D8-EE29-B3C8-818F-DB6EDE267C81}"/>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a:extLst>
                    <a:ext uri="{FF2B5EF4-FFF2-40B4-BE49-F238E27FC236}">
                      <a16:creationId xmlns:a16="http://schemas.microsoft.com/office/drawing/2014/main" id="{5F86977D-81F4-F4AB-33F1-06BBA420ED8A}"/>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a:extLst>
                    <a:ext uri="{FF2B5EF4-FFF2-40B4-BE49-F238E27FC236}">
                      <a16:creationId xmlns:a16="http://schemas.microsoft.com/office/drawing/2014/main" id="{4B4A7EC6-26EB-CA76-276B-DB48C8997555}"/>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a:extLst>
                    <a:ext uri="{FF2B5EF4-FFF2-40B4-BE49-F238E27FC236}">
                      <a16:creationId xmlns:a16="http://schemas.microsoft.com/office/drawing/2014/main" id="{D4A67920-DB68-136B-1253-B5C3A6C4AF22}"/>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a:extLst>
                    <a:ext uri="{FF2B5EF4-FFF2-40B4-BE49-F238E27FC236}">
                      <a16:creationId xmlns:a16="http://schemas.microsoft.com/office/drawing/2014/main" id="{EB91E67F-502B-E4C4-79B6-591818F266E4}"/>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a:extLst>
                    <a:ext uri="{FF2B5EF4-FFF2-40B4-BE49-F238E27FC236}">
                      <a16:creationId xmlns:a16="http://schemas.microsoft.com/office/drawing/2014/main" id="{B63EA44B-DC4D-3617-EB90-793733C6E449}"/>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a:extLst>
                    <a:ext uri="{FF2B5EF4-FFF2-40B4-BE49-F238E27FC236}">
                      <a16:creationId xmlns:a16="http://schemas.microsoft.com/office/drawing/2014/main" id="{8A7CF2EE-2F54-B543-7D10-C006EBBE0003}"/>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a:extLst>
                    <a:ext uri="{FF2B5EF4-FFF2-40B4-BE49-F238E27FC236}">
                      <a16:creationId xmlns:a16="http://schemas.microsoft.com/office/drawing/2014/main" id="{A0539F31-2129-3800-8060-C9E9850B6A4F}"/>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a:extLst>
                    <a:ext uri="{FF2B5EF4-FFF2-40B4-BE49-F238E27FC236}">
                      <a16:creationId xmlns:a16="http://schemas.microsoft.com/office/drawing/2014/main" id="{0134693D-590F-E7C7-D45B-9664A9C3EDFA}"/>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a:extLst>
                <a:ext uri="{FF2B5EF4-FFF2-40B4-BE49-F238E27FC236}">
                  <a16:creationId xmlns:a16="http://schemas.microsoft.com/office/drawing/2014/main" id="{DA4C07EA-7EA2-8EDE-EB9A-62BBA1CBEDB0}"/>
                </a:ext>
              </a:extLst>
            </p:cNvPr>
            <p:cNvGrpSpPr>
              <a:grpSpLocks/>
            </p:cNvGrpSpPr>
            <p:nvPr/>
          </p:nvGrpSpPr>
          <p:grpSpPr bwMode="auto">
            <a:xfrm>
              <a:off x="4608" y="700"/>
              <a:ext cx="306" cy="90"/>
              <a:chOff x="748" y="2251"/>
              <a:chExt cx="306" cy="90"/>
            </a:xfrm>
          </p:grpSpPr>
          <p:sp>
            <p:nvSpPr>
              <p:cNvPr id="263" name="AutoShape 531">
                <a:extLst>
                  <a:ext uri="{FF2B5EF4-FFF2-40B4-BE49-F238E27FC236}">
                    <a16:creationId xmlns:a16="http://schemas.microsoft.com/office/drawing/2014/main" id="{EBFD01D6-21B9-6536-08CF-ECB3902B48CA}"/>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a:extLst>
                  <a:ext uri="{FF2B5EF4-FFF2-40B4-BE49-F238E27FC236}">
                    <a16:creationId xmlns:a16="http://schemas.microsoft.com/office/drawing/2014/main" id="{72F9D849-CFEB-3CF4-DC9F-9276ADB22952}"/>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a:extLst>
                  <a:ext uri="{FF2B5EF4-FFF2-40B4-BE49-F238E27FC236}">
                    <a16:creationId xmlns:a16="http://schemas.microsoft.com/office/drawing/2014/main" id="{037FAEB4-5AF1-3FF2-54D9-05BB5AE203E6}"/>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a:extLst>
                  <a:ext uri="{FF2B5EF4-FFF2-40B4-BE49-F238E27FC236}">
                    <a16:creationId xmlns:a16="http://schemas.microsoft.com/office/drawing/2014/main" id="{55CFB2E9-D4A0-A2E4-795C-8F126C7A9923}"/>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a:extLst>
                  <a:ext uri="{FF2B5EF4-FFF2-40B4-BE49-F238E27FC236}">
                    <a16:creationId xmlns:a16="http://schemas.microsoft.com/office/drawing/2014/main" id="{E2C74C79-A45E-CCF8-3F2A-B0A8CA553603}"/>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a:extLst>
                  <a:ext uri="{FF2B5EF4-FFF2-40B4-BE49-F238E27FC236}">
                    <a16:creationId xmlns:a16="http://schemas.microsoft.com/office/drawing/2014/main" id="{2BDBF376-8976-881A-0FAF-8B6E071A705A}"/>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a:extLst>
              <a:ext uri="{FF2B5EF4-FFF2-40B4-BE49-F238E27FC236}">
                <a16:creationId xmlns:a16="http://schemas.microsoft.com/office/drawing/2014/main" id="{4179E092-CDF6-0D97-C1AC-8E7FEE1FA98F}"/>
              </a:ext>
            </a:extLst>
          </p:cNvPr>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a:extLst>
              <a:ext uri="{FF2B5EF4-FFF2-40B4-BE49-F238E27FC236}">
                <a16:creationId xmlns:a16="http://schemas.microsoft.com/office/drawing/2014/main" id="{89C0E5E0-9CC2-278B-8DEE-BEBED3DD135B}"/>
              </a:ext>
            </a:extLst>
          </p:cNvPr>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a:extLst>
              <a:ext uri="{FF2B5EF4-FFF2-40B4-BE49-F238E27FC236}">
                <a16:creationId xmlns:a16="http://schemas.microsoft.com/office/drawing/2014/main" id="{31A9A485-E742-8ECA-D7C5-F1583A87394C}"/>
              </a:ext>
            </a:extLst>
          </p:cNvPr>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a:extLst>
              <a:ext uri="{FF2B5EF4-FFF2-40B4-BE49-F238E27FC236}">
                <a16:creationId xmlns:a16="http://schemas.microsoft.com/office/drawing/2014/main" id="{42E22075-CE13-3E71-DF47-CE8E9FFDB834}"/>
              </a:ext>
            </a:extLst>
          </p:cNvPr>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a:extLst>
              <a:ext uri="{FF2B5EF4-FFF2-40B4-BE49-F238E27FC236}">
                <a16:creationId xmlns:a16="http://schemas.microsoft.com/office/drawing/2014/main" id="{E9CB77D3-3DA8-EB8E-ECB8-E0BF8B68C42B}"/>
              </a:ext>
            </a:extLst>
          </p:cNvPr>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a:extLst>
              <a:ext uri="{FF2B5EF4-FFF2-40B4-BE49-F238E27FC236}">
                <a16:creationId xmlns:a16="http://schemas.microsoft.com/office/drawing/2014/main" id="{5AEB32B2-D60C-8938-B419-959F5BCC00C7}"/>
              </a:ext>
            </a:extLst>
          </p:cNvPr>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a:extLst>
              <a:ext uri="{FF2B5EF4-FFF2-40B4-BE49-F238E27FC236}">
                <a16:creationId xmlns:a16="http://schemas.microsoft.com/office/drawing/2014/main" id="{37EC1ED2-B6D8-5DE7-4357-B14FC9C8228A}"/>
              </a:ext>
            </a:extLst>
          </p:cNvPr>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a:extLst>
              <a:ext uri="{FF2B5EF4-FFF2-40B4-BE49-F238E27FC236}">
                <a16:creationId xmlns:a16="http://schemas.microsoft.com/office/drawing/2014/main" id="{68C6AC34-7E80-E069-5BCC-3D1F2A0AF148}"/>
              </a:ext>
            </a:extLst>
          </p:cNvPr>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a:extLst>
              <a:ext uri="{FF2B5EF4-FFF2-40B4-BE49-F238E27FC236}">
                <a16:creationId xmlns:a16="http://schemas.microsoft.com/office/drawing/2014/main" id="{E9F68D72-9E33-1451-EC2E-F08951998D85}"/>
              </a:ext>
            </a:extLst>
          </p:cNvPr>
          <p:cNvGraphicFramePr>
            <a:graphicFrameLocks/>
          </p:cNvGraphicFramePr>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327" name="Object 36">
                        <a:hlinkClick r:id="" action="ppaction://ole?verb=0"/>
                      </p:cNvPr>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a:extLst>
              <a:ext uri="{FF2B5EF4-FFF2-40B4-BE49-F238E27FC236}">
                <a16:creationId xmlns:a16="http://schemas.microsoft.com/office/drawing/2014/main" id="{E585AB0B-A039-55F7-4309-F8F484770B52}"/>
              </a:ext>
            </a:extLst>
          </p:cNvPr>
          <p:cNvSpPr txBox="1">
            <a:spLocks noChangeArrowheads="1"/>
          </p:cNvSpPr>
          <p:nvPr/>
        </p:nvSpPr>
        <p:spPr bwMode="auto">
          <a:xfrm>
            <a:off x="4564211" y="1262140"/>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en-US" altLang="zh-CN" sz="1400" b="1" dirty="0">
                <a:solidFill>
                  <a:srgbClr val="C00000"/>
                </a:solidFill>
                <a:latin typeface="微软雅黑" panose="020B0503020204020204" pitchFamily="34" charset="-122"/>
                <a:ea typeface="微软雅黑" panose="020B0503020204020204" pitchFamily="34" charset="-122"/>
              </a:rPr>
              <a:t>GPRS </a:t>
            </a: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a:extLst>
              <a:ext uri="{FF2B5EF4-FFF2-40B4-BE49-F238E27FC236}">
                <a16:creationId xmlns:a16="http://schemas.microsoft.com/office/drawing/2014/main" id="{7147AC83-AF0B-8262-C336-8AB0E87A186E}"/>
              </a:ext>
            </a:extLst>
          </p:cNvPr>
          <p:cNvGrpSpPr/>
          <p:nvPr/>
        </p:nvGrpSpPr>
        <p:grpSpPr>
          <a:xfrm>
            <a:off x="4510006" y="1895386"/>
            <a:ext cx="777000" cy="391050"/>
            <a:chOff x="3131840" y="3539328"/>
            <a:chExt cx="936104" cy="897784"/>
          </a:xfrm>
          <a:solidFill>
            <a:schemeClr val="bg1">
              <a:lumMod val="85000"/>
            </a:schemeClr>
          </a:solidFill>
        </p:grpSpPr>
        <p:sp>
          <p:nvSpPr>
            <p:cNvPr id="14" name="等腰三角形 13">
              <a:extLst>
                <a:ext uri="{FF2B5EF4-FFF2-40B4-BE49-F238E27FC236}">
                  <a16:creationId xmlns:a16="http://schemas.microsoft.com/office/drawing/2014/main" id="{4DBD865B-9577-430E-8EED-09D39C85E7B6}"/>
                </a:ext>
              </a:extLst>
            </p:cNvPr>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a:extLst>
                <a:ext uri="{FF2B5EF4-FFF2-40B4-BE49-F238E27FC236}">
                  <a16:creationId xmlns:a16="http://schemas.microsoft.com/office/drawing/2014/main" id="{EC1C18CC-C325-A8B3-E748-1F0B18147621}"/>
                </a:ext>
              </a:extLst>
            </p:cNvPr>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a:extLst>
              <a:ext uri="{FF2B5EF4-FFF2-40B4-BE49-F238E27FC236}">
                <a16:creationId xmlns:a16="http://schemas.microsoft.com/office/drawing/2014/main" id="{3A54DB64-62F2-0812-8149-947E8F2909CD}"/>
              </a:ext>
            </a:extLst>
          </p:cNvPr>
          <p:cNvGrpSpPr/>
          <p:nvPr/>
        </p:nvGrpSpPr>
        <p:grpSpPr>
          <a:xfrm>
            <a:off x="5586030" y="1895385"/>
            <a:ext cx="809648" cy="395541"/>
            <a:chOff x="3131840" y="3501008"/>
            <a:chExt cx="936104" cy="936104"/>
          </a:xfrm>
          <a:solidFill>
            <a:schemeClr val="bg1">
              <a:lumMod val="85000"/>
            </a:schemeClr>
          </a:solidFill>
        </p:grpSpPr>
        <p:sp>
          <p:nvSpPr>
            <p:cNvPr id="17" name="等腰三角形 16">
              <a:extLst>
                <a:ext uri="{FF2B5EF4-FFF2-40B4-BE49-F238E27FC236}">
                  <a16:creationId xmlns:a16="http://schemas.microsoft.com/office/drawing/2014/main" id="{8D2E4709-AA62-D99A-42E2-3C009E266274}"/>
                </a:ext>
              </a:extLst>
            </p:cNvPr>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a:extLst>
                <a:ext uri="{FF2B5EF4-FFF2-40B4-BE49-F238E27FC236}">
                  <a16:creationId xmlns:a16="http://schemas.microsoft.com/office/drawing/2014/main" id="{F9A91B99-55D8-68B9-11A3-DC526414D379}"/>
                </a:ext>
              </a:extLst>
            </p:cNvPr>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a:extLst>
              <a:ext uri="{FF2B5EF4-FFF2-40B4-BE49-F238E27FC236}">
                <a16:creationId xmlns:a16="http://schemas.microsoft.com/office/drawing/2014/main" id="{AE885FFD-7FD9-A7AC-47E5-DA3A80A7B475}"/>
              </a:ext>
            </a:extLst>
          </p:cNvPr>
          <p:cNvCxnSpPr>
            <a:cxnSpLocks/>
            <a:stCxn id="310" idx="2"/>
          </p:cNvCxnSpPr>
          <p:nvPr/>
        </p:nvCxnSpPr>
        <p:spPr>
          <a:xfrm flipH="1" flipV="1">
            <a:off x="5706546" y="2140035"/>
            <a:ext cx="2358677" cy="2592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a:extLst>
              <a:ext uri="{FF2B5EF4-FFF2-40B4-BE49-F238E27FC236}">
                <a16:creationId xmlns:a16="http://schemas.microsoft.com/office/drawing/2014/main" id="{427434B4-4FCE-FE05-ECFB-59D6A7C063C8}"/>
              </a:ext>
            </a:extLst>
          </p:cNvPr>
          <p:cNvGrpSpPr>
            <a:grpSpLocks/>
          </p:cNvGrpSpPr>
          <p:nvPr/>
        </p:nvGrpSpPr>
        <p:grpSpPr bwMode="auto">
          <a:xfrm>
            <a:off x="7294871" y="1723311"/>
            <a:ext cx="1184398" cy="67743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a:extLst>
                <a:ext uri="{FF2B5EF4-FFF2-40B4-BE49-F238E27FC236}">
                  <a16:creationId xmlns:a16="http://schemas.microsoft.com/office/drawing/2014/main" id="{52F66CD2-328C-79DD-B9A2-BA1FABB94EBC}"/>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a:extLst>
                <a:ext uri="{FF2B5EF4-FFF2-40B4-BE49-F238E27FC236}">
                  <a16:creationId xmlns:a16="http://schemas.microsoft.com/office/drawing/2014/main" id="{B3E483A6-DDDC-8EED-AC95-6F628C6FD86F}"/>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a:extLst>
                <a:ext uri="{FF2B5EF4-FFF2-40B4-BE49-F238E27FC236}">
                  <a16:creationId xmlns:a16="http://schemas.microsoft.com/office/drawing/2014/main" id="{B854FDAB-71C7-8CFA-67E0-63AC6BEB343D}"/>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a:extLst>
                <a:ext uri="{FF2B5EF4-FFF2-40B4-BE49-F238E27FC236}">
                  <a16:creationId xmlns:a16="http://schemas.microsoft.com/office/drawing/2014/main" id="{C24EE3C8-5289-5652-547B-25F8C819076C}"/>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a:extLst>
                <a:ext uri="{FF2B5EF4-FFF2-40B4-BE49-F238E27FC236}">
                  <a16:creationId xmlns:a16="http://schemas.microsoft.com/office/drawing/2014/main" id="{B863DC6B-3F17-215F-6D0C-C21CEDF789D3}"/>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a:extLst>
                <a:ext uri="{FF2B5EF4-FFF2-40B4-BE49-F238E27FC236}">
                  <a16:creationId xmlns:a16="http://schemas.microsoft.com/office/drawing/2014/main" id="{6BA82630-3DF6-0C13-2957-EDA7789DCA6C}"/>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a:extLst>
                <a:ext uri="{FF2B5EF4-FFF2-40B4-BE49-F238E27FC236}">
                  <a16:creationId xmlns:a16="http://schemas.microsoft.com/office/drawing/2014/main" id="{1424D94E-C74C-9AEA-258F-4942AF51AC52}"/>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a:extLst>
                <a:ext uri="{FF2B5EF4-FFF2-40B4-BE49-F238E27FC236}">
                  <a16:creationId xmlns:a16="http://schemas.microsoft.com/office/drawing/2014/main" id="{DF5E380B-2968-A746-6651-C239FFD842C9}"/>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a:extLst>
                <a:ext uri="{FF2B5EF4-FFF2-40B4-BE49-F238E27FC236}">
                  <a16:creationId xmlns:a16="http://schemas.microsoft.com/office/drawing/2014/main" id="{B3991FE3-D0FD-E2DA-78CD-4191721BC0B9}"/>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a:extLst>
                <a:ext uri="{FF2B5EF4-FFF2-40B4-BE49-F238E27FC236}">
                  <a16:creationId xmlns:a16="http://schemas.microsoft.com/office/drawing/2014/main" id="{FC6689A9-FA2F-BF39-4493-E87A492AD086}"/>
                </a:ext>
              </a:extLst>
            </p:cNvPr>
            <p:cNvGrpSpPr>
              <a:grpSpLocks/>
            </p:cNvGrpSpPr>
            <p:nvPr/>
          </p:nvGrpSpPr>
          <p:grpSpPr bwMode="auto">
            <a:xfrm>
              <a:off x="912" y="768"/>
              <a:ext cx="2386" cy="1553"/>
              <a:chOff x="912" y="768"/>
              <a:chExt cx="2386" cy="1553"/>
            </a:xfrm>
            <a:grpFill/>
          </p:grpSpPr>
          <p:sp>
            <p:nvSpPr>
              <p:cNvPr id="303" name="Oval 439">
                <a:extLst>
                  <a:ext uri="{FF2B5EF4-FFF2-40B4-BE49-F238E27FC236}">
                    <a16:creationId xmlns:a16="http://schemas.microsoft.com/office/drawing/2014/main" id="{8DAB4C29-463D-9A1E-DAD9-5A49E4D3328E}"/>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a:extLst>
                  <a:ext uri="{FF2B5EF4-FFF2-40B4-BE49-F238E27FC236}">
                    <a16:creationId xmlns:a16="http://schemas.microsoft.com/office/drawing/2014/main" id="{68FFBA76-5B73-EA46-820A-A475DAF76059}"/>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a:extLst>
                  <a:ext uri="{FF2B5EF4-FFF2-40B4-BE49-F238E27FC236}">
                    <a16:creationId xmlns:a16="http://schemas.microsoft.com/office/drawing/2014/main" id="{E9DABFBB-F151-9751-0D76-FF047EB7A202}"/>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a:extLst>
                  <a:ext uri="{FF2B5EF4-FFF2-40B4-BE49-F238E27FC236}">
                    <a16:creationId xmlns:a16="http://schemas.microsoft.com/office/drawing/2014/main" id="{9537F1F6-6F80-49D8-641C-AE49C279F9CB}"/>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a:extLst>
                  <a:ext uri="{FF2B5EF4-FFF2-40B4-BE49-F238E27FC236}">
                    <a16:creationId xmlns:a16="http://schemas.microsoft.com/office/drawing/2014/main" id="{75AF5BE7-BFBB-59AE-DDED-3AA4D529C7E4}"/>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a:extLst>
                  <a:ext uri="{FF2B5EF4-FFF2-40B4-BE49-F238E27FC236}">
                    <a16:creationId xmlns:a16="http://schemas.microsoft.com/office/drawing/2014/main" id="{B8A40204-B231-36B2-E413-BB0559F7889B}"/>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a:extLst>
                  <a:ext uri="{FF2B5EF4-FFF2-40B4-BE49-F238E27FC236}">
                    <a16:creationId xmlns:a16="http://schemas.microsoft.com/office/drawing/2014/main" id="{FA7469B8-79EE-BF8E-1C80-95FF0D4CA34B}"/>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a:extLst>
                  <a:ext uri="{FF2B5EF4-FFF2-40B4-BE49-F238E27FC236}">
                    <a16:creationId xmlns:a16="http://schemas.microsoft.com/office/drawing/2014/main" id="{E5A17B57-0764-F23E-D85C-3B9CEB15E2CE}"/>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a:extLst>
                  <a:ext uri="{FF2B5EF4-FFF2-40B4-BE49-F238E27FC236}">
                    <a16:creationId xmlns:a16="http://schemas.microsoft.com/office/drawing/2014/main" id="{39CF9E2E-343F-1D80-96E2-6A29FF77C52C}"/>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a:extLst>
              <a:ext uri="{FF2B5EF4-FFF2-40B4-BE49-F238E27FC236}">
                <a16:creationId xmlns:a16="http://schemas.microsoft.com/office/drawing/2014/main" id="{A2028B9B-5F2E-76E7-30D0-2EE9DD5677A2}"/>
              </a:ext>
            </a:extLst>
          </p:cNvPr>
          <p:cNvSpPr txBox="1">
            <a:spLocks noChangeArrowheads="1"/>
          </p:cNvSpPr>
          <p:nvPr/>
        </p:nvSpPr>
        <p:spPr bwMode="auto">
          <a:xfrm>
            <a:off x="743528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20" name="AutoShape 450">
            <a:extLst>
              <a:ext uri="{FF2B5EF4-FFF2-40B4-BE49-F238E27FC236}">
                <a16:creationId xmlns:a16="http://schemas.microsoft.com/office/drawing/2014/main" id="{EF33E175-8EBB-9F04-492F-F0DC4BD95211}"/>
              </a:ext>
            </a:extLst>
          </p:cNvPr>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a:extLst>
              <a:ext uri="{FF2B5EF4-FFF2-40B4-BE49-F238E27FC236}">
                <a16:creationId xmlns:a16="http://schemas.microsoft.com/office/drawing/2014/main" id="{16977751-29F6-1C20-1340-D0A4E8F808FA}"/>
              </a:ext>
            </a:extLst>
          </p:cNvPr>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a:extLst>
              <a:ext uri="{FF2B5EF4-FFF2-40B4-BE49-F238E27FC236}">
                <a16:creationId xmlns:a16="http://schemas.microsoft.com/office/drawing/2014/main" id="{D0AA8408-1F37-4281-C4A6-CA8A4D533281}"/>
              </a:ext>
            </a:extLst>
          </p:cNvPr>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a:extLst>
              <a:ext uri="{FF2B5EF4-FFF2-40B4-BE49-F238E27FC236}">
                <a16:creationId xmlns:a16="http://schemas.microsoft.com/office/drawing/2014/main" id="{8EBE1728-A1A1-FA5A-D732-FBB757218A50}"/>
              </a:ext>
            </a:extLst>
          </p:cNvPr>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a:extLst>
              <a:ext uri="{FF2B5EF4-FFF2-40B4-BE49-F238E27FC236}">
                <a16:creationId xmlns:a16="http://schemas.microsoft.com/office/drawing/2014/main" id="{C5607A29-951A-CE5E-7C71-2EB20AC3F1FD}"/>
              </a:ext>
            </a:extLst>
          </p:cNvPr>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a:extLst>
              <a:ext uri="{FF2B5EF4-FFF2-40B4-BE49-F238E27FC236}">
                <a16:creationId xmlns:a16="http://schemas.microsoft.com/office/drawing/2014/main" id="{4FF82C49-C2D7-C46F-E529-3CD2544B17D2}"/>
              </a:ext>
            </a:extLst>
          </p:cNvPr>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a:extLst>
              <a:ext uri="{FF2B5EF4-FFF2-40B4-BE49-F238E27FC236}">
                <a16:creationId xmlns:a16="http://schemas.microsoft.com/office/drawing/2014/main" id="{94EDEF3A-0D37-CA6D-D8CF-B2B393F1806E}"/>
              </a:ext>
            </a:extLst>
          </p:cNvPr>
          <p:cNvGrpSpPr/>
          <p:nvPr/>
        </p:nvGrpSpPr>
        <p:grpSpPr>
          <a:xfrm>
            <a:off x="1461734" y="2115357"/>
            <a:ext cx="1374912" cy="1381165"/>
            <a:chOff x="1461734" y="1626553"/>
            <a:chExt cx="1374912" cy="1381165"/>
          </a:xfrm>
        </p:grpSpPr>
        <p:sp>
          <p:nvSpPr>
            <p:cNvPr id="334" name="Text Box 509">
              <a:extLst>
                <a:ext uri="{FF2B5EF4-FFF2-40B4-BE49-F238E27FC236}">
                  <a16:creationId xmlns:a16="http://schemas.microsoft.com/office/drawing/2014/main" id="{B816D8E3-519A-DF8C-FB31-710F53E0907E}"/>
                </a:ext>
              </a:extLst>
            </p:cNvPr>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a:extLst>
                <a:ext uri="{FF2B5EF4-FFF2-40B4-BE49-F238E27FC236}">
                  <a16:creationId xmlns:a16="http://schemas.microsoft.com/office/drawing/2014/main" id="{B79B0B1C-72B6-054E-C146-8D767A85D921}"/>
                </a:ext>
              </a:extLst>
            </p:cNvPr>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a:extLst>
                <a:ext uri="{FF2B5EF4-FFF2-40B4-BE49-F238E27FC236}">
                  <a16:creationId xmlns:a16="http://schemas.microsoft.com/office/drawing/2014/main" id="{3109FEE0-8335-4FC5-8279-F587E93A3FD8}"/>
                </a:ext>
              </a:extLst>
            </p:cNvPr>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a:extLst>
                <a:ext uri="{FF2B5EF4-FFF2-40B4-BE49-F238E27FC236}">
                  <a16:creationId xmlns:a16="http://schemas.microsoft.com/office/drawing/2014/main" id="{0F4963F7-6043-48C9-A1CC-3616966A5AA0}"/>
                </a:ext>
              </a:extLst>
            </p:cNvPr>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a:extLst>
                <a:ext uri="{FF2B5EF4-FFF2-40B4-BE49-F238E27FC236}">
                  <a16:creationId xmlns:a16="http://schemas.microsoft.com/office/drawing/2014/main" id="{EC3ED25A-DF43-7141-DCA0-A524E6B3E0E6}"/>
                </a:ext>
              </a:extLst>
            </p:cNvPr>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a:extLst>
                <a:ext uri="{FF2B5EF4-FFF2-40B4-BE49-F238E27FC236}">
                  <a16:creationId xmlns:a16="http://schemas.microsoft.com/office/drawing/2014/main" id="{9EE21107-1BE5-75B6-9F4A-AE6A49F4D57F}"/>
                </a:ext>
              </a:extLst>
            </p:cNvPr>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a:extLst>
                <a:ext uri="{FF2B5EF4-FFF2-40B4-BE49-F238E27FC236}">
                  <a16:creationId xmlns:a16="http://schemas.microsoft.com/office/drawing/2014/main" id="{4BD2C43B-711C-6445-2989-EA8454F93913}"/>
                </a:ext>
              </a:extLst>
            </p:cNvPr>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343" name="圆角矩形 342">
            <a:extLst>
              <a:ext uri="{FF2B5EF4-FFF2-40B4-BE49-F238E27FC236}">
                <a16:creationId xmlns:a16="http://schemas.microsoft.com/office/drawing/2014/main" id="{3A9C0567-DBDE-2BE9-10F2-07F229A5F9AF}"/>
              </a:ext>
            </a:extLst>
          </p:cNvPr>
          <p:cNvSpPr/>
          <p:nvPr/>
        </p:nvSpPr>
        <p:spPr>
          <a:xfrm>
            <a:off x="4312133" y="2544899"/>
            <a:ext cx="2197189" cy="966062"/>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a:extLst>
              <a:ext uri="{FF2B5EF4-FFF2-40B4-BE49-F238E27FC236}">
                <a16:creationId xmlns:a16="http://schemas.microsoft.com/office/drawing/2014/main" id="{5407C6E8-E722-3271-E187-78AA52D55888}"/>
              </a:ext>
            </a:extLst>
          </p:cNvPr>
          <p:cNvGrpSpPr/>
          <p:nvPr/>
        </p:nvGrpSpPr>
        <p:grpSpPr>
          <a:xfrm>
            <a:off x="4498453" y="2917087"/>
            <a:ext cx="888482" cy="473997"/>
            <a:chOff x="3131840" y="3501008"/>
            <a:chExt cx="936104" cy="936104"/>
          </a:xfrm>
          <a:solidFill>
            <a:schemeClr val="bg1">
              <a:lumMod val="85000"/>
            </a:schemeClr>
          </a:solidFill>
        </p:grpSpPr>
        <p:sp>
          <p:nvSpPr>
            <p:cNvPr id="345" name="等腰三角形 344">
              <a:extLst>
                <a:ext uri="{FF2B5EF4-FFF2-40B4-BE49-F238E27FC236}">
                  <a16:creationId xmlns:a16="http://schemas.microsoft.com/office/drawing/2014/main" id="{1D1DDB4E-0E46-D00A-7090-7CA45612CE59}"/>
                </a:ext>
              </a:extLst>
            </p:cNvPr>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a:extLst>
                <a:ext uri="{FF2B5EF4-FFF2-40B4-BE49-F238E27FC236}">
                  <a16:creationId xmlns:a16="http://schemas.microsoft.com/office/drawing/2014/main" id="{8377426A-86E4-D8B7-63D4-1726324881F0}"/>
                </a:ext>
              </a:extLst>
            </p:cNvPr>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a:extLst>
              <a:ext uri="{FF2B5EF4-FFF2-40B4-BE49-F238E27FC236}">
                <a16:creationId xmlns:a16="http://schemas.microsoft.com/office/drawing/2014/main" id="{42F48F20-D0D8-A712-366C-A73D92C0F858}"/>
              </a:ext>
            </a:extLst>
          </p:cNvPr>
          <p:cNvGrpSpPr/>
          <p:nvPr/>
        </p:nvGrpSpPr>
        <p:grpSpPr>
          <a:xfrm>
            <a:off x="5475450" y="2919250"/>
            <a:ext cx="888482" cy="457553"/>
            <a:chOff x="3131840" y="3501008"/>
            <a:chExt cx="936104" cy="936104"/>
          </a:xfrm>
          <a:solidFill>
            <a:schemeClr val="bg1">
              <a:lumMod val="85000"/>
            </a:schemeClr>
          </a:solidFill>
        </p:grpSpPr>
        <p:sp>
          <p:nvSpPr>
            <p:cNvPr id="348" name="等腰三角形 347">
              <a:extLst>
                <a:ext uri="{FF2B5EF4-FFF2-40B4-BE49-F238E27FC236}">
                  <a16:creationId xmlns:a16="http://schemas.microsoft.com/office/drawing/2014/main" id="{F67D64B7-A540-4412-28CF-C247FDBF0BD3}"/>
                </a:ext>
              </a:extLst>
            </p:cNvPr>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a:extLst>
                <a:ext uri="{FF2B5EF4-FFF2-40B4-BE49-F238E27FC236}">
                  <a16:creationId xmlns:a16="http://schemas.microsoft.com/office/drawing/2014/main" id="{9587F1CC-0425-7C06-CC13-E2DD8E967BD5}"/>
                </a:ext>
              </a:extLst>
            </p:cNvPr>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a:extLst>
              <a:ext uri="{FF2B5EF4-FFF2-40B4-BE49-F238E27FC236}">
                <a16:creationId xmlns:a16="http://schemas.microsoft.com/office/drawing/2014/main" id="{277FAE03-ACB1-E7AA-9B9A-6C8B9DFF2F81}"/>
              </a:ext>
            </a:extLst>
          </p:cNvPr>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a:extLst>
              <a:ext uri="{FF2B5EF4-FFF2-40B4-BE49-F238E27FC236}">
                <a16:creationId xmlns:a16="http://schemas.microsoft.com/office/drawing/2014/main" id="{78B4101B-BFAE-846D-A009-4EAD8DE39037}"/>
              </a:ext>
            </a:extLst>
          </p:cNvPr>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a:extLst>
              <a:ext uri="{FF2B5EF4-FFF2-40B4-BE49-F238E27FC236}">
                <a16:creationId xmlns:a16="http://schemas.microsoft.com/office/drawing/2014/main" id="{691A9299-9C6C-F40D-6A88-5E4B2168C7FE}"/>
              </a:ext>
            </a:extLst>
          </p:cNvPr>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360" name="直接连接符 359">
            <a:extLst>
              <a:ext uri="{FF2B5EF4-FFF2-40B4-BE49-F238E27FC236}">
                <a16:creationId xmlns:a16="http://schemas.microsoft.com/office/drawing/2014/main" id="{F376E635-428D-0064-BF1F-BCE12C22FF87}"/>
              </a:ext>
            </a:extLst>
          </p:cNvPr>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a:extLst>
              <a:ext uri="{FF2B5EF4-FFF2-40B4-BE49-F238E27FC236}">
                <a16:creationId xmlns:a16="http://schemas.microsoft.com/office/drawing/2014/main" id="{C1C4257F-5136-6D9D-F3F7-5E6E61D393B2}"/>
              </a:ext>
            </a:extLst>
          </p:cNvPr>
          <p:cNvSpPr txBox="1">
            <a:spLocks noChangeArrowheads="1"/>
          </p:cNvSpPr>
          <p:nvPr/>
        </p:nvSpPr>
        <p:spPr bwMode="auto">
          <a:xfrm>
            <a:off x="4495027" y="2584495"/>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a:extLst>
              <a:ext uri="{FF2B5EF4-FFF2-40B4-BE49-F238E27FC236}">
                <a16:creationId xmlns:a16="http://schemas.microsoft.com/office/drawing/2014/main" id="{5846E346-3873-23D7-2121-AA2337974B1F}"/>
              </a:ext>
            </a:extLst>
          </p:cNvPr>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a:extLst>
              <a:ext uri="{FF2B5EF4-FFF2-40B4-BE49-F238E27FC236}">
                <a16:creationId xmlns:a16="http://schemas.microsoft.com/office/drawing/2014/main" id="{86E103B7-1D27-0049-0C58-5B7F0EA8AC07}"/>
              </a:ext>
            </a:extLst>
          </p:cNvPr>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a:extLst>
              <a:ext uri="{FF2B5EF4-FFF2-40B4-BE49-F238E27FC236}">
                <a16:creationId xmlns:a16="http://schemas.microsoft.com/office/drawing/2014/main" id="{1AFE2A0F-56D7-96B7-366F-2AC414E0BC38}"/>
              </a:ext>
            </a:extLst>
          </p:cNvPr>
          <p:cNvCxnSpPr>
            <a:cxnSpLocks/>
            <a:stCxn id="353" idx="3"/>
          </p:cNvCxnSpPr>
          <p:nvPr/>
        </p:nvCxnSpPr>
        <p:spPr>
          <a:xfrm>
            <a:off x="6172497" y="3125057"/>
            <a:ext cx="151608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a:extLst>
              <a:ext uri="{FF2B5EF4-FFF2-40B4-BE49-F238E27FC236}">
                <a16:creationId xmlns:a16="http://schemas.microsoft.com/office/drawing/2014/main" id="{48415A2B-42B2-D812-3D65-209B96D59B9C}"/>
              </a:ext>
            </a:extLst>
          </p:cNvPr>
          <p:cNvSpPr txBox="1">
            <a:spLocks noChangeArrowheads="1"/>
          </p:cNvSpPr>
          <p:nvPr/>
        </p:nvSpPr>
        <p:spPr bwMode="auto">
          <a:xfrm>
            <a:off x="4438685" y="1620548"/>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a:extLst>
              <a:ext uri="{FF2B5EF4-FFF2-40B4-BE49-F238E27FC236}">
                <a16:creationId xmlns:a16="http://schemas.microsoft.com/office/drawing/2014/main" id="{02D8653B-098C-03E0-FF4C-D63F0E062CFC}"/>
              </a:ext>
            </a:extLst>
          </p:cNvPr>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a:extLst>
              <a:ext uri="{FF2B5EF4-FFF2-40B4-BE49-F238E27FC236}">
                <a16:creationId xmlns:a16="http://schemas.microsoft.com/office/drawing/2014/main" id="{645FA0C6-5191-1587-5E6A-A216FDAFD173}"/>
              </a:ext>
            </a:extLst>
          </p:cNvPr>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a:extLst>
              <a:ext uri="{FF2B5EF4-FFF2-40B4-BE49-F238E27FC236}">
                <a16:creationId xmlns:a16="http://schemas.microsoft.com/office/drawing/2014/main" id="{63EE646C-B9B1-7505-37E0-8DE521A928F7}"/>
              </a:ext>
            </a:extLst>
          </p:cNvPr>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a:extLst>
              <a:ext uri="{FF2B5EF4-FFF2-40B4-BE49-F238E27FC236}">
                <a16:creationId xmlns:a16="http://schemas.microsoft.com/office/drawing/2014/main" id="{CE06B173-27A7-A255-F21C-4FC6EC34D6FA}"/>
              </a:ext>
            </a:extLst>
          </p:cNvPr>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a:extLst>
              <a:ext uri="{FF2B5EF4-FFF2-40B4-BE49-F238E27FC236}">
                <a16:creationId xmlns:a16="http://schemas.microsoft.com/office/drawing/2014/main" id="{1267368B-F1E7-D1A8-9790-018AE6E68189}"/>
              </a:ext>
            </a:extLst>
          </p:cNvPr>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a:extLst>
              <a:ext uri="{FF2B5EF4-FFF2-40B4-BE49-F238E27FC236}">
                <a16:creationId xmlns:a16="http://schemas.microsoft.com/office/drawing/2014/main" id="{36DA4047-2D4F-4B0B-D581-97CC0F5397C0}"/>
              </a:ext>
            </a:extLst>
          </p:cNvPr>
          <p:cNvSpPr/>
          <p:nvPr/>
        </p:nvSpPr>
        <p:spPr>
          <a:xfrm>
            <a:off x="4183020" y="1517521"/>
            <a:ext cx="2428485" cy="2113104"/>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a:extLst>
              <a:ext uri="{FF2B5EF4-FFF2-40B4-BE49-F238E27FC236}">
                <a16:creationId xmlns:a16="http://schemas.microsoft.com/office/drawing/2014/main" id="{149AD7B7-D119-1283-FD1C-4210ED6CE368}"/>
              </a:ext>
            </a:extLst>
          </p:cNvPr>
          <p:cNvGraphicFramePr>
            <a:graphicFrameLocks noChangeAspect="1"/>
          </p:cNvGraphicFramePr>
          <p:nvPr/>
        </p:nvGraphicFramePr>
        <p:xfrm>
          <a:off x="7294871" y="2813673"/>
          <a:ext cx="1184398" cy="677438"/>
        </p:xfrm>
        <a:graphic>
          <a:graphicData uri="http://schemas.openxmlformats.org/presentationml/2006/ole">
            <mc:AlternateContent xmlns:mc="http://schemas.openxmlformats.org/markup-compatibility/2006">
              <mc:Choice xmlns:v="urn:schemas-microsoft-com:vml" Requires="v">
                <p:oleObj name="Visio" r:id="rId10" imgW="1687068" imgH="964692" progId="">
                  <p:embed/>
                </p:oleObj>
              </mc:Choice>
              <mc:Fallback>
                <p:oleObj name="Visio" r:id="rId10" imgW="1687068" imgH="964692" progId="">
                  <p:embed/>
                  <p:pic>
                    <p:nvPicPr>
                      <p:cNvPr id="354" name="Object 4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294871"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a:extLst>
              <a:ext uri="{FF2B5EF4-FFF2-40B4-BE49-F238E27FC236}">
                <a16:creationId xmlns:a16="http://schemas.microsoft.com/office/drawing/2014/main" id="{4126EC59-23E4-9276-BF56-89D45D5AD0D1}"/>
              </a:ext>
            </a:extLst>
          </p:cNvPr>
          <p:cNvSpPr txBox="1">
            <a:spLocks noChangeArrowheads="1"/>
          </p:cNvSpPr>
          <p:nvPr/>
        </p:nvSpPr>
        <p:spPr bwMode="auto">
          <a:xfrm>
            <a:off x="756560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a:extLst>
              <a:ext uri="{FF2B5EF4-FFF2-40B4-BE49-F238E27FC236}">
                <a16:creationId xmlns:a16="http://schemas.microsoft.com/office/drawing/2014/main" id="{BA637328-FDB3-1BD3-4D8A-64CCF9AB9F65}"/>
              </a:ext>
            </a:extLst>
          </p:cNvPr>
          <p:cNvSpPr/>
          <p:nvPr/>
        </p:nvSpPr>
        <p:spPr>
          <a:xfrm>
            <a:off x="1228346" y="3778631"/>
            <a:ext cx="6695679" cy="605294"/>
          </a:xfrm>
          <a:prstGeom prst="rect">
            <a:avLst/>
          </a:prstGeom>
        </p:spPr>
        <p:txBody>
          <a:bodyPr wrap="square">
            <a:spAutoFit/>
          </a:bodyPr>
          <a:lstStyle/>
          <a:p>
            <a:pPr>
              <a:lnSpc>
                <a:spcPts val="20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核心网</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电路交换域</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 </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分组交换域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电路交换域：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负责话音通信。</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分组交换域：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负责数据通信。</a:t>
            </a:r>
          </a:p>
        </p:txBody>
      </p:sp>
      <p:grpSp>
        <p:nvGrpSpPr>
          <p:cNvPr id="367" name="组合 366">
            <a:extLst>
              <a:ext uri="{FF2B5EF4-FFF2-40B4-BE49-F238E27FC236}">
                <a16:creationId xmlns:a16="http://schemas.microsoft.com/office/drawing/2014/main" id="{2F57AADC-3D94-6A63-9FD3-436C23F17F8D}"/>
              </a:ext>
            </a:extLst>
          </p:cNvPr>
          <p:cNvGrpSpPr/>
          <p:nvPr/>
        </p:nvGrpSpPr>
        <p:grpSpPr>
          <a:xfrm>
            <a:off x="878718" y="1616623"/>
            <a:ext cx="902811" cy="765185"/>
            <a:chOff x="921506" y="1085804"/>
            <a:chExt cx="902811" cy="765185"/>
          </a:xfrm>
        </p:grpSpPr>
        <p:cxnSp>
          <p:nvCxnSpPr>
            <p:cNvPr id="368" name="直接连接符 367">
              <a:extLst>
                <a:ext uri="{FF2B5EF4-FFF2-40B4-BE49-F238E27FC236}">
                  <a16:creationId xmlns:a16="http://schemas.microsoft.com/office/drawing/2014/main" id="{860986B8-4420-F6C7-B0F0-2BED02AF69CF}"/>
                </a:ext>
              </a:extLst>
            </p:cNvPr>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9" name="Text Box 541">
              <a:extLst>
                <a:ext uri="{FF2B5EF4-FFF2-40B4-BE49-F238E27FC236}">
                  <a16:creationId xmlns:a16="http://schemas.microsoft.com/office/drawing/2014/main" id="{8C4E4A73-388B-5F7B-0F1D-AA90B7ABA2A1}"/>
                </a:ext>
              </a:extLst>
            </p:cNvPr>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70" name="直接箭头连接符 369">
              <a:extLst>
                <a:ext uri="{FF2B5EF4-FFF2-40B4-BE49-F238E27FC236}">
                  <a16:creationId xmlns:a16="http://schemas.microsoft.com/office/drawing/2014/main" id="{0B2F403F-3C00-FB9A-CD9E-DD7A84C222CE}"/>
                </a:ext>
              </a:extLst>
            </p:cNvPr>
            <p:cNvCxnSpPr>
              <a:stCxn id="369"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328" name="Text Box 541">
            <a:extLst>
              <a:ext uri="{FF2B5EF4-FFF2-40B4-BE49-F238E27FC236}">
                <a16:creationId xmlns:a16="http://schemas.microsoft.com/office/drawing/2014/main" id="{2E148872-99F1-0355-FFD1-A02068180203}"/>
              </a:ext>
            </a:extLst>
          </p:cNvPr>
          <p:cNvSpPr txBox="1">
            <a:spLocks noChangeArrowheads="1"/>
          </p:cNvSpPr>
          <p:nvPr/>
        </p:nvSpPr>
        <p:spPr bwMode="auto">
          <a:xfrm>
            <a:off x="6610786" y="1708166"/>
            <a:ext cx="750843" cy="458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latin typeface="微软雅黑" panose="020B0503020204020204" pitchFamily="34" charset="-122"/>
                <a:ea typeface="微软雅黑" panose="020B0503020204020204" pitchFamily="34" charset="-122"/>
              </a:rPr>
              <a:t>数字</a:t>
            </a:r>
            <a:endParaRPr kumimoji="1" lang="en-US" altLang="zh-CN" sz="1400" b="1" dirty="0">
              <a:latin typeface="微软雅黑" panose="020B0503020204020204" pitchFamily="34" charset="-122"/>
              <a:ea typeface="微软雅黑" panose="020B0503020204020204" pitchFamily="34" charset="-122"/>
            </a:endParaRPr>
          </a:p>
          <a:p>
            <a:pPr algn="ctr" eaLnBrk="1" hangingPunct="1">
              <a:lnSpc>
                <a:spcPct val="85000"/>
              </a:lnSpc>
            </a:pPr>
            <a:r>
              <a:rPr kumimoji="1" lang="zh-CN" altLang="en-US" sz="1400" b="1" dirty="0">
                <a:latin typeface="微软雅黑" panose="020B0503020204020204" pitchFamily="34" charset="-122"/>
                <a:ea typeface="微软雅黑" panose="020B0503020204020204" pitchFamily="34" charset="-122"/>
              </a:rPr>
              <a:t>话音</a:t>
            </a:r>
          </a:p>
        </p:txBody>
      </p:sp>
      <p:sp>
        <p:nvSpPr>
          <p:cNvPr id="329" name="Text Box 541">
            <a:extLst>
              <a:ext uri="{FF2B5EF4-FFF2-40B4-BE49-F238E27FC236}">
                <a16:creationId xmlns:a16="http://schemas.microsoft.com/office/drawing/2014/main" id="{B2CCE0CE-E6E6-58D9-23EE-221BFF30D114}"/>
              </a:ext>
            </a:extLst>
          </p:cNvPr>
          <p:cNvSpPr txBox="1">
            <a:spLocks noChangeArrowheads="1"/>
          </p:cNvSpPr>
          <p:nvPr/>
        </p:nvSpPr>
        <p:spPr bwMode="auto">
          <a:xfrm>
            <a:off x="6598582" y="2877641"/>
            <a:ext cx="75084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latin typeface="微软雅黑" panose="020B0503020204020204" pitchFamily="34" charset="-122"/>
                <a:ea typeface="微软雅黑" panose="020B0503020204020204" pitchFamily="34" charset="-122"/>
              </a:rPr>
              <a:t>数据</a:t>
            </a:r>
          </a:p>
        </p:txBody>
      </p:sp>
    </p:spTree>
    <p:extLst>
      <p:ext uri="{BB962C8B-B14F-4D97-AF65-F5344CB8AC3E}">
        <p14:creationId xmlns:p14="http://schemas.microsoft.com/office/powerpoint/2010/main" val="161313514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76571" y="585623"/>
            <a:ext cx="29770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3G </a:t>
            </a:r>
            <a:r>
              <a:rPr lang="zh-CN" altLang="en-US" sz="2000" b="1" dirty="0">
                <a:solidFill>
                  <a:schemeClr val="bg1"/>
                </a:solidFill>
                <a:latin typeface="微软雅黑" pitchFamily="34" charset="-122"/>
                <a:ea typeface="微软雅黑" pitchFamily="34" charset="-122"/>
              </a:rPr>
              <a:t>蜂窝移动通信系统</a:t>
            </a:r>
          </a:p>
        </p:txBody>
      </p:sp>
      <p:sp>
        <p:nvSpPr>
          <p:cNvPr id="7" name="Rectangle 46"/>
          <p:cNvSpPr>
            <a:spLocks noChangeArrowheads="1"/>
          </p:cNvSpPr>
          <p:nvPr/>
        </p:nvSpPr>
        <p:spPr bwMode="auto">
          <a:xfrm>
            <a:off x="511895" y="977262"/>
            <a:ext cx="8222801" cy="293009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solidFill>
                  <a:srgbClr val="0000FF"/>
                </a:solidFill>
                <a:latin typeface="微软雅黑" pitchFamily="34" charset="-122"/>
                <a:ea typeface="微软雅黑" pitchFamily="34" charset="-122"/>
              </a:rPr>
              <a:t>第三代 </a:t>
            </a:r>
            <a:r>
              <a:rPr lang="en-US" altLang="zh-CN" b="1" dirty="0">
                <a:latin typeface="微软雅黑" pitchFamily="34" charset="-122"/>
                <a:ea typeface="微软雅黑" pitchFamily="34" charset="-122"/>
              </a:rPr>
              <a:t>(3G) </a:t>
            </a:r>
            <a:r>
              <a:rPr lang="zh-CN" altLang="en-US" b="1" dirty="0">
                <a:latin typeface="微软雅黑" pitchFamily="34" charset="-122"/>
                <a:ea typeface="微软雅黑" pitchFamily="34" charset="-122"/>
              </a:rPr>
              <a:t>蜂窝移动通信系统</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1996 </a:t>
            </a:r>
            <a:r>
              <a:rPr lang="zh-CN" altLang="en-US" b="1" dirty="0">
                <a:latin typeface="微软雅黑" pitchFamily="34" charset="-122"/>
                <a:ea typeface="微软雅黑" pitchFamily="34" charset="-122"/>
              </a:rPr>
              <a:t>年正式标准名称：</a:t>
            </a:r>
            <a:r>
              <a:rPr lang="en-US" altLang="zh-CN" b="1" dirty="0">
                <a:solidFill>
                  <a:srgbClr val="C00000"/>
                </a:solidFill>
                <a:latin typeface="微软雅黑" pitchFamily="34" charset="-122"/>
                <a:ea typeface="微软雅黑" pitchFamily="34" charset="-122"/>
              </a:rPr>
              <a:t>IMT-2000</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包括</a:t>
            </a:r>
            <a:r>
              <a:rPr lang="zh-CN" altLang="en-US" b="1" dirty="0">
                <a:solidFill>
                  <a:srgbClr val="0000CC"/>
                </a:solidFill>
                <a:latin typeface="微软雅黑" pitchFamily="34" charset="-122"/>
                <a:ea typeface="微软雅黑" pitchFamily="34" charset="-122"/>
              </a:rPr>
              <a:t>中国通信标准化协会 </a:t>
            </a:r>
            <a:r>
              <a:rPr lang="en-US" altLang="zh-CN" b="1" dirty="0">
                <a:solidFill>
                  <a:srgbClr val="0000CC"/>
                </a:solidFill>
                <a:latin typeface="微软雅黑" pitchFamily="34" charset="-122"/>
                <a:ea typeface="微软雅黑" pitchFamily="34" charset="-122"/>
              </a:rPr>
              <a:t>CCSA </a:t>
            </a:r>
            <a:r>
              <a:rPr lang="en-US" altLang="zh-CN" b="1" dirty="0">
                <a:latin typeface="微软雅黑" pitchFamily="34" charset="-122"/>
                <a:ea typeface="微软雅黑" pitchFamily="34" charset="-122"/>
              </a:rPr>
              <a:t>(China Communications Standards Association) </a:t>
            </a:r>
            <a:r>
              <a:rPr lang="zh-CN" altLang="en-US" b="1" dirty="0">
                <a:latin typeface="微软雅黑" pitchFamily="34" charset="-122"/>
                <a:ea typeface="微软雅黑" pitchFamily="34" charset="-122"/>
              </a:rPr>
              <a:t>的 </a:t>
            </a:r>
            <a:r>
              <a:rPr lang="en-US" altLang="zh-CN" b="1" dirty="0">
                <a:latin typeface="微软雅黑" pitchFamily="34" charset="-122"/>
                <a:ea typeface="微软雅黑" pitchFamily="34" charset="-122"/>
              </a:rPr>
              <a:t>7 </a:t>
            </a:r>
            <a:r>
              <a:rPr lang="zh-CN" altLang="en-US" b="1" dirty="0">
                <a:latin typeface="微软雅黑" pitchFamily="34" charset="-122"/>
                <a:ea typeface="微软雅黑" pitchFamily="34" charset="-122"/>
              </a:rPr>
              <a:t>个组织成立了</a:t>
            </a:r>
            <a:r>
              <a:rPr lang="zh-CN" altLang="en-US" b="1" dirty="0">
                <a:solidFill>
                  <a:srgbClr val="0000CC"/>
                </a:solidFill>
                <a:latin typeface="微软雅黑" pitchFamily="34" charset="-122"/>
                <a:ea typeface="微软雅黑" pitchFamily="34" charset="-122"/>
              </a:rPr>
              <a:t>第三代移动通信合作伙伴计划 </a:t>
            </a:r>
            <a:r>
              <a:rPr lang="en-US" altLang="zh-CN" b="1" dirty="0">
                <a:solidFill>
                  <a:srgbClr val="0000CC"/>
                </a:solidFill>
                <a:latin typeface="微软雅黑" pitchFamily="34" charset="-122"/>
                <a:ea typeface="微软雅黑" pitchFamily="34" charset="-122"/>
              </a:rPr>
              <a:t>3GPP</a:t>
            </a:r>
            <a:r>
              <a:rPr lang="en-US" altLang="zh-CN" b="1" dirty="0">
                <a:latin typeface="微软雅黑" pitchFamily="34" charset="-122"/>
                <a:ea typeface="微软雅黑" pitchFamily="34" charset="-122"/>
              </a:rPr>
              <a:t> (3rd Generation Partnership Project )</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solidFill>
                  <a:srgbClr val="C00000"/>
                </a:solidFill>
                <a:latin typeface="微软雅黑" pitchFamily="34" charset="-122"/>
                <a:ea typeface="微软雅黑" pitchFamily="34" charset="-122"/>
              </a:rPr>
              <a:t>3GPP </a:t>
            </a:r>
            <a:r>
              <a:rPr lang="zh-CN" altLang="en-US" b="1" dirty="0">
                <a:solidFill>
                  <a:srgbClr val="C00000"/>
                </a:solidFill>
                <a:latin typeface="微软雅黑" pitchFamily="34" charset="-122"/>
                <a:ea typeface="微软雅黑" pitchFamily="34" charset="-122"/>
              </a:rPr>
              <a:t>制订的 </a:t>
            </a:r>
            <a:r>
              <a:rPr lang="en-US" altLang="zh-CN" b="1" dirty="0">
                <a:solidFill>
                  <a:srgbClr val="C00000"/>
                </a:solidFill>
                <a:latin typeface="微软雅黑" pitchFamily="34" charset="-122"/>
                <a:ea typeface="微软雅黑" pitchFamily="34" charset="-122"/>
              </a:rPr>
              <a:t>3G </a:t>
            </a:r>
            <a:r>
              <a:rPr lang="zh-CN" altLang="en-US" b="1" dirty="0">
                <a:solidFill>
                  <a:srgbClr val="C00000"/>
                </a:solidFill>
                <a:latin typeface="微软雅黑" pitchFamily="34" charset="-122"/>
                <a:ea typeface="微软雅黑" pitchFamily="34" charset="-122"/>
              </a:rPr>
              <a:t>标准：</a:t>
            </a:r>
            <a:r>
              <a:rPr lang="zh-CN" altLang="en-US" b="1" dirty="0">
                <a:latin typeface="微软雅黑" pitchFamily="34" charset="-122"/>
                <a:ea typeface="微软雅黑" pitchFamily="34" charset="-122"/>
              </a:rPr>
              <a:t>通用移动通信系统 </a:t>
            </a:r>
            <a:r>
              <a:rPr lang="en-US" altLang="zh-CN" b="1" dirty="0">
                <a:latin typeface="微软雅黑" pitchFamily="34" charset="-122"/>
                <a:ea typeface="微软雅黑" pitchFamily="34" charset="-122"/>
              </a:rPr>
              <a:t>UMTS (Universal Mobile Telecommunications System)</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solidFill>
                  <a:srgbClr val="C00000"/>
                </a:solidFill>
                <a:latin typeface="微软雅黑" pitchFamily="34" charset="-122"/>
                <a:ea typeface="微软雅黑" pitchFamily="34" charset="-122"/>
              </a:rPr>
              <a:t>3GPP R99(1999</a:t>
            </a:r>
            <a:r>
              <a:rPr lang="zh-CN" altLang="en-US" b="1" dirty="0">
                <a:solidFill>
                  <a:srgbClr val="C00000"/>
                </a:solidFill>
                <a:latin typeface="微软雅黑" pitchFamily="34" charset="-122"/>
                <a:ea typeface="微软雅黑" pitchFamily="34" charset="-122"/>
              </a:rPr>
              <a:t>年版</a:t>
            </a:r>
            <a:r>
              <a:rPr lang="en-US" altLang="zh-CN" b="1" dirty="0">
                <a:solidFill>
                  <a:srgbClr val="C00000"/>
                </a:solidFill>
                <a:latin typeface="微软雅黑" pitchFamily="34" charset="-122"/>
                <a:ea typeface="微软雅黑" pitchFamily="34" charset="-122"/>
              </a:rPr>
              <a:t>)</a:t>
            </a:r>
            <a:r>
              <a:rPr lang="zh-CN" altLang="en-US" b="1" dirty="0">
                <a:solidFill>
                  <a:srgbClr val="C00000"/>
                </a:solidFill>
                <a:latin typeface="微软雅黑" pitchFamily="34" charset="-122"/>
                <a:ea typeface="微软雅黑" pitchFamily="34" charset="-122"/>
              </a:rPr>
              <a:t>：</a:t>
            </a:r>
            <a:r>
              <a:rPr lang="zh-CN" altLang="en-US" b="1" dirty="0">
                <a:latin typeface="微软雅黑" pitchFamily="34" charset="-122"/>
                <a:ea typeface="微软雅黑" pitchFamily="34" charset="-122"/>
              </a:rPr>
              <a:t>下行和上行的数据率都要超过 </a:t>
            </a:r>
            <a:r>
              <a:rPr lang="en-US" altLang="zh-CN" b="1" dirty="0">
                <a:latin typeface="微软雅黑" pitchFamily="34" charset="-122"/>
                <a:ea typeface="微软雅黑" pitchFamily="34" charset="-122"/>
              </a:rPr>
              <a:t>384 kbit/s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1685494354"/>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5"/>
            <a:ext cx="8133857" cy="290699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8045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UMTS </a:t>
            </a:r>
            <a:r>
              <a:rPr lang="zh-CN" altLang="en-US" sz="2000" b="1" dirty="0">
                <a:latin typeface="微软雅黑" pitchFamily="34" charset="-122"/>
                <a:ea typeface="微软雅黑" pitchFamily="34" charset="-122"/>
              </a:rPr>
              <a:t>蜂窝通信系统的重要组成构件</a:t>
            </a: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2098545"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215884" y="1094217"/>
            <a:ext cx="683200" cy="430887"/>
          </a:xfrm>
          <a:prstGeom prst="rect">
            <a:avLst/>
          </a:prstGeom>
          <a:no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p>
          <a:p>
            <a:pPr eaLnBrk="1" hangingPunct="1"/>
            <a:r>
              <a:rPr kumimoji="1" lang="en-US" altLang="zh-CN" sz="1000" b="1" dirty="0">
                <a:latin typeface="微软雅黑" panose="020B0503020204020204" pitchFamily="34" charset="-122"/>
                <a:ea typeface="微软雅黑" panose="020B0503020204020204" pitchFamily="34" charset="-122"/>
              </a:rPr>
              <a:t>Node-B</a:t>
            </a:r>
          </a:p>
        </p:txBody>
      </p:sp>
      <p:sp>
        <p:nvSpPr>
          <p:cNvPr id="286" name="Text Box 538"/>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用户设备 </a:t>
            </a:r>
            <a:r>
              <a:rPr kumimoji="1" lang="en-US" altLang="zh-CN" sz="1200" b="1" dirty="0">
                <a:latin typeface="微软雅黑" panose="020B0503020204020204" pitchFamily="34" charset="-122"/>
                <a:ea typeface="微软雅黑" panose="020B0503020204020204" pitchFamily="34" charset="-122"/>
              </a:rPr>
              <a:t>UE</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pSp>
        <p:nvGrpSpPr>
          <p:cNvPr id="292" name="Group 428"/>
          <p:cNvGrpSpPr>
            <a:grpSpLocks/>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82750"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6" name="矩形 5"/>
          <p:cNvSpPr/>
          <p:nvPr/>
        </p:nvSpPr>
        <p:spPr>
          <a:xfrm>
            <a:off x="1021740" y="3901922"/>
            <a:ext cx="7008308" cy="605294"/>
          </a:xfrm>
          <a:prstGeom prst="rect">
            <a:avLst/>
          </a:prstGeom>
        </p:spPr>
        <p:txBody>
          <a:bodyPr wrap="square">
            <a:spAutoFit/>
          </a:bodyPr>
          <a:lstStyle/>
          <a:p>
            <a:pPr>
              <a:lnSpc>
                <a:spcPts val="2000"/>
              </a:lnSpc>
            </a:pP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引入了无线接入网概念：</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通用移动通信系统陆地无线接入网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UTRAN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UMTS Terrestrial Radio Access Network)</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 ，由多个无线网络系统组成。</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p:cNvCxnSpPr/>
          <p:nvPr/>
        </p:nvCxnSpPr>
        <p:spPr>
          <a:xfrm flipV="1">
            <a:off x="1187288" y="365113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p:cNvSpPr txBox="1">
            <a:spLocks noChangeArrowheads="1"/>
          </p:cNvSpPr>
          <p:nvPr/>
        </p:nvSpPr>
        <p:spPr bwMode="auto">
          <a:xfrm>
            <a:off x="1769039" y="3508211"/>
            <a:ext cx="1569660"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p:cNvCxnSpPr>
            <a:cxnSpLocks/>
          </p:cNvCxnSpPr>
          <p:nvPr/>
        </p:nvCxnSpPr>
        <p:spPr>
          <a:xfrm>
            <a:off x="1187288" y="2878653"/>
            <a:ext cx="0" cy="90655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8" name="直接连接符 377"/>
          <p:cNvCxnSpPr>
            <a:cxnSpLocks/>
          </p:cNvCxnSpPr>
          <p:nvPr/>
        </p:nvCxnSpPr>
        <p:spPr>
          <a:xfrm>
            <a:off x="4063644" y="3386337"/>
            <a:ext cx="0" cy="398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p>
        </p:txBody>
      </p:sp>
      <p:cxnSp>
        <p:nvCxnSpPr>
          <p:cNvPr id="387" name="直接连接符 386"/>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p>
        </p:txBody>
      </p:sp>
      <p:cxnSp>
        <p:nvCxnSpPr>
          <p:cNvPr id="389" name="直接连接符 388"/>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p:cNvSpPr>
            <a:spLocks/>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rgbClr val="FFCC66"/>
          </a:solidFill>
        </p:grpSpPr>
        <p:sp>
          <p:nvSpPr>
            <p:cNvPr id="11" name="矩形 10"/>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2055272398"/>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5" imgW="8839200" imgH="3481388" progId="">
                  <p:embed/>
                </p:oleObj>
              </mc:Choice>
              <mc:Fallback>
                <p:oleObj name="Microsoft ClipArt Gallery" r:id="rId5" imgW="8839200" imgH="3481388" progId="">
                  <p:embed/>
                  <p:pic>
                    <p:nvPicPr>
                      <p:cNvPr id="0" name="Picture 102"/>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486477" y="1655570"/>
            <a:ext cx="1261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p>
        </p:txBody>
      </p:sp>
      <p:sp>
        <p:nvSpPr>
          <p:cNvPr id="316" name="Text Box 542"/>
          <p:cNvSpPr txBox="1">
            <a:spLocks noChangeArrowheads="1"/>
          </p:cNvSpPr>
          <p:nvPr/>
        </p:nvSpPr>
        <p:spPr bwMode="auto">
          <a:xfrm>
            <a:off x="3288540" y="2001219"/>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125553406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103"/>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94" name="组合 393"/>
          <p:cNvGrpSpPr/>
          <p:nvPr/>
        </p:nvGrpSpPr>
        <p:grpSpPr>
          <a:xfrm>
            <a:off x="1590809" y="2108503"/>
            <a:ext cx="1360280" cy="1404486"/>
            <a:chOff x="1573391" y="2099794"/>
            <a:chExt cx="1360280" cy="1404486"/>
          </a:xfrm>
        </p:grpSpPr>
        <p:sp>
          <p:nvSpPr>
            <p:cNvPr id="395" name="矩形 394"/>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6" name="矩形 395"/>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7" name="矩形 396"/>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8" name="矩形 397"/>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9" name="矩形 398"/>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400" name="矩形 399"/>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
        <p:nvSpPr>
          <p:cNvPr id="2" name="圆角矩形 331">
            <a:extLst>
              <a:ext uri="{FF2B5EF4-FFF2-40B4-BE49-F238E27FC236}">
                <a16:creationId xmlns:a16="http://schemas.microsoft.com/office/drawing/2014/main" id="{A76320C5-BF56-CC0D-EE67-63913FDDF485}"/>
              </a:ext>
            </a:extLst>
          </p:cNvPr>
          <p:cNvSpPr/>
          <p:nvPr/>
        </p:nvSpPr>
        <p:spPr>
          <a:xfrm>
            <a:off x="4630154" y="1588418"/>
            <a:ext cx="2222041" cy="909254"/>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3" name="Text Box 541">
            <a:extLst>
              <a:ext uri="{FF2B5EF4-FFF2-40B4-BE49-F238E27FC236}">
                <a16:creationId xmlns:a16="http://schemas.microsoft.com/office/drawing/2014/main" id="{53E8AFAB-A6BF-10DC-0625-ED5BFD272A66}"/>
              </a:ext>
            </a:extLst>
          </p:cNvPr>
          <p:cNvSpPr txBox="1">
            <a:spLocks noChangeArrowheads="1"/>
          </p:cNvSpPr>
          <p:nvPr/>
        </p:nvSpPr>
        <p:spPr bwMode="auto">
          <a:xfrm>
            <a:off x="4907085" y="1268644"/>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4" name="组合 333">
            <a:extLst>
              <a:ext uri="{FF2B5EF4-FFF2-40B4-BE49-F238E27FC236}">
                <a16:creationId xmlns:a16="http://schemas.microsoft.com/office/drawing/2014/main" id="{65082306-1D15-3BB1-62EC-C2C82E96365C}"/>
              </a:ext>
            </a:extLst>
          </p:cNvPr>
          <p:cNvGrpSpPr/>
          <p:nvPr/>
        </p:nvGrpSpPr>
        <p:grpSpPr>
          <a:xfrm>
            <a:off x="4852880" y="1901890"/>
            <a:ext cx="777000" cy="391050"/>
            <a:chOff x="3131840" y="3539328"/>
            <a:chExt cx="936104" cy="897784"/>
          </a:xfrm>
          <a:solidFill>
            <a:schemeClr val="bg1">
              <a:lumMod val="85000"/>
            </a:schemeClr>
          </a:solidFill>
        </p:grpSpPr>
        <p:sp>
          <p:nvSpPr>
            <p:cNvPr id="5" name="等腰三角形 4">
              <a:extLst>
                <a:ext uri="{FF2B5EF4-FFF2-40B4-BE49-F238E27FC236}">
                  <a16:creationId xmlns:a16="http://schemas.microsoft.com/office/drawing/2014/main" id="{4F3074CE-4AA7-7773-A7EB-FD5EAC4B8DF8}"/>
                </a:ext>
              </a:extLst>
            </p:cNvPr>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8" name="矩形 327">
              <a:extLst>
                <a:ext uri="{FF2B5EF4-FFF2-40B4-BE49-F238E27FC236}">
                  <a16:creationId xmlns:a16="http://schemas.microsoft.com/office/drawing/2014/main" id="{0C798FD8-B584-D449-9561-FC868B6E9A9D}"/>
                </a:ext>
              </a:extLst>
            </p:cNvPr>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29" name="组合 336">
            <a:extLst>
              <a:ext uri="{FF2B5EF4-FFF2-40B4-BE49-F238E27FC236}">
                <a16:creationId xmlns:a16="http://schemas.microsoft.com/office/drawing/2014/main" id="{D076DE73-EDED-DF71-50E3-CC29C9181F58}"/>
              </a:ext>
            </a:extLst>
          </p:cNvPr>
          <p:cNvGrpSpPr/>
          <p:nvPr/>
        </p:nvGrpSpPr>
        <p:grpSpPr>
          <a:xfrm>
            <a:off x="5928904" y="1901889"/>
            <a:ext cx="809648" cy="395541"/>
            <a:chOff x="3131840" y="3501008"/>
            <a:chExt cx="936104" cy="936104"/>
          </a:xfrm>
          <a:solidFill>
            <a:schemeClr val="bg1">
              <a:lumMod val="85000"/>
            </a:schemeClr>
          </a:solidFill>
        </p:grpSpPr>
        <p:sp>
          <p:nvSpPr>
            <p:cNvPr id="330" name="等腰三角形 329">
              <a:extLst>
                <a:ext uri="{FF2B5EF4-FFF2-40B4-BE49-F238E27FC236}">
                  <a16:creationId xmlns:a16="http://schemas.microsoft.com/office/drawing/2014/main" id="{FA7B51AE-FBE1-37B4-623D-EFFCBCCD937B}"/>
                </a:ext>
              </a:extLst>
            </p:cNvPr>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34" name="矩形 333">
              <a:extLst>
                <a:ext uri="{FF2B5EF4-FFF2-40B4-BE49-F238E27FC236}">
                  <a16:creationId xmlns:a16="http://schemas.microsoft.com/office/drawing/2014/main" id="{A8DED69F-8229-F0FE-20F9-16CC4A708941}"/>
                </a:ext>
              </a:extLst>
            </p:cNvPr>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35" name="AutoShape 450">
            <a:extLst>
              <a:ext uri="{FF2B5EF4-FFF2-40B4-BE49-F238E27FC236}">
                <a16:creationId xmlns:a16="http://schemas.microsoft.com/office/drawing/2014/main" id="{77E9E3E5-C1A1-EE24-9EF1-F53A1A9D6D04}"/>
              </a:ext>
            </a:extLst>
          </p:cNvPr>
          <p:cNvSpPr>
            <a:spLocks noChangeArrowheads="1"/>
          </p:cNvSpPr>
          <p:nvPr/>
        </p:nvSpPr>
        <p:spPr bwMode="auto">
          <a:xfrm>
            <a:off x="6115187" y="1981077"/>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36" name="直接连接符 335">
            <a:extLst>
              <a:ext uri="{FF2B5EF4-FFF2-40B4-BE49-F238E27FC236}">
                <a16:creationId xmlns:a16="http://schemas.microsoft.com/office/drawing/2014/main" id="{ADC0323F-E85D-4B1E-5762-BB1B1C357A6E}"/>
              </a:ext>
            </a:extLst>
          </p:cNvPr>
          <p:cNvCxnSpPr/>
          <p:nvPr/>
        </p:nvCxnSpPr>
        <p:spPr>
          <a:xfrm>
            <a:off x="4674858" y="2100711"/>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7" name="直接连接符 336">
            <a:extLst>
              <a:ext uri="{FF2B5EF4-FFF2-40B4-BE49-F238E27FC236}">
                <a16:creationId xmlns:a16="http://schemas.microsoft.com/office/drawing/2014/main" id="{30502812-E053-F19B-A3E7-0D90A6038FA1}"/>
              </a:ext>
            </a:extLst>
          </p:cNvPr>
          <p:cNvCxnSpPr/>
          <p:nvPr/>
        </p:nvCxnSpPr>
        <p:spPr>
          <a:xfrm>
            <a:off x="4677900" y="1945188"/>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8" name="直接连接符 337">
            <a:extLst>
              <a:ext uri="{FF2B5EF4-FFF2-40B4-BE49-F238E27FC236}">
                <a16:creationId xmlns:a16="http://schemas.microsoft.com/office/drawing/2014/main" id="{6BB67178-0D8B-AA72-B95E-EBC533B8B744}"/>
              </a:ext>
            </a:extLst>
          </p:cNvPr>
          <p:cNvCxnSpPr>
            <a:cxnSpLocks/>
            <a:endCxn id="305" idx="3"/>
          </p:cNvCxnSpPr>
          <p:nvPr/>
        </p:nvCxnSpPr>
        <p:spPr>
          <a:xfrm>
            <a:off x="5462654" y="2116992"/>
            <a:ext cx="1539778" cy="113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9" name="直接连接符 338">
            <a:extLst>
              <a:ext uri="{FF2B5EF4-FFF2-40B4-BE49-F238E27FC236}">
                <a16:creationId xmlns:a16="http://schemas.microsoft.com/office/drawing/2014/main" id="{33DE95D8-846B-C2FE-6969-9D0697745391}"/>
              </a:ext>
            </a:extLst>
          </p:cNvPr>
          <p:cNvCxnSpPr/>
          <p:nvPr/>
        </p:nvCxnSpPr>
        <p:spPr>
          <a:xfrm>
            <a:off x="5739338" y="1924346"/>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0" name="直接连接符 339">
            <a:extLst>
              <a:ext uri="{FF2B5EF4-FFF2-40B4-BE49-F238E27FC236}">
                <a16:creationId xmlns:a16="http://schemas.microsoft.com/office/drawing/2014/main" id="{571B001D-EC07-4C38-6010-B40A9C87AD73}"/>
              </a:ext>
            </a:extLst>
          </p:cNvPr>
          <p:cNvCxnSpPr/>
          <p:nvPr/>
        </p:nvCxnSpPr>
        <p:spPr>
          <a:xfrm flipV="1">
            <a:off x="5800551" y="2146539"/>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1" name="圆角矩形 342">
            <a:extLst>
              <a:ext uri="{FF2B5EF4-FFF2-40B4-BE49-F238E27FC236}">
                <a16:creationId xmlns:a16="http://schemas.microsoft.com/office/drawing/2014/main" id="{19FF4D34-D9EE-8370-4B4D-0D9174B72C4F}"/>
              </a:ext>
            </a:extLst>
          </p:cNvPr>
          <p:cNvSpPr/>
          <p:nvPr/>
        </p:nvSpPr>
        <p:spPr>
          <a:xfrm>
            <a:off x="4655007" y="2551403"/>
            <a:ext cx="2197189" cy="966062"/>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2" name="组合 341">
            <a:extLst>
              <a:ext uri="{FF2B5EF4-FFF2-40B4-BE49-F238E27FC236}">
                <a16:creationId xmlns:a16="http://schemas.microsoft.com/office/drawing/2014/main" id="{39204865-3979-8393-79C4-A494B9BB26F8}"/>
              </a:ext>
            </a:extLst>
          </p:cNvPr>
          <p:cNvGrpSpPr/>
          <p:nvPr/>
        </p:nvGrpSpPr>
        <p:grpSpPr>
          <a:xfrm>
            <a:off x="4841327" y="2923591"/>
            <a:ext cx="888482" cy="473997"/>
            <a:chOff x="3131840" y="3501008"/>
            <a:chExt cx="936104" cy="936104"/>
          </a:xfrm>
          <a:solidFill>
            <a:schemeClr val="bg1">
              <a:lumMod val="85000"/>
            </a:schemeClr>
          </a:solidFill>
        </p:grpSpPr>
        <p:sp>
          <p:nvSpPr>
            <p:cNvPr id="371" name="等腰三角形 370">
              <a:extLst>
                <a:ext uri="{FF2B5EF4-FFF2-40B4-BE49-F238E27FC236}">
                  <a16:creationId xmlns:a16="http://schemas.microsoft.com/office/drawing/2014/main" id="{3949EDB2-7D98-A45B-4E00-076FC490763A}"/>
                </a:ext>
              </a:extLst>
            </p:cNvPr>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72" name="矩形 371">
              <a:extLst>
                <a:ext uri="{FF2B5EF4-FFF2-40B4-BE49-F238E27FC236}">
                  <a16:creationId xmlns:a16="http://schemas.microsoft.com/office/drawing/2014/main" id="{955473BF-480A-8EBB-BBDB-027014F7ED15}"/>
                </a:ext>
              </a:extLst>
            </p:cNvPr>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74" name="组合 344">
            <a:extLst>
              <a:ext uri="{FF2B5EF4-FFF2-40B4-BE49-F238E27FC236}">
                <a16:creationId xmlns:a16="http://schemas.microsoft.com/office/drawing/2014/main" id="{AC194EDE-BA45-72AC-3B55-908CDE438A93}"/>
              </a:ext>
            </a:extLst>
          </p:cNvPr>
          <p:cNvGrpSpPr/>
          <p:nvPr/>
        </p:nvGrpSpPr>
        <p:grpSpPr>
          <a:xfrm>
            <a:off x="5818324" y="2925754"/>
            <a:ext cx="888482" cy="457553"/>
            <a:chOff x="3131840" y="3501008"/>
            <a:chExt cx="936104" cy="936104"/>
          </a:xfrm>
          <a:solidFill>
            <a:schemeClr val="bg1">
              <a:lumMod val="85000"/>
            </a:schemeClr>
          </a:solidFill>
        </p:grpSpPr>
        <p:sp>
          <p:nvSpPr>
            <p:cNvPr id="375" name="等腰三角形 374">
              <a:extLst>
                <a:ext uri="{FF2B5EF4-FFF2-40B4-BE49-F238E27FC236}">
                  <a16:creationId xmlns:a16="http://schemas.microsoft.com/office/drawing/2014/main" id="{A9AE8397-438D-E9B8-86DF-471C093F17F9}"/>
                </a:ext>
              </a:extLst>
            </p:cNvPr>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76" name="矩形 375">
              <a:extLst>
                <a:ext uri="{FF2B5EF4-FFF2-40B4-BE49-F238E27FC236}">
                  <a16:creationId xmlns:a16="http://schemas.microsoft.com/office/drawing/2014/main" id="{EE0F0084-F558-60C6-506D-67020112EC42}"/>
                </a:ext>
              </a:extLst>
            </p:cNvPr>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77" name="Freeform 497">
            <a:extLst>
              <a:ext uri="{FF2B5EF4-FFF2-40B4-BE49-F238E27FC236}">
                <a16:creationId xmlns:a16="http://schemas.microsoft.com/office/drawing/2014/main" id="{96D8323D-9E63-F051-1F68-04DBC705D41E}"/>
              </a:ext>
            </a:extLst>
          </p:cNvPr>
          <p:cNvSpPr>
            <a:spLocks/>
          </p:cNvSpPr>
          <p:nvPr/>
        </p:nvSpPr>
        <p:spPr bwMode="auto">
          <a:xfrm>
            <a:off x="5784099" y="2830176"/>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9" name="Freeform 498">
            <a:extLst>
              <a:ext uri="{FF2B5EF4-FFF2-40B4-BE49-F238E27FC236}">
                <a16:creationId xmlns:a16="http://schemas.microsoft.com/office/drawing/2014/main" id="{5F6476D2-29CB-A3C2-1AC1-7ECA7B752F05}"/>
              </a:ext>
            </a:extLst>
          </p:cNvPr>
          <p:cNvSpPr>
            <a:spLocks/>
          </p:cNvSpPr>
          <p:nvPr/>
        </p:nvSpPr>
        <p:spPr bwMode="auto">
          <a:xfrm rot="20527610">
            <a:off x="5721419" y="3257816"/>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cxnSp>
        <p:nvCxnSpPr>
          <p:cNvPr id="382" name="直接连接符 381">
            <a:extLst>
              <a:ext uri="{FF2B5EF4-FFF2-40B4-BE49-F238E27FC236}">
                <a16:creationId xmlns:a16="http://schemas.microsoft.com/office/drawing/2014/main" id="{8AA6683D-1342-5C71-20E3-B5C0756B98A0}"/>
              </a:ext>
            </a:extLst>
          </p:cNvPr>
          <p:cNvCxnSpPr/>
          <p:nvPr/>
        </p:nvCxnSpPr>
        <p:spPr>
          <a:xfrm>
            <a:off x="4804335" y="2828818"/>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4" name="Text Box 541">
            <a:extLst>
              <a:ext uri="{FF2B5EF4-FFF2-40B4-BE49-F238E27FC236}">
                <a16:creationId xmlns:a16="http://schemas.microsoft.com/office/drawing/2014/main" id="{92E21FCE-4F19-3B9E-0E84-DEA083611A82}"/>
              </a:ext>
            </a:extLst>
          </p:cNvPr>
          <p:cNvSpPr txBox="1">
            <a:spLocks noChangeArrowheads="1"/>
          </p:cNvSpPr>
          <p:nvPr/>
        </p:nvSpPr>
        <p:spPr bwMode="auto">
          <a:xfrm>
            <a:off x="4837901" y="2590999"/>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85" name="直接连接符 384">
            <a:extLst>
              <a:ext uri="{FF2B5EF4-FFF2-40B4-BE49-F238E27FC236}">
                <a16:creationId xmlns:a16="http://schemas.microsoft.com/office/drawing/2014/main" id="{953DD522-D065-508B-5585-049E46B09A6F}"/>
              </a:ext>
            </a:extLst>
          </p:cNvPr>
          <p:cNvCxnSpPr/>
          <p:nvPr/>
        </p:nvCxnSpPr>
        <p:spPr>
          <a:xfrm flipV="1">
            <a:off x="4744267" y="3155922"/>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直接连接符 389">
            <a:extLst>
              <a:ext uri="{FF2B5EF4-FFF2-40B4-BE49-F238E27FC236}">
                <a16:creationId xmlns:a16="http://schemas.microsoft.com/office/drawing/2014/main" id="{D7A51A16-6EED-BE67-8E4D-142A04669E54}"/>
              </a:ext>
            </a:extLst>
          </p:cNvPr>
          <p:cNvCxnSpPr>
            <a:stCxn id="393" idx="3"/>
            <a:endCxn id="381" idx="1"/>
          </p:cNvCxnSpPr>
          <p:nvPr/>
        </p:nvCxnSpPr>
        <p:spPr>
          <a:xfrm>
            <a:off x="5534300" y="3131561"/>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91" name="Text Box 541">
            <a:extLst>
              <a:ext uri="{FF2B5EF4-FFF2-40B4-BE49-F238E27FC236}">
                <a16:creationId xmlns:a16="http://schemas.microsoft.com/office/drawing/2014/main" id="{ABD20013-A70A-4C9F-BE20-2D4D7A597AA3}"/>
              </a:ext>
            </a:extLst>
          </p:cNvPr>
          <p:cNvSpPr txBox="1">
            <a:spLocks noChangeArrowheads="1"/>
          </p:cNvSpPr>
          <p:nvPr/>
        </p:nvSpPr>
        <p:spPr bwMode="auto">
          <a:xfrm>
            <a:off x="4781559" y="1627052"/>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sp>
        <p:nvSpPr>
          <p:cNvPr id="392" name="AutoShape 451">
            <a:extLst>
              <a:ext uri="{FF2B5EF4-FFF2-40B4-BE49-F238E27FC236}">
                <a16:creationId xmlns:a16="http://schemas.microsoft.com/office/drawing/2014/main" id="{6212A861-D885-35A5-2AFA-3AF77A6C36AE}"/>
              </a:ext>
            </a:extLst>
          </p:cNvPr>
          <p:cNvSpPr>
            <a:spLocks noChangeArrowheads="1"/>
          </p:cNvSpPr>
          <p:nvPr/>
        </p:nvSpPr>
        <p:spPr bwMode="auto">
          <a:xfrm>
            <a:off x="5019470" y="1985804"/>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93" name="Picture 427">
            <a:extLst>
              <a:ext uri="{FF2B5EF4-FFF2-40B4-BE49-F238E27FC236}">
                <a16:creationId xmlns:a16="http://schemas.microsoft.com/office/drawing/2014/main" id="{C5F4E34E-D926-DAB6-5310-04F158A5B782}"/>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40692" y="3014808"/>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01" name="圆角矩形 382">
            <a:extLst>
              <a:ext uri="{FF2B5EF4-FFF2-40B4-BE49-F238E27FC236}">
                <a16:creationId xmlns:a16="http://schemas.microsoft.com/office/drawing/2014/main" id="{6DE12B1C-0170-EA8F-EF95-918D978173BC}"/>
              </a:ext>
            </a:extLst>
          </p:cNvPr>
          <p:cNvSpPr/>
          <p:nvPr/>
        </p:nvSpPr>
        <p:spPr>
          <a:xfrm>
            <a:off x="4525894" y="1524025"/>
            <a:ext cx="2428485" cy="2113104"/>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cxnSp>
        <p:nvCxnSpPr>
          <p:cNvPr id="322" name="直接连接符 321"/>
          <p:cNvCxnSpPr>
            <a:cxnSpLocks/>
            <a:endCxn id="328" idx="1"/>
          </p:cNvCxnSpPr>
          <p:nvPr/>
        </p:nvCxnSpPr>
        <p:spPr>
          <a:xfrm flipV="1">
            <a:off x="3877174" y="2136117"/>
            <a:ext cx="1095244" cy="64959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cxnSpLocks/>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354" name="Object 425"/>
          <p:cNvGraphicFramePr>
            <a:graphicFrameLocks noChangeAspect="1"/>
          </p:cNvGraphicFramePr>
          <p:nvPr>
            <p:extLst>
              <p:ext uri="{D42A27DB-BD31-4B8C-83A1-F6EECF244321}">
                <p14:modId xmlns:p14="http://schemas.microsoft.com/office/powerpoint/2010/main" val="2962338809"/>
              </p:ext>
            </p:extLst>
          </p:nvPr>
        </p:nvGraphicFramePr>
        <p:xfrm>
          <a:off x="7042334" y="2813673"/>
          <a:ext cx="1184398" cy="677438"/>
        </p:xfrm>
        <a:graphic>
          <a:graphicData uri="http://schemas.openxmlformats.org/presentationml/2006/ole">
            <mc:AlternateContent xmlns:mc="http://schemas.openxmlformats.org/markup-compatibility/2006">
              <mc:Choice xmlns:v="urn:schemas-microsoft-com:vml" Requires="v">
                <p:oleObj name="Visio" r:id="rId9" imgW="1687068" imgH="964692" progId="">
                  <p:embed/>
                </p:oleObj>
              </mc:Choice>
              <mc:Fallback>
                <p:oleObj name="Visio" r:id="rId9" imgW="1687068" imgH="964692" progId="">
                  <p:embed/>
                  <p:pic>
                    <p:nvPicPr>
                      <p:cNvPr id="0" name="Picture 10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042334"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313065"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pic>
        <p:nvPicPr>
          <p:cNvPr id="381" name="Picture 448">
            <a:extLst>
              <a:ext uri="{FF2B5EF4-FFF2-40B4-BE49-F238E27FC236}">
                <a16:creationId xmlns:a16="http://schemas.microsoft.com/office/drawing/2014/main" id="{07EE39C4-AAEA-BE5E-0597-A1E6D9360A60}"/>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021763" y="3014808"/>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3481122332"/>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5C87B7-D52A-4187-A8BA-065A93784125}"/>
            </a:ext>
          </a:extLst>
        </p:cNvPr>
        <p:cNvGrpSpPr/>
        <p:nvPr/>
      </p:nvGrpSpPr>
      <p:grpSpPr>
        <a:xfrm>
          <a:off x="0" y="0"/>
          <a:ext cx="0" cy="0"/>
          <a:chOff x="0" y="0"/>
          <a:chExt cx="0" cy="0"/>
        </a:xfrm>
      </p:grpSpPr>
      <p:sp>
        <p:nvSpPr>
          <p:cNvPr id="333" name="圆角矩形 332">
            <a:extLst>
              <a:ext uri="{FF2B5EF4-FFF2-40B4-BE49-F238E27FC236}">
                <a16:creationId xmlns:a16="http://schemas.microsoft.com/office/drawing/2014/main" id="{F80C519F-2000-879C-EC6F-EE9E9EE2A15D}"/>
              </a:ext>
            </a:extLst>
          </p:cNvPr>
          <p:cNvSpPr/>
          <p:nvPr/>
        </p:nvSpPr>
        <p:spPr>
          <a:xfrm>
            <a:off x="541439" y="967865"/>
            <a:ext cx="8133857" cy="290699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a:extLst>
              <a:ext uri="{FF2B5EF4-FFF2-40B4-BE49-F238E27FC236}">
                <a16:creationId xmlns:a16="http://schemas.microsoft.com/office/drawing/2014/main" id="{691F453A-801C-2D38-43BE-2B1FA62BAA35}"/>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a:extLst>
              <a:ext uri="{FF2B5EF4-FFF2-40B4-BE49-F238E27FC236}">
                <a16:creationId xmlns:a16="http://schemas.microsoft.com/office/drawing/2014/main" id="{89873694-CE64-D231-77C2-C74757061CD7}"/>
              </a:ext>
            </a:extLst>
          </p:cNvPr>
          <p:cNvSpPr>
            <a:spLocks noChangeArrowheads="1"/>
          </p:cNvSpPr>
          <p:nvPr/>
        </p:nvSpPr>
        <p:spPr bwMode="auto">
          <a:xfrm>
            <a:off x="635844" y="567754"/>
            <a:ext cx="48045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UMTS </a:t>
            </a:r>
            <a:r>
              <a:rPr lang="zh-CN" altLang="en-US" sz="2000" b="1" dirty="0">
                <a:latin typeface="微软雅黑" pitchFamily="34" charset="-122"/>
                <a:ea typeface="微软雅黑" pitchFamily="34" charset="-122"/>
              </a:rPr>
              <a:t>蜂窝通信系统的重要组成构件</a:t>
            </a:r>
          </a:p>
        </p:txBody>
      </p:sp>
      <p:grpSp>
        <p:nvGrpSpPr>
          <p:cNvPr id="252" name="Group 499">
            <a:extLst>
              <a:ext uri="{FF2B5EF4-FFF2-40B4-BE49-F238E27FC236}">
                <a16:creationId xmlns:a16="http://schemas.microsoft.com/office/drawing/2014/main" id="{2FE38952-A629-53D0-E499-5A6112814CAB}"/>
              </a:ext>
            </a:extLst>
          </p:cNvPr>
          <p:cNvGrpSpPr>
            <a:grpSpLocks/>
          </p:cNvGrpSpPr>
          <p:nvPr/>
        </p:nvGrpSpPr>
        <p:grpSpPr bwMode="auto">
          <a:xfrm>
            <a:off x="2816750" y="1152364"/>
            <a:ext cx="144883" cy="317589"/>
            <a:chOff x="4186" y="1736"/>
            <a:chExt cx="229" cy="461"/>
          </a:xfrm>
        </p:grpSpPr>
        <p:pic>
          <p:nvPicPr>
            <p:cNvPr id="253" name="Picture 500" descr="icon-mobile-phone">
              <a:extLst>
                <a:ext uri="{FF2B5EF4-FFF2-40B4-BE49-F238E27FC236}">
                  <a16:creationId xmlns:a16="http://schemas.microsoft.com/office/drawing/2014/main" id="{A0462D72-6857-0232-B5E4-26AE4183761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a:extLst>
                <a:ext uri="{FF2B5EF4-FFF2-40B4-BE49-F238E27FC236}">
                  <a16:creationId xmlns:a16="http://schemas.microsoft.com/office/drawing/2014/main" id="{62D008B9-FB9F-8E2D-B91E-132585D734A9}"/>
                </a:ext>
              </a:extLst>
            </p:cNvPr>
            <p:cNvGrpSpPr>
              <a:grpSpLocks/>
            </p:cNvGrpSpPr>
            <p:nvPr/>
          </p:nvGrpSpPr>
          <p:grpSpPr bwMode="auto">
            <a:xfrm>
              <a:off x="4186" y="1736"/>
              <a:ext cx="198" cy="79"/>
              <a:chOff x="4513" y="1707"/>
              <a:chExt cx="198" cy="177"/>
            </a:xfrm>
          </p:grpSpPr>
          <p:sp>
            <p:nvSpPr>
              <p:cNvPr id="255" name="AutoShape 502">
                <a:extLst>
                  <a:ext uri="{FF2B5EF4-FFF2-40B4-BE49-F238E27FC236}">
                    <a16:creationId xmlns:a16="http://schemas.microsoft.com/office/drawing/2014/main" id="{56D18CAF-60D9-E359-C16A-5891E719378A}"/>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a:extLst>
                  <a:ext uri="{FF2B5EF4-FFF2-40B4-BE49-F238E27FC236}">
                    <a16:creationId xmlns:a16="http://schemas.microsoft.com/office/drawing/2014/main" id="{C921F28C-3157-4637-914D-406AE4425798}"/>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a:extLst>
                  <a:ext uri="{FF2B5EF4-FFF2-40B4-BE49-F238E27FC236}">
                    <a16:creationId xmlns:a16="http://schemas.microsoft.com/office/drawing/2014/main" id="{A6FA011A-4207-F671-69A7-C90DA22BEDB5}"/>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a:extLst>
              <a:ext uri="{FF2B5EF4-FFF2-40B4-BE49-F238E27FC236}">
                <a16:creationId xmlns:a16="http://schemas.microsoft.com/office/drawing/2014/main" id="{1FCE840B-29C1-D494-629A-64B41982B936}"/>
              </a:ext>
            </a:extLst>
          </p:cNvPr>
          <p:cNvGrpSpPr>
            <a:grpSpLocks/>
          </p:cNvGrpSpPr>
          <p:nvPr/>
        </p:nvGrpSpPr>
        <p:grpSpPr bwMode="auto">
          <a:xfrm>
            <a:off x="2098545" y="1117523"/>
            <a:ext cx="238399" cy="364490"/>
            <a:chOff x="4608" y="700"/>
            <a:chExt cx="306" cy="553"/>
          </a:xfrm>
        </p:grpSpPr>
        <p:grpSp>
          <p:nvGrpSpPr>
            <p:cNvPr id="261" name="Group 513">
              <a:extLst>
                <a:ext uri="{FF2B5EF4-FFF2-40B4-BE49-F238E27FC236}">
                  <a16:creationId xmlns:a16="http://schemas.microsoft.com/office/drawing/2014/main" id="{347D7316-85CD-C237-DF77-6E1A7F26539C}"/>
                </a:ext>
              </a:extLst>
            </p:cNvPr>
            <p:cNvGrpSpPr>
              <a:grpSpLocks/>
            </p:cNvGrpSpPr>
            <p:nvPr/>
          </p:nvGrpSpPr>
          <p:grpSpPr bwMode="auto">
            <a:xfrm>
              <a:off x="4694" y="784"/>
              <a:ext cx="134" cy="469"/>
              <a:chOff x="4740" y="784"/>
              <a:chExt cx="88" cy="692"/>
            </a:xfrm>
          </p:grpSpPr>
          <p:sp>
            <p:nvSpPr>
              <p:cNvPr id="269" name="Line 514">
                <a:extLst>
                  <a:ext uri="{FF2B5EF4-FFF2-40B4-BE49-F238E27FC236}">
                    <a16:creationId xmlns:a16="http://schemas.microsoft.com/office/drawing/2014/main" id="{838D7234-1955-348D-EA0C-952C5FCE4354}"/>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a:extLst>
                  <a:ext uri="{FF2B5EF4-FFF2-40B4-BE49-F238E27FC236}">
                    <a16:creationId xmlns:a16="http://schemas.microsoft.com/office/drawing/2014/main" id="{738DF402-2A1F-52E3-723A-3EDF05379185}"/>
                  </a:ext>
                </a:extLst>
              </p:cNvPr>
              <p:cNvGrpSpPr>
                <a:grpSpLocks/>
              </p:cNvGrpSpPr>
              <p:nvPr/>
            </p:nvGrpSpPr>
            <p:grpSpPr bwMode="auto">
              <a:xfrm>
                <a:off x="4740" y="784"/>
                <a:ext cx="88" cy="692"/>
                <a:chOff x="4740" y="784"/>
                <a:chExt cx="88" cy="692"/>
              </a:xfrm>
            </p:grpSpPr>
            <p:sp>
              <p:nvSpPr>
                <p:cNvPr id="271" name="Line 516">
                  <a:extLst>
                    <a:ext uri="{FF2B5EF4-FFF2-40B4-BE49-F238E27FC236}">
                      <a16:creationId xmlns:a16="http://schemas.microsoft.com/office/drawing/2014/main" id="{ACAF793D-3177-6AD9-79D9-A956F68F4CFA}"/>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a:extLst>
                    <a:ext uri="{FF2B5EF4-FFF2-40B4-BE49-F238E27FC236}">
                      <a16:creationId xmlns:a16="http://schemas.microsoft.com/office/drawing/2014/main" id="{42C24D1E-E807-C407-AC9E-B986B4D4D324}"/>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a:extLst>
                    <a:ext uri="{FF2B5EF4-FFF2-40B4-BE49-F238E27FC236}">
                      <a16:creationId xmlns:a16="http://schemas.microsoft.com/office/drawing/2014/main" id="{8D8EE12A-0E7B-1151-6C15-267C823D9339}"/>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a:extLst>
                    <a:ext uri="{FF2B5EF4-FFF2-40B4-BE49-F238E27FC236}">
                      <a16:creationId xmlns:a16="http://schemas.microsoft.com/office/drawing/2014/main" id="{CDE0FBD8-B448-B99F-724B-968936DDBB1D}"/>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a:extLst>
                    <a:ext uri="{FF2B5EF4-FFF2-40B4-BE49-F238E27FC236}">
                      <a16:creationId xmlns:a16="http://schemas.microsoft.com/office/drawing/2014/main" id="{9B5B92F6-8117-6309-F6A0-3CA906DFC7F3}"/>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a:extLst>
                    <a:ext uri="{FF2B5EF4-FFF2-40B4-BE49-F238E27FC236}">
                      <a16:creationId xmlns:a16="http://schemas.microsoft.com/office/drawing/2014/main" id="{ACB47F65-D73E-15BA-ED2D-56E669F706AB}"/>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a:extLst>
                    <a:ext uri="{FF2B5EF4-FFF2-40B4-BE49-F238E27FC236}">
                      <a16:creationId xmlns:a16="http://schemas.microsoft.com/office/drawing/2014/main" id="{E2E235DC-296C-DFA1-D833-E869561FAC03}"/>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a:extLst>
                    <a:ext uri="{FF2B5EF4-FFF2-40B4-BE49-F238E27FC236}">
                      <a16:creationId xmlns:a16="http://schemas.microsoft.com/office/drawing/2014/main" id="{62CEE147-06CB-746A-66F6-D7D95B833F5D}"/>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a:extLst>
                    <a:ext uri="{FF2B5EF4-FFF2-40B4-BE49-F238E27FC236}">
                      <a16:creationId xmlns:a16="http://schemas.microsoft.com/office/drawing/2014/main" id="{5D28E113-A528-23D1-9E66-A1D6AB001430}"/>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a:extLst>
                    <a:ext uri="{FF2B5EF4-FFF2-40B4-BE49-F238E27FC236}">
                      <a16:creationId xmlns:a16="http://schemas.microsoft.com/office/drawing/2014/main" id="{E2591332-9855-770A-9DDA-48ABF48E9EC0}"/>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a:extLst>
                    <a:ext uri="{FF2B5EF4-FFF2-40B4-BE49-F238E27FC236}">
                      <a16:creationId xmlns:a16="http://schemas.microsoft.com/office/drawing/2014/main" id="{03D7C72D-4422-D0F8-441B-9C348EBB60CD}"/>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a:extLst>
                    <a:ext uri="{FF2B5EF4-FFF2-40B4-BE49-F238E27FC236}">
                      <a16:creationId xmlns:a16="http://schemas.microsoft.com/office/drawing/2014/main" id="{BA84D95B-0F49-DC46-7FA0-2DB75C8A5A11}"/>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a:extLst>
                    <a:ext uri="{FF2B5EF4-FFF2-40B4-BE49-F238E27FC236}">
                      <a16:creationId xmlns:a16="http://schemas.microsoft.com/office/drawing/2014/main" id="{88928716-D81D-97AB-6049-574AE487844A}"/>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a:extLst>
                    <a:ext uri="{FF2B5EF4-FFF2-40B4-BE49-F238E27FC236}">
                      <a16:creationId xmlns:a16="http://schemas.microsoft.com/office/drawing/2014/main" id="{45AEB88A-CAE1-0E4C-E5BA-88173253A710}"/>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a:extLst>
                <a:ext uri="{FF2B5EF4-FFF2-40B4-BE49-F238E27FC236}">
                  <a16:creationId xmlns:a16="http://schemas.microsoft.com/office/drawing/2014/main" id="{21F2E760-5ADA-49D2-AC4E-0921390D130D}"/>
                </a:ext>
              </a:extLst>
            </p:cNvPr>
            <p:cNvGrpSpPr>
              <a:grpSpLocks/>
            </p:cNvGrpSpPr>
            <p:nvPr/>
          </p:nvGrpSpPr>
          <p:grpSpPr bwMode="auto">
            <a:xfrm>
              <a:off x="4608" y="700"/>
              <a:ext cx="306" cy="90"/>
              <a:chOff x="748" y="2251"/>
              <a:chExt cx="306" cy="90"/>
            </a:xfrm>
          </p:grpSpPr>
          <p:sp>
            <p:nvSpPr>
              <p:cNvPr id="263" name="AutoShape 531">
                <a:extLst>
                  <a:ext uri="{FF2B5EF4-FFF2-40B4-BE49-F238E27FC236}">
                    <a16:creationId xmlns:a16="http://schemas.microsoft.com/office/drawing/2014/main" id="{C9BAFECB-F1F6-C2F4-5D6C-A95408D22694}"/>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a:extLst>
                  <a:ext uri="{FF2B5EF4-FFF2-40B4-BE49-F238E27FC236}">
                    <a16:creationId xmlns:a16="http://schemas.microsoft.com/office/drawing/2014/main" id="{4A151376-1CF7-20FB-FF8D-630590673615}"/>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a:extLst>
                  <a:ext uri="{FF2B5EF4-FFF2-40B4-BE49-F238E27FC236}">
                    <a16:creationId xmlns:a16="http://schemas.microsoft.com/office/drawing/2014/main" id="{896EE4F3-FCA0-10D1-51EB-52A21F637BD2}"/>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a:extLst>
                  <a:ext uri="{FF2B5EF4-FFF2-40B4-BE49-F238E27FC236}">
                    <a16:creationId xmlns:a16="http://schemas.microsoft.com/office/drawing/2014/main" id="{8075BE42-1FF6-A62A-4344-271AD91938D6}"/>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a:extLst>
                  <a:ext uri="{FF2B5EF4-FFF2-40B4-BE49-F238E27FC236}">
                    <a16:creationId xmlns:a16="http://schemas.microsoft.com/office/drawing/2014/main" id="{61D6BAC5-D495-F2E5-DDF9-0B86B4F549C2}"/>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a:extLst>
                  <a:ext uri="{FF2B5EF4-FFF2-40B4-BE49-F238E27FC236}">
                    <a16:creationId xmlns:a16="http://schemas.microsoft.com/office/drawing/2014/main" id="{1BB08FCA-9ED7-F4CC-7FF3-F7511F4379C7}"/>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a:extLst>
              <a:ext uri="{FF2B5EF4-FFF2-40B4-BE49-F238E27FC236}">
                <a16:creationId xmlns:a16="http://schemas.microsoft.com/office/drawing/2014/main" id="{7197CA29-069D-66AD-9B4C-B895858B3AA6}"/>
              </a:ext>
            </a:extLst>
          </p:cNvPr>
          <p:cNvSpPr txBox="1">
            <a:spLocks noChangeArrowheads="1"/>
          </p:cNvSpPr>
          <p:nvPr/>
        </p:nvSpPr>
        <p:spPr bwMode="auto">
          <a:xfrm>
            <a:off x="2215884" y="1094217"/>
            <a:ext cx="683200" cy="430887"/>
          </a:xfrm>
          <a:prstGeom prst="rect">
            <a:avLst/>
          </a:prstGeom>
          <a:no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p>
          <a:p>
            <a:pPr eaLnBrk="1" hangingPunct="1"/>
            <a:r>
              <a:rPr kumimoji="1" lang="en-US" altLang="zh-CN" sz="1000" b="1" dirty="0">
                <a:latin typeface="微软雅黑" panose="020B0503020204020204" pitchFamily="34" charset="-122"/>
                <a:ea typeface="微软雅黑" panose="020B0503020204020204" pitchFamily="34" charset="-122"/>
              </a:rPr>
              <a:t>Node-B</a:t>
            </a:r>
          </a:p>
        </p:txBody>
      </p:sp>
      <p:sp>
        <p:nvSpPr>
          <p:cNvPr id="286" name="Text Box 538">
            <a:extLst>
              <a:ext uri="{FF2B5EF4-FFF2-40B4-BE49-F238E27FC236}">
                <a16:creationId xmlns:a16="http://schemas.microsoft.com/office/drawing/2014/main" id="{B9F2384B-4762-8B6A-6E3D-90C51E36146A}"/>
              </a:ext>
            </a:extLst>
          </p:cNvPr>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用户设备 </a:t>
            </a:r>
            <a:r>
              <a:rPr kumimoji="1" lang="en-US" altLang="zh-CN" sz="1200" b="1" dirty="0">
                <a:latin typeface="微软雅黑" panose="020B0503020204020204" pitchFamily="34" charset="-122"/>
                <a:ea typeface="微软雅黑" panose="020B0503020204020204" pitchFamily="34" charset="-122"/>
              </a:rPr>
              <a:t>UE</a:t>
            </a:r>
          </a:p>
        </p:txBody>
      </p:sp>
      <p:sp>
        <p:nvSpPr>
          <p:cNvPr id="287" name="Rectangle 539">
            <a:extLst>
              <a:ext uri="{FF2B5EF4-FFF2-40B4-BE49-F238E27FC236}">
                <a16:creationId xmlns:a16="http://schemas.microsoft.com/office/drawing/2014/main" id="{541CB1CB-7736-8AE7-CFA8-CD49C2F618E5}"/>
              </a:ext>
            </a:extLst>
          </p:cNvPr>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a:extLst>
              <a:ext uri="{FF2B5EF4-FFF2-40B4-BE49-F238E27FC236}">
                <a16:creationId xmlns:a16="http://schemas.microsoft.com/office/drawing/2014/main" id="{EBAE9655-A323-91FA-72D6-A6A35A41EF6C}"/>
              </a:ext>
            </a:extLst>
          </p:cNvPr>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a:extLst>
              <a:ext uri="{FF2B5EF4-FFF2-40B4-BE49-F238E27FC236}">
                <a16:creationId xmlns:a16="http://schemas.microsoft.com/office/drawing/2014/main" id="{F059D1D0-CA43-8492-B58C-47DF3E6FD0B4}"/>
              </a:ext>
            </a:extLst>
          </p:cNvPr>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a:extLst>
              <a:ext uri="{FF2B5EF4-FFF2-40B4-BE49-F238E27FC236}">
                <a16:creationId xmlns:a16="http://schemas.microsoft.com/office/drawing/2014/main" id="{22B503FF-E15F-29BB-0171-B4D93F42546B}"/>
              </a:ext>
            </a:extLst>
          </p:cNvPr>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a:extLst>
              <a:ext uri="{FF2B5EF4-FFF2-40B4-BE49-F238E27FC236}">
                <a16:creationId xmlns:a16="http://schemas.microsoft.com/office/drawing/2014/main" id="{2E4CA927-794F-FDB1-D7D4-DDFC1CEFB748}"/>
              </a:ext>
            </a:extLst>
          </p:cNvPr>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pSp>
        <p:nvGrpSpPr>
          <p:cNvPr id="292" name="Group 428">
            <a:extLst>
              <a:ext uri="{FF2B5EF4-FFF2-40B4-BE49-F238E27FC236}">
                <a16:creationId xmlns:a16="http://schemas.microsoft.com/office/drawing/2014/main" id="{BAF98471-0CA1-FB36-0163-94ECBBF56CB1}"/>
              </a:ext>
            </a:extLst>
          </p:cNvPr>
          <p:cNvGrpSpPr>
            <a:grpSpLocks/>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a:extLst>
                <a:ext uri="{FF2B5EF4-FFF2-40B4-BE49-F238E27FC236}">
                  <a16:creationId xmlns:a16="http://schemas.microsoft.com/office/drawing/2014/main" id="{C1AFED7F-E8BD-4437-BA58-5B0B7581FBDF}"/>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a:extLst>
                <a:ext uri="{FF2B5EF4-FFF2-40B4-BE49-F238E27FC236}">
                  <a16:creationId xmlns:a16="http://schemas.microsoft.com/office/drawing/2014/main" id="{184C17E6-095B-77A3-FC43-7EB4BFFBEE8D}"/>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a:extLst>
                <a:ext uri="{FF2B5EF4-FFF2-40B4-BE49-F238E27FC236}">
                  <a16:creationId xmlns:a16="http://schemas.microsoft.com/office/drawing/2014/main" id="{D9DFE166-3C62-9415-A02B-E7B8C70B8FA7}"/>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a:extLst>
                <a:ext uri="{FF2B5EF4-FFF2-40B4-BE49-F238E27FC236}">
                  <a16:creationId xmlns:a16="http://schemas.microsoft.com/office/drawing/2014/main" id="{A5A88C8D-2ACF-E828-2E69-2228198E62ED}"/>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a:extLst>
                <a:ext uri="{FF2B5EF4-FFF2-40B4-BE49-F238E27FC236}">
                  <a16:creationId xmlns:a16="http://schemas.microsoft.com/office/drawing/2014/main" id="{53D5BB9E-6EF3-A662-468A-A660713612FF}"/>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a:extLst>
                <a:ext uri="{FF2B5EF4-FFF2-40B4-BE49-F238E27FC236}">
                  <a16:creationId xmlns:a16="http://schemas.microsoft.com/office/drawing/2014/main" id="{68768809-6131-5C78-3F90-73288B65B96F}"/>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a:extLst>
                <a:ext uri="{FF2B5EF4-FFF2-40B4-BE49-F238E27FC236}">
                  <a16:creationId xmlns:a16="http://schemas.microsoft.com/office/drawing/2014/main" id="{CB25881D-C9F3-3B4E-ACFF-68D93FA62B28}"/>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a:extLst>
                <a:ext uri="{FF2B5EF4-FFF2-40B4-BE49-F238E27FC236}">
                  <a16:creationId xmlns:a16="http://schemas.microsoft.com/office/drawing/2014/main" id="{11FE1976-DD50-87F0-1E67-C895D2964C1C}"/>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a:extLst>
                <a:ext uri="{FF2B5EF4-FFF2-40B4-BE49-F238E27FC236}">
                  <a16:creationId xmlns:a16="http://schemas.microsoft.com/office/drawing/2014/main" id="{3F2F3FC6-0345-DA7D-C225-BA70D7781743}"/>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a:extLst>
                <a:ext uri="{FF2B5EF4-FFF2-40B4-BE49-F238E27FC236}">
                  <a16:creationId xmlns:a16="http://schemas.microsoft.com/office/drawing/2014/main" id="{36382916-F729-F578-D36B-1501E8BA3979}"/>
                </a:ext>
              </a:extLst>
            </p:cNvPr>
            <p:cNvGrpSpPr>
              <a:grpSpLocks/>
            </p:cNvGrpSpPr>
            <p:nvPr/>
          </p:nvGrpSpPr>
          <p:grpSpPr bwMode="auto">
            <a:xfrm>
              <a:off x="912" y="768"/>
              <a:ext cx="2386" cy="1553"/>
              <a:chOff x="912" y="768"/>
              <a:chExt cx="2386" cy="1553"/>
            </a:xfrm>
            <a:grpFill/>
          </p:grpSpPr>
          <p:sp>
            <p:nvSpPr>
              <p:cNvPr id="303" name="Oval 439">
                <a:extLst>
                  <a:ext uri="{FF2B5EF4-FFF2-40B4-BE49-F238E27FC236}">
                    <a16:creationId xmlns:a16="http://schemas.microsoft.com/office/drawing/2014/main" id="{17DBC367-97E1-7211-AD06-431B6B09B458}"/>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a:extLst>
                  <a:ext uri="{FF2B5EF4-FFF2-40B4-BE49-F238E27FC236}">
                    <a16:creationId xmlns:a16="http://schemas.microsoft.com/office/drawing/2014/main" id="{4E4C70E5-5BB2-7D56-9154-FF9078F40639}"/>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a:extLst>
                  <a:ext uri="{FF2B5EF4-FFF2-40B4-BE49-F238E27FC236}">
                    <a16:creationId xmlns:a16="http://schemas.microsoft.com/office/drawing/2014/main" id="{513B996B-D2E2-B5F2-C12F-49C85DF3772C}"/>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a:extLst>
                  <a:ext uri="{FF2B5EF4-FFF2-40B4-BE49-F238E27FC236}">
                    <a16:creationId xmlns:a16="http://schemas.microsoft.com/office/drawing/2014/main" id="{6A499C5C-85D5-37C6-95C7-F1B0984AE313}"/>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a:extLst>
                  <a:ext uri="{FF2B5EF4-FFF2-40B4-BE49-F238E27FC236}">
                    <a16:creationId xmlns:a16="http://schemas.microsoft.com/office/drawing/2014/main" id="{F7F9EBBB-4DDE-E4E7-2BE6-B58E4C8658D6}"/>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a:extLst>
                  <a:ext uri="{FF2B5EF4-FFF2-40B4-BE49-F238E27FC236}">
                    <a16:creationId xmlns:a16="http://schemas.microsoft.com/office/drawing/2014/main" id="{D9A22413-8C72-9BAF-2836-C414DDB4B96A}"/>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a:extLst>
                  <a:ext uri="{FF2B5EF4-FFF2-40B4-BE49-F238E27FC236}">
                    <a16:creationId xmlns:a16="http://schemas.microsoft.com/office/drawing/2014/main" id="{AF87103B-92C1-132A-30A6-6E7B2E17427B}"/>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a:extLst>
                  <a:ext uri="{FF2B5EF4-FFF2-40B4-BE49-F238E27FC236}">
                    <a16:creationId xmlns:a16="http://schemas.microsoft.com/office/drawing/2014/main" id="{9B9C470E-D9AC-A9E7-0E09-69BF9371C5CB}"/>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a:extLst>
                  <a:ext uri="{FF2B5EF4-FFF2-40B4-BE49-F238E27FC236}">
                    <a16:creationId xmlns:a16="http://schemas.microsoft.com/office/drawing/2014/main" id="{B40F86A3-EB51-C530-A23E-2B7FE3F1507F}"/>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a:extLst>
              <a:ext uri="{FF2B5EF4-FFF2-40B4-BE49-F238E27FC236}">
                <a16:creationId xmlns:a16="http://schemas.microsoft.com/office/drawing/2014/main" id="{40E58106-5E17-B7F2-5AB9-D636ABB3D0BB}"/>
              </a:ext>
            </a:extLst>
          </p:cNvPr>
          <p:cNvSpPr txBox="1">
            <a:spLocks noChangeArrowheads="1"/>
          </p:cNvSpPr>
          <p:nvPr/>
        </p:nvSpPr>
        <p:spPr bwMode="auto">
          <a:xfrm>
            <a:off x="7182750"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6" name="矩形 5">
            <a:extLst>
              <a:ext uri="{FF2B5EF4-FFF2-40B4-BE49-F238E27FC236}">
                <a16:creationId xmlns:a16="http://schemas.microsoft.com/office/drawing/2014/main" id="{A53CACF3-8578-4337-75AD-9D87121B48D6}"/>
              </a:ext>
            </a:extLst>
          </p:cNvPr>
          <p:cNvSpPr/>
          <p:nvPr/>
        </p:nvSpPr>
        <p:spPr>
          <a:xfrm>
            <a:off x="888060" y="3941690"/>
            <a:ext cx="7275668" cy="590033"/>
          </a:xfrm>
          <a:prstGeom prst="rect">
            <a:avLst/>
          </a:prstGeom>
        </p:spPr>
        <p:txBody>
          <a:bodyPr wrap="square">
            <a:spAutoFit/>
          </a:bodyPr>
          <a:lstStyle/>
          <a:p>
            <a:pPr>
              <a:lnSpc>
                <a:spcPts val="2000"/>
              </a:lnSpc>
            </a:pP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每个无线网络系统有一个</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无线网络控制器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和许多</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基站</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，但在</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UMTS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基站</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称为节点</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B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Node-B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，简写为</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NB</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。移动站称为用户设备</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UE</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(User Equipment)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a:extLst>
              <a:ext uri="{FF2B5EF4-FFF2-40B4-BE49-F238E27FC236}">
                <a16:creationId xmlns:a16="http://schemas.microsoft.com/office/drawing/2014/main" id="{7F0E2907-37C1-4E30-664B-D6379B646FC9}"/>
              </a:ext>
            </a:extLst>
          </p:cNvPr>
          <p:cNvCxnSpPr/>
          <p:nvPr/>
        </p:nvCxnSpPr>
        <p:spPr>
          <a:xfrm flipV="1">
            <a:off x="1187288" y="365113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a:extLst>
              <a:ext uri="{FF2B5EF4-FFF2-40B4-BE49-F238E27FC236}">
                <a16:creationId xmlns:a16="http://schemas.microsoft.com/office/drawing/2014/main" id="{B2E8D54B-58CD-C664-D52F-66C9DAE06FDD}"/>
              </a:ext>
            </a:extLst>
          </p:cNvPr>
          <p:cNvSpPr txBox="1">
            <a:spLocks noChangeArrowheads="1"/>
          </p:cNvSpPr>
          <p:nvPr/>
        </p:nvSpPr>
        <p:spPr bwMode="auto">
          <a:xfrm>
            <a:off x="1769039" y="3508211"/>
            <a:ext cx="1569660"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a:extLst>
              <a:ext uri="{FF2B5EF4-FFF2-40B4-BE49-F238E27FC236}">
                <a16:creationId xmlns:a16="http://schemas.microsoft.com/office/drawing/2014/main" id="{2A759786-9049-BC54-1E9D-E69FC219C140}"/>
              </a:ext>
            </a:extLst>
          </p:cNvPr>
          <p:cNvCxnSpPr>
            <a:cxnSpLocks/>
          </p:cNvCxnSpPr>
          <p:nvPr/>
        </p:nvCxnSpPr>
        <p:spPr>
          <a:xfrm>
            <a:off x="1187288" y="2878653"/>
            <a:ext cx="0" cy="90655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8" name="直接连接符 377">
            <a:extLst>
              <a:ext uri="{FF2B5EF4-FFF2-40B4-BE49-F238E27FC236}">
                <a16:creationId xmlns:a16="http://schemas.microsoft.com/office/drawing/2014/main" id="{464C6642-B01B-E0F9-4B29-BB4C165A4D74}"/>
              </a:ext>
            </a:extLst>
          </p:cNvPr>
          <p:cNvCxnSpPr>
            <a:cxnSpLocks/>
          </p:cNvCxnSpPr>
          <p:nvPr/>
        </p:nvCxnSpPr>
        <p:spPr>
          <a:xfrm>
            <a:off x="4063644" y="3386337"/>
            <a:ext cx="0" cy="398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a:extLst>
              <a:ext uri="{FF2B5EF4-FFF2-40B4-BE49-F238E27FC236}">
                <a16:creationId xmlns:a16="http://schemas.microsoft.com/office/drawing/2014/main" id="{6E5D8E16-CAAC-B998-0B57-9593AD082C32}"/>
              </a:ext>
            </a:extLst>
          </p:cNvPr>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p>
        </p:txBody>
      </p:sp>
      <p:cxnSp>
        <p:nvCxnSpPr>
          <p:cNvPr id="387" name="直接连接符 386">
            <a:extLst>
              <a:ext uri="{FF2B5EF4-FFF2-40B4-BE49-F238E27FC236}">
                <a16:creationId xmlns:a16="http://schemas.microsoft.com/office/drawing/2014/main" id="{C6DA0730-8C79-A17B-B2FA-9F3D2C034590}"/>
              </a:ext>
            </a:extLst>
          </p:cNvPr>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a:extLst>
              <a:ext uri="{FF2B5EF4-FFF2-40B4-BE49-F238E27FC236}">
                <a16:creationId xmlns:a16="http://schemas.microsoft.com/office/drawing/2014/main" id="{E8B2EF29-C644-548B-2AB8-27F4D0514CC0}"/>
              </a:ext>
            </a:extLst>
          </p:cNvPr>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p>
        </p:txBody>
      </p:sp>
      <p:cxnSp>
        <p:nvCxnSpPr>
          <p:cNvPr id="389" name="直接连接符 388">
            <a:extLst>
              <a:ext uri="{FF2B5EF4-FFF2-40B4-BE49-F238E27FC236}">
                <a16:creationId xmlns:a16="http://schemas.microsoft.com/office/drawing/2014/main" id="{9C9838FF-A528-8CD4-F1CC-4648F45AE02B}"/>
              </a:ext>
            </a:extLst>
          </p:cNvPr>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a:extLst>
              <a:ext uri="{FF2B5EF4-FFF2-40B4-BE49-F238E27FC236}">
                <a16:creationId xmlns:a16="http://schemas.microsoft.com/office/drawing/2014/main" id="{DCA4E604-4A41-BB2B-819A-97C83158D01C}"/>
              </a:ext>
            </a:extLst>
          </p:cNvPr>
          <p:cNvSpPr>
            <a:spLocks/>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a:extLst>
              <a:ext uri="{FF2B5EF4-FFF2-40B4-BE49-F238E27FC236}">
                <a16:creationId xmlns:a16="http://schemas.microsoft.com/office/drawing/2014/main" id="{827B7340-B32D-648A-B5B9-F302DBE17FE5}"/>
              </a:ext>
            </a:extLst>
          </p:cNvPr>
          <p:cNvGrpSpPr/>
          <p:nvPr/>
        </p:nvGrpSpPr>
        <p:grpSpPr>
          <a:xfrm>
            <a:off x="3188329" y="2425761"/>
            <a:ext cx="986929" cy="668447"/>
            <a:chOff x="3131840" y="3501008"/>
            <a:chExt cx="936104" cy="936104"/>
          </a:xfrm>
          <a:solidFill>
            <a:srgbClr val="FFCC66"/>
          </a:solidFill>
        </p:grpSpPr>
        <p:sp>
          <p:nvSpPr>
            <p:cNvPr id="11" name="矩形 10">
              <a:extLst>
                <a:ext uri="{FF2B5EF4-FFF2-40B4-BE49-F238E27FC236}">
                  <a16:creationId xmlns:a16="http://schemas.microsoft.com/office/drawing/2014/main" id="{92D933C9-DADB-1FE4-34FB-770BFBCF97A1}"/>
                </a:ext>
              </a:extLst>
            </p:cNvPr>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a:extLst>
                <a:ext uri="{FF2B5EF4-FFF2-40B4-BE49-F238E27FC236}">
                  <a16:creationId xmlns:a16="http://schemas.microsoft.com/office/drawing/2014/main" id="{1F3C1A7C-9AA2-E679-DC3F-23C15C4C8294}"/>
                </a:ext>
              </a:extLst>
            </p:cNvPr>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a:extLst>
              <a:ext uri="{FF2B5EF4-FFF2-40B4-BE49-F238E27FC236}">
                <a16:creationId xmlns:a16="http://schemas.microsoft.com/office/drawing/2014/main" id="{A092FFC3-D8C4-A7B2-93FF-626277AE7AD4}"/>
              </a:ext>
            </a:extLst>
          </p:cNvPr>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a:extLst>
              <a:ext uri="{FF2B5EF4-FFF2-40B4-BE49-F238E27FC236}">
                <a16:creationId xmlns:a16="http://schemas.microsoft.com/office/drawing/2014/main" id="{5C3DC96A-F0FB-6172-DCB0-CAD97BAFE886}"/>
              </a:ext>
            </a:extLst>
          </p:cNvPr>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a:extLst>
              <a:ext uri="{FF2B5EF4-FFF2-40B4-BE49-F238E27FC236}">
                <a16:creationId xmlns:a16="http://schemas.microsoft.com/office/drawing/2014/main" id="{2F4875EB-16EA-863E-393A-248B89E0FD88}"/>
              </a:ext>
            </a:extLst>
          </p:cNvPr>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a:extLst>
              <a:ext uri="{FF2B5EF4-FFF2-40B4-BE49-F238E27FC236}">
                <a16:creationId xmlns:a16="http://schemas.microsoft.com/office/drawing/2014/main" id="{F1305243-22D6-02BD-7E35-E92ED75236AD}"/>
              </a:ext>
            </a:extLst>
          </p:cNvPr>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a:extLst>
              <a:ext uri="{FF2B5EF4-FFF2-40B4-BE49-F238E27FC236}">
                <a16:creationId xmlns:a16="http://schemas.microsoft.com/office/drawing/2014/main" id="{82F49BF2-91F2-E1B0-3817-EAE2DE298AA2}"/>
              </a:ext>
            </a:extLst>
          </p:cNvPr>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a:extLst>
              <a:ext uri="{FF2B5EF4-FFF2-40B4-BE49-F238E27FC236}">
                <a16:creationId xmlns:a16="http://schemas.microsoft.com/office/drawing/2014/main" id="{851661C4-0E67-F63C-9B6D-7A63474E98FD}"/>
              </a:ext>
            </a:extLst>
          </p:cNvPr>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a:extLst>
              <a:ext uri="{FF2B5EF4-FFF2-40B4-BE49-F238E27FC236}">
                <a16:creationId xmlns:a16="http://schemas.microsoft.com/office/drawing/2014/main" id="{CDDB53DF-EFAE-DF44-CECC-FA93BD63FC4C}"/>
              </a:ext>
            </a:extLst>
          </p:cNvPr>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a:extLst>
              <a:ext uri="{FF2B5EF4-FFF2-40B4-BE49-F238E27FC236}">
                <a16:creationId xmlns:a16="http://schemas.microsoft.com/office/drawing/2014/main" id="{398C93E2-EFB8-285B-D64A-C4F1F98E2D13}"/>
              </a:ext>
            </a:extLst>
          </p:cNvPr>
          <p:cNvGrpSpPr>
            <a:grpSpLocks/>
          </p:cNvGrpSpPr>
          <p:nvPr/>
        </p:nvGrpSpPr>
        <p:grpSpPr bwMode="auto">
          <a:xfrm>
            <a:off x="2077157" y="1731391"/>
            <a:ext cx="238398" cy="426132"/>
            <a:chOff x="4608" y="700"/>
            <a:chExt cx="306" cy="553"/>
          </a:xfrm>
        </p:grpSpPr>
        <p:grpSp>
          <p:nvGrpSpPr>
            <p:cNvPr id="28" name="Group 12">
              <a:extLst>
                <a:ext uri="{FF2B5EF4-FFF2-40B4-BE49-F238E27FC236}">
                  <a16:creationId xmlns:a16="http://schemas.microsoft.com/office/drawing/2014/main" id="{63BFDC7A-127A-56D1-C465-C456BACB0651}"/>
                </a:ext>
              </a:extLst>
            </p:cNvPr>
            <p:cNvGrpSpPr>
              <a:grpSpLocks/>
            </p:cNvGrpSpPr>
            <p:nvPr/>
          </p:nvGrpSpPr>
          <p:grpSpPr bwMode="auto">
            <a:xfrm>
              <a:off x="4694" y="784"/>
              <a:ext cx="134" cy="469"/>
              <a:chOff x="4740" y="784"/>
              <a:chExt cx="88" cy="692"/>
            </a:xfrm>
          </p:grpSpPr>
          <p:sp>
            <p:nvSpPr>
              <p:cNvPr id="36" name="Line 13">
                <a:extLst>
                  <a:ext uri="{FF2B5EF4-FFF2-40B4-BE49-F238E27FC236}">
                    <a16:creationId xmlns:a16="http://schemas.microsoft.com/office/drawing/2014/main" id="{B23297CC-3B75-A187-6C04-47C2B0D183A6}"/>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a:extLst>
                  <a:ext uri="{FF2B5EF4-FFF2-40B4-BE49-F238E27FC236}">
                    <a16:creationId xmlns:a16="http://schemas.microsoft.com/office/drawing/2014/main" id="{438F7505-5B41-BC34-19F3-4EBEF2683DED}"/>
                  </a:ext>
                </a:extLst>
              </p:cNvPr>
              <p:cNvGrpSpPr>
                <a:grpSpLocks/>
              </p:cNvGrpSpPr>
              <p:nvPr/>
            </p:nvGrpSpPr>
            <p:grpSpPr bwMode="auto">
              <a:xfrm>
                <a:off x="4740" y="784"/>
                <a:ext cx="88" cy="692"/>
                <a:chOff x="4740" y="784"/>
                <a:chExt cx="88" cy="692"/>
              </a:xfrm>
            </p:grpSpPr>
            <p:sp>
              <p:nvSpPr>
                <p:cNvPr id="38" name="Line 15">
                  <a:extLst>
                    <a:ext uri="{FF2B5EF4-FFF2-40B4-BE49-F238E27FC236}">
                      <a16:creationId xmlns:a16="http://schemas.microsoft.com/office/drawing/2014/main" id="{F26B6999-6FDD-E711-532A-87D9AA0C6DFE}"/>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a:extLst>
                    <a:ext uri="{FF2B5EF4-FFF2-40B4-BE49-F238E27FC236}">
                      <a16:creationId xmlns:a16="http://schemas.microsoft.com/office/drawing/2014/main" id="{2A96EE57-020B-68B2-34C2-7F55A290BEF5}"/>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a:extLst>
                    <a:ext uri="{FF2B5EF4-FFF2-40B4-BE49-F238E27FC236}">
                      <a16:creationId xmlns:a16="http://schemas.microsoft.com/office/drawing/2014/main" id="{C24CD1EA-01FB-4192-CE77-29C94F426B6D}"/>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a:extLst>
                    <a:ext uri="{FF2B5EF4-FFF2-40B4-BE49-F238E27FC236}">
                      <a16:creationId xmlns:a16="http://schemas.microsoft.com/office/drawing/2014/main" id="{741D22DF-25C3-60B7-D83B-AFEEDD6EBC9C}"/>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a:extLst>
                    <a:ext uri="{FF2B5EF4-FFF2-40B4-BE49-F238E27FC236}">
                      <a16:creationId xmlns:a16="http://schemas.microsoft.com/office/drawing/2014/main" id="{15602877-43B2-0692-492B-E9DCF2ED2F2F}"/>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a:extLst>
                    <a:ext uri="{FF2B5EF4-FFF2-40B4-BE49-F238E27FC236}">
                      <a16:creationId xmlns:a16="http://schemas.microsoft.com/office/drawing/2014/main" id="{5F1D7FF5-EE77-EF15-C92C-8482D5BAC8BC}"/>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a:extLst>
                    <a:ext uri="{FF2B5EF4-FFF2-40B4-BE49-F238E27FC236}">
                      <a16:creationId xmlns:a16="http://schemas.microsoft.com/office/drawing/2014/main" id="{A7AAB685-9753-C307-D09E-DF0628EFFD7B}"/>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a:extLst>
                    <a:ext uri="{FF2B5EF4-FFF2-40B4-BE49-F238E27FC236}">
                      <a16:creationId xmlns:a16="http://schemas.microsoft.com/office/drawing/2014/main" id="{F1DB412A-0B99-719B-AAEF-0DF686B3123D}"/>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a:extLst>
                    <a:ext uri="{FF2B5EF4-FFF2-40B4-BE49-F238E27FC236}">
                      <a16:creationId xmlns:a16="http://schemas.microsoft.com/office/drawing/2014/main" id="{9DC500A8-AB6C-8D71-2F30-7AAA2D5CA293}"/>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a:extLst>
                    <a:ext uri="{FF2B5EF4-FFF2-40B4-BE49-F238E27FC236}">
                      <a16:creationId xmlns:a16="http://schemas.microsoft.com/office/drawing/2014/main" id="{9F7F626B-038D-A71A-4DA2-C88ED96CC8D5}"/>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a:extLst>
                    <a:ext uri="{FF2B5EF4-FFF2-40B4-BE49-F238E27FC236}">
                      <a16:creationId xmlns:a16="http://schemas.microsoft.com/office/drawing/2014/main" id="{F1881C1B-D7B2-1954-90DC-45F47A00407C}"/>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a:extLst>
                    <a:ext uri="{FF2B5EF4-FFF2-40B4-BE49-F238E27FC236}">
                      <a16:creationId xmlns:a16="http://schemas.microsoft.com/office/drawing/2014/main" id="{6F5C41AB-EB98-EF06-6F86-E542CC14C5FC}"/>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a:extLst>
                    <a:ext uri="{FF2B5EF4-FFF2-40B4-BE49-F238E27FC236}">
                      <a16:creationId xmlns:a16="http://schemas.microsoft.com/office/drawing/2014/main" id="{6593C6EE-643D-E8C1-A6BA-1299CE481A60}"/>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a:extLst>
                    <a:ext uri="{FF2B5EF4-FFF2-40B4-BE49-F238E27FC236}">
                      <a16:creationId xmlns:a16="http://schemas.microsoft.com/office/drawing/2014/main" id="{B3F7CA96-243A-CF77-8C14-C7C13DE3F01B}"/>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a:extLst>
                <a:ext uri="{FF2B5EF4-FFF2-40B4-BE49-F238E27FC236}">
                  <a16:creationId xmlns:a16="http://schemas.microsoft.com/office/drawing/2014/main" id="{CB740C53-2681-07DB-0474-9AD54F553751}"/>
                </a:ext>
              </a:extLst>
            </p:cNvPr>
            <p:cNvGrpSpPr>
              <a:grpSpLocks/>
            </p:cNvGrpSpPr>
            <p:nvPr/>
          </p:nvGrpSpPr>
          <p:grpSpPr bwMode="auto">
            <a:xfrm>
              <a:off x="4608" y="700"/>
              <a:ext cx="306" cy="90"/>
              <a:chOff x="748" y="2251"/>
              <a:chExt cx="306" cy="90"/>
            </a:xfrm>
          </p:grpSpPr>
          <p:sp>
            <p:nvSpPr>
              <p:cNvPr id="30" name="AutoShape 30">
                <a:extLst>
                  <a:ext uri="{FF2B5EF4-FFF2-40B4-BE49-F238E27FC236}">
                    <a16:creationId xmlns:a16="http://schemas.microsoft.com/office/drawing/2014/main" id="{0BA8FF77-8F91-8723-12BD-B6DE1D297B32}"/>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a:extLst>
                  <a:ext uri="{FF2B5EF4-FFF2-40B4-BE49-F238E27FC236}">
                    <a16:creationId xmlns:a16="http://schemas.microsoft.com/office/drawing/2014/main" id="{7AE6A84F-77CF-EC8D-ED94-190D514B3124}"/>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a:extLst>
                  <a:ext uri="{FF2B5EF4-FFF2-40B4-BE49-F238E27FC236}">
                    <a16:creationId xmlns:a16="http://schemas.microsoft.com/office/drawing/2014/main" id="{9A53DEF8-6DDE-56DB-6E88-CF050E789454}"/>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a:extLst>
                  <a:ext uri="{FF2B5EF4-FFF2-40B4-BE49-F238E27FC236}">
                    <a16:creationId xmlns:a16="http://schemas.microsoft.com/office/drawing/2014/main" id="{72144273-7A30-EFF6-3665-247DB4457809}"/>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a:extLst>
                  <a:ext uri="{FF2B5EF4-FFF2-40B4-BE49-F238E27FC236}">
                    <a16:creationId xmlns:a16="http://schemas.microsoft.com/office/drawing/2014/main" id="{D8F1EC8C-2A30-BAEB-CEBE-1693101E7233}"/>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a:extLst>
                  <a:ext uri="{FF2B5EF4-FFF2-40B4-BE49-F238E27FC236}">
                    <a16:creationId xmlns:a16="http://schemas.microsoft.com/office/drawing/2014/main" id="{4C204E4A-8DE6-C405-21AA-C52A7581601B}"/>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a:extLst>
              <a:ext uri="{FF2B5EF4-FFF2-40B4-BE49-F238E27FC236}">
                <a16:creationId xmlns:a16="http://schemas.microsoft.com/office/drawing/2014/main" id="{40321732-D732-E104-C8A5-CE550AB372D8}"/>
              </a:ext>
            </a:extLst>
          </p:cNvPr>
          <p:cNvGrpSpPr>
            <a:grpSpLocks/>
          </p:cNvGrpSpPr>
          <p:nvPr/>
        </p:nvGrpSpPr>
        <p:grpSpPr bwMode="auto">
          <a:xfrm>
            <a:off x="1638556" y="2097222"/>
            <a:ext cx="238399" cy="426132"/>
            <a:chOff x="4608" y="700"/>
            <a:chExt cx="306" cy="553"/>
          </a:xfrm>
        </p:grpSpPr>
        <p:grpSp>
          <p:nvGrpSpPr>
            <p:cNvPr id="53" name="Group 65">
              <a:extLst>
                <a:ext uri="{FF2B5EF4-FFF2-40B4-BE49-F238E27FC236}">
                  <a16:creationId xmlns:a16="http://schemas.microsoft.com/office/drawing/2014/main" id="{E8168E79-70A3-54FA-B6D2-1655EAE7A385}"/>
                </a:ext>
              </a:extLst>
            </p:cNvPr>
            <p:cNvGrpSpPr>
              <a:grpSpLocks/>
            </p:cNvGrpSpPr>
            <p:nvPr/>
          </p:nvGrpSpPr>
          <p:grpSpPr bwMode="auto">
            <a:xfrm>
              <a:off x="4694" y="784"/>
              <a:ext cx="134" cy="469"/>
              <a:chOff x="4740" y="784"/>
              <a:chExt cx="88" cy="692"/>
            </a:xfrm>
          </p:grpSpPr>
          <p:sp>
            <p:nvSpPr>
              <p:cNvPr id="61" name="Line 66">
                <a:extLst>
                  <a:ext uri="{FF2B5EF4-FFF2-40B4-BE49-F238E27FC236}">
                    <a16:creationId xmlns:a16="http://schemas.microsoft.com/office/drawing/2014/main" id="{82E318B3-0CB4-F92B-070C-D57D02206B31}"/>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a:extLst>
                  <a:ext uri="{FF2B5EF4-FFF2-40B4-BE49-F238E27FC236}">
                    <a16:creationId xmlns:a16="http://schemas.microsoft.com/office/drawing/2014/main" id="{154299FD-28DB-AFB9-931D-AD22A02AD5F8}"/>
                  </a:ext>
                </a:extLst>
              </p:cNvPr>
              <p:cNvGrpSpPr>
                <a:grpSpLocks/>
              </p:cNvGrpSpPr>
              <p:nvPr/>
            </p:nvGrpSpPr>
            <p:grpSpPr bwMode="auto">
              <a:xfrm>
                <a:off x="4740" y="784"/>
                <a:ext cx="88" cy="692"/>
                <a:chOff x="4740" y="784"/>
                <a:chExt cx="88" cy="692"/>
              </a:xfrm>
            </p:grpSpPr>
            <p:sp>
              <p:nvSpPr>
                <p:cNvPr id="63" name="Line 68">
                  <a:extLst>
                    <a:ext uri="{FF2B5EF4-FFF2-40B4-BE49-F238E27FC236}">
                      <a16:creationId xmlns:a16="http://schemas.microsoft.com/office/drawing/2014/main" id="{76E4F0E5-30B5-93C3-C166-5C3B7D93F73F}"/>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a:extLst>
                    <a:ext uri="{FF2B5EF4-FFF2-40B4-BE49-F238E27FC236}">
                      <a16:creationId xmlns:a16="http://schemas.microsoft.com/office/drawing/2014/main" id="{74D92517-304E-67BE-26A7-E8C3311AF042}"/>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a:extLst>
                    <a:ext uri="{FF2B5EF4-FFF2-40B4-BE49-F238E27FC236}">
                      <a16:creationId xmlns:a16="http://schemas.microsoft.com/office/drawing/2014/main" id="{62B6D197-CC19-9700-0EB5-BE7E9A37A908}"/>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a:extLst>
                    <a:ext uri="{FF2B5EF4-FFF2-40B4-BE49-F238E27FC236}">
                      <a16:creationId xmlns:a16="http://schemas.microsoft.com/office/drawing/2014/main" id="{DCBAAA3D-38EE-C0A6-8059-C0EB87BBC0B8}"/>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a:extLst>
                    <a:ext uri="{FF2B5EF4-FFF2-40B4-BE49-F238E27FC236}">
                      <a16:creationId xmlns:a16="http://schemas.microsoft.com/office/drawing/2014/main" id="{BD940650-007C-5B8B-4C60-1CE0B3644756}"/>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a:extLst>
                    <a:ext uri="{FF2B5EF4-FFF2-40B4-BE49-F238E27FC236}">
                      <a16:creationId xmlns:a16="http://schemas.microsoft.com/office/drawing/2014/main" id="{05629488-662D-D508-3C8F-F1B573501909}"/>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a:extLst>
                    <a:ext uri="{FF2B5EF4-FFF2-40B4-BE49-F238E27FC236}">
                      <a16:creationId xmlns:a16="http://schemas.microsoft.com/office/drawing/2014/main" id="{5BD03E88-A61A-4A24-44B6-FA60378255F0}"/>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a:extLst>
                    <a:ext uri="{FF2B5EF4-FFF2-40B4-BE49-F238E27FC236}">
                      <a16:creationId xmlns:a16="http://schemas.microsoft.com/office/drawing/2014/main" id="{B509F818-3642-DCF5-C584-E6D4F9F93E47}"/>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a:extLst>
                    <a:ext uri="{FF2B5EF4-FFF2-40B4-BE49-F238E27FC236}">
                      <a16:creationId xmlns:a16="http://schemas.microsoft.com/office/drawing/2014/main" id="{42568540-6986-BDC2-C819-4F2DA8D916DD}"/>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a:extLst>
                    <a:ext uri="{FF2B5EF4-FFF2-40B4-BE49-F238E27FC236}">
                      <a16:creationId xmlns:a16="http://schemas.microsoft.com/office/drawing/2014/main" id="{F8FDFC3A-52DB-02D2-FCFF-E41655658F4D}"/>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a:extLst>
                    <a:ext uri="{FF2B5EF4-FFF2-40B4-BE49-F238E27FC236}">
                      <a16:creationId xmlns:a16="http://schemas.microsoft.com/office/drawing/2014/main" id="{E6638093-D5C6-A3C2-22AF-FE8C3BEC505F}"/>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a:extLst>
                    <a:ext uri="{FF2B5EF4-FFF2-40B4-BE49-F238E27FC236}">
                      <a16:creationId xmlns:a16="http://schemas.microsoft.com/office/drawing/2014/main" id="{DDA93BF6-FE50-F4A8-6CDA-65ECE7BAFBD2}"/>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a:extLst>
                    <a:ext uri="{FF2B5EF4-FFF2-40B4-BE49-F238E27FC236}">
                      <a16:creationId xmlns:a16="http://schemas.microsoft.com/office/drawing/2014/main" id="{82957C65-63CD-B38D-A394-0A8EC46F6307}"/>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a:extLst>
                    <a:ext uri="{FF2B5EF4-FFF2-40B4-BE49-F238E27FC236}">
                      <a16:creationId xmlns:a16="http://schemas.microsoft.com/office/drawing/2014/main" id="{292A0FF3-519F-EADE-DA3E-AC7713C7EC2F}"/>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a:extLst>
                <a:ext uri="{FF2B5EF4-FFF2-40B4-BE49-F238E27FC236}">
                  <a16:creationId xmlns:a16="http://schemas.microsoft.com/office/drawing/2014/main" id="{C8C2E430-A410-0C78-4E7F-2B3814288471}"/>
                </a:ext>
              </a:extLst>
            </p:cNvPr>
            <p:cNvGrpSpPr>
              <a:grpSpLocks/>
            </p:cNvGrpSpPr>
            <p:nvPr/>
          </p:nvGrpSpPr>
          <p:grpSpPr bwMode="auto">
            <a:xfrm>
              <a:off x="4608" y="700"/>
              <a:ext cx="306" cy="90"/>
              <a:chOff x="748" y="2251"/>
              <a:chExt cx="306" cy="90"/>
            </a:xfrm>
          </p:grpSpPr>
          <p:sp>
            <p:nvSpPr>
              <p:cNvPr id="55" name="AutoShape 83">
                <a:extLst>
                  <a:ext uri="{FF2B5EF4-FFF2-40B4-BE49-F238E27FC236}">
                    <a16:creationId xmlns:a16="http://schemas.microsoft.com/office/drawing/2014/main" id="{6AF05185-7E56-7DB9-31BB-783481D33917}"/>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a:extLst>
                  <a:ext uri="{FF2B5EF4-FFF2-40B4-BE49-F238E27FC236}">
                    <a16:creationId xmlns:a16="http://schemas.microsoft.com/office/drawing/2014/main" id="{47042BB4-F24D-C997-E96E-25D54537BCE6}"/>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a:extLst>
                  <a:ext uri="{FF2B5EF4-FFF2-40B4-BE49-F238E27FC236}">
                    <a16:creationId xmlns:a16="http://schemas.microsoft.com/office/drawing/2014/main" id="{D05CFB7F-3EBD-DF08-492B-E66801DA2147}"/>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a:extLst>
                  <a:ext uri="{FF2B5EF4-FFF2-40B4-BE49-F238E27FC236}">
                    <a16:creationId xmlns:a16="http://schemas.microsoft.com/office/drawing/2014/main" id="{53FCD693-B0D5-7357-3327-EC8AB523835C}"/>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a:extLst>
                  <a:ext uri="{FF2B5EF4-FFF2-40B4-BE49-F238E27FC236}">
                    <a16:creationId xmlns:a16="http://schemas.microsoft.com/office/drawing/2014/main" id="{B4E252EC-08F0-82F0-0579-4718198493FE}"/>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a:extLst>
                  <a:ext uri="{FF2B5EF4-FFF2-40B4-BE49-F238E27FC236}">
                    <a16:creationId xmlns:a16="http://schemas.microsoft.com/office/drawing/2014/main" id="{6F40D8ED-C7B7-8857-75CF-19032019644A}"/>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a:extLst>
              <a:ext uri="{FF2B5EF4-FFF2-40B4-BE49-F238E27FC236}">
                <a16:creationId xmlns:a16="http://schemas.microsoft.com/office/drawing/2014/main" id="{F440D3DA-E0A2-83EC-D535-81E8E0E349F9}"/>
              </a:ext>
            </a:extLst>
          </p:cNvPr>
          <p:cNvGrpSpPr>
            <a:grpSpLocks/>
          </p:cNvGrpSpPr>
          <p:nvPr/>
        </p:nvGrpSpPr>
        <p:grpSpPr bwMode="auto">
          <a:xfrm>
            <a:off x="2136427" y="2339768"/>
            <a:ext cx="238399" cy="426132"/>
            <a:chOff x="4608" y="700"/>
            <a:chExt cx="306" cy="553"/>
          </a:xfrm>
        </p:grpSpPr>
        <p:grpSp>
          <p:nvGrpSpPr>
            <p:cNvPr id="78" name="Group 90">
              <a:extLst>
                <a:ext uri="{FF2B5EF4-FFF2-40B4-BE49-F238E27FC236}">
                  <a16:creationId xmlns:a16="http://schemas.microsoft.com/office/drawing/2014/main" id="{6ED4079B-8588-FDA9-384F-9667E27559E6}"/>
                </a:ext>
              </a:extLst>
            </p:cNvPr>
            <p:cNvGrpSpPr>
              <a:grpSpLocks/>
            </p:cNvGrpSpPr>
            <p:nvPr/>
          </p:nvGrpSpPr>
          <p:grpSpPr bwMode="auto">
            <a:xfrm>
              <a:off x="4694" y="784"/>
              <a:ext cx="134" cy="469"/>
              <a:chOff x="4740" y="784"/>
              <a:chExt cx="88" cy="692"/>
            </a:xfrm>
          </p:grpSpPr>
          <p:sp>
            <p:nvSpPr>
              <p:cNvPr id="86" name="Line 91">
                <a:extLst>
                  <a:ext uri="{FF2B5EF4-FFF2-40B4-BE49-F238E27FC236}">
                    <a16:creationId xmlns:a16="http://schemas.microsoft.com/office/drawing/2014/main" id="{9E2E4F2A-8924-BE86-753B-7431445746B9}"/>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a:extLst>
                  <a:ext uri="{FF2B5EF4-FFF2-40B4-BE49-F238E27FC236}">
                    <a16:creationId xmlns:a16="http://schemas.microsoft.com/office/drawing/2014/main" id="{4CE9CAD0-1631-EFA0-9BD6-4AEAE42320F1}"/>
                  </a:ext>
                </a:extLst>
              </p:cNvPr>
              <p:cNvGrpSpPr>
                <a:grpSpLocks/>
              </p:cNvGrpSpPr>
              <p:nvPr/>
            </p:nvGrpSpPr>
            <p:grpSpPr bwMode="auto">
              <a:xfrm>
                <a:off x="4740" y="784"/>
                <a:ext cx="88" cy="692"/>
                <a:chOff x="4740" y="784"/>
                <a:chExt cx="88" cy="692"/>
              </a:xfrm>
            </p:grpSpPr>
            <p:sp>
              <p:nvSpPr>
                <p:cNvPr id="88" name="Line 93">
                  <a:extLst>
                    <a:ext uri="{FF2B5EF4-FFF2-40B4-BE49-F238E27FC236}">
                      <a16:creationId xmlns:a16="http://schemas.microsoft.com/office/drawing/2014/main" id="{79B9666D-0C61-F250-A115-31EA8D2163CA}"/>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a:extLst>
                    <a:ext uri="{FF2B5EF4-FFF2-40B4-BE49-F238E27FC236}">
                      <a16:creationId xmlns:a16="http://schemas.microsoft.com/office/drawing/2014/main" id="{2E25CB19-3FFE-2715-A854-442CAC2DF8F8}"/>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a:extLst>
                    <a:ext uri="{FF2B5EF4-FFF2-40B4-BE49-F238E27FC236}">
                      <a16:creationId xmlns:a16="http://schemas.microsoft.com/office/drawing/2014/main" id="{97B23DAC-7FA1-668A-89FF-9512956A5E53}"/>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a:extLst>
                    <a:ext uri="{FF2B5EF4-FFF2-40B4-BE49-F238E27FC236}">
                      <a16:creationId xmlns:a16="http://schemas.microsoft.com/office/drawing/2014/main" id="{95081389-8FCD-FF7F-BF84-A48F597470FD}"/>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a:extLst>
                    <a:ext uri="{FF2B5EF4-FFF2-40B4-BE49-F238E27FC236}">
                      <a16:creationId xmlns:a16="http://schemas.microsoft.com/office/drawing/2014/main" id="{BBC25DB7-5ED0-1154-096C-16434A2E9679}"/>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a:extLst>
                    <a:ext uri="{FF2B5EF4-FFF2-40B4-BE49-F238E27FC236}">
                      <a16:creationId xmlns:a16="http://schemas.microsoft.com/office/drawing/2014/main" id="{0BFA9F1F-3C54-2F3B-38F0-5A9FD7E15EBB}"/>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a:extLst>
                    <a:ext uri="{FF2B5EF4-FFF2-40B4-BE49-F238E27FC236}">
                      <a16:creationId xmlns:a16="http://schemas.microsoft.com/office/drawing/2014/main" id="{F3009909-CFC6-B55F-213B-0C9412A87CC0}"/>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a:extLst>
                    <a:ext uri="{FF2B5EF4-FFF2-40B4-BE49-F238E27FC236}">
                      <a16:creationId xmlns:a16="http://schemas.microsoft.com/office/drawing/2014/main" id="{D614D3D4-7EE8-B77E-DEDD-AF0C837F781F}"/>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a:extLst>
                    <a:ext uri="{FF2B5EF4-FFF2-40B4-BE49-F238E27FC236}">
                      <a16:creationId xmlns:a16="http://schemas.microsoft.com/office/drawing/2014/main" id="{9A74B8D2-5C59-0B95-3B8D-B4C4F1CC0574}"/>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a:extLst>
                    <a:ext uri="{FF2B5EF4-FFF2-40B4-BE49-F238E27FC236}">
                      <a16:creationId xmlns:a16="http://schemas.microsoft.com/office/drawing/2014/main" id="{606D0C3D-D117-DA73-3E26-F1C71D75C192}"/>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a:extLst>
                    <a:ext uri="{FF2B5EF4-FFF2-40B4-BE49-F238E27FC236}">
                      <a16:creationId xmlns:a16="http://schemas.microsoft.com/office/drawing/2014/main" id="{0AD7DC0C-F327-A54D-3502-E664A47BF2C2}"/>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a:extLst>
                    <a:ext uri="{FF2B5EF4-FFF2-40B4-BE49-F238E27FC236}">
                      <a16:creationId xmlns:a16="http://schemas.microsoft.com/office/drawing/2014/main" id="{F9FA5353-4366-1EE4-8A24-F4505744D24E}"/>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a:extLst>
                    <a:ext uri="{FF2B5EF4-FFF2-40B4-BE49-F238E27FC236}">
                      <a16:creationId xmlns:a16="http://schemas.microsoft.com/office/drawing/2014/main" id="{30995E71-43D8-708C-F171-EA7AC12B2262}"/>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a:extLst>
                    <a:ext uri="{FF2B5EF4-FFF2-40B4-BE49-F238E27FC236}">
                      <a16:creationId xmlns:a16="http://schemas.microsoft.com/office/drawing/2014/main" id="{9EF7C0A5-9037-2685-D4AD-2D9F4BA51206}"/>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a:extLst>
                <a:ext uri="{FF2B5EF4-FFF2-40B4-BE49-F238E27FC236}">
                  <a16:creationId xmlns:a16="http://schemas.microsoft.com/office/drawing/2014/main" id="{D008632B-C74D-AE80-30A4-188C81BD7610}"/>
                </a:ext>
              </a:extLst>
            </p:cNvPr>
            <p:cNvGrpSpPr>
              <a:grpSpLocks/>
            </p:cNvGrpSpPr>
            <p:nvPr/>
          </p:nvGrpSpPr>
          <p:grpSpPr bwMode="auto">
            <a:xfrm>
              <a:off x="4608" y="700"/>
              <a:ext cx="306" cy="90"/>
              <a:chOff x="748" y="2251"/>
              <a:chExt cx="306" cy="90"/>
            </a:xfrm>
          </p:grpSpPr>
          <p:sp>
            <p:nvSpPr>
              <p:cNvPr id="80" name="AutoShape 108">
                <a:extLst>
                  <a:ext uri="{FF2B5EF4-FFF2-40B4-BE49-F238E27FC236}">
                    <a16:creationId xmlns:a16="http://schemas.microsoft.com/office/drawing/2014/main" id="{120527CA-2AA9-A34B-2DE0-BCC2661E9CA2}"/>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a:extLst>
                  <a:ext uri="{FF2B5EF4-FFF2-40B4-BE49-F238E27FC236}">
                    <a16:creationId xmlns:a16="http://schemas.microsoft.com/office/drawing/2014/main" id="{6E4EDC55-4FBF-5FA5-C534-33240C7509DB}"/>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a:extLst>
                  <a:ext uri="{FF2B5EF4-FFF2-40B4-BE49-F238E27FC236}">
                    <a16:creationId xmlns:a16="http://schemas.microsoft.com/office/drawing/2014/main" id="{0211351A-5ADF-14AE-E3D4-D8EE80C12510}"/>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a:extLst>
                  <a:ext uri="{FF2B5EF4-FFF2-40B4-BE49-F238E27FC236}">
                    <a16:creationId xmlns:a16="http://schemas.microsoft.com/office/drawing/2014/main" id="{DDCB2BD2-4F73-B9F5-05B2-C085904D6AAC}"/>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a:extLst>
                  <a:ext uri="{FF2B5EF4-FFF2-40B4-BE49-F238E27FC236}">
                    <a16:creationId xmlns:a16="http://schemas.microsoft.com/office/drawing/2014/main" id="{B29E138D-8528-4C8D-9E3C-7CB87608ABB5}"/>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a:extLst>
                  <a:ext uri="{FF2B5EF4-FFF2-40B4-BE49-F238E27FC236}">
                    <a16:creationId xmlns:a16="http://schemas.microsoft.com/office/drawing/2014/main" id="{A12228AE-ABBB-B1F5-C1F5-CF1FE6E2856C}"/>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a:extLst>
              <a:ext uri="{FF2B5EF4-FFF2-40B4-BE49-F238E27FC236}">
                <a16:creationId xmlns:a16="http://schemas.microsoft.com/office/drawing/2014/main" id="{19150C20-C8DB-8605-7FCF-1FD0FE2471B8}"/>
              </a:ext>
            </a:extLst>
          </p:cNvPr>
          <p:cNvGrpSpPr>
            <a:grpSpLocks/>
          </p:cNvGrpSpPr>
          <p:nvPr/>
        </p:nvGrpSpPr>
        <p:grpSpPr bwMode="auto">
          <a:xfrm>
            <a:off x="2614541" y="1973939"/>
            <a:ext cx="238398" cy="426132"/>
            <a:chOff x="4608" y="700"/>
            <a:chExt cx="306" cy="553"/>
          </a:xfrm>
        </p:grpSpPr>
        <p:grpSp>
          <p:nvGrpSpPr>
            <p:cNvPr id="103" name="Group 115">
              <a:extLst>
                <a:ext uri="{FF2B5EF4-FFF2-40B4-BE49-F238E27FC236}">
                  <a16:creationId xmlns:a16="http://schemas.microsoft.com/office/drawing/2014/main" id="{C5E6E401-6809-DD2A-7787-1F8CC65C0A7B}"/>
                </a:ext>
              </a:extLst>
            </p:cNvPr>
            <p:cNvGrpSpPr>
              <a:grpSpLocks/>
            </p:cNvGrpSpPr>
            <p:nvPr/>
          </p:nvGrpSpPr>
          <p:grpSpPr bwMode="auto">
            <a:xfrm>
              <a:off x="4694" y="784"/>
              <a:ext cx="134" cy="469"/>
              <a:chOff x="4740" y="784"/>
              <a:chExt cx="88" cy="692"/>
            </a:xfrm>
          </p:grpSpPr>
          <p:sp>
            <p:nvSpPr>
              <p:cNvPr id="111" name="Line 116">
                <a:extLst>
                  <a:ext uri="{FF2B5EF4-FFF2-40B4-BE49-F238E27FC236}">
                    <a16:creationId xmlns:a16="http://schemas.microsoft.com/office/drawing/2014/main" id="{6B230EC9-2D0C-9BBC-792B-523FFA65B303}"/>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a:extLst>
                  <a:ext uri="{FF2B5EF4-FFF2-40B4-BE49-F238E27FC236}">
                    <a16:creationId xmlns:a16="http://schemas.microsoft.com/office/drawing/2014/main" id="{8BBF2331-3892-91AE-3ED4-1F97005271A7}"/>
                  </a:ext>
                </a:extLst>
              </p:cNvPr>
              <p:cNvGrpSpPr>
                <a:grpSpLocks/>
              </p:cNvGrpSpPr>
              <p:nvPr/>
            </p:nvGrpSpPr>
            <p:grpSpPr bwMode="auto">
              <a:xfrm>
                <a:off x="4740" y="784"/>
                <a:ext cx="88" cy="692"/>
                <a:chOff x="4740" y="784"/>
                <a:chExt cx="88" cy="692"/>
              </a:xfrm>
            </p:grpSpPr>
            <p:sp>
              <p:nvSpPr>
                <p:cNvPr id="113" name="Line 118">
                  <a:extLst>
                    <a:ext uri="{FF2B5EF4-FFF2-40B4-BE49-F238E27FC236}">
                      <a16:creationId xmlns:a16="http://schemas.microsoft.com/office/drawing/2014/main" id="{AD77587F-05A0-FC0B-2020-B7899A609F91}"/>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a:extLst>
                    <a:ext uri="{FF2B5EF4-FFF2-40B4-BE49-F238E27FC236}">
                      <a16:creationId xmlns:a16="http://schemas.microsoft.com/office/drawing/2014/main" id="{91E06700-D95A-3AC8-E747-B49C1680E055}"/>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a:extLst>
                    <a:ext uri="{FF2B5EF4-FFF2-40B4-BE49-F238E27FC236}">
                      <a16:creationId xmlns:a16="http://schemas.microsoft.com/office/drawing/2014/main" id="{C57B641D-EB1E-E24F-9C9F-EB41D115FCEA}"/>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a:extLst>
                    <a:ext uri="{FF2B5EF4-FFF2-40B4-BE49-F238E27FC236}">
                      <a16:creationId xmlns:a16="http://schemas.microsoft.com/office/drawing/2014/main" id="{69BC5CA0-52BA-5227-6AB4-CB4F5604DBB7}"/>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a:extLst>
                    <a:ext uri="{FF2B5EF4-FFF2-40B4-BE49-F238E27FC236}">
                      <a16:creationId xmlns:a16="http://schemas.microsoft.com/office/drawing/2014/main" id="{376D6B0A-33C4-4AA4-0B58-506B521B70A1}"/>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a:extLst>
                    <a:ext uri="{FF2B5EF4-FFF2-40B4-BE49-F238E27FC236}">
                      <a16:creationId xmlns:a16="http://schemas.microsoft.com/office/drawing/2014/main" id="{0B23FC83-BF87-49C9-9A42-3D3F1AFEDF0B}"/>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a:extLst>
                    <a:ext uri="{FF2B5EF4-FFF2-40B4-BE49-F238E27FC236}">
                      <a16:creationId xmlns:a16="http://schemas.microsoft.com/office/drawing/2014/main" id="{C4718DC7-FB01-1B89-4C6C-152864C47AA4}"/>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a:extLst>
                    <a:ext uri="{FF2B5EF4-FFF2-40B4-BE49-F238E27FC236}">
                      <a16:creationId xmlns:a16="http://schemas.microsoft.com/office/drawing/2014/main" id="{36C8FB1A-29D5-C52E-F60F-6516A7ED2B04}"/>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a:extLst>
                    <a:ext uri="{FF2B5EF4-FFF2-40B4-BE49-F238E27FC236}">
                      <a16:creationId xmlns:a16="http://schemas.microsoft.com/office/drawing/2014/main" id="{AD503E27-4831-E9E7-27BF-F1452FD27B61}"/>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a:extLst>
                    <a:ext uri="{FF2B5EF4-FFF2-40B4-BE49-F238E27FC236}">
                      <a16:creationId xmlns:a16="http://schemas.microsoft.com/office/drawing/2014/main" id="{14A654E0-CF7C-E99F-2251-38C0FA919B78}"/>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a:extLst>
                    <a:ext uri="{FF2B5EF4-FFF2-40B4-BE49-F238E27FC236}">
                      <a16:creationId xmlns:a16="http://schemas.microsoft.com/office/drawing/2014/main" id="{C1718019-963D-2D16-A891-3015C924995B}"/>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a:extLst>
                    <a:ext uri="{FF2B5EF4-FFF2-40B4-BE49-F238E27FC236}">
                      <a16:creationId xmlns:a16="http://schemas.microsoft.com/office/drawing/2014/main" id="{91D7ACF3-EA89-BC30-FE68-5D622E4D71A6}"/>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a:extLst>
                    <a:ext uri="{FF2B5EF4-FFF2-40B4-BE49-F238E27FC236}">
                      <a16:creationId xmlns:a16="http://schemas.microsoft.com/office/drawing/2014/main" id="{821A9C08-8EF1-47F6-C014-F47A6CC9ECCE}"/>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a:extLst>
                    <a:ext uri="{FF2B5EF4-FFF2-40B4-BE49-F238E27FC236}">
                      <a16:creationId xmlns:a16="http://schemas.microsoft.com/office/drawing/2014/main" id="{E3AC1C9B-5A16-6B28-FC14-B20242EA4DF0}"/>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a:extLst>
                <a:ext uri="{FF2B5EF4-FFF2-40B4-BE49-F238E27FC236}">
                  <a16:creationId xmlns:a16="http://schemas.microsoft.com/office/drawing/2014/main" id="{2B64E3A9-8E4D-FFD0-42D2-343AE4612458}"/>
                </a:ext>
              </a:extLst>
            </p:cNvPr>
            <p:cNvGrpSpPr>
              <a:grpSpLocks/>
            </p:cNvGrpSpPr>
            <p:nvPr/>
          </p:nvGrpSpPr>
          <p:grpSpPr bwMode="auto">
            <a:xfrm>
              <a:off x="4608" y="700"/>
              <a:ext cx="306" cy="90"/>
              <a:chOff x="748" y="2251"/>
              <a:chExt cx="306" cy="90"/>
            </a:xfrm>
          </p:grpSpPr>
          <p:sp>
            <p:nvSpPr>
              <p:cNvPr id="105" name="AutoShape 133">
                <a:extLst>
                  <a:ext uri="{FF2B5EF4-FFF2-40B4-BE49-F238E27FC236}">
                    <a16:creationId xmlns:a16="http://schemas.microsoft.com/office/drawing/2014/main" id="{FC666C8A-9261-1B8B-2EA5-94E80D35D3FD}"/>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a:extLst>
                  <a:ext uri="{FF2B5EF4-FFF2-40B4-BE49-F238E27FC236}">
                    <a16:creationId xmlns:a16="http://schemas.microsoft.com/office/drawing/2014/main" id="{8D7FD3AF-D7A9-DC53-6546-34540DD3B31F}"/>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a:extLst>
                  <a:ext uri="{FF2B5EF4-FFF2-40B4-BE49-F238E27FC236}">
                    <a16:creationId xmlns:a16="http://schemas.microsoft.com/office/drawing/2014/main" id="{0A74EAB8-04A7-BCC4-2356-E52C0E5913D8}"/>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a:extLst>
                  <a:ext uri="{FF2B5EF4-FFF2-40B4-BE49-F238E27FC236}">
                    <a16:creationId xmlns:a16="http://schemas.microsoft.com/office/drawing/2014/main" id="{DD17120D-647B-11AC-F598-868E60E438CE}"/>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a:extLst>
                  <a:ext uri="{FF2B5EF4-FFF2-40B4-BE49-F238E27FC236}">
                    <a16:creationId xmlns:a16="http://schemas.microsoft.com/office/drawing/2014/main" id="{4BF3ED24-2E3D-AA63-932F-E8BE91A434D9}"/>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a:extLst>
                  <a:ext uri="{FF2B5EF4-FFF2-40B4-BE49-F238E27FC236}">
                    <a16:creationId xmlns:a16="http://schemas.microsoft.com/office/drawing/2014/main" id="{863F68CE-B3B5-7EE8-8338-24FB65DC1626}"/>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a:extLst>
              <a:ext uri="{FF2B5EF4-FFF2-40B4-BE49-F238E27FC236}">
                <a16:creationId xmlns:a16="http://schemas.microsoft.com/office/drawing/2014/main" id="{D6B7F9E9-5283-25F3-F3CD-50EF9250471C}"/>
              </a:ext>
            </a:extLst>
          </p:cNvPr>
          <p:cNvGrpSpPr>
            <a:grpSpLocks/>
          </p:cNvGrpSpPr>
          <p:nvPr/>
        </p:nvGrpSpPr>
        <p:grpSpPr bwMode="auto">
          <a:xfrm>
            <a:off x="1658313" y="2582315"/>
            <a:ext cx="238398" cy="426132"/>
            <a:chOff x="4608" y="700"/>
            <a:chExt cx="306" cy="553"/>
          </a:xfrm>
        </p:grpSpPr>
        <p:grpSp>
          <p:nvGrpSpPr>
            <p:cNvPr id="128" name="Group 140">
              <a:extLst>
                <a:ext uri="{FF2B5EF4-FFF2-40B4-BE49-F238E27FC236}">
                  <a16:creationId xmlns:a16="http://schemas.microsoft.com/office/drawing/2014/main" id="{12D6A5C4-334D-934F-22E3-6BCD057E6C5E}"/>
                </a:ext>
              </a:extLst>
            </p:cNvPr>
            <p:cNvGrpSpPr>
              <a:grpSpLocks/>
            </p:cNvGrpSpPr>
            <p:nvPr/>
          </p:nvGrpSpPr>
          <p:grpSpPr bwMode="auto">
            <a:xfrm>
              <a:off x="4694" y="784"/>
              <a:ext cx="134" cy="469"/>
              <a:chOff x="4740" y="784"/>
              <a:chExt cx="88" cy="692"/>
            </a:xfrm>
          </p:grpSpPr>
          <p:sp>
            <p:nvSpPr>
              <p:cNvPr id="136" name="Line 141">
                <a:extLst>
                  <a:ext uri="{FF2B5EF4-FFF2-40B4-BE49-F238E27FC236}">
                    <a16:creationId xmlns:a16="http://schemas.microsoft.com/office/drawing/2014/main" id="{A1034CE1-87AC-523A-6E90-8BD7D47348EC}"/>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a:extLst>
                  <a:ext uri="{FF2B5EF4-FFF2-40B4-BE49-F238E27FC236}">
                    <a16:creationId xmlns:a16="http://schemas.microsoft.com/office/drawing/2014/main" id="{487375EC-BFBA-99B4-14A7-8D1CE68F58EF}"/>
                  </a:ext>
                </a:extLst>
              </p:cNvPr>
              <p:cNvGrpSpPr>
                <a:grpSpLocks/>
              </p:cNvGrpSpPr>
              <p:nvPr/>
            </p:nvGrpSpPr>
            <p:grpSpPr bwMode="auto">
              <a:xfrm>
                <a:off x="4740" y="784"/>
                <a:ext cx="88" cy="692"/>
                <a:chOff x="4740" y="784"/>
                <a:chExt cx="88" cy="692"/>
              </a:xfrm>
            </p:grpSpPr>
            <p:sp>
              <p:nvSpPr>
                <p:cNvPr id="138" name="Line 143">
                  <a:extLst>
                    <a:ext uri="{FF2B5EF4-FFF2-40B4-BE49-F238E27FC236}">
                      <a16:creationId xmlns:a16="http://schemas.microsoft.com/office/drawing/2014/main" id="{651F8DB0-6BB7-6767-53FC-7E287607D243}"/>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a:extLst>
                    <a:ext uri="{FF2B5EF4-FFF2-40B4-BE49-F238E27FC236}">
                      <a16:creationId xmlns:a16="http://schemas.microsoft.com/office/drawing/2014/main" id="{35B0789E-FAB3-A08D-A261-73A734463108}"/>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a:extLst>
                    <a:ext uri="{FF2B5EF4-FFF2-40B4-BE49-F238E27FC236}">
                      <a16:creationId xmlns:a16="http://schemas.microsoft.com/office/drawing/2014/main" id="{1012D4BB-41C2-D037-9866-1C5AAC8F8EBA}"/>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a:extLst>
                    <a:ext uri="{FF2B5EF4-FFF2-40B4-BE49-F238E27FC236}">
                      <a16:creationId xmlns:a16="http://schemas.microsoft.com/office/drawing/2014/main" id="{56C1D355-4C4C-52D8-B055-93A26E1B712B}"/>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a:extLst>
                    <a:ext uri="{FF2B5EF4-FFF2-40B4-BE49-F238E27FC236}">
                      <a16:creationId xmlns:a16="http://schemas.microsoft.com/office/drawing/2014/main" id="{4FC4AB10-8C5B-C7D0-B9E6-7F0C0C19ED35}"/>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a:extLst>
                    <a:ext uri="{FF2B5EF4-FFF2-40B4-BE49-F238E27FC236}">
                      <a16:creationId xmlns:a16="http://schemas.microsoft.com/office/drawing/2014/main" id="{342321E0-C640-2AB6-7C4B-00E7C8076D9D}"/>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a:extLst>
                    <a:ext uri="{FF2B5EF4-FFF2-40B4-BE49-F238E27FC236}">
                      <a16:creationId xmlns:a16="http://schemas.microsoft.com/office/drawing/2014/main" id="{79E497C5-2395-7039-B8FA-7C5C62505BDD}"/>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a:extLst>
                    <a:ext uri="{FF2B5EF4-FFF2-40B4-BE49-F238E27FC236}">
                      <a16:creationId xmlns:a16="http://schemas.microsoft.com/office/drawing/2014/main" id="{EFC0AFD6-2A16-2E2C-0900-EE78EB29CEF2}"/>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a:extLst>
                    <a:ext uri="{FF2B5EF4-FFF2-40B4-BE49-F238E27FC236}">
                      <a16:creationId xmlns:a16="http://schemas.microsoft.com/office/drawing/2014/main" id="{D0903CCC-91B3-1ECB-0C30-62E78461D5A4}"/>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a:extLst>
                    <a:ext uri="{FF2B5EF4-FFF2-40B4-BE49-F238E27FC236}">
                      <a16:creationId xmlns:a16="http://schemas.microsoft.com/office/drawing/2014/main" id="{DA8791EC-7132-4D80-BD20-A319E92539B3}"/>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a:extLst>
                    <a:ext uri="{FF2B5EF4-FFF2-40B4-BE49-F238E27FC236}">
                      <a16:creationId xmlns:a16="http://schemas.microsoft.com/office/drawing/2014/main" id="{2CD8205F-8428-34E2-FC38-4F60C44C0716}"/>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a:extLst>
                    <a:ext uri="{FF2B5EF4-FFF2-40B4-BE49-F238E27FC236}">
                      <a16:creationId xmlns:a16="http://schemas.microsoft.com/office/drawing/2014/main" id="{CFC8C319-68AF-81C7-0600-2F0426D34017}"/>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a:extLst>
                    <a:ext uri="{FF2B5EF4-FFF2-40B4-BE49-F238E27FC236}">
                      <a16:creationId xmlns:a16="http://schemas.microsoft.com/office/drawing/2014/main" id="{72EA3CE9-25D6-ED75-1066-38287C7BEB13}"/>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a:extLst>
                    <a:ext uri="{FF2B5EF4-FFF2-40B4-BE49-F238E27FC236}">
                      <a16:creationId xmlns:a16="http://schemas.microsoft.com/office/drawing/2014/main" id="{0D69A1B6-A57F-ED5F-43FD-D540C5D0DD3A}"/>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a:extLst>
                <a:ext uri="{FF2B5EF4-FFF2-40B4-BE49-F238E27FC236}">
                  <a16:creationId xmlns:a16="http://schemas.microsoft.com/office/drawing/2014/main" id="{F018559A-18ED-DAC9-5EF4-93A206CB5C1F}"/>
                </a:ext>
              </a:extLst>
            </p:cNvPr>
            <p:cNvGrpSpPr>
              <a:grpSpLocks/>
            </p:cNvGrpSpPr>
            <p:nvPr/>
          </p:nvGrpSpPr>
          <p:grpSpPr bwMode="auto">
            <a:xfrm>
              <a:off x="4608" y="700"/>
              <a:ext cx="306" cy="90"/>
              <a:chOff x="748" y="2251"/>
              <a:chExt cx="306" cy="90"/>
            </a:xfrm>
          </p:grpSpPr>
          <p:sp>
            <p:nvSpPr>
              <p:cNvPr id="130" name="AutoShape 158">
                <a:extLst>
                  <a:ext uri="{FF2B5EF4-FFF2-40B4-BE49-F238E27FC236}">
                    <a16:creationId xmlns:a16="http://schemas.microsoft.com/office/drawing/2014/main" id="{1086D96C-B645-7164-4338-E6758077D023}"/>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a:extLst>
                  <a:ext uri="{FF2B5EF4-FFF2-40B4-BE49-F238E27FC236}">
                    <a16:creationId xmlns:a16="http://schemas.microsoft.com/office/drawing/2014/main" id="{B2DC4906-467E-5113-7496-08F7065AE08B}"/>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a:extLst>
                  <a:ext uri="{FF2B5EF4-FFF2-40B4-BE49-F238E27FC236}">
                    <a16:creationId xmlns:a16="http://schemas.microsoft.com/office/drawing/2014/main" id="{7B1757A6-0015-6091-2CE2-14F643C6B414}"/>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a:extLst>
                  <a:ext uri="{FF2B5EF4-FFF2-40B4-BE49-F238E27FC236}">
                    <a16:creationId xmlns:a16="http://schemas.microsoft.com/office/drawing/2014/main" id="{D8B8972A-8956-C6E9-A640-5F5AECAD4B14}"/>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a:extLst>
                  <a:ext uri="{FF2B5EF4-FFF2-40B4-BE49-F238E27FC236}">
                    <a16:creationId xmlns:a16="http://schemas.microsoft.com/office/drawing/2014/main" id="{834E5D42-8413-55A7-B7F3-2C72BF88188C}"/>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a:extLst>
                  <a:ext uri="{FF2B5EF4-FFF2-40B4-BE49-F238E27FC236}">
                    <a16:creationId xmlns:a16="http://schemas.microsoft.com/office/drawing/2014/main" id="{5E8932DC-6443-06DB-D0A7-174CAC5257F4}"/>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a:extLst>
              <a:ext uri="{FF2B5EF4-FFF2-40B4-BE49-F238E27FC236}">
                <a16:creationId xmlns:a16="http://schemas.microsoft.com/office/drawing/2014/main" id="{3377177A-6174-1CD1-9527-45CAB0DC6DAC}"/>
              </a:ext>
            </a:extLst>
          </p:cNvPr>
          <p:cNvGrpSpPr>
            <a:grpSpLocks/>
          </p:cNvGrpSpPr>
          <p:nvPr/>
        </p:nvGrpSpPr>
        <p:grpSpPr bwMode="auto">
          <a:xfrm>
            <a:off x="2077157" y="2886503"/>
            <a:ext cx="238398" cy="426132"/>
            <a:chOff x="4608" y="700"/>
            <a:chExt cx="306" cy="553"/>
          </a:xfrm>
        </p:grpSpPr>
        <p:grpSp>
          <p:nvGrpSpPr>
            <p:cNvPr id="153" name="Group 165">
              <a:extLst>
                <a:ext uri="{FF2B5EF4-FFF2-40B4-BE49-F238E27FC236}">
                  <a16:creationId xmlns:a16="http://schemas.microsoft.com/office/drawing/2014/main" id="{68408C9E-2055-BBAA-B2E5-FB9EB7B9478C}"/>
                </a:ext>
              </a:extLst>
            </p:cNvPr>
            <p:cNvGrpSpPr>
              <a:grpSpLocks/>
            </p:cNvGrpSpPr>
            <p:nvPr/>
          </p:nvGrpSpPr>
          <p:grpSpPr bwMode="auto">
            <a:xfrm>
              <a:off x="4694" y="784"/>
              <a:ext cx="134" cy="469"/>
              <a:chOff x="4740" y="784"/>
              <a:chExt cx="88" cy="692"/>
            </a:xfrm>
          </p:grpSpPr>
          <p:sp>
            <p:nvSpPr>
              <p:cNvPr id="161" name="Line 166">
                <a:extLst>
                  <a:ext uri="{FF2B5EF4-FFF2-40B4-BE49-F238E27FC236}">
                    <a16:creationId xmlns:a16="http://schemas.microsoft.com/office/drawing/2014/main" id="{9FCADC60-707A-4438-1280-0D1C58DD856F}"/>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a:extLst>
                  <a:ext uri="{FF2B5EF4-FFF2-40B4-BE49-F238E27FC236}">
                    <a16:creationId xmlns:a16="http://schemas.microsoft.com/office/drawing/2014/main" id="{B36BAEE8-618D-E87F-AA62-FBE6365FC0CE}"/>
                  </a:ext>
                </a:extLst>
              </p:cNvPr>
              <p:cNvGrpSpPr>
                <a:grpSpLocks/>
              </p:cNvGrpSpPr>
              <p:nvPr/>
            </p:nvGrpSpPr>
            <p:grpSpPr bwMode="auto">
              <a:xfrm>
                <a:off x="4740" y="784"/>
                <a:ext cx="88" cy="692"/>
                <a:chOff x="4740" y="784"/>
                <a:chExt cx="88" cy="692"/>
              </a:xfrm>
            </p:grpSpPr>
            <p:sp>
              <p:nvSpPr>
                <p:cNvPr id="163" name="Line 168">
                  <a:extLst>
                    <a:ext uri="{FF2B5EF4-FFF2-40B4-BE49-F238E27FC236}">
                      <a16:creationId xmlns:a16="http://schemas.microsoft.com/office/drawing/2014/main" id="{E49C0F7B-F248-1D79-68DE-43B95B184347}"/>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a:extLst>
                    <a:ext uri="{FF2B5EF4-FFF2-40B4-BE49-F238E27FC236}">
                      <a16:creationId xmlns:a16="http://schemas.microsoft.com/office/drawing/2014/main" id="{22D1A6B6-5C81-90E9-FFA8-96485EB149A8}"/>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a:extLst>
                    <a:ext uri="{FF2B5EF4-FFF2-40B4-BE49-F238E27FC236}">
                      <a16:creationId xmlns:a16="http://schemas.microsoft.com/office/drawing/2014/main" id="{7FA02EE7-8252-924C-C854-01D56FB53C58}"/>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a:extLst>
                    <a:ext uri="{FF2B5EF4-FFF2-40B4-BE49-F238E27FC236}">
                      <a16:creationId xmlns:a16="http://schemas.microsoft.com/office/drawing/2014/main" id="{2D63B1B3-542B-300C-AB29-39D216E01F9C}"/>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a:extLst>
                    <a:ext uri="{FF2B5EF4-FFF2-40B4-BE49-F238E27FC236}">
                      <a16:creationId xmlns:a16="http://schemas.microsoft.com/office/drawing/2014/main" id="{53E7F66C-1E48-E0C5-AA2D-ADBFDCE7B447}"/>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a:extLst>
                    <a:ext uri="{FF2B5EF4-FFF2-40B4-BE49-F238E27FC236}">
                      <a16:creationId xmlns:a16="http://schemas.microsoft.com/office/drawing/2014/main" id="{DAC0B77A-8C3D-5A33-B83C-E1CA79A14107}"/>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a:extLst>
                    <a:ext uri="{FF2B5EF4-FFF2-40B4-BE49-F238E27FC236}">
                      <a16:creationId xmlns:a16="http://schemas.microsoft.com/office/drawing/2014/main" id="{76D2CF17-4106-10D9-1C8B-DEF6C71F2D13}"/>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a:extLst>
                    <a:ext uri="{FF2B5EF4-FFF2-40B4-BE49-F238E27FC236}">
                      <a16:creationId xmlns:a16="http://schemas.microsoft.com/office/drawing/2014/main" id="{5B2FB7AE-F9D0-0AC3-48AE-5DC5BFA4FAFA}"/>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a:extLst>
                    <a:ext uri="{FF2B5EF4-FFF2-40B4-BE49-F238E27FC236}">
                      <a16:creationId xmlns:a16="http://schemas.microsoft.com/office/drawing/2014/main" id="{1E4A6618-D6F0-80A0-2300-2AD6771468EE}"/>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a:extLst>
                    <a:ext uri="{FF2B5EF4-FFF2-40B4-BE49-F238E27FC236}">
                      <a16:creationId xmlns:a16="http://schemas.microsoft.com/office/drawing/2014/main" id="{3D34410F-451F-0F45-3784-B4907CCADD99}"/>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a:extLst>
                    <a:ext uri="{FF2B5EF4-FFF2-40B4-BE49-F238E27FC236}">
                      <a16:creationId xmlns:a16="http://schemas.microsoft.com/office/drawing/2014/main" id="{B5508294-DC17-F98C-F91B-8B3134BAB4C5}"/>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a:extLst>
                    <a:ext uri="{FF2B5EF4-FFF2-40B4-BE49-F238E27FC236}">
                      <a16:creationId xmlns:a16="http://schemas.microsoft.com/office/drawing/2014/main" id="{7C77E776-6B81-F6F9-41BD-A58493079716}"/>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a:extLst>
                    <a:ext uri="{FF2B5EF4-FFF2-40B4-BE49-F238E27FC236}">
                      <a16:creationId xmlns:a16="http://schemas.microsoft.com/office/drawing/2014/main" id="{BCA332E3-156B-4347-2A64-C6CFF90C4459}"/>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a:extLst>
                    <a:ext uri="{FF2B5EF4-FFF2-40B4-BE49-F238E27FC236}">
                      <a16:creationId xmlns:a16="http://schemas.microsoft.com/office/drawing/2014/main" id="{BB1CC7DC-23EC-B347-2CDE-78A84C3C8429}"/>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a:extLst>
                <a:ext uri="{FF2B5EF4-FFF2-40B4-BE49-F238E27FC236}">
                  <a16:creationId xmlns:a16="http://schemas.microsoft.com/office/drawing/2014/main" id="{8B76B77E-23D5-FD52-79DE-A6DA809FAF29}"/>
                </a:ext>
              </a:extLst>
            </p:cNvPr>
            <p:cNvGrpSpPr>
              <a:grpSpLocks/>
            </p:cNvGrpSpPr>
            <p:nvPr/>
          </p:nvGrpSpPr>
          <p:grpSpPr bwMode="auto">
            <a:xfrm>
              <a:off x="4608" y="700"/>
              <a:ext cx="306" cy="90"/>
              <a:chOff x="748" y="2251"/>
              <a:chExt cx="306" cy="90"/>
            </a:xfrm>
          </p:grpSpPr>
          <p:sp>
            <p:nvSpPr>
              <p:cNvPr id="155" name="AutoShape 183">
                <a:extLst>
                  <a:ext uri="{FF2B5EF4-FFF2-40B4-BE49-F238E27FC236}">
                    <a16:creationId xmlns:a16="http://schemas.microsoft.com/office/drawing/2014/main" id="{BB7632FD-A526-B3D1-2081-78EC19CE9BBD}"/>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a:extLst>
                  <a:ext uri="{FF2B5EF4-FFF2-40B4-BE49-F238E27FC236}">
                    <a16:creationId xmlns:a16="http://schemas.microsoft.com/office/drawing/2014/main" id="{67C67637-AECD-89D1-2D9F-19D1CE6CC049}"/>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a:extLst>
                  <a:ext uri="{FF2B5EF4-FFF2-40B4-BE49-F238E27FC236}">
                    <a16:creationId xmlns:a16="http://schemas.microsoft.com/office/drawing/2014/main" id="{1A978440-0B13-6D75-BC41-E320754B4A18}"/>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a:extLst>
                  <a:ext uri="{FF2B5EF4-FFF2-40B4-BE49-F238E27FC236}">
                    <a16:creationId xmlns:a16="http://schemas.microsoft.com/office/drawing/2014/main" id="{72F528EF-73C7-E9C3-B907-BDE69F15B912}"/>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a:extLst>
                  <a:ext uri="{FF2B5EF4-FFF2-40B4-BE49-F238E27FC236}">
                    <a16:creationId xmlns:a16="http://schemas.microsoft.com/office/drawing/2014/main" id="{771CD333-8401-00B5-7D27-403FE0E00CDF}"/>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a:extLst>
                  <a:ext uri="{FF2B5EF4-FFF2-40B4-BE49-F238E27FC236}">
                    <a16:creationId xmlns:a16="http://schemas.microsoft.com/office/drawing/2014/main" id="{86AC5EBC-AC93-4B6B-270C-11CE38A44D99}"/>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a:extLst>
              <a:ext uri="{FF2B5EF4-FFF2-40B4-BE49-F238E27FC236}">
                <a16:creationId xmlns:a16="http://schemas.microsoft.com/office/drawing/2014/main" id="{3A60738D-5D52-65DD-1D6D-27653250A61A}"/>
              </a:ext>
            </a:extLst>
          </p:cNvPr>
          <p:cNvGrpSpPr>
            <a:grpSpLocks/>
          </p:cNvGrpSpPr>
          <p:nvPr/>
        </p:nvGrpSpPr>
        <p:grpSpPr bwMode="auto">
          <a:xfrm>
            <a:off x="2555270" y="2582315"/>
            <a:ext cx="238399" cy="426132"/>
            <a:chOff x="4608" y="700"/>
            <a:chExt cx="306" cy="553"/>
          </a:xfrm>
        </p:grpSpPr>
        <p:grpSp>
          <p:nvGrpSpPr>
            <p:cNvPr id="178" name="Group 215">
              <a:extLst>
                <a:ext uri="{FF2B5EF4-FFF2-40B4-BE49-F238E27FC236}">
                  <a16:creationId xmlns:a16="http://schemas.microsoft.com/office/drawing/2014/main" id="{4FA2D9E7-2EE0-69E3-064B-6893D1D30D2F}"/>
                </a:ext>
              </a:extLst>
            </p:cNvPr>
            <p:cNvGrpSpPr>
              <a:grpSpLocks/>
            </p:cNvGrpSpPr>
            <p:nvPr/>
          </p:nvGrpSpPr>
          <p:grpSpPr bwMode="auto">
            <a:xfrm>
              <a:off x="4694" y="784"/>
              <a:ext cx="134" cy="469"/>
              <a:chOff x="4740" y="784"/>
              <a:chExt cx="88" cy="692"/>
            </a:xfrm>
          </p:grpSpPr>
          <p:sp>
            <p:nvSpPr>
              <p:cNvPr id="186" name="Line 216">
                <a:extLst>
                  <a:ext uri="{FF2B5EF4-FFF2-40B4-BE49-F238E27FC236}">
                    <a16:creationId xmlns:a16="http://schemas.microsoft.com/office/drawing/2014/main" id="{48D21D05-0395-EF3C-1411-C4276D1A9801}"/>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a:extLst>
                  <a:ext uri="{FF2B5EF4-FFF2-40B4-BE49-F238E27FC236}">
                    <a16:creationId xmlns:a16="http://schemas.microsoft.com/office/drawing/2014/main" id="{5852E51D-C2BD-4E52-5ABF-96FB815CDF82}"/>
                  </a:ext>
                </a:extLst>
              </p:cNvPr>
              <p:cNvGrpSpPr>
                <a:grpSpLocks/>
              </p:cNvGrpSpPr>
              <p:nvPr/>
            </p:nvGrpSpPr>
            <p:grpSpPr bwMode="auto">
              <a:xfrm>
                <a:off x="4740" y="784"/>
                <a:ext cx="88" cy="692"/>
                <a:chOff x="4740" y="784"/>
                <a:chExt cx="88" cy="692"/>
              </a:xfrm>
            </p:grpSpPr>
            <p:sp>
              <p:nvSpPr>
                <p:cNvPr id="188" name="Line 218">
                  <a:extLst>
                    <a:ext uri="{FF2B5EF4-FFF2-40B4-BE49-F238E27FC236}">
                      <a16:creationId xmlns:a16="http://schemas.microsoft.com/office/drawing/2014/main" id="{F3639516-77B5-23BB-A4CD-28AAF63ACC25}"/>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a:extLst>
                    <a:ext uri="{FF2B5EF4-FFF2-40B4-BE49-F238E27FC236}">
                      <a16:creationId xmlns:a16="http://schemas.microsoft.com/office/drawing/2014/main" id="{FE882553-BA24-8CF0-0107-10C2FEDCE1A8}"/>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a:extLst>
                    <a:ext uri="{FF2B5EF4-FFF2-40B4-BE49-F238E27FC236}">
                      <a16:creationId xmlns:a16="http://schemas.microsoft.com/office/drawing/2014/main" id="{5931CE18-54B1-ADEE-63E2-C3C8E23AF4C2}"/>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a:extLst>
                    <a:ext uri="{FF2B5EF4-FFF2-40B4-BE49-F238E27FC236}">
                      <a16:creationId xmlns:a16="http://schemas.microsoft.com/office/drawing/2014/main" id="{219DF160-D260-C64A-861F-E37581916B31}"/>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a:extLst>
                    <a:ext uri="{FF2B5EF4-FFF2-40B4-BE49-F238E27FC236}">
                      <a16:creationId xmlns:a16="http://schemas.microsoft.com/office/drawing/2014/main" id="{3508E7B2-9A15-E652-D6C4-13AE4D55D8D3}"/>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a:extLst>
                    <a:ext uri="{FF2B5EF4-FFF2-40B4-BE49-F238E27FC236}">
                      <a16:creationId xmlns:a16="http://schemas.microsoft.com/office/drawing/2014/main" id="{5356271C-8332-9176-A161-5A1CE65E40BA}"/>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a:extLst>
                    <a:ext uri="{FF2B5EF4-FFF2-40B4-BE49-F238E27FC236}">
                      <a16:creationId xmlns:a16="http://schemas.microsoft.com/office/drawing/2014/main" id="{F8CFC042-AFE2-9058-B80C-7DBE8C8CF03B}"/>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a:extLst>
                    <a:ext uri="{FF2B5EF4-FFF2-40B4-BE49-F238E27FC236}">
                      <a16:creationId xmlns:a16="http://schemas.microsoft.com/office/drawing/2014/main" id="{007E8479-1AF6-1E7E-7335-78FA4CA5B230}"/>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a:extLst>
                    <a:ext uri="{FF2B5EF4-FFF2-40B4-BE49-F238E27FC236}">
                      <a16:creationId xmlns:a16="http://schemas.microsoft.com/office/drawing/2014/main" id="{729D5BA6-A0CF-746C-B3E8-D7F1E2C845F3}"/>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a:extLst>
                    <a:ext uri="{FF2B5EF4-FFF2-40B4-BE49-F238E27FC236}">
                      <a16:creationId xmlns:a16="http://schemas.microsoft.com/office/drawing/2014/main" id="{4D671F55-5DB1-CF21-F010-608C4BE61E70}"/>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a:extLst>
                    <a:ext uri="{FF2B5EF4-FFF2-40B4-BE49-F238E27FC236}">
                      <a16:creationId xmlns:a16="http://schemas.microsoft.com/office/drawing/2014/main" id="{F98BAF70-6C6B-F05B-33B3-26F9F2F26403}"/>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a:extLst>
                    <a:ext uri="{FF2B5EF4-FFF2-40B4-BE49-F238E27FC236}">
                      <a16:creationId xmlns:a16="http://schemas.microsoft.com/office/drawing/2014/main" id="{E64A593F-4E9E-3095-EEA6-2FFAC3ABFCF1}"/>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a:extLst>
                    <a:ext uri="{FF2B5EF4-FFF2-40B4-BE49-F238E27FC236}">
                      <a16:creationId xmlns:a16="http://schemas.microsoft.com/office/drawing/2014/main" id="{758C319A-91E4-BBD8-2C33-AA6D3EEA8D4E}"/>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a:extLst>
                    <a:ext uri="{FF2B5EF4-FFF2-40B4-BE49-F238E27FC236}">
                      <a16:creationId xmlns:a16="http://schemas.microsoft.com/office/drawing/2014/main" id="{F256CA51-AE7D-FCE5-0602-2395AB38D5A1}"/>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a:extLst>
                <a:ext uri="{FF2B5EF4-FFF2-40B4-BE49-F238E27FC236}">
                  <a16:creationId xmlns:a16="http://schemas.microsoft.com/office/drawing/2014/main" id="{C3CD1D32-821C-AF7A-CAE3-C5851AC65D25}"/>
                </a:ext>
              </a:extLst>
            </p:cNvPr>
            <p:cNvGrpSpPr>
              <a:grpSpLocks/>
            </p:cNvGrpSpPr>
            <p:nvPr/>
          </p:nvGrpSpPr>
          <p:grpSpPr bwMode="auto">
            <a:xfrm>
              <a:off x="4608" y="700"/>
              <a:ext cx="306" cy="90"/>
              <a:chOff x="748" y="2251"/>
              <a:chExt cx="306" cy="90"/>
            </a:xfrm>
          </p:grpSpPr>
          <p:sp>
            <p:nvSpPr>
              <p:cNvPr id="180" name="AutoShape 233">
                <a:extLst>
                  <a:ext uri="{FF2B5EF4-FFF2-40B4-BE49-F238E27FC236}">
                    <a16:creationId xmlns:a16="http://schemas.microsoft.com/office/drawing/2014/main" id="{2562417E-6BF4-1F26-D3C2-9177C77A696F}"/>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a:extLst>
                  <a:ext uri="{FF2B5EF4-FFF2-40B4-BE49-F238E27FC236}">
                    <a16:creationId xmlns:a16="http://schemas.microsoft.com/office/drawing/2014/main" id="{E31D81E5-403B-587C-EF72-8D180887A685}"/>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a:extLst>
                  <a:ext uri="{FF2B5EF4-FFF2-40B4-BE49-F238E27FC236}">
                    <a16:creationId xmlns:a16="http://schemas.microsoft.com/office/drawing/2014/main" id="{6FDAF7B3-ADF5-95B9-7242-646EF9ADD11A}"/>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a:extLst>
                  <a:ext uri="{FF2B5EF4-FFF2-40B4-BE49-F238E27FC236}">
                    <a16:creationId xmlns:a16="http://schemas.microsoft.com/office/drawing/2014/main" id="{B0A1AD69-B415-7F78-6E65-13AA9E3FAA3C}"/>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a:extLst>
                  <a:ext uri="{FF2B5EF4-FFF2-40B4-BE49-F238E27FC236}">
                    <a16:creationId xmlns:a16="http://schemas.microsoft.com/office/drawing/2014/main" id="{AAB50B7B-CFFC-E117-EF45-8BEDED09F172}"/>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a:extLst>
                  <a:ext uri="{FF2B5EF4-FFF2-40B4-BE49-F238E27FC236}">
                    <a16:creationId xmlns:a16="http://schemas.microsoft.com/office/drawing/2014/main" id="{D5B3628B-B639-ED62-0713-B80FE5A7862A}"/>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a:extLst>
              <a:ext uri="{FF2B5EF4-FFF2-40B4-BE49-F238E27FC236}">
                <a16:creationId xmlns:a16="http://schemas.microsoft.com/office/drawing/2014/main" id="{59FC48BF-001C-8EAC-05FF-14D7394EDAD7}"/>
              </a:ext>
            </a:extLst>
          </p:cNvPr>
          <p:cNvGrpSpPr>
            <a:grpSpLocks/>
          </p:cNvGrpSpPr>
          <p:nvPr/>
        </p:nvGrpSpPr>
        <p:grpSpPr bwMode="auto">
          <a:xfrm>
            <a:off x="1388304" y="2152163"/>
            <a:ext cx="169909" cy="352430"/>
            <a:chOff x="4186" y="1736"/>
            <a:chExt cx="229" cy="461"/>
          </a:xfrm>
        </p:grpSpPr>
        <p:pic>
          <p:nvPicPr>
            <p:cNvPr id="203" name="Picture 5" descr="icon-mobile-phone">
              <a:extLst>
                <a:ext uri="{FF2B5EF4-FFF2-40B4-BE49-F238E27FC236}">
                  <a16:creationId xmlns:a16="http://schemas.microsoft.com/office/drawing/2014/main" id="{1867DE46-9E84-E098-AD13-1EB23F4AC59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a:extLst>
                <a:ext uri="{FF2B5EF4-FFF2-40B4-BE49-F238E27FC236}">
                  <a16:creationId xmlns:a16="http://schemas.microsoft.com/office/drawing/2014/main" id="{37D3A8ED-0B86-A41F-9F70-26457B9F281F}"/>
                </a:ext>
              </a:extLst>
            </p:cNvPr>
            <p:cNvGrpSpPr>
              <a:grpSpLocks/>
            </p:cNvGrpSpPr>
            <p:nvPr/>
          </p:nvGrpSpPr>
          <p:grpSpPr bwMode="auto">
            <a:xfrm>
              <a:off x="4186" y="1736"/>
              <a:ext cx="198" cy="79"/>
              <a:chOff x="4513" y="1707"/>
              <a:chExt cx="198" cy="177"/>
            </a:xfrm>
          </p:grpSpPr>
          <p:sp>
            <p:nvSpPr>
              <p:cNvPr id="205" name="AutoShape 7">
                <a:extLst>
                  <a:ext uri="{FF2B5EF4-FFF2-40B4-BE49-F238E27FC236}">
                    <a16:creationId xmlns:a16="http://schemas.microsoft.com/office/drawing/2014/main" id="{AFB1B593-D8D7-711E-3B37-B7AB324074D5}"/>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a:extLst>
                  <a:ext uri="{FF2B5EF4-FFF2-40B4-BE49-F238E27FC236}">
                    <a16:creationId xmlns:a16="http://schemas.microsoft.com/office/drawing/2014/main" id="{F7C27587-5574-E2EC-ABB4-5D057A291502}"/>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a:extLst>
                  <a:ext uri="{FF2B5EF4-FFF2-40B4-BE49-F238E27FC236}">
                    <a16:creationId xmlns:a16="http://schemas.microsoft.com/office/drawing/2014/main" id="{9C9B5D87-5EC3-9866-D5EE-910ECEDA6FA2}"/>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a:extLst>
              <a:ext uri="{FF2B5EF4-FFF2-40B4-BE49-F238E27FC236}">
                <a16:creationId xmlns:a16="http://schemas.microsoft.com/office/drawing/2014/main" id="{4D69D276-2DF7-8BC5-CD4F-24B38D99AB50}"/>
              </a:ext>
            </a:extLst>
          </p:cNvPr>
          <p:cNvGrpSpPr>
            <a:grpSpLocks/>
          </p:cNvGrpSpPr>
          <p:nvPr/>
        </p:nvGrpSpPr>
        <p:grpSpPr bwMode="auto">
          <a:xfrm>
            <a:off x="2376142" y="2217825"/>
            <a:ext cx="169909" cy="352429"/>
            <a:chOff x="4186" y="1736"/>
            <a:chExt cx="229" cy="461"/>
          </a:xfrm>
        </p:grpSpPr>
        <p:pic>
          <p:nvPicPr>
            <p:cNvPr id="209" name="Picture 390" descr="icon-mobile-phone">
              <a:extLst>
                <a:ext uri="{FF2B5EF4-FFF2-40B4-BE49-F238E27FC236}">
                  <a16:creationId xmlns:a16="http://schemas.microsoft.com/office/drawing/2014/main" id="{1E91B943-3E44-408A-5560-A382F2433FD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a:extLst>
                <a:ext uri="{FF2B5EF4-FFF2-40B4-BE49-F238E27FC236}">
                  <a16:creationId xmlns:a16="http://schemas.microsoft.com/office/drawing/2014/main" id="{9BED1234-B2B9-D92A-87A5-161E347ACC95}"/>
                </a:ext>
              </a:extLst>
            </p:cNvPr>
            <p:cNvGrpSpPr>
              <a:grpSpLocks/>
            </p:cNvGrpSpPr>
            <p:nvPr/>
          </p:nvGrpSpPr>
          <p:grpSpPr bwMode="auto">
            <a:xfrm>
              <a:off x="4186" y="1736"/>
              <a:ext cx="198" cy="79"/>
              <a:chOff x="4513" y="1707"/>
              <a:chExt cx="198" cy="177"/>
            </a:xfrm>
          </p:grpSpPr>
          <p:sp>
            <p:nvSpPr>
              <p:cNvPr id="211" name="AutoShape 392">
                <a:extLst>
                  <a:ext uri="{FF2B5EF4-FFF2-40B4-BE49-F238E27FC236}">
                    <a16:creationId xmlns:a16="http://schemas.microsoft.com/office/drawing/2014/main" id="{94211F4B-012C-4090-ED49-37928938A83A}"/>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a:extLst>
                  <a:ext uri="{FF2B5EF4-FFF2-40B4-BE49-F238E27FC236}">
                    <a16:creationId xmlns:a16="http://schemas.microsoft.com/office/drawing/2014/main" id="{40BBE347-E5F5-A431-6B4C-A32F0872633B}"/>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a:extLst>
                  <a:ext uri="{FF2B5EF4-FFF2-40B4-BE49-F238E27FC236}">
                    <a16:creationId xmlns:a16="http://schemas.microsoft.com/office/drawing/2014/main" id="{A0801F72-F127-FE52-6559-685B184C4DC6}"/>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a:extLst>
              <a:ext uri="{FF2B5EF4-FFF2-40B4-BE49-F238E27FC236}">
                <a16:creationId xmlns:a16="http://schemas.microsoft.com/office/drawing/2014/main" id="{C0992226-279A-E0E9-6F54-62872646B25F}"/>
              </a:ext>
            </a:extLst>
          </p:cNvPr>
          <p:cNvGrpSpPr>
            <a:grpSpLocks/>
          </p:cNvGrpSpPr>
          <p:nvPr/>
        </p:nvGrpSpPr>
        <p:grpSpPr bwMode="auto">
          <a:xfrm>
            <a:off x="1898029" y="1913636"/>
            <a:ext cx="169908" cy="352430"/>
            <a:chOff x="4186" y="1736"/>
            <a:chExt cx="229" cy="461"/>
          </a:xfrm>
        </p:grpSpPr>
        <p:pic>
          <p:nvPicPr>
            <p:cNvPr id="215" name="Picture 396" descr="icon-mobile-phone">
              <a:extLst>
                <a:ext uri="{FF2B5EF4-FFF2-40B4-BE49-F238E27FC236}">
                  <a16:creationId xmlns:a16="http://schemas.microsoft.com/office/drawing/2014/main" id="{93001778-1B57-BA25-E264-3D3E537CDF7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a:extLst>
                <a:ext uri="{FF2B5EF4-FFF2-40B4-BE49-F238E27FC236}">
                  <a16:creationId xmlns:a16="http://schemas.microsoft.com/office/drawing/2014/main" id="{A32D18B0-ACEC-202D-E415-61DB26728DD6}"/>
                </a:ext>
              </a:extLst>
            </p:cNvPr>
            <p:cNvGrpSpPr>
              <a:grpSpLocks/>
            </p:cNvGrpSpPr>
            <p:nvPr/>
          </p:nvGrpSpPr>
          <p:grpSpPr bwMode="auto">
            <a:xfrm>
              <a:off x="4186" y="1736"/>
              <a:ext cx="198" cy="79"/>
              <a:chOff x="4513" y="1707"/>
              <a:chExt cx="198" cy="177"/>
            </a:xfrm>
          </p:grpSpPr>
          <p:sp>
            <p:nvSpPr>
              <p:cNvPr id="217" name="AutoShape 398">
                <a:extLst>
                  <a:ext uri="{FF2B5EF4-FFF2-40B4-BE49-F238E27FC236}">
                    <a16:creationId xmlns:a16="http://schemas.microsoft.com/office/drawing/2014/main" id="{A65CA373-0D6F-8F92-E9F1-BEEC4A6B0351}"/>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a:extLst>
                  <a:ext uri="{FF2B5EF4-FFF2-40B4-BE49-F238E27FC236}">
                    <a16:creationId xmlns:a16="http://schemas.microsoft.com/office/drawing/2014/main" id="{874F420C-7036-F64A-6885-D28D94B34F4F}"/>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a:extLst>
                  <a:ext uri="{FF2B5EF4-FFF2-40B4-BE49-F238E27FC236}">
                    <a16:creationId xmlns:a16="http://schemas.microsoft.com/office/drawing/2014/main" id="{2556C823-D6C2-947E-9BA4-3526ACE2FA59}"/>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a:extLst>
              <a:ext uri="{FF2B5EF4-FFF2-40B4-BE49-F238E27FC236}">
                <a16:creationId xmlns:a16="http://schemas.microsoft.com/office/drawing/2014/main" id="{C7C28090-1F3D-DA80-8A66-4B369FD92258}"/>
              </a:ext>
            </a:extLst>
          </p:cNvPr>
          <p:cNvGrpSpPr>
            <a:grpSpLocks/>
          </p:cNvGrpSpPr>
          <p:nvPr/>
        </p:nvGrpSpPr>
        <p:grpSpPr bwMode="auto">
          <a:xfrm>
            <a:off x="1419915" y="2704258"/>
            <a:ext cx="169909" cy="352430"/>
            <a:chOff x="4186" y="1736"/>
            <a:chExt cx="229" cy="461"/>
          </a:xfrm>
        </p:grpSpPr>
        <p:pic>
          <p:nvPicPr>
            <p:cNvPr id="221" name="Picture 402" descr="icon-mobile-phone">
              <a:extLst>
                <a:ext uri="{FF2B5EF4-FFF2-40B4-BE49-F238E27FC236}">
                  <a16:creationId xmlns:a16="http://schemas.microsoft.com/office/drawing/2014/main" id="{4C2C9AFC-E7A9-97B2-E721-FE6B2E7DA96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a:extLst>
                <a:ext uri="{FF2B5EF4-FFF2-40B4-BE49-F238E27FC236}">
                  <a16:creationId xmlns:a16="http://schemas.microsoft.com/office/drawing/2014/main" id="{52E516E8-C687-419E-3946-CAEDD1091C87}"/>
                </a:ext>
              </a:extLst>
            </p:cNvPr>
            <p:cNvGrpSpPr>
              <a:grpSpLocks/>
            </p:cNvGrpSpPr>
            <p:nvPr/>
          </p:nvGrpSpPr>
          <p:grpSpPr bwMode="auto">
            <a:xfrm>
              <a:off x="4186" y="1736"/>
              <a:ext cx="198" cy="79"/>
              <a:chOff x="4513" y="1707"/>
              <a:chExt cx="198" cy="177"/>
            </a:xfrm>
          </p:grpSpPr>
          <p:sp>
            <p:nvSpPr>
              <p:cNvPr id="223" name="AutoShape 404">
                <a:extLst>
                  <a:ext uri="{FF2B5EF4-FFF2-40B4-BE49-F238E27FC236}">
                    <a16:creationId xmlns:a16="http://schemas.microsoft.com/office/drawing/2014/main" id="{394FE5F9-6BD2-E792-765B-43D6D3DF68E1}"/>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a:extLst>
                  <a:ext uri="{FF2B5EF4-FFF2-40B4-BE49-F238E27FC236}">
                    <a16:creationId xmlns:a16="http://schemas.microsoft.com/office/drawing/2014/main" id="{84E7F82A-C363-C30D-D297-8ACD8F31B592}"/>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a:extLst>
                  <a:ext uri="{FF2B5EF4-FFF2-40B4-BE49-F238E27FC236}">
                    <a16:creationId xmlns:a16="http://schemas.microsoft.com/office/drawing/2014/main" id="{DCF6636F-DB9E-9D01-B6E2-E3E8EC2689DE}"/>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a:extLst>
              <a:ext uri="{FF2B5EF4-FFF2-40B4-BE49-F238E27FC236}">
                <a16:creationId xmlns:a16="http://schemas.microsoft.com/office/drawing/2014/main" id="{2626D635-E933-7256-95C7-544056DCAD7C}"/>
              </a:ext>
            </a:extLst>
          </p:cNvPr>
          <p:cNvGrpSpPr>
            <a:grpSpLocks/>
          </p:cNvGrpSpPr>
          <p:nvPr/>
        </p:nvGrpSpPr>
        <p:grpSpPr bwMode="auto">
          <a:xfrm>
            <a:off x="1898029" y="2400070"/>
            <a:ext cx="169908" cy="352429"/>
            <a:chOff x="4186" y="1736"/>
            <a:chExt cx="229" cy="461"/>
          </a:xfrm>
        </p:grpSpPr>
        <p:pic>
          <p:nvPicPr>
            <p:cNvPr id="227" name="Picture 408" descr="icon-mobile-phone">
              <a:extLst>
                <a:ext uri="{FF2B5EF4-FFF2-40B4-BE49-F238E27FC236}">
                  <a16:creationId xmlns:a16="http://schemas.microsoft.com/office/drawing/2014/main" id="{AAF72154-692D-2F0F-079B-5D91C84373B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a:extLst>
                <a:ext uri="{FF2B5EF4-FFF2-40B4-BE49-F238E27FC236}">
                  <a16:creationId xmlns:a16="http://schemas.microsoft.com/office/drawing/2014/main" id="{DD4C45DC-D708-E4E8-AC38-61256B1F4218}"/>
                </a:ext>
              </a:extLst>
            </p:cNvPr>
            <p:cNvGrpSpPr>
              <a:grpSpLocks/>
            </p:cNvGrpSpPr>
            <p:nvPr/>
          </p:nvGrpSpPr>
          <p:grpSpPr bwMode="auto">
            <a:xfrm>
              <a:off x="4186" y="1736"/>
              <a:ext cx="198" cy="79"/>
              <a:chOff x="4513" y="1707"/>
              <a:chExt cx="198" cy="177"/>
            </a:xfrm>
          </p:grpSpPr>
          <p:sp>
            <p:nvSpPr>
              <p:cNvPr id="229" name="AutoShape 410">
                <a:extLst>
                  <a:ext uri="{FF2B5EF4-FFF2-40B4-BE49-F238E27FC236}">
                    <a16:creationId xmlns:a16="http://schemas.microsoft.com/office/drawing/2014/main" id="{81AAFBFE-B401-D7D9-4BCB-C25CE83BB4BE}"/>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a:extLst>
                  <a:ext uri="{FF2B5EF4-FFF2-40B4-BE49-F238E27FC236}">
                    <a16:creationId xmlns:a16="http://schemas.microsoft.com/office/drawing/2014/main" id="{4BFF0D64-6840-41A2-68D9-1DF817A2D085}"/>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a:extLst>
                  <a:ext uri="{FF2B5EF4-FFF2-40B4-BE49-F238E27FC236}">
                    <a16:creationId xmlns:a16="http://schemas.microsoft.com/office/drawing/2014/main" id="{6048B6BF-A5EC-B661-DFFF-40C539359201}"/>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a:extLst>
              <a:ext uri="{FF2B5EF4-FFF2-40B4-BE49-F238E27FC236}">
                <a16:creationId xmlns:a16="http://schemas.microsoft.com/office/drawing/2014/main" id="{81DDA325-3B85-0314-BCB2-4C4A094ABB43}"/>
              </a:ext>
            </a:extLst>
          </p:cNvPr>
          <p:cNvGrpSpPr>
            <a:grpSpLocks/>
          </p:cNvGrpSpPr>
          <p:nvPr/>
        </p:nvGrpSpPr>
        <p:grpSpPr bwMode="auto">
          <a:xfrm>
            <a:off x="2734398" y="2824861"/>
            <a:ext cx="169909" cy="352430"/>
            <a:chOff x="4186" y="1736"/>
            <a:chExt cx="229" cy="461"/>
          </a:xfrm>
        </p:grpSpPr>
        <p:pic>
          <p:nvPicPr>
            <p:cNvPr id="233" name="Picture 414" descr="icon-mobile-phone">
              <a:extLst>
                <a:ext uri="{FF2B5EF4-FFF2-40B4-BE49-F238E27FC236}">
                  <a16:creationId xmlns:a16="http://schemas.microsoft.com/office/drawing/2014/main" id="{85CFC674-7D69-329B-7F61-A59D35C5A21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a:extLst>
                <a:ext uri="{FF2B5EF4-FFF2-40B4-BE49-F238E27FC236}">
                  <a16:creationId xmlns:a16="http://schemas.microsoft.com/office/drawing/2014/main" id="{FA571585-AD89-D38A-140F-962B92342B69}"/>
                </a:ext>
              </a:extLst>
            </p:cNvPr>
            <p:cNvGrpSpPr>
              <a:grpSpLocks/>
            </p:cNvGrpSpPr>
            <p:nvPr/>
          </p:nvGrpSpPr>
          <p:grpSpPr bwMode="auto">
            <a:xfrm>
              <a:off x="4186" y="1736"/>
              <a:ext cx="198" cy="79"/>
              <a:chOff x="4513" y="1707"/>
              <a:chExt cx="198" cy="177"/>
            </a:xfrm>
          </p:grpSpPr>
          <p:sp>
            <p:nvSpPr>
              <p:cNvPr id="235" name="AutoShape 416">
                <a:extLst>
                  <a:ext uri="{FF2B5EF4-FFF2-40B4-BE49-F238E27FC236}">
                    <a16:creationId xmlns:a16="http://schemas.microsoft.com/office/drawing/2014/main" id="{7F999160-E7E1-E23E-40BC-2347317C9254}"/>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a:extLst>
                  <a:ext uri="{FF2B5EF4-FFF2-40B4-BE49-F238E27FC236}">
                    <a16:creationId xmlns:a16="http://schemas.microsoft.com/office/drawing/2014/main" id="{20C90EE8-91B5-638B-1C77-68A90152E5A1}"/>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a:extLst>
                  <a:ext uri="{FF2B5EF4-FFF2-40B4-BE49-F238E27FC236}">
                    <a16:creationId xmlns:a16="http://schemas.microsoft.com/office/drawing/2014/main" id="{76333080-2D12-FD6B-8376-261283E264BD}"/>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a:extLst>
              <a:ext uri="{FF2B5EF4-FFF2-40B4-BE49-F238E27FC236}">
                <a16:creationId xmlns:a16="http://schemas.microsoft.com/office/drawing/2014/main" id="{5C5F5695-3559-BAA7-90A4-0E7A8AB762F4}"/>
              </a:ext>
            </a:extLst>
          </p:cNvPr>
          <p:cNvGrpSpPr>
            <a:grpSpLocks/>
          </p:cNvGrpSpPr>
          <p:nvPr/>
        </p:nvGrpSpPr>
        <p:grpSpPr bwMode="auto">
          <a:xfrm>
            <a:off x="1837441" y="3033907"/>
            <a:ext cx="169908" cy="352430"/>
            <a:chOff x="4186" y="1736"/>
            <a:chExt cx="229" cy="461"/>
          </a:xfrm>
        </p:grpSpPr>
        <p:pic>
          <p:nvPicPr>
            <p:cNvPr id="239" name="Picture 420" descr="icon-mobile-phone">
              <a:extLst>
                <a:ext uri="{FF2B5EF4-FFF2-40B4-BE49-F238E27FC236}">
                  <a16:creationId xmlns:a16="http://schemas.microsoft.com/office/drawing/2014/main" id="{AE0A526D-907B-6DA4-5649-D88360A57FB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a:extLst>
                <a:ext uri="{FF2B5EF4-FFF2-40B4-BE49-F238E27FC236}">
                  <a16:creationId xmlns:a16="http://schemas.microsoft.com/office/drawing/2014/main" id="{27A45F73-A0AA-EC36-9F3C-F243C5DB3474}"/>
                </a:ext>
              </a:extLst>
            </p:cNvPr>
            <p:cNvGrpSpPr>
              <a:grpSpLocks/>
            </p:cNvGrpSpPr>
            <p:nvPr/>
          </p:nvGrpSpPr>
          <p:grpSpPr bwMode="auto">
            <a:xfrm>
              <a:off x="4186" y="1736"/>
              <a:ext cx="198" cy="79"/>
              <a:chOff x="4513" y="1707"/>
              <a:chExt cx="198" cy="177"/>
            </a:xfrm>
          </p:grpSpPr>
          <p:sp>
            <p:nvSpPr>
              <p:cNvPr id="241" name="AutoShape 422">
                <a:extLst>
                  <a:ext uri="{FF2B5EF4-FFF2-40B4-BE49-F238E27FC236}">
                    <a16:creationId xmlns:a16="http://schemas.microsoft.com/office/drawing/2014/main" id="{A8B79038-6FA7-0A15-1952-84EAE49846DB}"/>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a:extLst>
                  <a:ext uri="{FF2B5EF4-FFF2-40B4-BE49-F238E27FC236}">
                    <a16:creationId xmlns:a16="http://schemas.microsoft.com/office/drawing/2014/main" id="{3B0BB336-438B-F9A6-B147-E29EA0C2ED87}"/>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a:extLst>
                  <a:ext uri="{FF2B5EF4-FFF2-40B4-BE49-F238E27FC236}">
                    <a16:creationId xmlns:a16="http://schemas.microsoft.com/office/drawing/2014/main" id="{D523C617-BF42-356D-A1EA-38D6EB86F712}"/>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a:extLst>
              <a:ext uri="{FF2B5EF4-FFF2-40B4-BE49-F238E27FC236}">
                <a16:creationId xmlns:a16="http://schemas.microsoft.com/office/drawing/2014/main" id="{C56F331B-955B-EBB5-EF9D-4C0EC158F71D}"/>
              </a:ext>
            </a:extLst>
          </p:cNvPr>
          <p:cNvGraphicFramePr>
            <a:graphicFrameLocks/>
          </p:cNvGraphicFramePr>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5" imgW="8839200" imgH="3481388" progId="">
                  <p:embed/>
                </p:oleObj>
              </mc:Choice>
              <mc:Fallback>
                <p:oleObj name="Microsoft ClipArt Gallery" r:id="rId5" imgW="8839200" imgH="3481388" progId="">
                  <p:embed/>
                  <p:pic>
                    <p:nvPicPr>
                      <p:cNvPr id="244" name="Object 36">
                        <a:hlinkClick r:id="" action="ppaction://ole?verb=0"/>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a:extLst>
              <a:ext uri="{FF2B5EF4-FFF2-40B4-BE49-F238E27FC236}">
                <a16:creationId xmlns:a16="http://schemas.microsoft.com/office/drawing/2014/main" id="{1A3400DE-1AD4-E66D-51F1-178F01A18FB7}"/>
              </a:ext>
            </a:extLst>
          </p:cNvPr>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a:extLst>
              <a:ext uri="{FF2B5EF4-FFF2-40B4-BE49-F238E27FC236}">
                <a16:creationId xmlns:a16="http://schemas.microsoft.com/office/drawing/2014/main" id="{A9C1E113-C9E8-132F-A41A-6C4DAB0A5E13}"/>
              </a:ext>
            </a:extLst>
          </p:cNvPr>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a:extLst>
              <a:ext uri="{FF2B5EF4-FFF2-40B4-BE49-F238E27FC236}">
                <a16:creationId xmlns:a16="http://schemas.microsoft.com/office/drawing/2014/main" id="{D3BF7877-239D-B9A9-56E8-A776F163F4B5}"/>
              </a:ext>
            </a:extLst>
          </p:cNvPr>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a:extLst>
              <a:ext uri="{FF2B5EF4-FFF2-40B4-BE49-F238E27FC236}">
                <a16:creationId xmlns:a16="http://schemas.microsoft.com/office/drawing/2014/main" id="{276C6C8F-1BEF-08F5-C419-3FFAEF2342AA}"/>
              </a:ext>
            </a:extLst>
          </p:cNvPr>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a:extLst>
              <a:ext uri="{FF2B5EF4-FFF2-40B4-BE49-F238E27FC236}">
                <a16:creationId xmlns:a16="http://schemas.microsoft.com/office/drawing/2014/main" id="{1F6367A3-410A-19AC-CECE-BE82BECD74D6}"/>
              </a:ext>
            </a:extLst>
          </p:cNvPr>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a:extLst>
              <a:ext uri="{FF2B5EF4-FFF2-40B4-BE49-F238E27FC236}">
                <a16:creationId xmlns:a16="http://schemas.microsoft.com/office/drawing/2014/main" id="{3A5BFF99-2167-3F3D-816C-C08945DF58BA}"/>
              </a:ext>
            </a:extLst>
          </p:cNvPr>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a:extLst>
              <a:ext uri="{FF2B5EF4-FFF2-40B4-BE49-F238E27FC236}">
                <a16:creationId xmlns:a16="http://schemas.microsoft.com/office/drawing/2014/main" id="{EFCF1497-CA7E-1337-FA8A-CC51C3484294}"/>
              </a:ext>
            </a:extLst>
          </p:cNvPr>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9" name="Text Box 511">
            <a:extLst>
              <a:ext uri="{FF2B5EF4-FFF2-40B4-BE49-F238E27FC236}">
                <a16:creationId xmlns:a16="http://schemas.microsoft.com/office/drawing/2014/main" id="{23A7181F-6043-A4E9-2B06-D36A57D6931A}"/>
              </a:ext>
            </a:extLst>
          </p:cNvPr>
          <p:cNvSpPr txBox="1">
            <a:spLocks noChangeArrowheads="1"/>
          </p:cNvSpPr>
          <p:nvPr/>
        </p:nvSpPr>
        <p:spPr bwMode="auto">
          <a:xfrm>
            <a:off x="2486477" y="1655570"/>
            <a:ext cx="1261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p>
        </p:txBody>
      </p:sp>
      <p:sp>
        <p:nvSpPr>
          <p:cNvPr id="316" name="Text Box 542">
            <a:extLst>
              <a:ext uri="{FF2B5EF4-FFF2-40B4-BE49-F238E27FC236}">
                <a16:creationId xmlns:a16="http://schemas.microsoft.com/office/drawing/2014/main" id="{D35E7F08-F036-6EE0-A8FD-6608AE3E4EED}"/>
              </a:ext>
            </a:extLst>
          </p:cNvPr>
          <p:cNvSpPr txBox="1">
            <a:spLocks noChangeArrowheads="1"/>
          </p:cNvSpPr>
          <p:nvPr/>
        </p:nvSpPr>
        <p:spPr bwMode="auto">
          <a:xfrm>
            <a:off x="3288540" y="2001219"/>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a:extLst>
              <a:ext uri="{FF2B5EF4-FFF2-40B4-BE49-F238E27FC236}">
                <a16:creationId xmlns:a16="http://schemas.microsoft.com/office/drawing/2014/main" id="{94C2827D-F7E9-4C1A-F9EC-1A4A066351C7}"/>
              </a:ext>
            </a:extLst>
          </p:cNvPr>
          <p:cNvGraphicFramePr>
            <a:graphicFrameLocks/>
          </p:cNvGraphicFramePr>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327" name="Object 36">
                        <a:hlinkClick r:id="" action="ppaction://ole?verb=0"/>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5" name="AutoShape 449">
            <a:extLst>
              <a:ext uri="{FF2B5EF4-FFF2-40B4-BE49-F238E27FC236}">
                <a16:creationId xmlns:a16="http://schemas.microsoft.com/office/drawing/2014/main" id="{4C634E1A-7707-A746-84CE-C62CE6A245C1}"/>
              </a:ext>
            </a:extLst>
          </p:cNvPr>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94" name="组合 393">
            <a:extLst>
              <a:ext uri="{FF2B5EF4-FFF2-40B4-BE49-F238E27FC236}">
                <a16:creationId xmlns:a16="http://schemas.microsoft.com/office/drawing/2014/main" id="{8A7A4200-D52F-46E2-EED0-946ED615CC14}"/>
              </a:ext>
            </a:extLst>
          </p:cNvPr>
          <p:cNvGrpSpPr/>
          <p:nvPr/>
        </p:nvGrpSpPr>
        <p:grpSpPr>
          <a:xfrm>
            <a:off x="1590809" y="2108503"/>
            <a:ext cx="1360280" cy="1404486"/>
            <a:chOff x="1573391" y="2099794"/>
            <a:chExt cx="1360280" cy="1404486"/>
          </a:xfrm>
        </p:grpSpPr>
        <p:sp>
          <p:nvSpPr>
            <p:cNvPr id="395" name="矩形 394">
              <a:extLst>
                <a:ext uri="{FF2B5EF4-FFF2-40B4-BE49-F238E27FC236}">
                  <a16:creationId xmlns:a16="http://schemas.microsoft.com/office/drawing/2014/main" id="{BE093444-1C2A-E916-95F3-090DEEE38F7C}"/>
                </a:ext>
              </a:extLst>
            </p:cNvPr>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6" name="矩形 395">
              <a:extLst>
                <a:ext uri="{FF2B5EF4-FFF2-40B4-BE49-F238E27FC236}">
                  <a16:creationId xmlns:a16="http://schemas.microsoft.com/office/drawing/2014/main" id="{4CD369D1-E693-0CC5-CAA6-8C045B5CF4B9}"/>
                </a:ext>
              </a:extLst>
            </p:cNvPr>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7" name="矩形 396">
              <a:extLst>
                <a:ext uri="{FF2B5EF4-FFF2-40B4-BE49-F238E27FC236}">
                  <a16:creationId xmlns:a16="http://schemas.microsoft.com/office/drawing/2014/main" id="{9E4CA602-285E-22BD-870D-DC0372973F2C}"/>
                </a:ext>
              </a:extLst>
            </p:cNvPr>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8" name="矩形 397">
              <a:extLst>
                <a:ext uri="{FF2B5EF4-FFF2-40B4-BE49-F238E27FC236}">
                  <a16:creationId xmlns:a16="http://schemas.microsoft.com/office/drawing/2014/main" id="{2B6BB5EF-D51C-1BCC-BC14-00A0915AC6A7}"/>
                </a:ext>
              </a:extLst>
            </p:cNvPr>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9" name="矩形 398">
              <a:extLst>
                <a:ext uri="{FF2B5EF4-FFF2-40B4-BE49-F238E27FC236}">
                  <a16:creationId xmlns:a16="http://schemas.microsoft.com/office/drawing/2014/main" id="{3450FAA7-FB2F-4120-E73E-2CD95E4D8A1C}"/>
                </a:ext>
              </a:extLst>
            </p:cNvPr>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400" name="矩形 399">
              <a:extLst>
                <a:ext uri="{FF2B5EF4-FFF2-40B4-BE49-F238E27FC236}">
                  <a16:creationId xmlns:a16="http://schemas.microsoft.com/office/drawing/2014/main" id="{1A73E4C4-297B-F722-E8B8-2D138FEFA6D3}"/>
                </a:ext>
              </a:extLst>
            </p:cNvPr>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
        <p:nvSpPr>
          <p:cNvPr id="2" name="圆角矩形 331">
            <a:extLst>
              <a:ext uri="{FF2B5EF4-FFF2-40B4-BE49-F238E27FC236}">
                <a16:creationId xmlns:a16="http://schemas.microsoft.com/office/drawing/2014/main" id="{31D24D9D-09FA-3250-0378-594D780E80E6}"/>
              </a:ext>
            </a:extLst>
          </p:cNvPr>
          <p:cNvSpPr/>
          <p:nvPr/>
        </p:nvSpPr>
        <p:spPr>
          <a:xfrm>
            <a:off x="4630154" y="1588418"/>
            <a:ext cx="2222041" cy="909254"/>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3" name="Text Box 541">
            <a:extLst>
              <a:ext uri="{FF2B5EF4-FFF2-40B4-BE49-F238E27FC236}">
                <a16:creationId xmlns:a16="http://schemas.microsoft.com/office/drawing/2014/main" id="{D915A1A4-4561-DEBA-B8BA-9B5993ABD8A1}"/>
              </a:ext>
            </a:extLst>
          </p:cNvPr>
          <p:cNvSpPr txBox="1">
            <a:spLocks noChangeArrowheads="1"/>
          </p:cNvSpPr>
          <p:nvPr/>
        </p:nvSpPr>
        <p:spPr bwMode="auto">
          <a:xfrm>
            <a:off x="4907085" y="1268644"/>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4" name="组合 333">
            <a:extLst>
              <a:ext uri="{FF2B5EF4-FFF2-40B4-BE49-F238E27FC236}">
                <a16:creationId xmlns:a16="http://schemas.microsoft.com/office/drawing/2014/main" id="{845FAAB4-2179-0295-65BB-3E7BC9FC0330}"/>
              </a:ext>
            </a:extLst>
          </p:cNvPr>
          <p:cNvGrpSpPr/>
          <p:nvPr/>
        </p:nvGrpSpPr>
        <p:grpSpPr>
          <a:xfrm>
            <a:off x="4852880" y="1901890"/>
            <a:ext cx="777000" cy="391050"/>
            <a:chOff x="3131840" y="3539328"/>
            <a:chExt cx="936104" cy="897784"/>
          </a:xfrm>
          <a:solidFill>
            <a:schemeClr val="bg1">
              <a:lumMod val="85000"/>
            </a:schemeClr>
          </a:solidFill>
        </p:grpSpPr>
        <p:sp>
          <p:nvSpPr>
            <p:cNvPr id="5" name="等腰三角形 4">
              <a:extLst>
                <a:ext uri="{FF2B5EF4-FFF2-40B4-BE49-F238E27FC236}">
                  <a16:creationId xmlns:a16="http://schemas.microsoft.com/office/drawing/2014/main" id="{66B67F6D-BFC4-226D-4396-6B26A724835F}"/>
                </a:ext>
              </a:extLst>
            </p:cNvPr>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8" name="矩形 327">
              <a:extLst>
                <a:ext uri="{FF2B5EF4-FFF2-40B4-BE49-F238E27FC236}">
                  <a16:creationId xmlns:a16="http://schemas.microsoft.com/office/drawing/2014/main" id="{602EBDB2-359E-B243-DC06-D1C3B096503B}"/>
                </a:ext>
              </a:extLst>
            </p:cNvPr>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29" name="组合 336">
            <a:extLst>
              <a:ext uri="{FF2B5EF4-FFF2-40B4-BE49-F238E27FC236}">
                <a16:creationId xmlns:a16="http://schemas.microsoft.com/office/drawing/2014/main" id="{B0282E9A-524C-BF16-4A3D-E1EB16A9C9BE}"/>
              </a:ext>
            </a:extLst>
          </p:cNvPr>
          <p:cNvGrpSpPr/>
          <p:nvPr/>
        </p:nvGrpSpPr>
        <p:grpSpPr>
          <a:xfrm>
            <a:off x="5928904" y="1901889"/>
            <a:ext cx="809648" cy="395541"/>
            <a:chOff x="3131840" y="3501008"/>
            <a:chExt cx="936104" cy="936104"/>
          </a:xfrm>
          <a:solidFill>
            <a:schemeClr val="bg1">
              <a:lumMod val="85000"/>
            </a:schemeClr>
          </a:solidFill>
        </p:grpSpPr>
        <p:sp>
          <p:nvSpPr>
            <p:cNvPr id="330" name="等腰三角形 329">
              <a:extLst>
                <a:ext uri="{FF2B5EF4-FFF2-40B4-BE49-F238E27FC236}">
                  <a16:creationId xmlns:a16="http://schemas.microsoft.com/office/drawing/2014/main" id="{FE0C07A7-2D00-1374-ECCE-C27FBCC59825}"/>
                </a:ext>
              </a:extLst>
            </p:cNvPr>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34" name="矩形 333">
              <a:extLst>
                <a:ext uri="{FF2B5EF4-FFF2-40B4-BE49-F238E27FC236}">
                  <a16:creationId xmlns:a16="http://schemas.microsoft.com/office/drawing/2014/main" id="{9BCDAA09-52F3-E2DA-253B-B2F4E9A53DD0}"/>
                </a:ext>
              </a:extLst>
            </p:cNvPr>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35" name="AutoShape 450">
            <a:extLst>
              <a:ext uri="{FF2B5EF4-FFF2-40B4-BE49-F238E27FC236}">
                <a16:creationId xmlns:a16="http://schemas.microsoft.com/office/drawing/2014/main" id="{A681B664-D6F6-39FC-1A38-B5EC5BE48BE7}"/>
              </a:ext>
            </a:extLst>
          </p:cNvPr>
          <p:cNvSpPr>
            <a:spLocks noChangeArrowheads="1"/>
          </p:cNvSpPr>
          <p:nvPr/>
        </p:nvSpPr>
        <p:spPr bwMode="auto">
          <a:xfrm>
            <a:off x="6115187" y="1981077"/>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36" name="直接连接符 335">
            <a:extLst>
              <a:ext uri="{FF2B5EF4-FFF2-40B4-BE49-F238E27FC236}">
                <a16:creationId xmlns:a16="http://schemas.microsoft.com/office/drawing/2014/main" id="{5E23F525-B136-D975-BC79-67A85A2C7895}"/>
              </a:ext>
            </a:extLst>
          </p:cNvPr>
          <p:cNvCxnSpPr/>
          <p:nvPr/>
        </p:nvCxnSpPr>
        <p:spPr>
          <a:xfrm>
            <a:off x="4674858" y="2100711"/>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7" name="直接连接符 336">
            <a:extLst>
              <a:ext uri="{FF2B5EF4-FFF2-40B4-BE49-F238E27FC236}">
                <a16:creationId xmlns:a16="http://schemas.microsoft.com/office/drawing/2014/main" id="{87F9790F-3EC2-D689-E72E-4EE62A0EF75F}"/>
              </a:ext>
            </a:extLst>
          </p:cNvPr>
          <p:cNvCxnSpPr/>
          <p:nvPr/>
        </p:nvCxnSpPr>
        <p:spPr>
          <a:xfrm>
            <a:off x="4677900" y="1945188"/>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8" name="直接连接符 337">
            <a:extLst>
              <a:ext uri="{FF2B5EF4-FFF2-40B4-BE49-F238E27FC236}">
                <a16:creationId xmlns:a16="http://schemas.microsoft.com/office/drawing/2014/main" id="{A0F83E63-95CB-BEBF-3B66-8A9608108CAE}"/>
              </a:ext>
            </a:extLst>
          </p:cNvPr>
          <p:cNvCxnSpPr>
            <a:cxnSpLocks/>
            <a:endCxn id="305" idx="3"/>
          </p:cNvCxnSpPr>
          <p:nvPr/>
        </p:nvCxnSpPr>
        <p:spPr>
          <a:xfrm>
            <a:off x="5462654" y="2116992"/>
            <a:ext cx="1539778" cy="113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9" name="直接连接符 338">
            <a:extLst>
              <a:ext uri="{FF2B5EF4-FFF2-40B4-BE49-F238E27FC236}">
                <a16:creationId xmlns:a16="http://schemas.microsoft.com/office/drawing/2014/main" id="{7A4C3B41-D748-5BA4-19D5-56CB5B3DDE46}"/>
              </a:ext>
            </a:extLst>
          </p:cNvPr>
          <p:cNvCxnSpPr/>
          <p:nvPr/>
        </p:nvCxnSpPr>
        <p:spPr>
          <a:xfrm>
            <a:off x="5739338" y="1924346"/>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0" name="直接连接符 339">
            <a:extLst>
              <a:ext uri="{FF2B5EF4-FFF2-40B4-BE49-F238E27FC236}">
                <a16:creationId xmlns:a16="http://schemas.microsoft.com/office/drawing/2014/main" id="{AABFEB83-C010-9C60-5411-BB48B98A95CE}"/>
              </a:ext>
            </a:extLst>
          </p:cNvPr>
          <p:cNvCxnSpPr/>
          <p:nvPr/>
        </p:nvCxnSpPr>
        <p:spPr>
          <a:xfrm flipV="1">
            <a:off x="5800551" y="2146539"/>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1" name="圆角矩形 342">
            <a:extLst>
              <a:ext uri="{FF2B5EF4-FFF2-40B4-BE49-F238E27FC236}">
                <a16:creationId xmlns:a16="http://schemas.microsoft.com/office/drawing/2014/main" id="{3D5BE425-4754-07DD-51D1-6B436C2922A7}"/>
              </a:ext>
            </a:extLst>
          </p:cNvPr>
          <p:cNvSpPr/>
          <p:nvPr/>
        </p:nvSpPr>
        <p:spPr>
          <a:xfrm>
            <a:off x="4655007" y="2551403"/>
            <a:ext cx="2197189" cy="966062"/>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2" name="组合 341">
            <a:extLst>
              <a:ext uri="{FF2B5EF4-FFF2-40B4-BE49-F238E27FC236}">
                <a16:creationId xmlns:a16="http://schemas.microsoft.com/office/drawing/2014/main" id="{EF95C330-0D7D-0A5C-8826-334199DF820D}"/>
              </a:ext>
            </a:extLst>
          </p:cNvPr>
          <p:cNvGrpSpPr/>
          <p:nvPr/>
        </p:nvGrpSpPr>
        <p:grpSpPr>
          <a:xfrm>
            <a:off x="4841327" y="2923591"/>
            <a:ext cx="888482" cy="473997"/>
            <a:chOff x="3131840" y="3501008"/>
            <a:chExt cx="936104" cy="936104"/>
          </a:xfrm>
          <a:solidFill>
            <a:schemeClr val="bg1">
              <a:lumMod val="85000"/>
            </a:schemeClr>
          </a:solidFill>
        </p:grpSpPr>
        <p:sp>
          <p:nvSpPr>
            <p:cNvPr id="371" name="等腰三角形 370">
              <a:extLst>
                <a:ext uri="{FF2B5EF4-FFF2-40B4-BE49-F238E27FC236}">
                  <a16:creationId xmlns:a16="http://schemas.microsoft.com/office/drawing/2014/main" id="{15523827-97FA-5E05-0873-4ECC853546FC}"/>
                </a:ext>
              </a:extLst>
            </p:cNvPr>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72" name="矩形 371">
              <a:extLst>
                <a:ext uri="{FF2B5EF4-FFF2-40B4-BE49-F238E27FC236}">
                  <a16:creationId xmlns:a16="http://schemas.microsoft.com/office/drawing/2014/main" id="{5E5783A1-4680-DF70-0E50-B9F62BDFB1AC}"/>
                </a:ext>
              </a:extLst>
            </p:cNvPr>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74" name="组合 344">
            <a:extLst>
              <a:ext uri="{FF2B5EF4-FFF2-40B4-BE49-F238E27FC236}">
                <a16:creationId xmlns:a16="http://schemas.microsoft.com/office/drawing/2014/main" id="{CDAA028C-4ABA-F79C-2746-BB09AD657869}"/>
              </a:ext>
            </a:extLst>
          </p:cNvPr>
          <p:cNvGrpSpPr/>
          <p:nvPr/>
        </p:nvGrpSpPr>
        <p:grpSpPr>
          <a:xfrm>
            <a:off x="5818324" y="2925754"/>
            <a:ext cx="888482" cy="457553"/>
            <a:chOff x="3131840" y="3501008"/>
            <a:chExt cx="936104" cy="936104"/>
          </a:xfrm>
          <a:solidFill>
            <a:schemeClr val="bg1">
              <a:lumMod val="85000"/>
            </a:schemeClr>
          </a:solidFill>
        </p:grpSpPr>
        <p:sp>
          <p:nvSpPr>
            <p:cNvPr id="375" name="等腰三角形 374">
              <a:extLst>
                <a:ext uri="{FF2B5EF4-FFF2-40B4-BE49-F238E27FC236}">
                  <a16:creationId xmlns:a16="http://schemas.microsoft.com/office/drawing/2014/main" id="{E6CCAD31-3D4B-4D52-D0CE-68EB7DC36A45}"/>
                </a:ext>
              </a:extLst>
            </p:cNvPr>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76" name="矩形 375">
              <a:extLst>
                <a:ext uri="{FF2B5EF4-FFF2-40B4-BE49-F238E27FC236}">
                  <a16:creationId xmlns:a16="http://schemas.microsoft.com/office/drawing/2014/main" id="{D57DB87C-5E68-3849-8420-1068ACB6E97E}"/>
                </a:ext>
              </a:extLst>
            </p:cNvPr>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77" name="Freeform 497">
            <a:extLst>
              <a:ext uri="{FF2B5EF4-FFF2-40B4-BE49-F238E27FC236}">
                <a16:creationId xmlns:a16="http://schemas.microsoft.com/office/drawing/2014/main" id="{017637F0-7BEE-9B0E-3D92-1743F1A64E33}"/>
              </a:ext>
            </a:extLst>
          </p:cNvPr>
          <p:cNvSpPr>
            <a:spLocks/>
          </p:cNvSpPr>
          <p:nvPr/>
        </p:nvSpPr>
        <p:spPr bwMode="auto">
          <a:xfrm>
            <a:off x="5784099" y="2830176"/>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9" name="Freeform 498">
            <a:extLst>
              <a:ext uri="{FF2B5EF4-FFF2-40B4-BE49-F238E27FC236}">
                <a16:creationId xmlns:a16="http://schemas.microsoft.com/office/drawing/2014/main" id="{69C98136-8346-043F-6894-78E4B6405FCB}"/>
              </a:ext>
            </a:extLst>
          </p:cNvPr>
          <p:cNvSpPr>
            <a:spLocks/>
          </p:cNvSpPr>
          <p:nvPr/>
        </p:nvSpPr>
        <p:spPr bwMode="auto">
          <a:xfrm rot="20527610">
            <a:off x="5721419" y="3257816"/>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cxnSp>
        <p:nvCxnSpPr>
          <p:cNvPr id="382" name="直接连接符 381">
            <a:extLst>
              <a:ext uri="{FF2B5EF4-FFF2-40B4-BE49-F238E27FC236}">
                <a16:creationId xmlns:a16="http://schemas.microsoft.com/office/drawing/2014/main" id="{EC0E2B8F-101C-7789-5936-92FB9A62B87B}"/>
              </a:ext>
            </a:extLst>
          </p:cNvPr>
          <p:cNvCxnSpPr/>
          <p:nvPr/>
        </p:nvCxnSpPr>
        <p:spPr>
          <a:xfrm>
            <a:off x="4804335" y="2828818"/>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4" name="Text Box 541">
            <a:extLst>
              <a:ext uri="{FF2B5EF4-FFF2-40B4-BE49-F238E27FC236}">
                <a16:creationId xmlns:a16="http://schemas.microsoft.com/office/drawing/2014/main" id="{246D4961-9DBB-C184-0317-7FF66324A69A}"/>
              </a:ext>
            </a:extLst>
          </p:cNvPr>
          <p:cNvSpPr txBox="1">
            <a:spLocks noChangeArrowheads="1"/>
          </p:cNvSpPr>
          <p:nvPr/>
        </p:nvSpPr>
        <p:spPr bwMode="auto">
          <a:xfrm>
            <a:off x="4837901" y="2590999"/>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85" name="直接连接符 384">
            <a:extLst>
              <a:ext uri="{FF2B5EF4-FFF2-40B4-BE49-F238E27FC236}">
                <a16:creationId xmlns:a16="http://schemas.microsoft.com/office/drawing/2014/main" id="{44883BE8-BAA6-71B6-6B05-DFE0820A9864}"/>
              </a:ext>
            </a:extLst>
          </p:cNvPr>
          <p:cNvCxnSpPr/>
          <p:nvPr/>
        </p:nvCxnSpPr>
        <p:spPr>
          <a:xfrm flipV="1">
            <a:off x="4744267" y="3155922"/>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直接连接符 389">
            <a:extLst>
              <a:ext uri="{FF2B5EF4-FFF2-40B4-BE49-F238E27FC236}">
                <a16:creationId xmlns:a16="http://schemas.microsoft.com/office/drawing/2014/main" id="{6BAFD494-961C-A0CD-3E5D-FD2837A4833D}"/>
              </a:ext>
            </a:extLst>
          </p:cNvPr>
          <p:cNvCxnSpPr>
            <a:stCxn id="393" idx="3"/>
            <a:endCxn id="381" idx="1"/>
          </p:cNvCxnSpPr>
          <p:nvPr/>
        </p:nvCxnSpPr>
        <p:spPr>
          <a:xfrm>
            <a:off x="5534300" y="3131561"/>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91" name="Text Box 541">
            <a:extLst>
              <a:ext uri="{FF2B5EF4-FFF2-40B4-BE49-F238E27FC236}">
                <a16:creationId xmlns:a16="http://schemas.microsoft.com/office/drawing/2014/main" id="{022EB2E8-ABFB-D6E3-050B-4164F7F5B3EE}"/>
              </a:ext>
            </a:extLst>
          </p:cNvPr>
          <p:cNvSpPr txBox="1">
            <a:spLocks noChangeArrowheads="1"/>
          </p:cNvSpPr>
          <p:nvPr/>
        </p:nvSpPr>
        <p:spPr bwMode="auto">
          <a:xfrm>
            <a:off x="4781559" y="1627052"/>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sp>
        <p:nvSpPr>
          <p:cNvPr id="392" name="AutoShape 451">
            <a:extLst>
              <a:ext uri="{FF2B5EF4-FFF2-40B4-BE49-F238E27FC236}">
                <a16:creationId xmlns:a16="http://schemas.microsoft.com/office/drawing/2014/main" id="{2CEF57FB-467E-3163-E8E4-256D13C23270}"/>
              </a:ext>
            </a:extLst>
          </p:cNvPr>
          <p:cNvSpPr>
            <a:spLocks noChangeArrowheads="1"/>
          </p:cNvSpPr>
          <p:nvPr/>
        </p:nvSpPr>
        <p:spPr bwMode="auto">
          <a:xfrm>
            <a:off x="5019470" y="1985804"/>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93" name="Picture 427">
            <a:extLst>
              <a:ext uri="{FF2B5EF4-FFF2-40B4-BE49-F238E27FC236}">
                <a16:creationId xmlns:a16="http://schemas.microsoft.com/office/drawing/2014/main" id="{1CAB99C9-86E3-B07A-A9A6-53712553B467}"/>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40692" y="3014808"/>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01" name="圆角矩形 382">
            <a:extLst>
              <a:ext uri="{FF2B5EF4-FFF2-40B4-BE49-F238E27FC236}">
                <a16:creationId xmlns:a16="http://schemas.microsoft.com/office/drawing/2014/main" id="{FF708A3A-127E-AE64-A4CF-7BB6F0C2565D}"/>
              </a:ext>
            </a:extLst>
          </p:cNvPr>
          <p:cNvSpPr/>
          <p:nvPr/>
        </p:nvSpPr>
        <p:spPr>
          <a:xfrm>
            <a:off x="4525894" y="1524025"/>
            <a:ext cx="2428485" cy="2113104"/>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cxnSp>
        <p:nvCxnSpPr>
          <p:cNvPr id="322" name="直接连接符 321">
            <a:extLst>
              <a:ext uri="{FF2B5EF4-FFF2-40B4-BE49-F238E27FC236}">
                <a16:creationId xmlns:a16="http://schemas.microsoft.com/office/drawing/2014/main" id="{6440477B-DDBD-CF18-26F7-09E039A82D5D}"/>
              </a:ext>
            </a:extLst>
          </p:cNvPr>
          <p:cNvCxnSpPr>
            <a:cxnSpLocks/>
            <a:endCxn id="328" idx="1"/>
          </p:cNvCxnSpPr>
          <p:nvPr/>
        </p:nvCxnSpPr>
        <p:spPr>
          <a:xfrm flipV="1">
            <a:off x="3877174" y="2136117"/>
            <a:ext cx="1095244" cy="64959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a:extLst>
              <a:ext uri="{FF2B5EF4-FFF2-40B4-BE49-F238E27FC236}">
                <a16:creationId xmlns:a16="http://schemas.microsoft.com/office/drawing/2014/main" id="{65C99527-19A8-F5E6-EEF9-90B4A2B4183C}"/>
              </a:ext>
            </a:extLst>
          </p:cNvPr>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4" name="直接连接符 363">
            <a:extLst>
              <a:ext uri="{FF2B5EF4-FFF2-40B4-BE49-F238E27FC236}">
                <a16:creationId xmlns:a16="http://schemas.microsoft.com/office/drawing/2014/main" id="{A58CC69E-EFC7-C7A1-1114-358E05042262}"/>
              </a:ext>
            </a:extLst>
          </p:cNvPr>
          <p:cNvCxnSpPr>
            <a:cxnSpLocks/>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354" name="Object 425">
            <a:extLst>
              <a:ext uri="{FF2B5EF4-FFF2-40B4-BE49-F238E27FC236}">
                <a16:creationId xmlns:a16="http://schemas.microsoft.com/office/drawing/2014/main" id="{757568EB-92E1-9455-758F-2A478668F0D6}"/>
              </a:ext>
            </a:extLst>
          </p:cNvPr>
          <p:cNvGraphicFramePr>
            <a:graphicFrameLocks noChangeAspect="1"/>
          </p:cNvGraphicFramePr>
          <p:nvPr/>
        </p:nvGraphicFramePr>
        <p:xfrm>
          <a:off x="7042334" y="2813673"/>
          <a:ext cx="1184398" cy="677438"/>
        </p:xfrm>
        <a:graphic>
          <a:graphicData uri="http://schemas.openxmlformats.org/presentationml/2006/ole">
            <mc:AlternateContent xmlns:mc="http://schemas.openxmlformats.org/markup-compatibility/2006">
              <mc:Choice xmlns:v="urn:schemas-microsoft-com:vml" Requires="v">
                <p:oleObj name="Visio" r:id="rId9" imgW="1687068" imgH="964692" progId="">
                  <p:embed/>
                </p:oleObj>
              </mc:Choice>
              <mc:Fallback>
                <p:oleObj name="Visio" r:id="rId9" imgW="1687068" imgH="964692" progId="">
                  <p:embed/>
                  <p:pic>
                    <p:nvPicPr>
                      <p:cNvPr id="354" name="Object 4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042334"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a:extLst>
              <a:ext uri="{FF2B5EF4-FFF2-40B4-BE49-F238E27FC236}">
                <a16:creationId xmlns:a16="http://schemas.microsoft.com/office/drawing/2014/main" id="{64E6FCAC-B550-A3DF-471E-026D3ECFE9E3}"/>
              </a:ext>
            </a:extLst>
          </p:cNvPr>
          <p:cNvSpPr txBox="1">
            <a:spLocks noChangeArrowheads="1"/>
          </p:cNvSpPr>
          <p:nvPr/>
        </p:nvSpPr>
        <p:spPr bwMode="auto">
          <a:xfrm>
            <a:off x="7313065"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pic>
        <p:nvPicPr>
          <p:cNvPr id="381" name="Picture 448">
            <a:extLst>
              <a:ext uri="{FF2B5EF4-FFF2-40B4-BE49-F238E27FC236}">
                <a16:creationId xmlns:a16="http://schemas.microsoft.com/office/drawing/2014/main" id="{AB8EBD32-32CA-2005-843A-1EA4E245808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021763" y="3014808"/>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2143753162"/>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68663D-3982-6B1E-4A22-1DC7B011258E}"/>
            </a:ext>
          </a:extLst>
        </p:cNvPr>
        <p:cNvGrpSpPr/>
        <p:nvPr/>
      </p:nvGrpSpPr>
      <p:grpSpPr>
        <a:xfrm>
          <a:off x="0" y="0"/>
          <a:ext cx="0" cy="0"/>
          <a:chOff x="0" y="0"/>
          <a:chExt cx="0" cy="0"/>
        </a:xfrm>
      </p:grpSpPr>
      <p:sp>
        <p:nvSpPr>
          <p:cNvPr id="333" name="圆角矩形 332">
            <a:extLst>
              <a:ext uri="{FF2B5EF4-FFF2-40B4-BE49-F238E27FC236}">
                <a16:creationId xmlns:a16="http://schemas.microsoft.com/office/drawing/2014/main" id="{3E9AF1AC-E999-5AB5-8563-15A928692A83}"/>
              </a:ext>
            </a:extLst>
          </p:cNvPr>
          <p:cNvSpPr/>
          <p:nvPr/>
        </p:nvSpPr>
        <p:spPr>
          <a:xfrm>
            <a:off x="541439" y="967865"/>
            <a:ext cx="8133857" cy="290699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a:extLst>
              <a:ext uri="{FF2B5EF4-FFF2-40B4-BE49-F238E27FC236}">
                <a16:creationId xmlns:a16="http://schemas.microsoft.com/office/drawing/2014/main" id="{CC715BC4-F2BD-E483-592D-648E17A3A081}"/>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a:extLst>
              <a:ext uri="{FF2B5EF4-FFF2-40B4-BE49-F238E27FC236}">
                <a16:creationId xmlns:a16="http://schemas.microsoft.com/office/drawing/2014/main" id="{8F32FA51-3533-1F1C-C3AC-0F964C800D6A}"/>
              </a:ext>
            </a:extLst>
          </p:cNvPr>
          <p:cNvSpPr>
            <a:spLocks noChangeArrowheads="1"/>
          </p:cNvSpPr>
          <p:nvPr/>
        </p:nvSpPr>
        <p:spPr bwMode="auto">
          <a:xfrm>
            <a:off x="635844" y="567754"/>
            <a:ext cx="48045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UMTS </a:t>
            </a:r>
            <a:r>
              <a:rPr lang="zh-CN" altLang="en-US" sz="2000" b="1" dirty="0">
                <a:latin typeface="微软雅黑" pitchFamily="34" charset="-122"/>
                <a:ea typeface="微软雅黑" pitchFamily="34" charset="-122"/>
              </a:rPr>
              <a:t>蜂窝通信系统的重要组成构件</a:t>
            </a:r>
          </a:p>
        </p:txBody>
      </p:sp>
      <p:grpSp>
        <p:nvGrpSpPr>
          <p:cNvPr id="252" name="Group 499">
            <a:extLst>
              <a:ext uri="{FF2B5EF4-FFF2-40B4-BE49-F238E27FC236}">
                <a16:creationId xmlns:a16="http://schemas.microsoft.com/office/drawing/2014/main" id="{601EA0C7-89AE-4B15-2286-D2D2E5AB765B}"/>
              </a:ext>
            </a:extLst>
          </p:cNvPr>
          <p:cNvGrpSpPr>
            <a:grpSpLocks/>
          </p:cNvGrpSpPr>
          <p:nvPr/>
        </p:nvGrpSpPr>
        <p:grpSpPr bwMode="auto">
          <a:xfrm>
            <a:off x="2816750" y="1152364"/>
            <a:ext cx="144883" cy="317589"/>
            <a:chOff x="4186" y="1736"/>
            <a:chExt cx="229" cy="461"/>
          </a:xfrm>
        </p:grpSpPr>
        <p:pic>
          <p:nvPicPr>
            <p:cNvPr id="253" name="Picture 500" descr="icon-mobile-phone">
              <a:extLst>
                <a:ext uri="{FF2B5EF4-FFF2-40B4-BE49-F238E27FC236}">
                  <a16:creationId xmlns:a16="http://schemas.microsoft.com/office/drawing/2014/main" id="{D73F4B6F-16EA-B8E3-A03F-673D7A920E3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a:extLst>
                <a:ext uri="{FF2B5EF4-FFF2-40B4-BE49-F238E27FC236}">
                  <a16:creationId xmlns:a16="http://schemas.microsoft.com/office/drawing/2014/main" id="{AF9AD931-D4C9-825B-87BB-9DB1ED7E6FA3}"/>
                </a:ext>
              </a:extLst>
            </p:cNvPr>
            <p:cNvGrpSpPr>
              <a:grpSpLocks/>
            </p:cNvGrpSpPr>
            <p:nvPr/>
          </p:nvGrpSpPr>
          <p:grpSpPr bwMode="auto">
            <a:xfrm>
              <a:off x="4186" y="1736"/>
              <a:ext cx="198" cy="79"/>
              <a:chOff x="4513" y="1707"/>
              <a:chExt cx="198" cy="177"/>
            </a:xfrm>
          </p:grpSpPr>
          <p:sp>
            <p:nvSpPr>
              <p:cNvPr id="255" name="AutoShape 502">
                <a:extLst>
                  <a:ext uri="{FF2B5EF4-FFF2-40B4-BE49-F238E27FC236}">
                    <a16:creationId xmlns:a16="http://schemas.microsoft.com/office/drawing/2014/main" id="{0B970D3D-9984-B0A2-EF1A-CC9BDD45F252}"/>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a:extLst>
                  <a:ext uri="{FF2B5EF4-FFF2-40B4-BE49-F238E27FC236}">
                    <a16:creationId xmlns:a16="http://schemas.microsoft.com/office/drawing/2014/main" id="{85439187-E38F-2E0B-1E5E-525093EB6EEA}"/>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a:extLst>
                  <a:ext uri="{FF2B5EF4-FFF2-40B4-BE49-F238E27FC236}">
                    <a16:creationId xmlns:a16="http://schemas.microsoft.com/office/drawing/2014/main" id="{214C4FA5-8B76-E0A6-DE41-1EFC8269E2E4}"/>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a:extLst>
              <a:ext uri="{FF2B5EF4-FFF2-40B4-BE49-F238E27FC236}">
                <a16:creationId xmlns:a16="http://schemas.microsoft.com/office/drawing/2014/main" id="{3E684FBE-3869-7733-3EDF-E9CDB265CBF4}"/>
              </a:ext>
            </a:extLst>
          </p:cNvPr>
          <p:cNvGrpSpPr>
            <a:grpSpLocks/>
          </p:cNvGrpSpPr>
          <p:nvPr/>
        </p:nvGrpSpPr>
        <p:grpSpPr bwMode="auto">
          <a:xfrm>
            <a:off x="2098545" y="1117523"/>
            <a:ext cx="238399" cy="364490"/>
            <a:chOff x="4608" y="700"/>
            <a:chExt cx="306" cy="553"/>
          </a:xfrm>
        </p:grpSpPr>
        <p:grpSp>
          <p:nvGrpSpPr>
            <p:cNvPr id="261" name="Group 513">
              <a:extLst>
                <a:ext uri="{FF2B5EF4-FFF2-40B4-BE49-F238E27FC236}">
                  <a16:creationId xmlns:a16="http://schemas.microsoft.com/office/drawing/2014/main" id="{B6E293B3-B0A3-57C4-FC23-2C4A054C8DF2}"/>
                </a:ext>
              </a:extLst>
            </p:cNvPr>
            <p:cNvGrpSpPr>
              <a:grpSpLocks/>
            </p:cNvGrpSpPr>
            <p:nvPr/>
          </p:nvGrpSpPr>
          <p:grpSpPr bwMode="auto">
            <a:xfrm>
              <a:off x="4694" y="784"/>
              <a:ext cx="134" cy="469"/>
              <a:chOff x="4740" y="784"/>
              <a:chExt cx="88" cy="692"/>
            </a:xfrm>
          </p:grpSpPr>
          <p:sp>
            <p:nvSpPr>
              <p:cNvPr id="269" name="Line 514">
                <a:extLst>
                  <a:ext uri="{FF2B5EF4-FFF2-40B4-BE49-F238E27FC236}">
                    <a16:creationId xmlns:a16="http://schemas.microsoft.com/office/drawing/2014/main" id="{EE32E497-0C4A-7AC3-24E6-DBF362A17B03}"/>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a:extLst>
                  <a:ext uri="{FF2B5EF4-FFF2-40B4-BE49-F238E27FC236}">
                    <a16:creationId xmlns:a16="http://schemas.microsoft.com/office/drawing/2014/main" id="{A45FC14A-AE4D-DDD3-2D74-02CDBECD3F25}"/>
                  </a:ext>
                </a:extLst>
              </p:cNvPr>
              <p:cNvGrpSpPr>
                <a:grpSpLocks/>
              </p:cNvGrpSpPr>
              <p:nvPr/>
            </p:nvGrpSpPr>
            <p:grpSpPr bwMode="auto">
              <a:xfrm>
                <a:off x="4740" y="784"/>
                <a:ext cx="88" cy="692"/>
                <a:chOff x="4740" y="784"/>
                <a:chExt cx="88" cy="692"/>
              </a:xfrm>
            </p:grpSpPr>
            <p:sp>
              <p:nvSpPr>
                <p:cNvPr id="271" name="Line 516">
                  <a:extLst>
                    <a:ext uri="{FF2B5EF4-FFF2-40B4-BE49-F238E27FC236}">
                      <a16:creationId xmlns:a16="http://schemas.microsoft.com/office/drawing/2014/main" id="{D9151DAF-FE54-025E-3287-725FDDC7E750}"/>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a:extLst>
                    <a:ext uri="{FF2B5EF4-FFF2-40B4-BE49-F238E27FC236}">
                      <a16:creationId xmlns:a16="http://schemas.microsoft.com/office/drawing/2014/main" id="{AFAF459E-36FE-220D-B0EE-DD739104489C}"/>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a:extLst>
                    <a:ext uri="{FF2B5EF4-FFF2-40B4-BE49-F238E27FC236}">
                      <a16:creationId xmlns:a16="http://schemas.microsoft.com/office/drawing/2014/main" id="{89FE2897-FBAE-021F-5A58-513139FCF964}"/>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a:extLst>
                    <a:ext uri="{FF2B5EF4-FFF2-40B4-BE49-F238E27FC236}">
                      <a16:creationId xmlns:a16="http://schemas.microsoft.com/office/drawing/2014/main" id="{93B1E92D-407B-C3B8-F46C-36456D23CB55}"/>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a:extLst>
                    <a:ext uri="{FF2B5EF4-FFF2-40B4-BE49-F238E27FC236}">
                      <a16:creationId xmlns:a16="http://schemas.microsoft.com/office/drawing/2014/main" id="{B4D49CB1-3F51-FD45-3FEC-D521DF1C7599}"/>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a:extLst>
                    <a:ext uri="{FF2B5EF4-FFF2-40B4-BE49-F238E27FC236}">
                      <a16:creationId xmlns:a16="http://schemas.microsoft.com/office/drawing/2014/main" id="{A0DFDA7C-6074-70D7-A9A3-76CCCB5A19B1}"/>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a:extLst>
                    <a:ext uri="{FF2B5EF4-FFF2-40B4-BE49-F238E27FC236}">
                      <a16:creationId xmlns:a16="http://schemas.microsoft.com/office/drawing/2014/main" id="{37C3DD62-E08F-5EF3-5C8D-890608125362}"/>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a:extLst>
                    <a:ext uri="{FF2B5EF4-FFF2-40B4-BE49-F238E27FC236}">
                      <a16:creationId xmlns:a16="http://schemas.microsoft.com/office/drawing/2014/main" id="{99E84A4B-447D-116F-EAC6-C83387E7B324}"/>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a:extLst>
                    <a:ext uri="{FF2B5EF4-FFF2-40B4-BE49-F238E27FC236}">
                      <a16:creationId xmlns:a16="http://schemas.microsoft.com/office/drawing/2014/main" id="{F23C924E-A2FA-8B36-B58A-A4F7462DCB62}"/>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a:extLst>
                    <a:ext uri="{FF2B5EF4-FFF2-40B4-BE49-F238E27FC236}">
                      <a16:creationId xmlns:a16="http://schemas.microsoft.com/office/drawing/2014/main" id="{EF7598F9-3EAF-A721-85DF-748CDD3DA096}"/>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a:extLst>
                    <a:ext uri="{FF2B5EF4-FFF2-40B4-BE49-F238E27FC236}">
                      <a16:creationId xmlns:a16="http://schemas.microsoft.com/office/drawing/2014/main" id="{0ACC578E-4719-2AB3-7DFC-6A6CE181A0BC}"/>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a:extLst>
                    <a:ext uri="{FF2B5EF4-FFF2-40B4-BE49-F238E27FC236}">
                      <a16:creationId xmlns:a16="http://schemas.microsoft.com/office/drawing/2014/main" id="{CCB84DDE-F21C-E121-2B57-0246C44843E8}"/>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a:extLst>
                    <a:ext uri="{FF2B5EF4-FFF2-40B4-BE49-F238E27FC236}">
                      <a16:creationId xmlns:a16="http://schemas.microsoft.com/office/drawing/2014/main" id="{F6D30357-17DC-4980-20DE-779687C8623E}"/>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a:extLst>
                    <a:ext uri="{FF2B5EF4-FFF2-40B4-BE49-F238E27FC236}">
                      <a16:creationId xmlns:a16="http://schemas.microsoft.com/office/drawing/2014/main" id="{B5FB23BA-A418-779B-4103-B43A229808FD}"/>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a:extLst>
                <a:ext uri="{FF2B5EF4-FFF2-40B4-BE49-F238E27FC236}">
                  <a16:creationId xmlns:a16="http://schemas.microsoft.com/office/drawing/2014/main" id="{0508C764-A774-FCDF-7BEB-6547DE2DB1D9}"/>
                </a:ext>
              </a:extLst>
            </p:cNvPr>
            <p:cNvGrpSpPr>
              <a:grpSpLocks/>
            </p:cNvGrpSpPr>
            <p:nvPr/>
          </p:nvGrpSpPr>
          <p:grpSpPr bwMode="auto">
            <a:xfrm>
              <a:off x="4608" y="700"/>
              <a:ext cx="306" cy="90"/>
              <a:chOff x="748" y="2251"/>
              <a:chExt cx="306" cy="90"/>
            </a:xfrm>
          </p:grpSpPr>
          <p:sp>
            <p:nvSpPr>
              <p:cNvPr id="263" name="AutoShape 531">
                <a:extLst>
                  <a:ext uri="{FF2B5EF4-FFF2-40B4-BE49-F238E27FC236}">
                    <a16:creationId xmlns:a16="http://schemas.microsoft.com/office/drawing/2014/main" id="{579023F4-7751-7C06-E1C9-F3D84017C55B}"/>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a:extLst>
                  <a:ext uri="{FF2B5EF4-FFF2-40B4-BE49-F238E27FC236}">
                    <a16:creationId xmlns:a16="http://schemas.microsoft.com/office/drawing/2014/main" id="{95DB4EAE-C135-81D8-318F-3C114D9F3FB6}"/>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a:extLst>
                  <a:ext uri="{FF2B5EF4-FFF2-40B4-BE49-F238E27FC236}">
                    <a16:creationId xmlns:a16="http://schemas.microsoft.com/office/drawing/2014/main" id="{92EC650D-F8AF-E198-4C02-FAA1EB1B855B}"/>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a:extLst>
                  <a:ext uri="{FF2B5EF4-FFF2-40B4-BE49-F238E27FC236}">
                    <a16:creationId xmlns:a16="http://schemas.microsoft.com/office/drawing/2014/main" id="{920B7071-6298-F7F0-9BAA-BD8DBAF826BB}"/>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a:extLst>
                  <a:ext uri="{FF2B5EF4-FFF2-40B4-BE49-F238E27FC236}">
                    <a16:creationId xmlns:a16="http://schemas.microsoft.com/office/drawing/2014/main" id="{E609EA8D-41F3-F64A-94AB-68913E660D61}"/>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a:extLst>
                  <a:ext uri="{FF2B5EF4-FFF2-40B4-BE49-F238E27FC236}">
                    <a16:creationId xmlns:a16="http://schemas.microsoft.com/office/drawing/2014/main" id="{2ABB1CAD-251D-B584-DD68-B6F553AC02FC}"/>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a:extLst>
              <a:ext uri="{FF2B5EF4-FFF2-40B4-BE49-F238E27FC236}">
                <a16:creationId xmlns:a16="http://schemas.microsoft.com/office/drawing/2014/main" id="{899A0B7C-EB9B-082F-9CFB-15FD2566058B}"/>
              </a:ext>
            </a:extLst>
          </p:cNvPr>
          <p:cNvSpPr txBox="1">
            <a:spLocks noChangeArrowheads="1"/>
          </p:cNvSpPr>
          <p:nvPr/>
        </p:nvSpPr>
        <p:spPr bwMode="auto">
          <a:xfrm>
            <a:off x="2215884" y="1094217"/>
            <a:ext cx="683200" cy="430887"/>
          </a:xfrm>
          <a:prstGeom prst="rect">
            <a:avLst/>
          </a:prstGeom>
          <a:no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p>
          <a:p>
            <a:pPr eaLnBrk="1" hangingPunct="1"/>
            <a:r>
              <a:rPr kumimoji="1" lang="en-US" altLang="zh-CN" sz="1000" b="1" dirty="0">
                <a:latin typeface="微软雅黑" panose="020B0503020204020204" pitchFamily="34" charset="-122"/>
                <a:ea typeface="微软雅黑" panose="020B0503020204020204" pitchFamily="34" charset="-122"/>
              </a:rPr>
              <a:t>Node-B</a:t>
            </a:r>
          </a:p>
        </p:txBody>
      </p:sp>
      <p:sp>
        <p:nvSpPr>
          <p:cNvPr id="286" name="Text Box 538">
            <a:extLst>
              <a:ext uri="{FF2B5EF4-FFF2-40B4-BE49-F238E27FC236}">
                <a16:creationId xmlns:a16="http://schemas.microsoft.com/office/drawing/2014/main" id="{DA0F0F1D-76C5-27A8-9738-755080C182F1}"/>
              </a:ext>
            </a:extLst>
          </p:cNvPr>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用户设备 </a:t>
            </a:r>
            <a:r>
              <a:rPr kumimoji="1" lang="en-US" altLang="zh-CN" sz="1200" b="1" dirty="0">
                <a:latin typeface="微软雅黑" panose="020B0503020204020204" pitchFamily="34" charset="-122"/>
                <a:ea typeface="微软雅黑" panose="020B0503020204020204" pitchFamily="34" charset="-122"/>
              </a:rPr>
              <a:t>UE</a:t>
            </a:r>
          </a:p>
        </p:txBody>
      </p:sp>
      <p:sp>
        <p:nvSpPr>
          <p:cNvPr id="287" name="Rectangle 539">
            <a:extLst>
              <a:ext uri="{FF2B5EF4-FFF2-40B4-BE49-F238E27FC236}">
                <a16:creationId xmlns:a16="http://schemas.microsoft.com/office/drawing/2014/main" id="{E8CB5231-9551-0ED3-18BC-A303F98D2D73}"/>
              </a:ext>
            </a:extLst>
          </p:cNvPr>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a:extLst>
              <a:ext uri="{FF2B5EF4-FFF2-40B4-BE49-F238E27FC236}">
                <a16:creationId xmlns:a16="http://schemas.microsoft.com/office/drawing/2014/main" id="{9268372E-CB23-602A-3164-527EF8E28335}"/>
              </a:ext>
            </a:extLst>
          </p:cNvPr>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a:extLst>
              <a:ext uri="{FF2B5EF4-FFF2-40B4-BE49-F238E27FC236}">
                <a16:creationId xmlns:a16="http://schemas.microsoft.com/office/drawing/2014/main" id="{90B06D9D-63ED-8A36-7C3C-2C7C4018E86E}"/>
              </a:ext>
            </a:extLst>
          </p:cNvPr>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a:extLst>
              <a:ext uri="{FF2B5EF4-FFF2-40B4-BE49-F238E27FC236}">
                <a16:creationId xmlns:a16="http://schemas.microsoft.com/office/drawing/2014/main" id="{C8D5D726-5DEB-C02F-FF7B-A5D334925165}"/>
              </a:ext>
            </a:extLst>
          </p:cNvPr>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a:extLst>
              <a:ext uri="{FF2B5EF4-FFF2-40B4-BE49-F238E27FC236}">
                <a16:creationId xmlns:a16="http://schemas.microsoft.com/office/drawing/2014/main" id="{047025B0-6E9E-713B-9BF4-F2952FF86316}"/>
              </a:ext>
            </a:extLst>
          </p:cNvPr>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pSp>
        <p:nvGrpSpPr>
          <p:cNvPr id="292" name="Group 428">
            <a:extLst>
              <a:ext uri="{FF2B5EF4-FFF2-40B4-BE49-F238E27FC236}">
                <a16:creationId xmlns:a16="http://schemas.microsoft.com/office/drawing/2014/main" id="{B6132D7B-FC8F-EBCC-5357-6F9125717C3C}"/>
              </a:ext>
            </a:extLst>
          </p:cNvPr>
          <p:cNvGrpSpPr>
            <a:grpSpLocks/>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a:extLst>
                <a:ext uri="{FF2B5EF4-FFF2-40B4-BE49-F238E27FC236}">
                  <a16:creationId xmlns:a16="http://schemas.microsoft.com/office/drawing/2014/main" id="{CAB079FD-8B00-31C0-4818-990A1A17E323}"/>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a:extLst>
                <a:ext uri="{FF2B5EF4-FFF2-40B4-BE49-F238E27FC236}">
                  <a16:creationId xmlns:a16="http://schemas.microsoft.com/office/drawing/2014/main" id="{0493D4DD-E1AC-9CC0-3CFF-A50B6AED5524}"/>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a:extLst>
                <a:ext uri="{FF2B5EF4-FFF2-40B4-BE49-F238E27FC236}">
                  <a16:creationId xmlns:a16="http://schemas.microsoft.com/office/drawing/2014/main" id="{8FCD2525-5DAF-8A2B-CDCB-92AE4EAA71FD}"/>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a:extLst>
                <a:ext uri="{FF2B5EF4-FFF2-40B4-BE49-F238E27FC236}">
                  <a16:creationId xmlns:a16="http://schemas.microsoft.com/office/drawing/2014/main" id="{7A57A5C2-641F-052A-C518-E519015FB3A7}"/>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a:extLst>
                <a:ext uri="{FF2B5EF4-FFF2-40B4-BE49-F238E27FC236}">
                  <a16:creationId xmlns:a16="http://schemas.microsoft.com/office/drawing/2014/main" id="{FE2736CC-C579-A1B4-82B7-2CC526CA1B4F}"/>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a:extLst>
                <a:ext uri="{FF2B5EF4-FFF2-40B4-BE49-F238E27FC236}">
                  <a16:creationId xmlns:a16="http://schemas.microsoft.com/office/drawing/2014/main" id="{B4E8870D-1D1F-5843-36CC-81D306E52E02}"/>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a:extLst>
                <a:ext uri="{FF2B5EF4-FFF2-40B4-BE49-F238E27FC236}">
                  <a16:creationId xmlns:a16="http://schemas.microsoft.com/office/drawing/2014/main" id="{D0844F17-E396-F44A-74A8-B7D26B326913}"/>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a:extLst>
                <a:ext uri="{FF2B5EF4-FFF2-40B4-BE49-F238E27FC236}">
                  <a16:creationId xmlns:a16="http://schemas.microsoft.com/office/drawing/2014/main" id="{0FA4CBBE-9E92-767C-EF35-B8F3AB6E1C1C}"/>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a:extLst>
                <a:ext uri="{FF2B5EF4-FFF2-40B4-BE49-F238E27FC236}">
                  <a16:creationId xmlns:a16="http://schemas.microsoft.com/office/drawing/2014/main" id="{21206139-787F-78D3-F4AC-35620CC8316D}"/>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a:extLst>
                <a:ext uri="{FF2B5EF4-FFF2-40B4-BE49-F238E27FC236}">
                  <a16:creationId xmlns:a16="http://schemas.microsoft.com/office/drawing/2014/main" id="{90657A57-F662-A7D5-5A06-5CB1715FD8A3}"/>
                </a:ext>
              </a:extLst>
            </p:cNvPr>
            <p:cNvGrpSpPr>
              <a:grpSpLocks/>
            </p:cNvGrpSpPr>
            <p:nvPr/>
          </p:nvGrpSpPr>
          <p:grpSpPr bwMode="auto">
            <a:xfrm>
              <a:off x="912" y="768"/>
              <a:ext cx="2386" cy="1553"/>
              <a:chOff x="912" y="768"/>
              <a:chExt cx="2386" cy="1553"/>
            </a:xfrm>
            <a:grpFill/>
          </p:grpSpPr>
          <p:sp>
            <p:nvSpPr>
              <p:cNvPr id="303" name="Oval 439">
                <a:extLst>
                  <a:ext uri="{FF2B5EF4-FFF2-40B4-BE49-F238E27FC236}">
                    <a16:creationId xmlns:a16="http://schemas.microsoft.com/office/drawing/2014/main" id="{85DB0D51-3B9D-A8B0-A065-EC78F24D3535}"/>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a:extLst>
                  <a:ext uri="{FF2B5EF4-FFF2-40B4-BE49-F238E27FC236}">
                    <a16:creationId xmlns:a16="http://schemas.microsoft.com/office/drawing/2014/main" id="{E7FFC563-8803-6EFC-4F0B-24911702C5D6}"/>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a:extLst>
                  <a:ext uri="{FF2B5EF4-FFF2-40B4-BE49-F238E27FC236}">
                    <a16:creationId xmlns:a16="http://schemas.microsoft.com/office/drawing/2014/main" id="{14FCFD6C-8652-B74D-E2C8-678C78DE70F9}"/>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a:extLst>
                  <a:ext uri="{FF2B5EF4-FFF2-40B4-BE49-F238E27FC236}">
                    <a16:creationId xmlns:a16="http://schemas.microsoft.com/office/drawing/2014/main" id="{37BDF435-F9B0-E961-4F00-1B846DE56D77}"/>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a:extLst>
                  <a:ext uri="{FF2B5EF4-FFF2-40B4-BE49-F238E27FC236}">
                    <a16:creationId xmlns:a16="http://schemas.microsoft.com/office/drawing/2014/main" id="{81341F1D-2F9E-662D-407E-8FBFE681A1D8}"/>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a:extLst>
                  <a:ext uri="{FF2B5EF4-FFF2-40B4-BE49-F238E27FC236}">
                    <a16:creationId xmlns:a16="http://schemas.microsoft.com/office/drawing/2014/main" id="{45577CD9-498B-3792-4EC3-BDF1191D2127}"/>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a:extLst>
                  <a:ext uri="{FF2B5EF4-FFF2-40B4-BE49-F238E27FC236}">
                    <a16:creationId xmlns:a16="http://schemas.microsoft.com/office/drawing/2014/main" id="{0563EFB2-89DA-0956-46DC-939C780BAB58}"/>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a:extLst>
                  <a:ext uri="{FF2B5EF4-FFF2-40B4-BE49-F238E27FC236}">
                    <a16:creationId xmlns:a16="http://schemas.microsoft.com/office/drawing/2014/main" id="{D7B02AA2-FC09-F7B0-DAFB-0B4C3DC6B0D5}"/>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a:extLst>
                  <a:ext uri="{FF2B5EF4-FFF2-40B4-BE49-F238E27FC236}">
                    <a16:creationId xmlns:a16="http://schemas.microsoft.com/office/drawing/2014/main" id="{1D9967C6-F07F-4048-8FA1-76AB9502BA63}"/>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a:extLst>
              <a:ext uri="{FF2B5EF4-FFF2-40B4-BE49-F238E27FC236}">
                <a16:creationId xmlns:a16="http://schemas.microsoft.com/office/drawing/2014/main" id="{4C005740-4623-6AD7-34C2-0118A49BACA1}"/>
              </a:ext>
            </a:extLst>
          </p:cNvPr>
          <p:cNvSpPr txBox="1">
            <a:spLocks noChangeArrowheads="1"/>
          </p:cNvSpPr>
          <p:nvPr/>
        </p:nvSpPr>
        <p:spPr bwMode="auto">
          <a:xfrm>
            <a:off x="7182750"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6" name="矩形 5">
            <a:extLst>
              <a:ext uri="{FF2B5EF4-FFF2-40B4-BE49-F238E27FC236}">
                <a16:creationId xmlns:a16="http://schemas.microsoft.com/office/drawing/2014/main" id="{0C9FDEA7-7BD2-41B3-06FB-C48AE1E3461C}"/>
              </a:ext>
            </a:extLst>
          </p:cNvPr>
          <p:cNvSpPr/>
          <p:nvPr/>
        </p:nvSpPr>
        <p:spPr>
          <a:xfrm>
            <a:off x="888060" y="3941690"/>
            <a:ext cx="7275668" cy="590033"/>
          </a:xfrm>
          <a:prstGeom prst="rect">
            <a:avLst/>
          </a:prstGeom>
        </p:spPr>
        <p:txBody>
          <a:bodyPr wrap="square">
            <a:spAutoFit/>
          </a:bodyPr>
          <a:lstStyle/>
          <a:p>
            <a:pPr>
              <a:lnSpc>
                <a:spcPts val="2000"/>
              </a:lnSpc>
            </a:pP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每个无线网络系统有一个</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无线网络控制器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和许多</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基站</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，但在</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UMTS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基站</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称为节点</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B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Node-B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，简写为</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NB</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。移动站称为用户设备</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UE</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(User Equipment)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a:extLst>
              <a:ext uri="{FF2B5EF4-FFF2-40B4-BE49-F238E27FC236}">
                <a16:creationId xmlns:a16="http://schemas.microsoft.com/office/drawing/2014/main" id="{4741E86F-40C6-9544-C260-AE3CD13324FE}"/>
              </a:ext>
            </a:extLst>
          </p:cNvPr>
          <p:cNvCxnSpPr/>
          <p:nvPr/>
        </p:nvCxnSpPr>
        <p:spPr>
          <a:xfrm flipV="1">
            <a:off x="1187288" y="365113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a:extLst>
              <a:ext uri="{FF2B5EF4-FFF2-40B4-BE49-F238E27FC236}">
                <a16:creationId xmlns:a16="http://schemas.microsoft.com/office/drawing/2014/main" id="{A3C7DC1F-2A69-FE6B-1952-318ED97ACD2A}"/>
              </a:ext>
            </a:extLst>
          </p:cNvPr>
          <p:cNvSpPr txBox="1">
            <a:spLocks noChangeArrowheads="1"/>
          </p:cNvSpPr>
          <p:nvPr/>
        </p:nvSpPr>
        <p:spPr bwMode="auto">
          <a:xfrm>
            <a:off x="1769039" y="3508211"/>
            <a:ext cx="1569660"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a:extLst>
              <a:ext uri="{FF2B5EF4-FFF2-40B4-BE49-F238E27FC236}">
                <a16:creationId xmlns:a16="http://schemas.microsoft.com/office/drawing/2014/main" id="{AC51EE6C-4CC0-12B7-0B11-39CB1A9EFFDC}"/>
              </a:ext>
            </a:extLst>
          </p:cNvPr>
          <p:cNvCxnSpPr>
            <a:cxnSpLocks/>
          </p:cNvCxnSpPr>
          <p:nvPr/>
        </p:nvCxnSpPr>
        <p:spPr>
          <a:xfrm>
            <a:off x="1187288" y="2878653"/>
            <a:ext cx="0" cy="90655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8" name="直接连接符 377">
            <a:extLst>
              <a:ext uri="{FF2B5EF4-FFF2-40B4-BE49-F238E27FC236}">
                <a16:creationId xmlns:a16="http://schemas.microsoft.com/office/drawing/2014/main" id="{9356BF34-72A8-E83A-4B39-95886A03A43C}"/>
              </a:ext>
            </a:extLst>
          </p:cNvPr>
          <p:cNvCxnSpPr>
            <a:cxnSpLocks/>
          </p:cNvCxnSpPr>
          <p:nvPr/>
        </p:nvCxnSpPr>
        <p:spPr>
          <a:xfrm>
            <a:off x="4063644" y="3386337"/>
            <a:ext cx="0" cy="398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a:extLst>
              <a:ext uri="{FF2B5EF4-FFF2-40B4-BE49-F238E27FC236}">
                <a16:creationId xmlns:a16="http://schemas.microsoft.com/office/drawing/2014/main" id="{EF12B087-8279-474D-02B1-DCF37727FB12}"/>
              </a:ext>
            </a:extLst>
          </p:cNvPr>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p>
        </p:txBody>
      </p:sp>
      <p:cxnSp>
        <p:nvCxnSpPr>
          <p:cNvPr id="387" name="直接连接符 386">
            <a:extLst>
              <a:ext uri="{FF2B5EF4-FFF2-40B4-BE49-F238E27FC236}">
                <a16:creationId xmlns:a16="http://schemas.microsoft.com/office/drawing/2014/main" id="{F6C6048F-3647-3D45-A769-574BE9DBBB1D}"/>
              </a:ext>
            </a:extLst>
          </p:cNvPr>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a:extLst>
              <a:ext uri="{FF2B5EF4-FFF2-40B4-BE49-F238E27FC236}">
                <a16:creationId xmlns:a16="http://schemas.microsoft.com/office/drawing/2014/main" id="{EB04649F-ECD3-846E-7C90-7EC11CCB2AAC}"/>
              </a:ext>
            </a:extLst>
          </p:cNvPr>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p>
        </p:txBody>
      </p:sp>
      <p:cxnSp>
        <p:nvCxnSpPr>
          <p:cNvPr id="389" name="直接连接符 388">
            <a:extLst>
              <a:ext uri="{FF2B5EF4-FFF2-40B4-BE49-F238E27FC236}">
                <a16:creationId xmlns:a16="http://schemas.microsoft.com/office/drawing/2014/main" id="{DFD9289B-F3D1-7E45-B9BE-C99464CEBFF3}"/>
              </a:ext>
            </a:extLst>
          </p:cNvPr>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a:extLst>
              <a:ext uri="{FF2B5EF4-FFF2-40B4-BE49-F238E27FC236}">
                <a16:creationId xmlns:a16="http://schemas.microsoft.com/office/drawing/2014/main" id="{81296059-AC83-5289-3D39-79F1ED8787A3}"/>
              </a:ext>
            </a:extLst>
          </p:cNvPr>
          <p:cNvSpPr>
            <a:spLocks/>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a:extLst>
              <a:ext uri="{FF2B5EF4-FFF2-40B4-BE49-F238E27FC236}">
                <a16:creationId xmlns:a16="http://schemas.microsoft.com/office/drawing/2014/main" id="{176A58DD-BE1D-1BD2-7E00-E4A36B440B6F}"/>
              </a:ext>
            </a:extLst>
          </p:cNvPr>
          <p:cNvGrpSpPr/>
          <p:nvPr/>
        </p:nvGrpSpPr>
        <p:grpSpPr>
          <a:xfrm>
            <a:off x="3188329" y="2425761"/>
            <a:ext cx="986929" cy="668447"/>
            <a:chOff x="3131840" y="3501008"/>
            <a:chExt cx="936104" cy="936104"/>
          </a:xfrm>
          <a:solidFill>
            <a:srgbClr val="FFCC66"/>
          </a:solidFill>
        </p:grpSpPr>
        <p:sp>
          <p:nvSpPr>
            <p:cNvPr id="11" name="矩形 10">
              <a:extLst>
                <a:ext uri="{FF2B5EF4-FFF2-40B4-BE49-F238E27FC236}">
                  <a16:creationId xmlns:a16="http://schemas.microsoft.com/office/drawing/2014/main" id="{3E2F1429-129E-435B-3F22-FE7500098B3B}"/>
                </a:ext>
              </a:extLst>
            </p:cNvPr>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a:extLst>
                <a:ext uri="{FF2B5EF4-FFF2-40B4-BE49-F238E27FC236}">
                  <a16:creationId xmlns:a16="http://schemas.microsoft.com/office/drawing/2014/main" id="{5EA77972-87DA-7961-2221-129C102D8A24}"/>
                </a:ext>
              </a:extLst>
            </p:cNvPr>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a:extLst>
              <a:ext uri="{FF2B5EF4-FFF2-40B4-BE49-F238E27FC236}">
                <a16:creationId xmlns:a16="http://schemas.microsoft.com/office/drawing/2014/main" id="{D0BF5C34-1981-2395-DA88-371DE8D74BCD}"/>
              </a:ext>
            </a:extLst>
          </p:cNvPr>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a:extLst>
              <a:ext uri="{FF2B5EF4-FFF2-40B4-BE49-F238E27FC236}">
                <a16:creationId xmlns:a16="http://schemas.microsoft.com/office/drawing/2014/main" id="{0DD7D7A5-A2EC-EB1F-2B05-42CAF053A1A7}"/>
              </a:ext>
            </a:extLst>
          </p:cNvPr>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a:extLst>
              <a:ext uri="{FF2B5EF4-FFF2-40B4-BE49-F238E27FC236}">
                <a16:creationId xmlns:a16="http://schemas.microsoft.com/office/drawing/2014/main" id="{66F55B19-D9F7-7261-04CC-D508E1BA6FA5}"/>
              </a:ext>
            </a:extLst>
          </p:cNvPr>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a:extLst>
              <a:ext uri="{FF2B5EF4-FFF2-40B4-BE49-F238E27FC236}">
                <a16:creationId xmlns:a16="http://schemas.microsoft.com/office/drawing/2014/main" id="{14C78670-E7BB-5F7D-BD18-3CF41F7818A2}"/>
              </a:ext>
            </a:extLst>
          </p:cNvPr>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a:extLst>
              <a:ext uri="{FF2B5EF4-FFF2-40B4-BE49-F238E27FC236}">
                <a16:creationId xmlns:a16="http://schemas.microsoft.com/office/drawing/2014/main" id="{2316A71D-E2BA-63A7-58FB-2D6580531BA2}"/>
              </a:ext>
            </a:extLst>
          </p:cNvPr>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a:extLst>
              <a:ext uri="{FF2B5EF4-FFF2-40B4-BE49-F238E27FC236}">
                <a16:creationId xmlns:a16="http://schemas.microsoft.com/office/drawing/2014/main" id="{9C84B224-1A59-2EE3-6522-4C3A5B99C976}"/>
              </a:ext>
            </a:extLst>
          </p:cNvPr>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a:extLst>
              <a:ext uri="{FF2B5EF4-FFF2-40B4-BE49-F238E27FC236}">
                <a16:creationId xmlns:a16="http://schemas.microsoft.com/office/drawing/2014/main" id="{795DE88D-1F1B-9711-9000-53A4EF3AE2C8}"/>
              </a:ext>
            </a:extLst>
          </p:cNvPr>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a:extLst>
              <a:ext uri="{FF2B5EF4-FFF2-40B4-BE49-F238E27FC236}">
                <a16:creationId xmlns:a16="http://schemas.microsoft.com/office/drawing/2014/main" id="{6F1B9EA2-F919-4BED-63C3-7AAE7D2F1F84}"/>
              </a:ext>
            </a:extLst>
          </p:cNvPr>
          <p:cNvGrpSpPr>
            <a:grpSpLocks/>
          </p:cNvGrpSpPr>
          <p:nvPr/>
        </p:nvGrpSpPr>
        <p:grpSpPr bwMode="auto">
          <a:xfrm>
            <a:off x="2077157" y="1731391"/>
            <a:ext cx="238398" cy="426132"/>
            <a:chOff x="4608" y="700"/>
            <a:chExt cx="306" cy="553"/>
          </a:xfrm>
        </p:grpSpPr>
        <p:grpSp>
          <p:nvGrpSpPr>
            <p:cNvPr id="28" name="Group 12">
              <a:extLst>
                <a:ext uri="{FF2B5EF4-FFF2-40B4-BE49-F238E27FC236}">
                  <a16:creationId xmlns:a16="http://schemas.microsoft.com/office/drawing/2014/main" id="{FECF75D1-5A69-FB16-C7C1-795EBA931A62}"/>
                </a:ext>
              </a:extLst>
            </p:cNvPr>
            <p:cNvGrpSpPr>
              <a:grpSpLocks/>
            </p:cNvGrpSpPr>
            <p:nvPr/>
          </p:nvGrpSpPr>
          <p:grpSpPr bwMode="auto">
            <a:xfrm>
              <a:off x="4694" y="784"/>
              <a:ext cx="134" cy="469"/>
              <a:chOff x="4740" y="784"/>
              <a:chExt cx="88" cy="692"/>
            </a:xfrm>
          </p:grpSpPr>
          <p:sp>
            <p:nvSpPr>
              <p:cNvPr id="36" name="Line 13">
                <a:extLst>
                  <a:ext uri="{FF2B5EF4-FFF2-40B4-BE49-F238E27FC236}">
                    <a16:creationId xmlns:a16="http://schemas.microsoft.com/office/drawing/2014/main" id="{631628F8-CE21-0BD0-2613-EE673893CFB6}"/>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a:extLst>
                  <a:ext uri="{FF2B5EF4-FFF2-40B4-BE49-F238E27FC236}">
                    <a16:creationId xmlns:a16="http://schemas.microsoft.com/office/drawing/2014/main" id="{B08267F3-D2E0-E1CB-02D6-D499B616302C}"/>
                  </a:ext>
                </a:extLst>
              </p:cNvPr>
              <p:cNvGrpSpPr>
                <a:grpSpLocks/>
              </p:cNvGrpSpPr>
              <p:nvPr/>
            </p:nvGrpSpPr>
            <p:grpSpPr bwMode="auto">
              <a:xfrm>
                <a:off x="4740" y="784"/>
                <a:ext cx="88" cy="692"/>
                <a:chOff x="4740" y="784"/>
                <a:chExt cx="88" cy="692"/>
              </a:xfrm>
            </p:grpSpPr>
            <p:sp>
              <p:nvSpPr>
                <p:cNvPr id="38" name="Line 15">
                  <a:extLst>
                    <a:ext uri="{FF2B5EF4-FFF2-40B4-BE49-F238E27FC236}">
                      <a16:creationId xmlns:a16="http://schemas.microsoft.com/office/drawing/2014/main" id="{DE303EEA-88C9-CDE6-72C8-EC33143C6923}"/>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a:extLst>
                    <a:ext uri="{FF2B5EF4-FFF2-40B4-BE49-F238E27FC236}">
                      <a16:creationId xmlns:a16="http://schemas.microsoft.com/office/drawing/2014/main" id="{8E90FB18-C870-2770-DF7D-737EA665A56B}"/>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a:extLst>
                    <a:ext uri="{FF2B5EF4-FFF2-40B4-BE49-F238E27FC236}">
                      <a16:creationId xmlns:a16="http://schemas.microsoft.com/office/drawing/2014/main" id="{6162AF01-CCE7-E7A1-B8D3-42D9AFD76FD0}"/>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a:extLst>
                    <a:ext uri="{FF2B5EF4-FFF2-40B4-BE49-F238E27FC236}">
                      <a16:creationId xmlns:a16="http://schemas.microsoft.com/office/drawing/2014/main" id="{A96DB8E3-A9FF-4587-24BB-84D65A8241C1}"/>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a:extLst>
                    <a:ext uri="{FF2B5EF4-FFF2-40B4-BE49-F238E27FC236}">
                      <a16:creationId xmlns:a16="http://schemas.microsoft.com/office/drawing/2014/main" id="{B6FB6680-218B-5B08-5414-9647B23B6292}"/>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a:extLst>
                    <a:ext uri="{FF2B5EF4-FFF2-40B4-BE49-F238E27FC236}">
                      <a16:creationId xmlns:a16="http://schemas.microsoft.com/office/drawing/2014/main" id="{62C05790-9BCF-6E98-75EE-7A3B5E52D634}"/>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a:extLst>
                    <a:ext uri="{FF2B5EF4-FFF2-40B4-BE49-F238E27FC236}">
                      <a16:creationId xmlns:a16="http://schemas.microsoft.com/office/drawing/2014/main" id="{DD623017-B72F-447D-2B0F-107AEEE3EB24}"/>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a:extLst>
                    <a:ext uri="{FF2B5EF4-FFF2-40B4-BE49-F238E27FC236}">
                      <a16:creationId xmlns:a16="http://schemas.microsoft.com/office/drawing/2014/main" id="{5F57361B-7A1B-C28F-BB54-F562063E92E2}"/>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a:extLst>
                    <a:ext uri="{FF2B5EF4-FFF2-40B4-BE49-F238E27FC236}">
                      <a16:creationId xmlns:a16="http://schemas.microsoft.com/office/drawing/2014/main" id="{7DE806D6-37D2-2ABA-CF82-25B50F70363C}"/>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a:extLst>
                    <a:ext uri="{FF2B5EF4-FFF2-40B4-BE49-F238E27FC236}">
                      <a16:creationId xmlns:a16="http://schemas.microsoft.com/office/drawing/2014/main" id="{30D2D6D4-B2BB-3AE2-24E5-0B56BBEC89E6}"/>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a:extLst>
                    <a:ext uri="{FF2B5EF4-FFF2-40B4-BE49-F238E27FC236}">
                      <a16:creationId xmlns:a16="http://schemas.microsoft.com/office/drawing/2014/main" id="{7243A596-C1D4-A81D-5FC5-75A68CB0CA73}"/>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a:extLst>
                    <a:ext uri="{FF2B5EF4-FFF2-40B4-BE49-F238E27FC236}">
                      <a16:creationId xmlns:a16="http://schemas.microsoft.com/office/drawing/2014/main" id="{CA574866-1737-8427-5032-286E848E0B91}"/>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a:extLst>
                    <a:ext uri="{FF2B5EF4-FFF2-40B4-BE49-F238E27FC236}">
                      <a16:creationId xmlns:a16="http://schemas.microsoft.com/office/drawing/2014/main" id="{BD9316A7-7FAC-B7C3-3BFB-147ADEE3E24C}"/>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a:extLst>
                    <a:ext uri="{FF2B5EF4-FFF2-40B4-BE49-F238E27FC236}">
                      <a16:creationId xmlns:a16="http://schemas.microsoft.com/office/drawing/2014/main" id="{2931806B-5B21-6652-FDB8-22BC4812E98A}"/>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a:extLst>
                <a:ext uri="{FF2B5EF4-FFF2-40B4-BE49-F238E27FC236}">
                  <a16:creationId xmlns:a16="http://schemas.microsoft.com/office/drawing/2014/main" id="{3DABDC8D-58DB-9EA3-ABA2-FE6552BD0BBF}"/>
                </a:ext>
              </a:extLst>
            </p:cNvPr>
            <p:cNvGrpSpPr>
              <a:grpSpLocks/>
            </p:cNvGrpSpPr>
            <p:nvPr/>
          </p:nvGrpSpPr>
          <p:grpSpPr bwMode="auto">
            <a:xfrm>
              <a:off x="4608" y="700"/>
              <a:ext cx="306" cy="90"/>
              <a:chOff x="748" y="2251"/>
              <a:chExt cx="306" cy="90"/>
            </a:xfrm>
          </p:grpSpPr>
          <p:sp>
            <p:nvSpPr>
              <p:cNvPr id="30" name="AutoShape 30">
                <a:extLst>
                  <a:ext uri="{FF2B5EF4-FFF2-40B4-BE49-F238E27FC236}">
                    <a16:creationId xmlns:a16="http://schemas.microsoft.com/office/drawing/2014/main" id="{A091D9FC-0DF7-11AF-BC58-620C418941FD}"/>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a:extLst>
                  <a:ext uri="{FF2B5EF4-FFF2-40B4-BE49-F238E27FC236}">
                    <a16:creationId xmlns:a16="http://schemas.microsoft.com/office/drawing/2014/main" id="{41A41F1C-9618-A425-ED5E-CECDEAA2C131}"/>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a:extLst>
                  <a:ext uri="{FF2B5EF4-FFF2-40B4-BE49-F238E27FC236}">
                    <a16:creationId xmlns:a16="http://schemas.microsoft.com/office/drawing/2014/main" id="{5EF586A1-E63A-2C4D-6C99-D7886481A739}"/>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a:extLst>
                  <a:ext uri="{FF2B5EF4-FFF2-40B4-BE49-F238E27FC236}">
                    <a16:creationId xmlns:a16="http://schemas.microsoft.com/office/drawing/2014/main" id="{ABAB2FDC-56E9-78F1-7C1E-9F540DF1471E}"/>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a:extLst>
                  <a:ext uri="{FF2B5EF4-FFF2-40B4-BE49-F238E27FC236}">
                    <a16:creationId xmlns:a16="http://schemas.microsoft.com/office/drawing/2014/main" id="{FDEACAD6-B326-53D9-616F-4296031DF696}"/>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a:extLst>
                  <a:ext uri="{FF2B5EF4-FFF2-40B4-BE49-F238E27FC236}">
                    <a16:creationId xmlns:a16="http://schemas.microsoft.com/office/drawing/2014/main" id="{82D55939-198D-D15A-BC4F-8D62AAB90F3D}"/>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a:extLst>
              <a:ext uri="{FF2B5EF4-FFF2-40B4-BE49-F238E27FC236}">
                <a16:creationId xmlns:a16="http://schemas.microsoft.com/office/drawing/2014/main" id="{DC3DA23B-26BF-E17B-4D7C-A48E1381C2E1}"/>
              </a:ext>
            </a:extLst>
          </p:cNvPr>
          <p:cNvGrpSpPr>
            <a:grpSpLocks/>
          </p:cNvGrpSpPr>
          <p:nvPr/>
        </p:nvGrpSpPr>
        <p:grpSpPr bwMode="auto">
          <a:xfrm>
            <a:off x="1638556" y="2097222"/>
            <a:ext cx="238399" cy="426132"/>
            <a:chOff x="4608" y="700"/>
            <a:chExt cx="306" cy="553"/>
          </a:xfrm>
        </p:grpSpPr>
        <p:grpSp>
          <p:nvGrpSpPr>
            <p:cNvPr id="53" name="Group 65">
              <a:extLst>
                <a:ext uri="{FF2B5EF4-FFF2-40B4-BE49-F238E27FC236}">
                  <a16:creationId xmlns:a16="http://schemas.microsoft.com/office/drawing/2014/main" id="{DBEFC37C-6CA8-A525-4F2C-B2DECA305D20}"/>
                </a:ext>
              </a:extLst>
            </p:cNvPr>
            <p:cNvGrpSpPr>
              <a:grpSpLocks/>
            </p:cNvGrpSpPr>
            <p:nvPr/>
          </p:nvGrpSpPr>
          <p:grpSpPr bwMode="auto">
            <a:xfrm>
              <a:off x="4694" y="784"/>
              <a:ext cx="134" cy="469"/>
              <a:chOff x="4740" y="784"/>
              <a:chExt cx="88" cy="692"/>
            </a:xfrm>
          </p:grpSpPr>
          <p:sp>
            <p:nvSpPr>
              <p:cNvPr id="61" name="Line 66">
                <a:extLst>
                  <a:ext uri="{FF2B5EF4-FFF2-40B4-BE49-F238E27FC236}">
                    <a16:creationId xmlns:a16="http://schemas.microsoft.com/office/drawing/2014/main" id="{F52DB75B-AC73-9F48-C599-C4622A520A69}"/>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a:extLst>
                  <a:ext uri="{FF2B5EF4-FFF2-40B4-BE49-F238E27FC236}">
                    <a16:creationId xmlns:a16="http://schemas.microsoft.com/office/drawing/2014/main" id="{206609EA-A0F8-9901-52EA-DC29A79701C8}"/>
                  </a:ext>
                </a:extLst>
              </p:cNvPr>
              <p:cNvGrpSpPr>
                <a:grpSpLocks/>
              </p:cNvGrpSpPr>
              <p:nvPr/>
            </p:nvGrpSpPr>
            <p:grpSpPr bwMode="auto">
              <a:xfrm>
                <a:off x="4740" y="784"/>
                <a:ext cx="88" cy="692"/>
                <a:chOff x="4740" y="784"/>
                <a:chExt cx="88" cy="692"/>
              </a:xfrm>
            </p:grpSpPr>
            <p:sp>
              <p:nvSpPr>
                <p:cNvPr id="63" name="Line 68">
                  <a:extLst>
                    <a:ext uri="{FF2B5EF4-FFF2-40B4-BE49-F238E27FC236}">
                      <a16:creationId xmlns:a16="http://schemas.microsoft.com/office/drawing/2014/main" id="{37BE2947-474E-BF8A-841E-637FAFDABB50}"/>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a:extLst>
                    <a:ext uri="{FF2B5EF4-FFF2-40B4-BE49-F238E27FC236}">
                      <a16:creationId xmlns:a16="http://schemas.microsoft.com/office/drawing/2014/main" id="{013AD86B-1A5C-F0B0-9F25-36A766BAA042}"/>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a:extLst>
                    <a:ext uri="{FF2B5EF4-FFF2-40B4-BE49-F238E27FC236}">
                      <a16:creationId xmlns:a16="http://schemas.microsoft.com/office/drawing/2014/main" id="{AAFC0232-E5C9-4655-A038-345F19FD00FB}"/>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a:extLst>
                    <a:ext uri="{FF2B5EF4-FFF2-40B4-BE49-F238E27FC236}">
                      <a16:creationId xmlns:a16="http://schemas.microsoft.com/office/drawing/2014/main" id="{55A2B7F9-A335-C1D6-8997-39140A2AF7DF}"/>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a:extLst>
                    <a:ext uri="{FF2B5EF4-FFF2-40B4-BE49-F238E27FC236}">
                      <a16:creationId xmlns:a16="http://schemas.microsoft.com/office/drawing/2014/main" id="{3779012D-4F92-AEFB-91D8-7CFAA11E494D}"/>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a:extLst>
                    <a:ext uri="{FF2B5EF4-FFF2-40B4-BE49-F238E27FC236}">
                      <a16:creationId xmlns:a16="http://schemas.microsoft.com/office/drawing/2014/main" id="{E3FAF40D-09E7-FCBF-B484-93568ECE8FAC}"/>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a:extLst>
                    <a:ext uri="{FF2B5EF4-FFF2-40B4-BE49-F238E27FC236}">
                      <a16:creationId xmlns:a16="http://schemas.microsoft.com/office/drawing/2014/main" id="{4C646C0A-8028-313E-268B-A5D3F9983650}"/>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a:extLst>
                    <a:ext uri="{FF2B5EF4-FFF2-40B4-BE49-F238E27FC236}">
                      <a16:creationId xmlns:a16="http://schemas.microsoft.com/office/drawing/2014/main" id="{0ADA05A3-629E-82D8-A939-7FD0C49E007A}"/>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a:extLst>
                    <a:ext uri="{FF2B5EF4-FFF2-40B4-BE49-F238E27FC236}">
                      <a16:creationId xmlns:a16="http://schemas.microsoft.com/office/drawing/2014/main" id="{07C6CD7D-924D-F99B-2404-351BD51F68CF}"/>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a:extLst>
                    <a:ext uri="{FF2B5EF4-FFF2-40B4-BE49-F238E27FC236}">
                      <a16:creationId xmlns:a16="http://schemas.microsoft.com/office/drawing/2014/main" id="{E8EA347F-B4C9-FA44-15BB-76919B4A43B8}"/>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a:extLst>
                    <a:ext uri="{FF2B5EF4-FFF2-40B4-BE49-F238E27FC236}">
                      <a16:creationId xmlns:a16="http://schemas.microsoft.com/office/drawing/2014/main" id="{36F142EE-26BF-12C9-1823-BE41C0F48FA8}"/>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a:extLst>
                    <a:ext uri="{FF2B5EF4-FFF2-40B4-BE49-F238E27FC236}">
                      <a16:creationId xmlns:a16="http://schemas.microsoft.com/office/drawing/2014/main" id="{C5D7D1E6-0127-125F-1F1D-F717EC8E75BB}"/>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a:extLst>
                    <a:ext uri="{FF2B5EF4-FFF2-40B4-BE49-F238E27FC236}">
                      <a16:creationId xmlns:a16="http://schemas.microsoft.com/office/drawing/2014/main" id="{4B6BB299-AA05-3B4C-BDA1-50CFC7A8C8BB}"/>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a:extLst>
                    <a:ext uri="{FF2B5EF4-FFF2-40B4-BE49-F238E27FC236}">
                      <a16:creationId xmlns:a16="http://schemas.microsoft.com/office/drawing/2014/main" id="{CFF785D9-01B9-11A3-0602-0F8FC381C325}"/>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a:extLst>
                <a:ext uri="{FF2B5EF4-FFF2-40B4-BE49-F238E27FC236}">
                  <a16:creationId xmlns:a16="http://schemas.microsoft.com/office/drawing/2014/main" id="{68439C44-6A04-92CA-8D0F-C126781C8859}"/>
                </a:ext>
              </a:extLst>
            </p:cNvPr>
            <p:cNvGrpSpPr>
              <a:grpSpLocks/>
            </p:cNvGrpSpPr>
            <p:nvPr/>
          </p:nvGrpSpPr>
          <p:grpSpPr bwMode="auto">
            <a:xfrm>
              <a:off x="4608" y="700"/>
              <a:ext cx="306" cy="90"/>
              <a:chOff x="748" y="2251"/>
              <a:chExt cx="306" cy="90"/>
            </a:xfrm>
          </p:grpSpPr>
          <p:sp>
            <p:nvSpPr>
              <p:cNvPr id="55" name="AutoShape 83">
                <a:extLst>
                  <a:ext uri="{FF2B5EF4-FFF2-40B4-BE49-F238E27FC236}">
                    <a16:creationId xmlns:a16="http://schemas.microsoft.com/office/drawing/2014/main" id="{6B3317BE-BC44-D016-936E-ECB8E84697CF}"/>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a:extLst>
                  <a:ext uri="{FF2B5EF4-FFF2-40B4-BE49-F238E27FC236}">
                    <a16:creationId xmlns:a16="http://schemas.microsoft.com/office/drawing/2014/main" id="{B1BA07DE-D95F-0629-284A-7632EADDE50F}"/>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a:extLst>
                  <a:ext uri="{FF2B5EF4-FFF2-40B4-BE49-F238E27FC236}">
                    <a16:creationId xmlns:a16="http://schemas.microsoft.com/office/drawing/2014/main" id="{906C2887-804B-BD07-2408-F80FF48992B3}"/>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a:extLst>
                  <a:ext uri="{FF2B5EF4-FFF2-40B4-BE49-F238E27FC236}">
                    <a16:creationId xmlns:a16="http://schemas.microsoft.com/office/drawing/2014/main" id="{0C92715B-665C-E13E-054E-3EEE718B2DC5}"/>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a:extLst>
                  <a:ext uri="{FF2B5EF4-FFF2-40B4-BE49-F238E27FC236}">
                    <a16:creationId xmlns:a16="http://schemas.microsoft.com/office/drawing/2014/main" id="{F13D4A34-DE30-C4AB-0A2A-85F09FF0FF6D}"/>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a:extLst>
                  <a:ext uri="{FF2B5EF4-FFF2-40B4-BE49-F238E27FC236}">
                    <a16:creationId xmlns:a16="http://schemas.microsoft.com/office/drawing/2014/main" id="{1F11EEC3-606B-D634-F403-E0C4F4D28396}"/>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a:extLst>
              <a:ext uri="{FF2B5EF4-FFF2-40B4-BE49-F238E27FC236}">
                <a16:creationId xmlns:a16="http://schemas.microsoft.com/office/drawing/2014/main" id="{995EDE63-0CBA-2D8C-D1D8-87467C2BEA42}"/>
              </a:ext>
            </a:extLst>
          </p:cNvPr>
          <p:cNvGrpSpPr>
            <a:grpSpLocks/>
          </p:cNvGrpSpPr>
          <p:nvPr/>
        </p:nvGrpSpPr>
        <p:grpSpPr bwMode="auto">
          <a:xfrm>
            <a:off x="2136427" y="2339768"/>
            <a:ext cx="238399" cy="426132"/>
            <a:chOff x="4608" y="700"/>
            <a:chExt cx="306" cy="553"/>
          </a:xfrm>
        </p:grpSpPr>
        <p:grpSp>
          <p:nvGrpSpPr>
            <p:cNvPr id="78" name="Group 90">
              <a:extLst>
                <a:ext uri="{FF2B5EF4-FFF2-40B4-BE49-F238E27FC236}">
                  <a16:creationId xmlns:a16="http://schemas.microsoft.com/office/drawing/2014/main" id="{A9BC6824-082A-35EE-F57A-FD63E87D43EC}"/>
                </a:ext>
              </a:extLst>
            </p:cNvPr>
            <p:cNvGrpSpPr>
              <a:grpSpLocks/>
            </p:cNvGrpSpPr>
            <p:nvPr/>
          </p:nvGrpSpPr>
          <p:grpSpPr bwMode="auto">
            <a:xfrm>
              <a:off x="4694" y="784"/>
              <a:ext cx="134" cy="469"/>
              <a:chOff x="4740" y="784"/>
              <a:chExt cx="88" cy="692"/>
            </a:xfrm>
          </p:grpSpPr>
          <p:sp>
            <p:nvSpPr>
              <p:cNvPr id="86" name="Line 91">
                <a:extLst>
                  <a:ext uri="{FF2B5EF4-FFF2-40B4-BE49-F238E27FC236}">
                    <a16:creationId xmlns:a16="http://schemas.microsoft.com/office/drawing/2014/main" id="{4091590E-117B-9F6D-E532-1CFAFFE1E8FC}"/>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a:extLst>
                  <a:ext uri="{FF2B5EF4-FFF2-40B4-BE49-F238E27FC236}">
                    <a16:creationId xmlns:a16="http://schemas.microsoft.com/office/drawing/2014/main" id="{A6E0F351-67B4-293A-47FB-21D33E96AB6A}"/>
                  </a:ext>
                </a:extLst>
              </p:cNvPr>
              <p:cNvGrpSpPr>
                <a:grpSpLocks/>
              </p:cNvGrpSpPr>
              <p:nvPr/>
            </p:nvGrpSpPr>
            <p:grpSpPr bwMode="auto">
              <a:xfrm>
                <a:off x="4740" y="784"/>
                <a:ext cx="88" cy="692"/>
                <a:chOff x="4740" y="784"/>
                <a:chExt cx="88" cy="692"/>
              </a:xfrm>
            </p:grpSpPr>
            <p:sp>
              <p:nvSpPr>
                <p:cNvPr id="88" name="Line 93">
                  <a:extLst>
                    <a:ext uri="{FF2B5EF4-FFF2-40B4-BE49-F238E27FC236}">
                      <a16:creationId xmlns:a16="http://schemas.microsoft.com/office/drawing/2014/main" id="{B7112FD2-7F8D-FDC0-DB89-6322F70A83D3}"/>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a:extLst>
                    <a:ext uri="{FF2B5EF4-FFF2-40B4-BE49-F238E27FC236}">
                      <a16:creationId xmlns:a16="http://schemas.microsoft.com/office/drawing/2014/main" id="{B5E23199-5B3A-8B33-8138-EC4DE005B5C7}"/>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a:extLst>
                    <a:ext uri="{FF2B5EF4-FFF2-40B4-BE49-F238E27FC236}">
                      <a16:creationId xmlns:a16="http://schemas.microsoft.com/office/drawing/2014/main" id="{E1B9CB7C-3F41-4328-ED04-1E65AD290EFE}"/>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a:extLst>
                    <a:ext uri="{FF2B5EF4-FFF2-40B4-BE49-F238E27FC236}">
                      <a16:creationId xmlns:a16="http://schemas.microsoft.com/office/drawing/2014/main" id="{6A9E5FCA-ED10-6BD3-1F05-28CBF65243E9}"/>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a:extLst>
                    <a:ext uri="{FF2B5EF4-FFF2-40B4-BE49-F238E27FC236}">
                      <a16:creationId xmlns:a16="http://schemas.microsoft.com/office/drawing/2014/main" id="{16EDD8DB-A580-DD5D-674D-134BAF644393}"/>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a:extLst>
                    <a:ext uri="{FF2B5EF4-FFF2-40B4-BE49-F238E27FC236}">
                      <a16:creationId xmlns:a16="http://schemas.microsoft.com/office/drawing/2014/main" id="{8DA20569-5B75-85D9-5048-93534095B4A9}"/>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a:extLst>
                    <a:ext uri="{FF2B5EF4-FFF2-40B4-BE49-F238E27FC236}">
                      <a16:creationId xmlns:a16="http://schemas.microsoft.com/office/drawing/2014/main" id="{9A785626-F823-9741-9613-FD6262446A83}"/>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a:extLst>
                    <a:ext uri="{FF2B5EF4-FFF2-40B4-BE49-F238E27FC236}">
                      <a16:creationId xmlns:a16="http://schemas.microsoft.com/office/drawing/2014/main" id="{242CFF53-FA5D-959B-E4B6-69B3A9E302A0}"/>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a:extLst>
                    <a:ext uri="{FF2B5EF4-FFF2-40B4-BE49-F238E27FC236}">
                      <a16:creationId xmlns:a16="http://schemas.microsoft.com/office/drawing/2014/main" id="{3C8AFFF7-7FCE-3A01-4FD1-7F13E8B5C5C2}"/>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a:extLst>
                    <a:ext uri="{FF2B5EF4-FFF2-40B4-BE49-F238E27FC236}">
                      <a16:creationId xmlns:a16="http://schemas.microsoft.com/office/drawing/2014/main" id="{9885B60F-65D4-F48D-957A-9CB417710E14}"/>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a:extLst>
                    <a:ext uri="{FF2B5EF4-FFF2-40B4-BE49-F238E27FC236}">
                      <a16:creationId xmlns:a16="http://schemas.microsoft.com/office/drawing/2014/main" id="{98251AEF-847E-39F5-EC89-D7876D60CB00}"/>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a:extLst>
                    <a:ext uri="{FF2B5EF4-FFF2-40B4-BE49-F238E27FC236}">
                      <a16:creationId xmlns:a16="http://schemas.microsoft.com/office/drawing/2014/main" id="{F77D11B3-5688-0225-6172-97685FD135E6}"/>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a:extLst>
                    <a:ext uri="{FF2B5EF4-FFF2-40B4-BE49-F238E27FC236}">
                      <a16:creationId xmlns:a16="http://schemas.microsoft.com/office/drawing/2014/main" id="{CA1BEF8D-9553-E805-DC7F-BF90A0C7365C}"/>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a:extLst>
                    <a:ext uri="{FF2B5EF4-FFF2-40B4-BE49-F238E27FC236}">
                      <a16:creationId xmlns:a16="http://schemas.microsoft.com/office/drawing/2014/main" id="{BA30D3D8-F034-84C9-1023-BDA3B0A7233B}"/>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a:extLst>
                <a:ext uri="{FF2B5EF4-FFF2-40B4-BE49-F238E27FC236}">
                  <a16:creationId xmlns:a16="http://schemas.microsoft.com/office/drawing/2014/main" id="{7FE7FB28-72DD-F93E-20C0-81F44F07AD25}"/>
                </a:ext>
              </a:extLst>
            </p:cNvPr>
            <p:cNvGrpSpPr>
              <a:grpSpLocks/>
            </p:cNvGrpSpPr>
            <p:nvPr/>
          </p:nvGrpSpPr>
          <p:grpSpPr bwMode="auto">
            <a:xfrm>
              <a:off x="4608" y="700"/>
              <a:ext cx="306" cy="90"/>
              <a:chOff x="748" y="2251"/>
              <a:chExt cx="306" cy="90"/>
            </a:xfrm>
          </p:grpSpPr>
          <p:sp>
            <p:nvSpPr>
              <p:cNvPr id="80" name="AutoShape 108">
                <a:extLst>
                  <a:ext uri="{FF2B5EF4-FFF2-40B4-BE49-F238E27FC236}">
                    <a16:creationId xmlns:a16="http://schemas.microsoft.com/office/drawing/2014/main" id="{AC253F6C-70D8-8A66-5447-513CCF15EDAF}"/>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a:extLst>
                  <a:ext uri="{FF2B5EF4-FFF2-40B4-BE49-F238E27FC236}">
                    <a16:creationId xmlns:a16="http://schemas.microsoft.com/office/drawing/2014/main" id="{7B8A17F6-B629-FC33-7738-8AD157AC78C8}"/>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a:extLst>
                  <a:ext uri="{FF2B5EF4-FFF2-40B4-BE49-F238E27FC236}">
                    <a16:creationId xmlns:a16="http://schemas.microsoft.com/office/drawing/2014/main" id="{16AD05F5-81CD-E382-4C54-17B880ADEB7D}"/>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a:extLst>
                  <a:ext uri="{FF2B5EF4-FFF2-40B4-BE49-F238E27FC236}">
                    <a16:creationId xmlns:a16="http://schemas.microsoft.com/office/drawing/2014/main" id="{8650B8D8-1115-4EAC-4837-1CED81CE9A23}"/>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a:extLst>
                  <a:ext uri="{FF2B5EF4-FFF2-40B4-BE49-F238E27FC236}">
                    <a16:creationId xmlns:a16="http://schemas.microsoft.com/office/drawing/2014/main" id="{1D6E5A66-49DE-98BA-7942-8B4AF1E76C33}"/>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a:extLst>
                  <a:ext uri="{FF2B5EF4-FFF2-40B4-BE49-F238E27FC236}">
                    <a16:creationId xmlns:a16="http://schemas.microsoft.com/office/drawing/2014/main" id="{5B5D7CD9-3435-0B8A-D54A-9D58F0514858}"/>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a:extLst>
              <a:ext uri="{FF2B5EF4-FFF2-40B4-BE49-F238E27FC236}">
                <a16:creationId xmlns:a16="http://schemas.microsoft.com/office/drawing/2014/main" id="{03261B83-1CA5-20AB-5B24-CF8C514A8C40}"/>
              </a:ext>
            </a:extLst>
          </p:cNvPr>
          <p:cNvGrpSpPr>
            <a:grpSpLocks/>
          </p:cNvGrpSpPr>
          <p:nvPr/>
        </p:nvGrpSpPr>
        <p:grpSpPr bwMode="auto">
          <a:xfrm>
            <a:off x="2614541" y="1973939"/>
            <a:ext cx="238398" cy="426132"/>
            <a:chOff x="4608" y="700"/>
            <a:chExt cx="306" cy="553"/>
          </a:xfrm>
        </p:grpSpPr>
        <p:grpSp>
          <p:nvGrpSpPr>
            <p:cNvPr id="103" name="Group 115">
              <a:extLst>
                <a:ext uri="{FF2B5EF4-FFF2-40B4-BE49-F238E27FC236}">
                  <a16:creationId xmlns:a16="http://schemas.microsoft.com/office/drawing/2014/main" id="{5BDF7AC6-DAAD-4417-DAE4-F128AB81AAC0}"/>
                </a:ext>
              </a:extLst>
            </p:cNvPr>
            <p:cNvGrpSpPr>
              <a:grpSpLocks/>
            </p:cNvGrpSpPr>
            <p:nvPr/>
          </p:nvGrpSpPr>
          <p:grpSpPr bwMode="auto">
            <a:xfrm>
              <a:off x="4694" y="784"/>
              <a:ext cx="134" cy="469"/>
              <a:chOff x="4740" y="784"/>
              <a:chExt cx="88" cy="692"/>
            </a:xfrm>
          </p:grpSpPr>
          <p:sp>
            <p:nvSpPr>
              <p:cNvPr id="111" name="Line 116">
                <a:extLst>
                  <a:ext uri="{FF2B5EF4-FFF2-40B4-BE49-F238E27FC236}">
                    <a16:creationId xmlns:a16="http://schemas.microsoft.com/office/drawing/2014/main" id="{CC0B38D9-075E-412F-D66D-08FD47B5EA95}"/>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a:extLst>
                  <a:ext uri="{FF2B5EF4-FFF2-40B4-BE49-F238E27FC236}">
                    <a16:creationId xmlns:a16="http://schemas.microsoft.com/office/drawing/2014/main" id="{DA5803A1-32A1-3393-00B6-A7C1B9FD065D}"/>
                  </a:ext>
                </a:extLst>
              </p:cNvPr>
              <p:cNvGrpSpPr>
                <a:grpSpLocks/>
              </p:cNvGrpSpPr>
              <p:nvPr/>
            </p:nvGrpSpPr>
            <p:grpSpPr bwMode="auto">
              <a:xfrm>
                <a:off x="4740" y="784"/>
                <a:ext cx="88" cy="692"/>
                <a:chOff x="4740" y="784"/>
                <a:chExt cx="88" cy="692"/>
              </a:xfrm>
            </p:grpSpPr>
            <p:sp>
              <p:nvSpPr>
                <p:cNvPr id="113" name="Line 118">
                  <a:extLst>
                    <a:ext uri="{FF2B5EF4-FFF2-40B4-BE49-F238E27FC236}">
                      <a16:creationId xmlns:a16="http://schemas.microsoft.com/office/drawing/2014/main" id="{0234AA51-A8D1-68F0-83BD-2CFA617B13EA}"/>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a:extLst>
                    <a:ext uri="{FF2B5EF4-FFF2-40B4-BE49-F238E27FC236}">
                      <a16:creationId xmlns:a16="http://schemas.microsoft.com/office/drawing/2014/main" id="{3CDF9FD1-0C54-747B-D633-A6218D64E828}"/>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a:extLst>
                    <a:ext uri="{FF2B5EF4-FFF2-40B4-BE49-F238E27FC236}">
                      <a16:creationId xmlns:a16="http://schemas.microsoft.com/office/drawing/2014/main" id="{B307D753-6915-B7DD-6349-A7DC567D2AD0}"/>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a:extLst>
                    <a:ext uri="{FF2B5EF4-FFF2-40B4-BE49-F238E27FC236}">
                      <a16:creationId xmlns:a16="http://schemas.microsoft.com/office/drawing/2014/main" id="{4F4BE855-2716-EF0B-C018-5783AD5A17EF}"/>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a:extLst>
                    <a:ext uri="{FF2B5EF4-FFF2-40B4-BE49-F238E27FC236}">
                      <a16:creationId xmlns:a16="http://schemas.microsoft.com/office/drawing/2014/main" id="{A45E2B35-5CB2-6F1C-3F8F-0DD6C72E76DB}"/>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a:extLst>
                    <a:ext uri="{FF2B5EF4-FFF2-40B4-BE49-F238E27FC236}">
                      <a16:creationId xmlns:a16="http://schemas.microsoft.com/office/drawing/2014/main" id="{9F31E80B-3C85-3FFA-7B8A-7A96FEF5C08E}"/>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a:extLst>
                    <a:ext uri="{FF2B5EF4-FFF2-40B4-BE49-F238E27FC236}">
                      <a16:creationId xmlns:a16="http://schemas.microsoft.com/office/drawing/2014/main" id="{893ECEE0-8B55-E9AB-81FB-1BD06C16A0C9}"/>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a:extLst>
                    <a:ext uri="{FF2B5EF4-FFF2-40B4-BE49-F238E27FC236}">
                      <a16:creationId xmlns:a16="http://schemas.microsoft.com/office/drawing/2014/main" id="{58BC71EF-A54A-A78F-B147-4715093151BA}"/>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a:extLst>
                    <a:ext uri="{FF2B5EF4-FFF2-40B4-BE49-F238E27FC236}">
                      <a16:creationId xmlns:a16="http://schemas.microsoft.com/office/drawing/2014/main" id="{BDC323E5-C3AD-E8D9-9ED3-D62FE1A6A388}"/>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a:extLst>
                    <a:ext uri="{FF2B5EF4-FFF2-40B4-BE49-F238E27FC236}">
                      <a16:creationId xmlns:a16="http://schemas.microsoft.com/office/drawing/2014/main" id="{62012F1D-476A-27CA-6A58-72648AF43384}"/>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a:extLst>
                    <a:ext uri="{FF2B5EF4-FFF2-40B4-BE49-F238E27FC236}">
                      <a16:creationId xmlns:a16="http://schemas.microsoft.com/office/drawing/2014/main" id="{77548A25-04C9-8A28-1F5A-B08B324FAC5E}"/>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a:extLst>
                    <a:ext uri="{FF2B5EF4-FFF2-40B4-BE49-F238E27FC236}">
                      <a16:creationId xmlns:a16="http://schemas.microsoft.com/office/drawing/2014/main" id="{5AAC105B-AEA1-713C-C1FF-B3462B148282}"/>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a:extLst>
                    <a:ext uri="{FF2B5EF4-FFF2-40B4-BE49-F238E27FC236}">
                      <a16:creationId xmlns:a16="http://schemas.microsoft.com/office/drawing/2014/main" id="{1E995955-CE69-DCFB-C11B-F83E2F86787D}"/>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a:extLst>
                    <a:ext uri="{FF2B5EF4-FFF2-40B4-BE49-F238E27FC236}">
                      <a16:creationId xmlns:a16="http://schemas.microsoft.com/office/drawing/2014/main" id="{EB4F727D-F7F4-2CAA-72E7-1939B2A2EC1F}"/>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a:extLst>
                <a:ext uri="{FF2B5EF4-FFF2-40B4-BE49-F238E27FC236}">
                  <a16:creationId xmlns:a16="http://schemas.microsoft.com/office/drawing/2014/main" id="{D47D646F-477A-D2F9-E0F5-7236F52A03E4}"/>
                </a:ext>
              </a:extLst>
            </p:cNvPr>
            <p:cNvGrpSpPr>
              <a:grpSpLocks/>
            </p:cNvGrpSpPr>
            <p:nvPr/>
          </p:nvGrpSpPr>
          <p:grpSpPr bwMode="auto">
            <a:xfrm>
              <a:off x="4608" y="700"/>
              <a:ext cx="306" cy="90"/>
              <a:chOff x="748" y="2251"/>
              <a:chExt cx="306" cy="90"/>
            </a:xfrm>
          </p:grpSpPr>
          <p:sp>
            <p:nvSpPr>
              <p:cNvPr id="105" name="AutoShape 133">
                <a:extLst>
                  <a:ext uri="{FF2B5EF4-FFF2-40B4-BE49-F238E27FC236}">
                    <a16:creationId xmlns:a16="http://schemas.microsoft.com/office/drawing/2014/main" id="{1DA2AC1B-441C-B957-EC5A-84F8AD30B46F}"/>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a:extLst>
                  <a:ext uri="{FF2B5EF4-FFF2-40B4-BE49-F238E27FC236}">
                    <a16:creationId xmlns:a16="http://schemas.microsoft.com/office/drawing/2014/main" id="{54626FF5-A64C-7D9E-4BF9-AA2466FA0DDD}"/>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a:extLst>
                  <a:ext uri="{FF2B5EF4-FFF2-40B4-BE49-F238E27FC236}">
                    <a16:creationId xmlns:a16="http://schemas.microsoft.com/office/drawing/2014/main" id="{86118950-738C-8AFD-6B30-4117CD895169}"/>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a:extLst>
                  <a:ext uri="{FF2B5EF4-FFF2-40B4-BE49-F238E27FC236}">
                    <a16:creationId xmlns:a16="http://schemas.microsoft.com/office/drawing/2014/main" id="{1CC54447-0C5F-76A7-4482-49275C9307D5}"/>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a:extLst>
                  <a:ext uri="{FF2B5EF4-FFF2-40B4-BE49-F238E27FC236}">
                    <a16:creationId xmlns:a16="http://schemas.microsoft.com/office/drawing/2014/main" id="{D8A94304-7154-2682-89CD-7C951408ABB8}"/>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a:extLst>
                  <a:ext uri="{FF2B5EF4-FFF2-40B4-BE49-F238E27FC236}">
                    <a16:creationId xmlns:a16="http://schemas.microsoft.com/office/drawing/2014/main" id="{0834DC53-6FEA-F0E7-467E-3623BC44728C}"/>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a:extLst>
              <a:ext uri="{FF2B5EF4-FFF2-40B4-BE49-F238E27FC236}">
                <a16:creationId xmlns:a16="http://schemas.microsoft.com/office/drawing/2014/main" id="{562174E0-87D3-40F2-0A8C-01315C6110AA}"/>
              </a:ext>
            </a:extLst>
          </p:cNvPr>
          <p:cNvGrpSpPr>
            <a:grpSpLocks/>
          </p:cNvGrpSpPr>
          <p:nvPr/>
        </p:nvGrpSpPr>
        <p:grpSpPr bwMode="auto">
          <a:xfrm>
            <a:off x="1658313" y="2582315"/>
            <a:ext cx="238398" cy="426132"/>
            <a:chOff x="4608" y="700"/>
            <a:chExt cx="306" cy="553"/>
          </a:xfrm>
        </p:grpSpPr>
        <p:grpSp>
          <p:nvGrpSpPr>
            <p:cNvPr id="128" name="Group 140">
              <a:extLst>
                <a:ext uri="{FF2B5EF4-FFF2-40B4-BE49-F238E27FC236}">
                  <a16:creationId xmlns:a16="http://schemas.microsoft.com/office/drawing/2014/main" id="{4395E5D2-32E6-93D2-8FD7-04CB277E79A4}"/>
                </a:ext>
              </a:extLst>
            </p:cNvPr>
            <p:cNvGrpSpPr>
              <a:grpSpLocks/>
            </p:cNvGrpSpPr>
            <p:nvPr/>
          </p:nvGrpSpPr>
          <p:grpSpPr bwMode="auto">
            <a:xfrm>
              <a:off x="4694" y="784"/>
              <a:ext cx="134" cy="469"/>
              <a:chOff x="4740" y="784"/>
              <a:chExt cx="88" cy="692"/>
            </a:xfrm>
          </p:grpSpPr>
          <p:sp>
            <p:nvSpPr>
              <p:cNvPr id="136" name="Line 141">
                <a:extLst>
                  <a:ext uri="{FF2B5EF4-FFF2-40B4-BE49-F238E27FC236}">
                    <a16:creationId xmlns:a16="http://schemas.microsoft.com/office/drawing/2014/main" id="{BFA422CF-6225-FF91-08A2-6C8DCFB200FE}"/>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a:extLst>
                  <a:ext uri="{FF2B5EF4-FFF2-40B4-BE49-F238E27FC236}">
                    <a16:creationId xmlns:a16="http://schemas.microsoft.com/office/drawing/2014/main" id="{80A11D23-5CB4-8CD9-05D7-E10DB684D6A3}"/>
                  </a:ext>
                </a:extLst>
              </p:cNvPr>
              <p:cNvGrpSpPr>
                <a:grpSpLocks/>
              </p:cNvGrpSpPr>
              <p:nvPr/>
            </p:nvGrpSpPr>
            <p:grpSpPr bwMode="auto">
              <a:xfrm>
                <a:off x="4740" y="784"/>
                <a:ext cx="88" cy="692"/>
                <a:chOff x="4740" y="784"/>
                <a:chExt cx="88" cy="692"/>
              </a:xfrm>
            </p:grpSpPr>
            <p:sp>
              <p:nvSpPr>
                <p:cNvPr id="138" name="Line 143">
                  <a:extLst>
                    <a:ext uri="{FF2B5EF4-FFF2-40B4-BE49-F238E27FC236}">
                      <a16:creationId xmlns:a16="http://schemas.microsoft.com/office/drawing/2014/main" id="{0E50F998-1694-E949-9F20-4BD2DA6E3A0C}"/>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a:extLst>
                    <a:ext uri="{FF2B5EF4-FFF2-40B4-BE49-F238E27FC236}">
                      <a16:creationId xmlns:a16="http://schemas.microsoft.com/office/drawing/2014/main" id="{8F49B769-7D3E-4782-9C33-841B39DFCCCC}"/>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a:extLst>
                    <a:ext uri="{FF2B5EF4-FFF2-40B4-BE49-F238E27FC236}">
                      <a16:creationId xmlns:a16="http://schemas.microsoft.com/office/drawing/2014/main" id="{9E2387B7-2D91-D2BE-E1E8-EB2F5E9CA4A9}"/>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a:extLst>
                    <a:ext uri="{FF2B5EF4-FFF2-40B4-BE49-F238E27FC236}">
                      <a16:creationId xmlns:a16="http://schemas.microsoft.com/office/drawing/2014/main" id="{4B91BBA8-2906-4031-57B6-F5591BDE2E13}"/>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a:extLst>
                    <a:ext uri="{FF2B5EF4-FFF2-40B4-BE49-F238E27FC236}">
                      <a16:creationId xmlns:a16="http://schemas.microsoft.com/office/drawing/2014/main" id="{F4EFFC47-5BCB-2676-63E7-BEDD7ACCDD29}"/>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a:extLst>
                    <a:ext uri="{FF2B5EF4-FFF2-40B4-BE49-F238E27FC236}">
                      <a16:creationId xmlns:a16="http://schemas.microsoft.com/office/drawing/2014/main" id="{5721CCBD-B9BE-DC25-9395-9DD0BAA0CFBB}"/>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a:extLst>
                    <a:ext uri="{FF2B5EF4-FFF2-40B4-BE49-F238E27FC236}">
                      <a16:creationId xmlns:a16="http://schemas.microsoft.com/office/drawing/2014/main" id="{A1E632EF-E320-D163-F555-3C9EBC16F07A}"/>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a:extLst>
                    <a:ext uri="{FF2B5EF4-FFF2-40B4-BE49-F238E27FC236}">
                      <a16:creationId xmlns:a16="http://schemas.microsoft.com/office/drawing/2014/main" id="{1E1AB5AF-95C8-A1BA-B772-562FE5DE2DAC}"/>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a:extLst>
                    <a:ext uri="{FF2B5EF4-FFF2-40B4-BE49-F238E27FC236}">
                      <a16:creationId xmlns:a16="http://schemas.microsoft.com/office/drawing/2014/main" id="{C6D6E126-7510-79BC-9131-839B399884AA}"/>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a:extLst>
                    <a:ext uri="{FF2B5EF4-FFF2-40B4-BE49-F238E27FC236}">
                      <a16:creationId xmlns:a16="http://schemas.microsoft.com/office/drawing/2014/main" id="{9E6C2D61-9E95-C26E-FA3A-190B02C0F721}"/>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a:extLst>
                    <a:ext uri="{FF2B5EF4-FFF2-40B4-BE49-F238E27FC236}">
                      <a16:creationId xmlns:a16="http://schemas.microsoft.com/office/drawing/2014/main" id="{4D531D25-6EE8-1C48-0A6B-11D6263F2F8F}"/>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a:extLst>
                    <a:ext uri="{FF2B5EF4-FFF2-40B4-BE49-F238E27FC236}">
                      <a16:creationId xmlns:a16="http://schemas.microsoft.com/office/drawing/2014/main" id="{DCE81BD2-0C5B-83E4-8DA6-B2C3BB02090A}"/>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a:extLst>
                    <a:ext uri="{FF2B5EF4-FFF2-40B4-BE49-F238E27FC236}">
                      <a16:creationId xmlns:a16="http://schemas.microsoft.com/office/drawing/2014/main" id="{A64C196B-097B-2F96-7097-12430D71623C}"/>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a:extLst>
                    <a:ext uri="{FF2B5EF4-FFF2-40B4-BE49-F238E27FC236}">
                      <a16:creationId xmlns:a16="http://schemas.microsoft.com/office/drawing/2014/main" id="{11D9A871-67A5-5E32-2846-E7F9AAEE9AAB}"/>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a:extLst>
                <a:ext uri="{FF2B5EF4-FFF2-40B4-BE49-F238E27FC236}">
                  <a16:creationId xmlns:a16="http://schemas.microsoft.com/office/drawing/2014/main" id="{EC25D80A-3BAB-9181-ACD4-B2CF16876E8E}"/>
                </a:ext>
              </a:extLst>
            </p:cNvPr>
            <p:cNvGrpSpPr>
              <a:grpSpLocks/>
            </p:cNvGrpSpPr>
            <p:nvPr/>
          </p:nvGrpSpPr>
          <p:grpSpPr bwMode="auto">
            <a:xfrm>
              <a:off x="4608" y="700"/>
              <a:ext cx="306" cy="90"/>
              <a:chOff x="748" y="2251"/>
              <a:chExt cx="306" cy="90"/>
            </a:xfrm>
          </p:grpSpPr>
          <p:sp>
            <p:nvSpPr>
              <p:cNvPr id="130" name="AutoShape 158">
                <a:extLst>
                  <a:ext uri="{FF2B5EF4-FFF2-40B4-BE49-F238E27FC236}">
                    <a16:creationId xmlns:a16="http://schemas.microsoft.com/office/drawing/2014/main" id="{2F22449C-12FD-9437-F090-7880DECFCBA0}"/>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a:extLst>
                  <a:ext uri="{FF2B5EF4-FFF2-40B4-BE49-F238E27FC236}">
                    <a16:creationId xmlns:a16="http://schemas.microsoft.com/office/drawing/2014/main" id="{CACC98F2-A765-5087-84B0-C6C567D57DC6}"/>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a:extLst>
                  <a:ext uri="{FF2B5EF4-FFF2-40B4-BE49-F238E27FC236}">
                    <a16:creationId xmlns:a16="http://schemas.microsoft.com/office/drawing/2014/main" id="{29A3E00E-3A28-FC6C-DF58-9C884B5BA930}"/>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a:extLst>
                  <a:ext uri="{FF2B5EF4-FFF2-40B4-BE49-F238E27FC236}">
                    <a16:creationId xmlns:a16="http://schemas.microsoft.com/office/drawing/2014/main" id="{663E9679-EC50-2095-C9DA-4C6599640C82}"/>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a:extLst>
                  <a:ext uri="{FF2B5EF4-FFF2-40B4-BE49-F238E27FC236}">
                    <a16:creationId xmlns:a16="http://schemas.microsoft.com/office/drawing/2014/main" id="{3C38D58F-0A52-FF34-9681-46E573CAE132}"/>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a:extLst>
                  <a:ext uri="{FF2B5EF4-FFF2-40B4-BE49-F238E27FC236}">
                    <a16:creationId xmlns:a16="http://schemas.microsoft.com/office/drawing/2014/main" id="{74AF883C-A08E-765F-AFE5-CF84C2E7CAF0}"/>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a:extLst>
              <a:ext uri="{FF2B5EF4-FFF2-40B4-BE49-F238E27FC236}">
                <a16:creationId xmlns:a16="http://schemas.microsoft.com/office/drawing/2014/main" id="{BCA3D10C-B7E3-2182-F317-0FA7A2B93475}"/>
              </a:ext>
            </a:extLst>
          </p:cNvPr>
          <p:cNvGrpSpPr>
            <a:grpSpLocks/>
          </p:cNvGrpSpPr>
          <p:nvPr/>
        </p:nvGrpSpPr>
        <p:grpSpPr bwMode="auto">
          <a:xfrm>
            <a:off x="2077157" y="2886503"/>
            <a:ext cx="238398" cy="426132"/>
            <a:chOff x="4608" y="700"/>
            <a:chExt cx="306" cy="553"/>
          </a:xfrm>
        </p:grpSpPr>
        <p:grpSp>
          <p:nvGrpSpPr>
            <p:cNvPr id="153" name="Group 165">
              <a:extLst>
                <a:ext uri="{FF2B5EF4-FFF2-40B4-BE49-F238E27FC236}">
                  <a16:creationId xmlns:a16="http://schemas.microsoft.com/office/drawing/2014/main" id="{DB6C11F5-DAC8-0E13-1249-D09B10D81045}"/>
                </a:ext>
              </a:extLst>
            </p:cNvPr>
            <p:cNvGrpSpPr>
              <a:grpSpLocks/>
            </p:cNvGrpSpPr>
            <p:nvPr/>
          </p:nvGrpSpPr>
          <p:grpSpPr bwMode="auto">
            <a:xfrm>
              <a:off x="4694" y="784"/>
              <a:ext cx="134" cy="469"/>
              <a:chOff x="4740" y="784"/>
              <a:chExt cx="88" cy="692"/>
            </a:xfrm>
          </p:grpSpPr>
          <p:sp>
            <p:nvSpPr>
              <p:cNvPr id="161" name="Line 166">
                <a:extLst>
                  <a:ext uri="{FF2B5EF4-FFF2-40B4-BE49-F238E27FC236}">
                    <a16:creationId xmlns:a16="http://schemas.microsoft.com/office/drawing/2014/main" id="{88CD3061-81DD-2329-8009-DE34EB09B2DD}"/>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a:extLst>
                  <a:ext uri="{FF2B5EF4-FFF2-40B4-BE49-F238E27FC236}">
                    <a16:creationId xmlns:a16="http://schemas.microsoft.com/office/drawing/2014/main" id="{B401F85C-D199-4997-EACD-B2173EA247FE}"/>
                  </a:ext>
                </a:extLst>
              </p:cNvPr>
              <p:cNvGrpSpPr>
                <a:grpSpLocks/>
              </p:cNvGrpSpPr>
              <p:nvPr/>
            </p:nvGrpSpPr>
            <p:grpSpPr bwMode="auto">
              <a:xfrm>
                <a:off x="4740" y="784"/>
                <a:ext cx="88" cy="692"/>
                <a:chOff x="4740" y="784"/>
                <a:chExt cx="88" cy="692"/>
              </a:xfrm>
            </p:grpSpPr>
            <p:sp>
              <p:nvSpPr>
                <p:cNvPr id="163" name="Line 168">
                  <a:extLst>
                    <a:ext uri="{FF2B5EF4-FFF2-40B4-BE49-F238E27FC236}">
                      <a16:creationId xmlns:a16="http://schemas.microsoft.com/office/drawing/2014/main" id="{E395F5D5-C78C-1A26-4253-1E44581F8FB8}"/>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a:extLst>
                    <a:ext uri="{FF2B5EF4-FFF2-40B4-BE49-F238E27FC236}">
                      <a16:creationId xmlns:a16="http://schemas.microsoft.com/office/drawing/2014/main" id="{F30B7CD0-4682-267B-83F3-85BA31561C41}"/>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a:extLst>
                    <a:ext uri="{FF2B5EF4-FFF2-40B4-BE49-F238E27FC236}">
                      <a16:creationId xmlns:a16="http://schemas.microsoft.com/office/drawing/2014/main" id="{54EC1265-DFBE-BC37-71D3-9305915A0807}"/>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a:extLst>
                    <a:ext uri="{FF2B5EF4-FFF2-40B4-BE49-F238E27FC236}">
                      <a16:creationId xmlns:a16="http://schemas.microsoft.com/office/drawing/2014/main" id="{08663D61-4708-AEB0-1337-0D2FE6E0C3FB}"/>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a:extLst>
                    <a:ext uri="{FF2B5EF4-FFF2-40B4-BE49-F238E27FC236}">
                      <a16:creationId xmlns:a16="http://schemas.microsoft.com/office/drawing/2014/main" id="{A28D3569-CF72-0A66-ADD2-AABC05E593AD}"/>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a:extLst>
                    <a:ext uri="{FF2B5EF4-FFF2-40B4-BE49-F238E27FC236}">
                      <a16:creationId xmlns:a16="http://schemas.microsoft.com/office/drawing/2014/main" id="{2C783048-0D1C-92CE-B9C9-54E2CC10635E}"/>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a:extLst>
                    <a:ext uri="{FF2B5EF4-FFF2-40B4-BE49-F238E27FC236}">
                      <a16:creationId xmlns:a16="http://schemas.microsoft.com/office/drawing/2014/main" id="{76FA1F95-0111-65D5-8516-1C5F08596F4C}"/>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a:extLst>
                    <a:ext uri="{FF2B5EF4-FFF2-40B4-BE49-F238E27FC236}">
                      <a16:creationId xmlns:a16="http://schemas.microsoft.com/office/drawing/2014/main" id="{C55C15C2-ED09-1095-00CA-6D4067487E5F}"/>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a:extLst>
                    <a:ext uri="{FF2B5EF4-FFF2-40B4-BE49-F238E27FC236}">
                      <a16:creationId xmlns:a16="http://schemas.microsoft.com/office/drawing/2014/main" id="{4EC30891-C6E8-81BC-4E28-498AFDA28D6F}"/>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a:extLst>
                    <a:ext uri="{FF2B5EF4-FFF2-40B4-BE49-F238E27FC236}">
                      <a16:creationId xmlns:a16="http://schemas.microsoft.com/office/drawing/2014/main" id="{5DF15B46-D685-E7B1-FE35-8CE842D19BCD}"/>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a:extLst>
                    <a:ext uri="{FF2B5EF4-FFF2-40B4-BE49-F238E27FC236}">
                      <a16:creationId xmlns:a16="http://schemas.microsoft.com/office/drawing/2014/main" id="{2DDECDFD-711B-1511-F826-DBB4811B8300}"/>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a:extLst>
                    <a:ext uri="{FF2B5EF4-FFF2-40B4-BE49-F238E27FC236}">
                      <a16:creationId xmlns:a16="http://schemas.microsoft.com/office/drawing/2014/main" id="{36CF1E06-267A-FEDD-A6C9-D24732C09EBB}"/>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a:extLst>
                    <a:ext uri="{FF2B5EF4-FFF2-40B4-BE49-F238E27FC236}">
                      <a16:creationId xmlns:a16="http://schemas.microsoft.com/office/drawing/2014/main" id="{4C9F30DB-E6AC-8BBA-CA9B-F9EA39A7B858}"/>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a:extLst>
                    <a:ext uri="{FF2B5EF4-FFF2-40B4-BE49-F238E27FC236}">
                      <a16:creationId xmlns:a16="http://schemas.microsoft.com/office/drawing/2014/main" id="{6642AAF7-5F09-0733-DFE1-1AE0BD4E4591}"/>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a:extLst>
                <a:ext uri="{FF2B5EF4-FFF2-40B4-BE49-F238E27FC236}">
                  <a16:creationId xmlns:a16="http://schemas.microsoft.com/office/drawing/2014/main" id="{C959580B-4B9A-CBFD-BD34-8D6D11DD2A22}"/>
                </a:ext>
              </a:extLst>
            </p:cNvPr>
            <p:cNvGrpSpPr>
              <a:grpSpLocks/>
            </p:cNvGrpSpPr>
            <p:nvPr/>
          </p:nvGrpSpPr>
          <p:grpSpPr bwMode="auto">
            <a:xfrm>
              <a:off x="4608" y="700"/>
              <a:ext cx="306" cy="90"/>
              <a:chOff x="748" y="2251"/>
              <a:chExt cx="306" cy="90"/>
            </a:xfrm>
          </p:grpSpPr>
          <p:sp>
            <p:nvSpPr>
              <p:cNvPr id="155" name="AutoShape 183">
                <a:extLst>
                  <a:ext uri="{FF2B5EF4-FFF2-40B4-BE49-F238E27FC236}">
                    <a16:creationId xmlns:a16="http://schemas.microsoft.com/office/drawing/2014/main" id="{617F0448-0B82-2338-4F12-DB1773369690}"/>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a:extLst>
                  <a:ext uri="{FF2B5EF4-FFF2-40B4-BE49-F238E27FC236}">
                    <a16:creationId xmlns:a16="http://schemas.microsoft.com/office/drawing/2014/main" id="{505A9066-AD22-D5AD-084F-9BB6AF15460D}"/>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a:extLst>
                  <a:ext uri="{FF2B5EF4-FFF2-40B4-BE49-F238E27FC236}">
                    <a16:creationId xmlns:a16="http://schemas.microsoft.com/office/drawing/2014/main" id="{8B27DEA9-B7AD-8ABD-0ABC-E80459239A0E}"/>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a:extLst>
                  <a:ext uri="{FF2B5EF4-FFF2-40B4-BE49-F238E27FC236}">
                    <a16:creationId xmlns:a16="http://schemas.microsoft.com/office/drawing/2014/main" id="{B6AD02EC-BC7F-74B4-D2A9-1BBCE5EE7440}"/>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a:extLst>
                  <a:ext uri="{FF2B5EF4-FFF2-40B4-BE49-F238E27FC236}">
                    <a16:creationId xmlns:a16="http://schemas.microsoft.com/office/drawing/2014/main" id="{4109AB80-E037-03E1-45B5-644BD9F5B40F}"/>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a:extLst>
                  <a:ext uri="{FF2B5EF4-FFF2-40B4-BE49-F238E27FC236}">
                    <a16:creationId xmlns:a16="http://schemas.microsoft.com/office/drawing/2014/main" id="{D14CFBA6-9291-E059-036A-C0A67E368752}"/>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a:extLst>
              <a:ext uri="{FF2B5EF4-FFF2-40B4-BE49-F238E27FC236}">
                <a16:creationId xmlns:a16="http://schemas.microsoft.com/office/drawing/2014/main" id="{DC8D920F-5F51-D873-5B81-FA3357E922CA}"/>
              </a:ext>
            </a:extLst>
          </p:cNvPr>
          <p:cNvGrpSpPr>
            <a:grpSpLocks/>
          </p:cNvGrpSpPr>
          <p:nvPr/>
        </p:nvGrpSpPr>
        <p:grpSpPr bwMode="auto">
          <a:xfrm>
            <a:off x="2555270" y="2582315"/>
            <a:ext cx="238399" cy="426132"/>
            <a:chOff x="4608" y="700"/>
            <a:chExt cx="306" cy="553"/>
          </a:xfrm>
        </p:grpSpPr>
        <p:grpSp>
          <p:nvGrpSpPr>
            <p:cNvPr id="178" name="Group 215">
              <a:extLst>
                <a:ext uri="{FF2B5EF4-FFF2-40B4-BE49-F238E27FC236}">
                  <a16:creationId xmlns:a16="http://schemas.microsoft.com/office/drawing/2014/main" id="{4DFA0A0E-5973-8887-6558-9E3917F7E30A}"/>
                </a:ext>
              </a:extLst>
            </p:cNvPr>
            <p:cNvGrpSpPr>
              <a:grpSpLocks/>
            </p:cNvGrpSpPr>
            <p:nvPr/>
          </p:nvGrpSpPr>
          <p:grpSpPr bwMode="auto">
            <a:xfrm>
              <a:off x="4694" y="784"/>
              <a:ext cx="134" cy="469"/>
              <a:chOff x="4740" y="784"/>
              <a:chExt cx="88" cy="692"/>
            </a:xfrm>
          </p:grpSpPr>
          <p:sp>
            <p:nvSpPr>
              <p:cNvPr id="186" name="Line 216">
                <a:extLst>
                  <a:ext uri="{FF2B5EF4-FFF2-40B4-BE49-F238E27FC236}">
                    <a16:creationId xmlns:a16="http://schemas.microsoft.com/office/drawing/2014/main" id="{E7AD4F28-BA3E-F8DC-7328-4192C77B4A03}"/>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a:extLst>
                  <a:ext uri="{FF2B5EF4-FFF2-40B4-BE49-F238E27FC236}">
                    <a16:creationId xmlns:a16="http://schemas.microsoft.com/office/drawing/2014/main" id="{6C0D0765-1014-6C76-0029-EF7607090EA1}"/>
                  </a:ext>
                </a:extLst>
              </p:cNvPr>
              <p:cNvGrpSpPr>
                <a:grpSpLocks/>
              </p:cNvGrpSpPr>
              <p:nvPr/>
            </p:nvGrpSpPr>
            <p:grpSpPr bwMode="auto">
              <a:xfrm>
                <a:off x="4740" y="784"/>
                <a:ext cx="88" cy="692"/>
                <a:chOff x="4740" y="784"/>
                <a:chExt cx="88" cy="692"/>
              </a:xfrm>
            </p:grpSpPr>
            <p:sp>
              <p:nvSpPr>
                <p:cNvPr id="188" name="Line 218">
                  <a:extLst>
                    <a:ext uri="{FF2B5EF4-FFF2-40B4-BE49-F238E27FC236}">
                      <a16:creationId xmlns:a16="http://schemas.microsoft.com/office/drawing/2014/main" id="{F6C2CE18-56BA-C32F-B2CB-BBD8A4EFE7D9}"/>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a:extLst>
                    <a:ext uri="{FF2B5EF4-FFF2-40B4-BE49-F238E27FC236}">
                      <a16:creationId xmlns:a16="http://schemas.microsoft.com/office/drawing/2014/main" id="{0D1B7E39-65E7-9E30-90B2-3A38401571C8}"/>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a:extLst>
                    <a:ext uri="{FF2B5EF4-FFF2-40B4-BE49-F238E27FC236}">
                      <a16:creationId xmlns:a16="http://schemas.microsoft.com/office/drawing/2014/main" id="{F2CAA0A7-365C-6CEE-AFD1-F627094284E6}"/>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a:extLst>
                    <a:ext uri="{FF2B5EF4-FFF2-40B4-BE49-F238E27FC236}">
                      <a16:creationId xmlns:a16="http://schemas.microsoft.com/office/drawing/2014/main" id="{5112CC7D-8BF2-034F-BEF0-9F91969690CB}"/>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a:extLst>
                    <a:ext uri="{FF2B5EF4-FFF2-40B4-BE49-F238E27FC236}">
                      <a16:creationId xmlns:a16="http://schemas.microsoft.com/office/drawing/2014/main" id="{0680D4A1-821B-97BF-AEB2-B5BDC11C2CEA}"/>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a:extLst>
                    <a:ext uri="{FF2B5EF4-FFF2-40B4-BE49-F238E27FC236}">
                      <a16:creationId xmlns:a16="http://schemas.microsoft.com/office/drawing/2014/main" id="{2560C184-9738-BD64-4A73-6D2B855677B7}"/>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a:extLst>
                    <a:ext uri="{FF2B5EF4-FFF2-40B4-BE49-F238E27FC236}">
                      <a16:creationId xmlns:a16="http://schemas.microsoft.com/office/drawing/2014/main" id="{3B624631-77E1-6540-6EAA-2047F638A8D8}"/>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a:extLst>
                    <a:ext uri="{FF2B5EF4-FFF2-40B4-BE49-F238E27FC236}">
                      <a16:creationId xmlns:a16="http://schemas.microsoft.com/office/drawing/2014/main" id="{303927B4-CDB4-D434-0D03-813DF71600B8}"/>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a:extLst>
                    <a:ext uri="{FF2B5EF4-FFF2-40B4-BE49-F238E27FC236}">
                      <a16:creationId xmlns:a16="http://schemas.microsoft.com/office/drawing/2014/main" id="{28FE826B-E936-66C0-6198-495F4D8C7A1B}"/>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a:extLst>
                    <a:ext uri="{FF2B5EF4-FFF2-40B4-BE49-F238E27FC236}">
                      <a16:creationId xmlns:a16="http://schemas.microsoft.com/office/drawing/2014/main" id="{10BF6FAE-AF48-30A1-89B6-82E64C39D856}"/>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a:extLst>
                    <a:ext uri="{FF2B5EF4-FFF2-40B4-BE49-F238E27FC236}">
                      <a16:creationId xmlns:a16="http://schemas.microsoft.com/office/drawing/2014/main" id="{63C81B7B-F55D-378A-1B4F-A51E8AEF4E5E}"/>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a:extLst>
                    <a:ext uri="{FF2B5EF4-FFF2-40B4-BE49-F238E27FC236}">
                      <a16:creationId xmlns:a16="http://schemas.microsoft.com/office/drawing/2014/main" id="{F2A4BF57-18AB-1792-93F4-49876D568526}"/>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a:extLst>
                    <a:ext uri="{FF2B5EF4-FFF2-40B4-BE49-F238E27FC236}">
                      <a16:creationId xmlns:a16="http://schemas.microsoft.com/office/drawing/2014/main" id="{618D2C4B-498B-39D5-6B23-168DF719AC20}"/>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a:extLst>
                    <a:ext uri="{FF2B5EF4-FFF2-40B4-BE49-F238E27FC236}">
                      <a16:creationId xmlns:a16="http://schemas.microsoft.com/office/drawing/2014/main" id="{81791E10-E5DD-8F94-EA15-6041CF06F4B8}"/>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a:extLst>
                <a:ext uri="{FF2B5EF4-FFF2-40B4-BE49-F238E27FC236}">
                  <a16:creationId xmlns:a16="http://schemas.microsoft.com/office/drawing/2014/main" id="{A638CD44-5C16-26EB-BE6D-E78C4CC71A05}"/>
                </a:ext>
              </a:extLst>
            </p:cNvPr>
            <p:cNvGrpSpPr>
              <a:grpSpLocks/>
            </p:cNvGrpSpPr>
            <p:nvPr/>
          </p:nvGrpSpPr>
          <p:grpSpPr bwMode="auto">
            <a:xfrm>
              <a:off x="4608" y="700"/>
              <a:ext cx="306" cy="90"/>
              <a:chOff x="748" y="2251"/>
              <a:chExt cx="306" cy="90"/>
            </a:xfrm>
          </p:grpSpPr>
          <p:sp>
            <p:nvSpPr>
              <p:cNvPr id="180" name="AutoShape 233">
                <a:extLst>
                  <a:ext uri="{FF2B5EF4-FFF2-40B4-BE49-F238E27FC236}">
                    <a16:creationId xmlns:a16="http://schemas.microsoft.com/office/drawing/2014/main" id="{84C04615-4AE7-4F73-C241-0C9697B2B4E6}"/>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a:extLst>
                  <a:ext uri="{FF2B5EF4-FFF2-40B4-BE49-F238E27FC236}">
                    <a16:creationId xmlns:a16="http://schemas.microsoft.com/office/drawing/2014/main" id="{1293F468-7F6C-173A-04C4-1BD36127DF53}"/>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a:extLst>
                  <a:ext uri="{FF2B5EF4-FFF2-40B4-BE49-F238E27FC236}">
                    <a16:creationId xmlns:a16="http://schemas.microsoft.com/office/drawing/2014/main" id="{E35BD83A-1707-2BC7-6F90-4E9675CF1B8C}"/>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a:extLst>
                  <a:ext uri="{FF2B5EF4-FFF2-40B4-BE49-F238E27FC236}">
                    <a16:creationId xmlns:a16="http://schemas.microsoft.com/office/drawing/2014/main" id="{F9F0186A-F4CA-7B2F-3BCB-5E6A1BBE86ED}"/>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a:extLst>
                  <a:ext uri="{FF2B5EF4-FFF2-40B4-BE49-F238E27FC236}">
                    <a16:creationId xmlns:a16="http://schemas.microsoft.com/office/drawing/2014/main" id="{DCE001A9-2FE4-0118-521F-21EF9E7A1C26}"/>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a:extLst>
                  <a:ext uri="{FF2B5EF4-FFF2-40B4-BE49-F238E27FC236}">
                    <a16:creationId xmlns:a16="http://schemas.microsoft.com/office/drawing/2014/main" id="{A2195150-C542-2F45-B79E-CFE542FCE8C3}"/>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a:extLst>
              <a:ext uri="{FF2B5EF4-FFF2-40B4-BE49-F238E27FC236}">
                <a16:creationId xmlns:a16="http://schemas.microsoft.com/office/drawing/2014/main" id="{35B5FC8F-828E-B3B1-5990-68DF845DF413}"/>
              </a:ext>
            </a:extLst>
          </p:cNvPr>
          <p:cNvGrpSpPr>
            <a:grpSpLocks/>
          </p:cNvGrpSpPr>
          <p:nvPr/>
        </p:nvGrpSpPr>
        <p:grpSpPr bwMode="auto">
          <a:xfrm>
            <a:off x="1388304" y="2152163"/>
            <a:ext cx="169909" cy="352430"/>
            <a:chOff x="4186" y="1736"/>
            <a:chExt cx="229" cy="461"/>
          </a:xfrm>
        </p:grpSpPr>
        <p:pic>
          <p:nvPicPr>
            <p:cNvPr id="203" name="Picture 5" descr="icon-mobile-phone">
              <a:extLst>
                <a:ext uri="{FF2B5EF4-FFF2-40B4-BE49-F238E27FC236}">
                  <a16:creationId xmlns:a16="http://schemas.microsoft.com/office/drawing/2014/main" id="{BAA6B70F-CD02-22A7-F2B4-C2BFF20BB59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a:extLst>
                <a:ext uri="{FF2B5EF4-FFF2-40B4-BE49-F238E27FC236}">
                  <a16:creationId xmlns:a16="http://schemas.microsoft.com/office/drawing/2014/main" id="{FFCAA24D-86F7-B8E1-E0AE-33908471753E}"/>
                </a:ext>
              </a:extLst>
            </p:cNvPr>
            <p:cNvGrpSpPr>
              <a:grpSpLocks/>
            </p:cNvGrpSpPr>
            <p:nvPr/>
          </p:nvGrpSpPr>
          <p:grpSpPr bwMode="auto">
            <a:xfrm>
              <a:off x="4186" y="1736"/>
              <a:ext cx="198" cy="79"/>
              <a:chOff x="4513" y="1707"/>
              <a:chExt cx="198" cy="177"/>
            </a:xfrm>
          </p:grpSpPr>
          <p:sp>
            <p:nvSpPr>
              <p:cNvPr id="205" name="AutoShape 7">
                <a:extLst>
                  <a:ext uri="{FF2B5EF4-FFF2-40B4-BE49-F238E27FC236}">
                    <a16:creationId xmlns:a16="http://schemas.microsoft.com/office/drawing/2014/main" id="{419AD18D-4BA4-E572-6E8A-D035038EAE8E}"/>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a:extLst>
                  <a:ext uri="{FF2B5EF4-FFF2-40B4-BE49-F238E27FC236}">
                    <a16:creationId xmlns:a16="http://schemas.microsoft.com/office/drawing/2014/main" id="{B9D003E6-B035-312B-3A6E-EAF5CB571071}"/>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a:extLst>
                  <a:ext uri="{FF2B5EF4-FFF2-40B4-BE49-F238E27FC236}">
                    <a16:creationId xmlns:a16="http://schemas.microsoft.com/office/drawing/2014/main" id="{59E1B467-BCB2-A247-AEEE-36F76D8D9DD6}"/>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a:extLst>
              <a:ext uri="{FF2B5EF4-FFF2-40B4-BE49-F238E27FC236}">
                <a16:creationId xmlns:a16="http://schemas.microsoft.com/office/drawing/2014/main" id="{263B5CFC-F356-734D-0602-3ECF2F2C3437}"/>
              </a:ext>
            </a:extLst>
          </p:cNvPr>
          <p:cNvGrpSpPr>
            <a:grpSpLocks/>
          </p:cNvGrpSpPr>
          <p:nvPr/>
        </p:nvGrpSpPr>
        <p:grpSpPr bwMode="auto">
          <a:xfrm>
            <a:off x="2376142" y="2217825"/>
            <a:ext cx="169909" cy="352429"/>
            <a:chOff x="4186" y="1736"/>
            <a:chExt cx="229" cy="461"/>
          </a:xfrm>
        </p:grpSpPr>
        <p:pic>
          <p:nvPicPr>
            <p:cNvPr id="209" name="Picture 390" descr="icon-mobile-phone">
              <a:extLst>
                <a:ext uri="{FF2B5EF4-FFF2-40B4-BE49-F238E27FC236}">
                  <a16:creationId xmlns:a16="http://schemas.microsoft.com/office/drawing/2014/main" id="{72312535-15E3-AEB4-AB96-DFE1EBC8A19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a:extLst>
                <a:ext uri="{FF2B5EF4-FFF2-40B4-BE49-F238E27FC236}">
                  <a16:creationId xmlns:a16="http://schemas.microsoft.com/office/drawing/2014/main" id="{1DFD47D2-7CC9-7606-9028-729F7B09C7DD}"/>
                </a:ext>
              </a:extLst>
            </p:cNvPr>
            <p:cNvGrpSpPr>
              <a:grpSpLocks/>
            </p:cNvGrpSpPr>
            <p:nvPr/>
          </p:nvGrpSpPr>
          <p:grpSpPr bwMode="auto">
            <a:xfrm>
              <a:off x="4186" y="1736"/>
              <a:ext cx="198" cy="79"/>
              <a:chOff x="4513" y="1707"/>
              <a:chExt cx="198" cy="177"/>
            </a:xfrm>
          </p:grpSpPr>
          <p:sp>
            <p:nvSpPr>
              <p:cNvPr id="211" name="AutoShape 392">
                <a:extLst>
                  <a:ext uri="{FF2B5EF4-FFF2-40B4-BE49-F238E27FC236}">
                    <a16:creationId xmlns:a16="http://schemas.microsoft.com/office/drawing/2014/main" id="{E1BCEC4F-68DD-D646-FDFA-477B05D6CA00}"/>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a:extLst>
                  <a:ext uri="{FF2B5EF4-FFF2-40B4-BE49-F238E27FC236}">
                    <a16:creationId xmlns:a16="http://schemas.microsoft.com/office/drawing/2014/main" id="{3DE8585C-33AC-AFDF-A6CD-D64F91C44963}"/>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a:extLst>
                  <a:ext uri="{FF2B5EF4-FFF2-40B4-BE49-F238E27FC236}">
                    <a16:creationId xmlns:a16="http://schemas.microsoft.com/office/drawing/2014/main" id="{E6F268F8-89B5-2635-E3D4-668AA42350E2}"/>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a:extLst>
              <a:ext uri="{FF2B5EF4-FFF2-40B4-BE49-F238E27FC236}">
                <a16:creationId xmlns:a16="http://schemas.microsoft.com/office/drawing/2014/main" id="{1DE4F644-243D-6184-4BCD-40B8D788245F}"/>
              </a:ext>
            </a:extLst>
          </p:cNvPr>
          <p:cNvGrpSpPr>
            <a:grpSpLocks/>
          </p:cNvGrpSpPr>
          <p:nvPr/>
        </p:nvGrpSpPr>
        <p:grpSpPr bwMode="auto">
          <a:xfrm>
            <a:off x="1898029" y="1913636"/>
            <a:ext cx="169908" cy="352430"/>
            <a:chOff x="4186" y="1736"/>
            <a:chExt cx="229" cy="461"/>
          </a:xfrm>
        </p:grpSpPr>
        <p:pic>
          <p:nvPicPr>
            <p:cNvPr id="215" name="Picture 396" descr="icon-mobile-phone">
              <a:extLst>
                <a:ext uri="{FF2B5EF4-FFF2-40B4-BE49-F238E27FC236}">
                  <a16:creationId xmlns:a16="http://schemas.microsoft.com/office/drawing/2014/main" id="{45C87C41-EDD3-4759-585F-24FC24DF006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a:extLst>
                <a:ext uri="{FF2B5EF4-FFF2-40B4-BE49-F238E27FC236}">
                  <a16:creationId xmlns:a16="http://schemas.microsoft.com/office/drawing/2014/main" id="{274E7DB1-0D8C-0CAE-88FB-0B47AC7C002C}"/>
                </a:ext>
              </a:extLst>
            </p:cNvPr>
            <p:cNvGrpSpPr>
              <a:grpSpLocks/>
            </p:cNvGrpSpPr>
            <p:nvPr/>
          </p:nvGrpSpPr>
          <p:grpSpPr bwMode="auto">
            <a:xfrm>
              <a:off x="4186" y="1736"/>
              <a:ext cx="198" cy="79"/>
              <a:chOff x="4513" y="1707"/>
              <a:chExt cx="198" cy="177"/>
            </a:xfrm>
          </p:grpSpPr>
          <p:sp>
            <p:nvSpPr>
              <p:cNvPr id="217" name="AutoShape 398">
                <a:extLst>
                  <a:ext uri="{FF2B5EF4-FFF2-40B4-BE49-F238E27FC236}">
                    <a16:creationId xmlns:a16="http://schemas.microsoft.com/office/drawing/2014/main" id="{B929A9EA-101E-C744-CE2C-76F1B880CF68}"/>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a:extLst>
                  <a:ext uri="{FF2B5EF4-FFF2-40B4-BE49-F238E27FC236}">
                    <a16:creationId xmlns:a16="http://schemas.microsoft.com/office/drawing/2014/main" id="{1195EB1F-892C-0F3E-0430-F8921958290F}"/>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a:extLst>
                  <a:ext uri="{FF2B5EF4-FFF2-40B4-BE49-F238E27FC236}">
                    <a16:creationId xmlns:a16="http://schemas.microsoft.com/office/drawing/2014/main" id="{FF1B6E4E-1FC3-56A4-E512-219E8DFD6188}"/>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a:extLst>
              <a:ext uri="{FF2B5EF4-FFF2-40B4-BE49-F238E27FC236}">
                <a16:creationId xmlns:a16="http://schemas.microsoft.com/office/drawing/2014/main" id="{4039B1F2-BDFB-AB3A-2C34-AD241E4DEE96}"/>
              </a:ext>
            </a:extLst>
          </p:cNvPr>
          <p:cNvGrpSpPr>
            <a:grpSpLocks/>
          </p:cNvGrpSpPr>
          <p:nvPr/>
        </p:nvGrpSpPr>
        <p:grpSpPr bwMode="auto">
          <a:xfrm>
            <a:off x="1419915" y="2704258"/>
            <a:ext cx="169909" cy="352430"/>
            <a:chOff x="4186" y="1736"/>
            <a:chExt cx="229" cy="461"/>
          </a:xfrm>
        </p:grpSpPr>
        <p:pic>
          <p:nvPicPr>
            <p:cNvPr id="221" name="Picture 402" descr="icon-mobile-phone">
              <a:extLst>
                <a:ext uri="{FF2B5EF4-FFF2-40B4-BE49-F238E27FC236}">
                  <a16:creationId xmlns:a16="http://schemas.microsoft.com/office/drawing/2014/main" id="{304C5B56-F608-DEFA-3A7B-12EA1EBB1DE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a:extLst>
                <a:ext uri="{FF2B5EF4-FFF2-40B4-BE49-F238E27FC236}">
                  <a16:creationId xmlns:a16="http://schemas.microsoft.com/office/drawing/2014/main" id="{6E165F4C-B45A-B29B-4011-C8EC8594204D}"/>
                </a:ext>
              </a:extLst>
            </p:cNvPr>
            <p:cNvGrpSpPr>
              <a:grpSpLocks/>
            </p:cNvGrpSpPr>
            <p:nvPr/>
          </p:nvGrpSpPr>
          <p:grpSpPr bwMode="auto">
            <a:xfrm>
              <a:off x="4186" y="1736"/>
              <a:ext cx="198" cy="79"/>
              <a:chOff x="4513" y="1707"/>
              <a:chExt cx="198" cy="177"/>
            </a:xfrm>
          </p:grpSpPr>
          <p:sp>
            <p:nvSpPr>
              <p:cNvPr id="223" name="AutoShape 404">
                <a:extLst>
                  <a:ext uri="{FF2B5EF4-FFF2-40B4-BE49-F238E27FC236}">
                    <a16:creationId xmlns:a16="http://schemas.microsoft.com/office/drawing/2014/main" id="{01D7E41C-F141-F65E-8CFE-86F0C73BEC0C}"/>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a:extLst>
                  <a:ext uri="{FF2B5EF4-FFF2-40B4-BE49-F238E27FC236}">
                    <a16:creationId xmlns:a16="http://schemas.microsoft.com/office/drawing/2014/main" id="{CF7AE4AB-11A2-1DD4-6CB2-DE4ABC9F84DD}"/>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a:extLst>
                  <a:ext uri="{FF2B5EF4-FFF2-40B4-BE49-F238E27FC236}">
                    <a16:creationId xmlns:a16="http://schemas.microsoft.com/office/drawing/2014/main" id="{CC8CC273-A3C4-FF31-1B22-576D3A918BEF}"/>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a:extLst>
              <a:ext uri="{FF2B5EF4-FFF2-40B4-BE49-F238E27FC236}">
                <a16:creationId xmlns:a16="http://schemas.microsoft.com/office/drawing/2014/main" id="{C523E9E0-0D7A-11B4-7CF2-F5214EEDE98F}"/>
              </a:ext>
            </a:extLst>
          </p:cNvPr>
          <p:cNvGrpSpPr>
            <a:grpSpLocks/>
          </p:cNvGrpSpPr>
          <p:nvPr/>
        </p:nvGrpSpPr>
        <p:grpSpPr bwMode="auto">
          <a:xfrm>
            <a:off x="1898029" y="2400070"/>
            <a:ext cx="169908" cy="352429"/>
            <a:chOff x="4186" y="1736"/>
            <a:chExt cx="229" cy="461"/>
          </a:xfrm>
        </p:grpSpPr>
        <p:pic>
          <p:nvPicPr>
            <p:cNvPr id="227" name="Picture 408" descr="icon-mobile-phone">
              <a:extLst>
                <a:ext uri="{FF2B5EF4-FFF2-40B4-BE49-F238E27FC236}">
                  <a16:creationId xmlns:a16="http://schemas.microsoft.com/office/drawing/2014/main" id="{AE5050CA-89F2-28AF-DD14-C9B8927A2F7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a:extLst>
                <a:ext uri="{FF2B5EF4-FFF2-40B4-BE49-F238E27FC236}">
                  <a16:creationId xmlns:a16="http://schemas.microsoft.com/office/drawing/2014/main" id="{B21D3375-54D3-9C52-BEE1-13D755A7213E}"/>
                </a:ext>
              </a:extLst>
            </p:cNvPr>
            <p:cNvGrpSpPr>
              <a:grpSpLocks/>
            </p:cNvGrpSpPr>
            <p:nvPr/>
          </p:nvGrpSpPr>
          <p:grpSpPr bwMode="auto">
            <a:xfrm>
              <a:off x="4186" y="1736"/>
              <a:ext cx="198" cy="79"/>
              <a:chOff x="4513" y="1707"/>
              <a:chExt cx="198" cy="177"/>
            </a:xfrm>
          </p:grpSpPr>
          <p:sp>
            <p:nvSpPr>
              <p:cNvPr id="229" name="AutoShape 410">
                <a:extLst>
                  <a:ext uri="{FF2B5EF4-FFF2-40B4-BE49-F238E27FC236}">
                    <a16:creationId xmlns:a16="http://schemas.microsoft.com/office/drawing/2014/main" id="{E0830E21-6143-2BEA-2215-7F26FBD91D8F}"/>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a:extLst>
                  <a:ext uri="{FF2B5EF4-FFF2-40B4-BE49-F238E27FC236}">
                    <a16:creationId xmlns:a16="http://schemas.microsoft.com/office/drawing/2014/main" id="{90E7D1A4-9EED-428D-E061-454C4E54D55B}"/>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a:extLst>
                  <a:ext uri="{FF2B5EF4-FFF2-40B4-BE49-F238E27FC236}">
                    <a16:creationId xmlns:a16="http://schemas.microsoft.com/office/drawing/2014/main" id="{2E3131AF-821E-A970-2380-C8014BAE212F}"/>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a:extLst>
              <a:ext uri="{FF2B5EF4-FFF2-40B4-BE49-F238E27FC236}">
                <a16:creationId xmlns:a16="http://schemas.microsoft.com/office/drawing/2014/main" id="{208DD893-DC9D-A3E4-1B6C-D35F1EBFE2A9}"/>
              </a:ext>
            </a:extLst>
          </p:cNvPr>
          <p:cNvGrpSpPr>
            <a:grpSpLocks/>
          </p:cNvGrpSpPr>
          <p:nvPr/>
        </p:nvGrpSpPr>
        <p:grpSpPr bwMode="auto">
          <a:xfrm>
            <a:off x="2734398" y="2824861"/>
            <a:ext cx="169909" cy="352430"/>
            <a:chOff x="4186" y="1736"/>
            <a:chExt cx="229" cy="461"/>
          </a:xfrm>
        </p:grpSpPr>
        <p:pic>
          <p:nvPicPr>
            <p:cNvPr id="233" name="Picture 414" descr="icon-mobile-phone">
              <a:extLst>
                <a:ext uri="{FF2B5EF4-FFF2-40B4-BE49-F238E27FC236}">
                  <a16:creationId xmlns:a16="http://schemas.microsoft.com/office/drawing/2014/main" id="{D31C7CFA-BBB0-1927-29AB-ADF2CF0B4A0C}"/>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a:extLst>
                <a:ext uri="{FF2B5EF4-FFF2-40B4-BE49-F238E27FC236}">
                  <a16:creationId xmlns:a16="http://schemas.microsoft.com/office/drawing/2014/main" id="{234C66EA-604C-A161-555C-FE2EC62A76CD}"/>
                </a:ext>
              </a:extLst>
            </p:cNvPr>
            <p:cNvGrpSpPr>
              <a:grpSpLocks/>
            </p:cNvGrpSpPr>
            <p:nvPr/>
          </p:nvGrpSpPr>
          <p:grpSpPr bwMode="auto">
            <a:xfrm>
              <a:off x="4186" y="1736"/>
              <a:ext cx="198" cy="79"/>
              <a:chOff x="4513" y="1707"/>
              <a:chExt cx="198" cy="177"/>
            </a:xfrm>
          </p:grpSpPr>
          <p:sp>
            <p:nvSpPr>
              <p:cNvPr id="235" name="AutoShape 416">
                <a:extLst>
                  <a:ext uri="{FF2B5EF4-FFF2-40B4-BE49-F238E27FC236}">
                    <a16:creationId xmlns:a16="http://schemas.microsoft.com/office/drawing/2014/main" id="{5E9A19EB-99B1-13F8-6124-697AEB9DDCB9}"/>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a:extLst>
                  <a:ext uri="{FF2B5EF4-FFF2-40B4-BE49-F238E27FC236}">
                    <a16:creationId xmlns:a16="http://schemas.microsoft.com/office/drawing/2014/main" id="{46EAC9F0-6720-8515-EE98-F276FA881B9C}"/>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a:extLst>
                  <a:ext uri="{FF2B5EF4-FFF2-40B4-BE49-F238E27FC236}">
                    <a16:creationId xmlns:a16="http://schemas.microsoft.com/office/drawing/2014/main" id="{2A6B1217-129B-EB52-3E66-3F7EB1236915}"/>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a:extLst>
              <a:ext uri="{FF2B5EF4-FFF2-40B4-BE49-F238E27FC236}">
                <a16:creationId xmlns:a16="http://schemas.microsoft.com/office/drawing/2014/main" id="{AA5D21F5-48EE-4F55-EE3A-5E151F450B34}"/>
              </a:ext>
            </a:extLst>
          </p:cNvPr>
          <p:cNvGrpSpPr>
            <a:grpSpLocks/>
          </p:cNvGrpSpPr>
          <p:nvPr/>
        </p:nvGrpSpPr>
        <p:grpSpPr bwMode="auto">
          <a:xfrm>
            <a:off x="1837441" y="3033907"/>
            <a:ext cx="169908" cy="352430"/>
            <a:chOff x="4186" y="1736"/>
            <a:chExt cx="229" cy="461"/>
          </a:xfrm>
        </p:grpSpPr>
        <p:pic>
          <p:nvPicPr>
            <p:cNvPr id="239" name="Picture 420" descr="icon-mobile-phone">
              <a:extLst>
                <a:ext uri="{FF2B5EF4-FFF2-40B4-BE49-F238E27FC236}">
                  <a16:creationId xmlns:a16="http://schemas.microsoft.com/office/drawing/2014/main" id="{0C1538CB-8B6D-C45C-5EAF-F21DD5BC227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a:extLst>
                <a:ext uri="{FF2B5EF4-FFF2-40B4-BE49-F238E27FC236}">
                  <a16:creationId xmlns:a16="http://schemas.microsoft.com/office/drawing/2014/main" id="{40CBC76C-4166-8269-E25A-E825374E8C6D}"/>
                </a:ext>
              </a:extLst>
            </p:cNvPr>
            <p:cNvGrpSpPr>
              <a:grpSpLocks/>
            </p:cNvGrpSpPr>
            <p:nvPr/>
          </p:nvGrpSpPr>
          <p:grpSpPr bwMode="auto">
            <a:xfrm>
              <a:off x="4186" y="1736"/>
              <a:ext cx="198" cy="79"/>
              <a:chOff x="4513" y="1707"/>
              <a:chExt cx="198" cy="177"/>
            </a:xfrm>
          </p:grpSpPr>
          <p:sp>
            <p:nvSpPr>
              <p:cNvPr id="241" name="AutoShape 422">
                <a:extLst>
                  <a:ext uri="{FF2B5EF4-FFF2-40B4-BE49-F238E27FC236}">
                    <a16:creationId xmlns:a16="http://schemas.microsoft.com/office/drawing/2014/main" id="{FC88C6AF-54C8-2081-8BCE-DB0511B65B8B}"/>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a:extLst>
                  <a:ext uri="{FF2B5EF4-FFF2-40B4-BE49-F238E27FC236}">
                    <a16:creationId xmlns:a16="http://schemas.microsoft.com/office/drawing/2014/main" id="{C9343F52-318B-ABF9-319A-C3A211907876}"/>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a:extLst>
                  <a:ext uri="{FF2B5EF4-FFF2-40B4-BE49-F238E27FC236}">
                    <a16:creationId xmlns:a16="http://schemas.microsoft.com/office/drawing/2014/main" id="{4673D739-18A9-A794-5771-EC46A422C912}"/>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a:extLst>
              <a:ext uri="{FF2B5EF4-FFF2-40B4-BE49-F238E27FC236}">
                <a16:creationId xmlns:a16="http://schemas.microsoft.com/office/drawing/2014/main" id="{6BDFD093-EC46-FE84-E1C6-DA8407B3BBD8}"/>
              </a:ext>
            </a:extLst>
          </p:cNvPr>
          <p:cNvGraphicFramePr>
            <a:graphicFrameLocks/>
          </p:cNvGraphicFramePr>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5" imgW="8839200" imgH="3481388" progId="">
                  <p:embed/>
                </p:oleObj>
              </mc:Choice>
              <mc:Fallback>
                <p:oleObj name="Microsoft ClipArt Gallery" r:id="rId5" imgW="8839200" imgH="3481388" progId="">
                  <p:embed/>
                  <p:pic>
                    <p:nvPicPr>
                      <p:cNvPr id="244" name="Object 36">
                        <a:hlinkClick r:id="" action="ppaction://ole?verb=0"/>
                        <a:extLst>
                          <a:ext uri="{FF2B5EF4-FFF2-40B4-BE49-F238E27FC236}">
                            <a16:creationId xmlns:a16="http://schemas.microsoft.com/office/drawing/2014/main" id="{C56F331B-955B-EBB5-EF9D-4C0EC158F71D}"/>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a:extLst>
              <a:ext uri="{FF2B5EF4-FFF2-40B4-BE49-F238E27FC236}">
                <a16:creationId xmlns:a16="http://schemas.microsoft.com/office/drawing/2014/main" id="{BFC40F7F-6879-CB11-3F84-2A98A85F2615}"/>
              </a:ext>
            </a:extLst>
          </p:cNvPr>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a:extLst>
              <a:ext uri="{FF2B5EF4-FFF2-40B4-BE49-F238E27FC236}">
                <a16:creationId xmlns:a16="http://schemas.microsoft.com/office/drawing/2014/main" id="{03245867-7F7C-3D16-BF4E-EA9223E62A0A}"/>
              </a:ext>
            </a:extLst>
          </p:cNvPr>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a:extLst>
              <a:ext uri="{FF2B5EF4-FFF2-40B4-BE49-F238E27FC236}">
                <a16:creationId xmlns:a16="http://schemas.microsoft.com/office/drawing/2014/main" id="{9D78BFBE-BF67-69CB-453E-FE34E026C6AD}"/>
              </a:ext>
            </a:extLst>
          </p:cNvPr>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a:extLst>
              <a:ext uri="{FF2B5EF4-FFF2-40B4-BE49-F238E27FC236}">
                <a16:creationId xmlns:a16="http://schemas.microsoft.com/office/drawing/2014/main" id="{AEF6D36B-21B7-AF0A-E3DB-AD46F6BA544F}"/>
              </a:ext>
            </a:extLst>
          </p:cNvPr>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a:extLst>
              <a:ext uri="{FF2B5EF4-FFF2-40B4-BE49-F238E27FC236}">
                <a16:creationId xmlns:a16="http://schemas.microsoft.com/office/drawing/2014/main" id="{0981ED30-F09F-E8C5-25FC-8CAFF93477EA}"/>
              </a:ext>
            </a:extLst>
          </p:cNvPr>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a:extLst>
              <a:ext uri="{FF2B5EF4-FFF2-40B4-BE49-F238E27FC236}">
                <a16:creationId xmlns:a16="http://schemas.microsoft.com/office/drawing/2014/main" id="{B19B5F9E-6A02-D733-3F51-EA5F439516F9}"/>
              </a:ext>
            </a:extLst>
          </p:cNvPr>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a:extLst>
              <a:ext uri="{FF2B5EF4-FFF2-40B4-BE49-F238E27FC236}">
                <a16:creationId xmlns:a16="http://schemas.microsoft.com/office/drawing/2014/main" id="{F6D20AD2-6D1B-486C-4413-A2FE73D87E3D}"/>
              </a:ext>
            </a:extLst>
          </p:cNvPr>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9" name="Text Box 511">
            <a:extLst>
              <a:ext uri="{FF2B5EF4-FFF2-40B4-BE49-F238E27FC236}">
                <a16:creationId xmlns:a16="http://schemas.microsoft.com/office/drawing/2014/main" id="{74251294-828D-E01D-EE27-6D59E77E817E}"/>
              </a:ext>
            </a:extLst>
          </p:cNvPr>
          <p:cNvSpPr txBox="1">
            <a:spLocks noChangeArrowheads="1"/>
          </p:cNvSpPr>
          <p:nvPr/>
        </p:nvSpPr>
        <p:spPr bwMode="auto">
          <a:xfrm>
            <a:off x="2486477" y="1655570"/>
            <a:ext cx="1261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p>
        </p:txBody>
      </p:sp>
      <p:sp>
        <p:nvSpPr>
          <p:cNvPr id="316" name="Text Box 542">
            <a:extLst>
              <a:ext uri="{FF2B5EF4-FFF2-40B4-BE49-F238E27FC236}">
                <a16:creationId xmlns:a16="http://schemas.microsoft.com/office/drawing/2014/main" id="{1B28C82C-7494-F7F7-967E-8ABB87040B8A}"/>
              </a:ext>
            </a:extLst>
          </p:cNvPr>
          <p:cNvSpPr txBox="1">
            <a:spLocks noChangeArrowheads="1"/>
          </p:cNvSpPr>
          <p:nvPr/>
        </p:nvSpPr>
        <p:spPr bwMode="auto">
          <a:xfrm>
            <a:off x="3288540" y="2001219"/>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a:extLst>
              <a:ext uri="{FF2B5EF4-FFF2-40B4-BE49-F238E27FC236}">
                <a16:creationId xmlns:a16="http://schemas.microsoft.com/office/drawing/2014/main" id="{236937CE-AB9F-06C1-EC33-47CC18F92669}"/>
              </a:ext>
            </a:extLst>
          </p:cNvPr>
          <p:cNvGraphicFramePr>
            <a:graphicFrameLocks/>
          </p:cNvGraphicFramePr>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327" name="Object 36">
                        <a:hlinkClick r:id="" action="ppaction://ole?verb=0"/>
                        <a:extLst>
                          <a:ext uri="{FF2B5EF4-FFF2-40B4-BE49-F238E27FC236}">
                            <a16:creationId xmlns:a16="http://schemas.microsoft.com/office/drawing/2014/main" id="{94C2827D-F7E9-4C1A-F9EC-1A4A066351C7}"/>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5" name="AutoShape 449">
            <a:extLst>
              <a:ext uri="{FF2B5EF4-FFF2-40B4-BE49-F238E27FC236}">
                <a16:creationId xmlns:a16="http://schemas.microsoft.com/office/drawing/2014/main" id="{1113A335-FF9E-ECE8-DF91-15D13F5339B0}"/>
              </a:ext>
            </a:extLst>
          </p:cNvPr>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94" name="组合 393">
            <a:extLst>
              <a:ext uri="{FF2B5EF4-FFF2-40B4-BE49-F238E27FC236}">
                <a16:creationId xmlns:a16="http://schemas.microsoft.com/office/drawing/2014/main" id="{14E86C58-F31E-C669-DB5B-22CC7F82D928}"/>
              </a:ext>
            </a:extLst>
          </p:cNvPr>
          <p:cNvGrpSpPr/>
          <p:nvPr/>
        </p:nvGrpSpPr>
        <p:grpSpPr>
          <a:xfrm>
            <a:off x="1590809" y="2108503"/>
            <a:ext cx="1360280" cy="1404486"/>
            <a:chOff x="1573391" y="2099794"/>
            <a:chExt cx="1360280" cy="1404486"/>
          </a:xfrm>
        </p:grpSpPr>
        <p:sp>
          <p:nvSpPr>
            <p:cNvPr id="395" name="矩形 394">
              <a:extLst>
                <a:ext uri="{FF2B5EF4-FFF2-40B4-BE49-F238E27FC236}">
                  <a16:creationId xmlns:a16="http://schemas.microsoft.com/office/drawing/2014/main" id="{68F45B37-A4E1-3559-B42E-3D5FEE083004}"/>
                </a:ext>
              </a:extLst>
            </p:cNvPr>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6" name="矩形 395">
              <a:extLst>
                <a:ext uri="{FF2B5EF4-FFF2-40B4-BE49-F238E27FC236}">
                  <a16:creationId xmlns:a16="http://schemas.microsoft.com/office/drawing/2014/main" id="{2D9F8864-947A-7E9A-2696-E5B28FC551C4}"/>
                </a:ext>
              </a:extLst>
            </p:cNvPr>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7" name="矩形 396">
              <a:extLst>
                <a:ext uri="{FF2B5EF4-FFF2-40B4-BE49-F238E27FC236}">
                  <a16:creationId xmlns:a16="http://schemas.microsoft.com/office/drawing/2014/main" id="{15119D78-8320-0F83-D628-A002639CE67C}"/>
                </a:ext>
              </a:extLst>
            </p:cNvPr>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8" name="矩形 397">
              <a:extLst>
                <a:ext uri="{FF2B5EF4-FFF2-40B4-BE49-F238E27FC236}">
                  <a16:creationId xmlns:a16="http://schemas.microsoft.com/office/drawing/2014/main" id="{978C822B-153D-B6A9-2FA5-15196797A26F}"/>
                </a:ext>
              </a:extLst>
            </p:cNvPr>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9" name="矩形 398">
              <a:extLst>
                <a:ext uri="{FF2B5EF4-FFF2-40B4-BE49-F238E27FC236}">
                  <a16:creationId xmlns:a16="http://schemas.microsoft.com/office/drawing/2014/main" id="{5E134E13-E718-A751-987B-61B99C5810CA}"/>
                </a:ext>
              </a:extLst>
            </p:cNvPr>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400" name="矩形 399">
              <a:extLst>
                <a:ext uri="{FF2B5EF4-FFF2-40B4-BE49-F238E27FC236}">
                  <a16:creationId xmlns:a16="http://schemas.microsoft.com/office/drawing/2014/main" id="{5C64B156-B58F-09BE-E551-1F481280F0FB}"/>
                </a:ext>
              </a:extLst>
            </p:cNvPr>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
        <p:nvSpPr>
          <p:cNvPr id="2" name="圆角矩形 331">
            <a:extLst>
              <a:ext uri="{FF2B5EF4-FFF2-40B4-BE49-F238E27FC236}">
                <a16:creationId xmlns:a16="http://schemas.microsoft.com/office/drawing/2014/main" id="{0F259C41-2034-469F-0F6F-01028073BA84}"/>
              </a:ext>
            </a:extLst>
          </p:cNvPr>
          <p:cNvSpPr/>
          <p:nvPr/>
        </p:nvSpPr>
        <p:spPr>
          <a:xfrm>
            <a:off x="4630154" y="1588418"/>
            <a:ext cx="2222041" cy="909254"/>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3" name="Text Box 541">
            <a:extLst>
              <a:ext uri="{FF2B5EF4-FFF2-40B4-BE49-F238E27FC236}">
                <a16:creationId xmlns:a16="http://schemas.microsoft.com/office/drawing/2014/main" id="{EF009F18-2C71-25A0-6245-97A5611B37F3}"/>
              </a:ext>
            </a:extLst>
          </p:cNvPr>
          <p:cNvSpPr txBox="1">
            <a:spLocks noChangeArrowheads="1"/>
          </p:cNvSpPr>
          <p:nvPr/>
        </p:nvSpPr>
        <p:spPr bwMode="auto">
          <a:xfrm>
            <a:off x="4907085" y="1268644"/>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4" name="组合 333">
            <a:extLst>
              <a:ext uri="{FF2B5EF4-FFF2-40B4-BE49-F238E27FC236}">
                <a16:creationId xmlns:a16="http://schemas.microsoft.com/office/drawing/2014/main" id="{523C0F16-5B6B-B652-3915-52AFBC366DFB}"/>
              </a:ext>
            </a:extLst>
          </p:cNvPr>
          <p:cNvGrpSpPr/>
          <p:nvPr/>
        </p:nvGrpSpPr>
        <p:grpSpPr>
          <a:xfrm>
            <a:off x="4852880" y="1901890"/>
            <a:ext cx="777000" cy="391050"/>
            <a:chOff x="3131840" y="3539328"/>
            <a:chExt cx="936104" cy="897784"/>
          </a:xfrm>
          <a:solidFill>
            <a:schemeClr val="bg1">
              <a:lumMod val="85000"/>
            </a:schemeClr>
          </a:solidFill>
        </p:grpSpPr>
        <p:sp>
          <p:nvSpPr>
            <p:cNvPr id="5" name="等腰三角形 4">
              <a:extLst>
                <a:ext uri="{FF2B5EF4-FFF2-40B4-BE49-F238E27FC236}">
                  <a16:creationId xmlns:a16="http://schemas.microsoft.com/office/drawing/2014/main" id="{7F94F417-776C-2922-2B03-E54938E659DE}"/>
                </a:ext>
              </a:extLst>
            </p:cNvPr>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8" name="矩形 327">
              <a:extLst>
                <a:ext uri="{FF2B5EF4-FFF2-40B4-BE49-F238E27FC236}">
                  <a16:creationId xmlns:a16="http://schemas.microsoft.com/office/drawing/2014/main" id="{0B8AE128-11FC-9062-9A54-5206E5F57B54}"/>
                </a:ext>
              </a:extLst>
            </p:cNvPr>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29" name="组合 336">
            <a:extLst>
              <a:ext uri="{FF2B5EF4-FFF2-40B4-BE49-F238E27FC236}">
                <a16:creationId xmlns:a16="http://schemas.microsoft.com/office/drawing/2014/main" id="{6FB958F7-8180-ABD4-FFFC-050B2C10F87B}"/>
              </a:ext>
            </a:extLst>
          </p:cNvPr>
          <p:cNvGrpSpPr/>
          <p:nvPr/>
        </p:nvGrpSpPr>
        <p:grpSpPr>
          <a:xfrm>
            <a:off x="5928904" y="1901889"/>
            <a:ext cx="809648" cy="395541"/>
            <a:chOff x="3131840" y="3501008"/>
            <a:chExt cx="936104" cy="936104"/>
          </a:xfrm>
          <a:solidFill>
            <a:schemeClr val="bg1">
              <a:lumMod val="85000"/>
            </a:schemeClr>
          </a:solidFill>
        </p:grpSpPr>
        <p:sp>
          <p:nvSpPr>
            <p:cNvPr id="330" name="等腰三角形 329">
              <a:extLst>
                <a:ext uri="{FF2B5EF4-FFF2-40B4-BE49-F238E27FC236}">
                  <a16:creationId xmlns:a16="http://schemas.microsoft.com/office/drawing/2014/main" id="{D5905D8C-73D7-B6A3-DCDB-F698A5F04550}"/>
                </a:ext>
              </a:extLst>
            </p:cNvPr>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34" name="矩形 333">
              <a:extLst>
                <a:ext uri="{FF2B5EF4-FFF2-40B4-BE49-F238E27FC236}">
                  <a16:creationId xmlns:a16="http://schemas.microsoft.com/office/drawing/2014/main" id="{B044E4B9-3D61-1663-4815-BD57A3A3EC9E}"/>
                </a:ext>
              </a:extLst>
            </p:cNvPr>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35" name="AutoShape 450">
            <a:extLst>
              <a:ext uri="{FF2B5EF4-FFF2-40B4-BE49-F238E27FC236}">
                <a16:creationId xmlns:a16="http://schemas.microsoft.com/office/drawing/2014/main" id="{9A328DF3-A726-DB19-D33C-2ABA53D6DEA4}"/>
              </a:ext>
            </a:extLst>
          </p:cNvPr>
          <p:cNvSpPr>
            <a:spLocks noChangeArrowheads="1"/>
          </p:cNvSpPr>
          <p:nvPr/>
        </p:nvSpPr>
        <p:spPr bwMode="auto">
          <a:xfrm>
            <a:off x="6115187" y="1981077"/>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36" name="直接连接符 335">
            <a:extLst>
              <a:ext uri="{FF2B5EF4-FFF2-40B4-BE49-F238E27FC236}">
                <a16:creationId xmlns:a16="http://schemas.microsoft.com/office/drawing/2014/main" id="{E21B789D-B0B5-940C-C51E-9B332DBF1E8F}"/>
              </a:ext>
            </a:extLst>
          </p:cNvPr>
          <p:cNvCxnSpPr/>
          <p:nvPr/>
        </p:nvCxnSpPr>
        <p:spPr>
          <a:xfrm>
            <a:off x="4674858" y="2100711"/>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7" name="直接连接符 336">
            <a:extLst>
              <a:ext uri="{FF2B5EF4-FFF2-40B4-BE49-F238E27FC236}">
                <a16:creationId xmlns:a16="http://schemas.microsoft.com/office/drawing/2014/main" id="{D90F4848-EE0B-452F-CDF1-132DED1488F9}"/>
              </a:ext>
            </a:extLst>
          </p:cNvPr>
          <p:cNvCxnSpPr/>
          <p:nvPr/>
        </p:nvCxnSpPr>
        <p:spPr>
          <a:xfrm>
            <a:off x="4677900" y="1945188"/>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8" name="直接连接符 337">
            <a:extLst>
              <a:ext uri="{FF2B5EF4-FFF2-40B4-BE49-F238E27FC236}">
                <a16:creationId xmlns:a16="http://schemas.microsoft.com/office/drawing/2014/main" id="{D4576A6A-B3A8-8C0F-4C81-0B411C66DC18}"/>
              </a:ext>
            </a:extLst>
          </p:cNvPr>
          <p:cNvCxnSpPr>
            <a:cxnSpLocks/>
            <a:endCxn id="305" idx="3"/>
          </p:cNvCxnSpPr>
          <p:nvPr/>
        </p:nvCxnSpPr>
        <p:spPr>
          <a:xfrm>
            <a:off x="5462654" y="2116992"/>
            <a:ext cx="1539778" cy="113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9" name="直接连接符 338">
            <a:extLst>
              <a:ext uri="{FF2B5EF4-FFF2-40B4-BE49-F238E27FC236}">
                <a16:creationId xmlns:a16="http://schemas.microsoft.com/office/drawing/2014/main" id="{BA08AE89-A759-297E-5241-61418A21BC4C}"/>
              </a:ext>
            </a:extLst>
          </p:cNvPr>
          <p:cNvCxnSpPr/>
          <p:nvPr/>
        </p:nvCxnSpPr>
        <p:spPr>
          <a:xfrm>
            <a:off x="5739338" y="1924346"/>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0" name="直接连接符 339">
            <a:extLst>
              <a:ext uri="{FF2B5EF4-FFF2-40B4-BE49-F238E27FC236}">
                <a16:creationId xmlns:a16="http://schemas.microsoft.com/office/drawing/2014/main" id="{4B2FAC3F-4A1F-6D16-C83E-9A4B9E4BB2D5}"/>
              </a:ext>
            </a:extLst>
          </p:cNvPr>
          <p:cNvCxnSpPr/>
          <p:nvPr/>
        </p:nvCxnSpPr>
        <p:spPr>
          <a:xfrm flipV="1">
            <a:off x="5800551" y="2146539"/>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1" name="圆角矩形 342">
            <a:extLst>
              <a:ext uri="{FF2B5EF4-FFF2-40B4-BE49-F238E27FC236}">
                <a16:creationId xmlns:a16="http://schemas.microsoft.com/office/drawing/2014/main" id="{1EA7F89C-E2B0-4A63-3BD5-05A2479B38AB}"/>
              </a:ext>
            </a:extLst>
          </p:cNvPr>
          <p:cNvSpPr/>
          <p:nvPr/>
        </p:nvSpPr>
        <p:spPr>
          <a:xfrm>
            <a:off x="4655007" y="2551403"/>
            <a:ext cx="2197189" cy="966062"/>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2" name="组合 341">
            <a:extLst>
              <a:ext uri="{FF2B5EF4-FFF2-40B4-BE49-F238E27FC236}">
                <a16:creationId xmlns:a16="http://schemas.microsoft.com/office/drawing/2014/main" id="{6B7475D3-CFC3-63FC-96F5-F32E4752B9BC}"/>
              </a:ext>
            </a:extLst>
          </p:cNvPr>
          <p:cNvGrpSpPr/>
          <p:nvPr/>
        </p:nvGrpSpPr>
        <p:grpSpPr>
          <a:xfrm>
            <a:off x="4841327" y="2923591"/>
            <a:ext cx="888482" cy="473997"/>
            <a:chOff x="3131840" y="3501008"/>
            <a:chExt cx="936104" cy="936104"/>
          </a:xfrm>
          <a:solidFill>
            <a:schemeClr val="bg1">
              <a:lumMod val="85000"/>
            </a:schemeClr>
          </a:solidFill>
        </p:grpSpPr>
        <p:sp>
          <p:nvSpPr>
            <p:cNvPr id="371" name="等腰三角形 370">
              <a:extLst>
                <a:ext uri="{FF2B5EF4-FFF2-40B4-BE49-F238E27FC236}">
                  <a16:creationId xmlns:a16="http://schemas.microsoft.com/office/drawing/2014/main" id="{E72C72B0-A682-C3E6-8CA9-C1F6E6780881}"/>
                </a:ext>
              </a:extLst>
            </p:cNvPr>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72" name="矩形 371">
              <a:extLst>
                <a:ext uri="{FF2B5EF4-FFF2-40B4-BE49-F238E27FC236}">
                  <a16:creationId xmlns:a16="http://schemas.microsoft.com/office/drawing/2014/main" id="{EA4ED814-DEF2-5953-051C-CD41A67FE56B}"/>
                </a:ext>
              </a:extLst>
            </p:cNvPr>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74" name="组合 344">
            <a:extLst>
              <a:ext uri="{FF2B5EF4-FFF2-40B4-BE49-F238E27FC236}">
                <a16:creationId xmlns:a16="http://schemas.microsoft.com/office/drawing/2014/main" id="{54C10202-73B6-5B66-A916-C1C453E33E6A}"/>
              </a:ext>
            </a:extLst>
          </p:cNvPr>
          <p:cNvGrpSpPr/>
          <p:nvPr/>
        </p:nvGrpSpPr>
        <p:grpSpPr>
          <a:xfrm>
            <a:off x="5818324" y="2925754"/>
            <a:ext cx="888482" cy="457553"/>
            <a:chOff x="3131840" y="3501008"/>
            <a:chExt cx="936104" cy="936104"/>
          </a:xfrm>
          <a:solidFill>
            <a:schemeClr val="bg1">
              <a:lumMod val="85000"/>
            </a:schemeClr>
          </a:solidFill>
        </p:grpSpPr>
        <p:sp>
          <p:nvSpPr>
            <p:cNvPr id="375" name="等腰三角形 374">
              <a:extLst>
                <a:ext uri="{FF2B5EF4-FFF2-40B4-BE49-F238E27FC236}">
                  <a16:creationId xmlns:a16="http://schemas.microsoft.com/office/drawing/2014/main" id="{27CAFA4A-BA93-72F7-3420-6E74F0C081CB}"/>
                </a:ext>
              </a:extLst>
            </p:cNvPr>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76" name="矩形 375">
              <a:extLst>
                <a:ext uri="{FF2B5EF4-FFF2-40B4-BE49-F238E27FC236}">
                  <a16:creationId xmlns:a16="http://schemas.microsoft.com/office/drawing/2014/main" id="{AA056673-8F2F-8B5A-A843-E64E5FA0A1AD}"/>
                </a:ext>
              </a:extLst>
            </p:cNvPr>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77" name="Freeform 497">
            <a:extLst>
              <a:ext uri="{FF2B5EF4-FFF2-40B4-BE49-F238E27FC236}">
                <a16:creationId xmlns:a16="http://schemas.microsoft.com/office/drawing/2014/main" id="{40881E5E-538A-2E8D-ADAA-118AC6333848}"/>
              </a:ext>
            </a:extLst>
          </p:cNvPr>
          <p:cNvSpPr>
            <a:spLocks/>
          </p:cNvSpPr>
          <p:nvPr/>
        </p:nvSpPr>
        <p:spPr bwMode="auto">
          <a:xfrm>
            <a:off x="5784099" y="2830176"/>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9" name="Freeform 498">
            <a:extLst>
              <a:ext uri="{FF2B5EF4-FFF2-40B4-BE49-F238E27FC236}">
                <a16:creationId xmlns:a16="http://schemas.microsoft.com/office/drawing/2014/main" id="{5A1AFD86-3CBD-3454-1F95-A64A588195FD}"/>
              </a:ext>
            </a:extLst>
          </p:cNvPr>
          <p:cNvSpPr>
            <a:spLocks/>
          </p:cNvSpPr>
          <p:nvPr/>
        </p:nvSpPr>
        <p:spPr bwMode="auto">
          <a:xfrm rot="20527610">
            <a:off x="5721419" y="3257816"/>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cxnSp>
        <p:nvCxnSpPr>
          <p:cNvPr id="382" name="直接连接符 381">
            <a:extLst>
              <a:ext uri="{FF2B5EF4-FFF2-40B4-BE49-F238E27FC236}">
                <a16:creationId xmlns:a16="http://schemas.microsoft.com/office/drawing/2014/main" id="{4B0B5B7E-C326-B3F3-D94B-D137553810AE}"/>
              </a:ext>
            </a:extLst>
          </p:cNvPr>
          <p:cNvCxnSpPr/>
          <p:nvPr/>
        </p:nvCxnSpPr>
        <p:spPr>
          <a:xfrm>
            <a:off x="4804335" y="2828818"/>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4" name="Text Box 541">
            <a:extLst>
              <a:ext uri="{FF2B5EF4-FFF2-40B4-BE49-F238E27FC236}">
                <a16:creationId xmlns:a16="http://schemas.microsoft.com/office/drawing/2014/main" id="{7DB8DCF6-2375-1717-98B0-521AD454E511}"/>
              </a:ext>
            </a:extLst>
          </p:cNvPr>
          <p:cNvSpPr txBox="1">
            <a:spLocks noChangeArrowheads="1"/>
          </p:cNvSpPr>
          <p:nvPr/>
        </p:nvSpPr>
        <p:spPr bwMode="auto">
          <a:xfrm>
            <a:off x="4837901" y="2590999"/>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85" name="直接连接符 384">
            <a:extLst>
              <a:ext uri="{FF2B5EF4-FFF2-40B4-BE49-F238E27FC236}">
                <a16:creationId xmlns:a16="http://schemas.microsoft.com/office/drawing/2014/main" id="{0275EB51-9A42-6B4C-E470-5E5E4E8D75A8}"/>
              </a:ext>
            </a:extLst>
          </p:cNvPr>
          <p:cNvCxnSpPr/>
          <p:nvPr/>
        </p:nvCxnSpPr>
        <p:spPr>
          <a:xfrm flipV="1">
            <a:off x="4744267" y="3155922"/>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直接连接符 389">
            <a:extLst>
              <a:ext uri="{FF2B5EF4-FFF2-40B4-BE49-F238E27FC236}">
                <a16:creationId xmlns:a16="http://schemas.microsoft.com/office/drawing/2014/main" id="{06AE3433-0E99-88F5-E2F8-AEE14255100E}"/>
              </a:ext>
            </a:extLst>
          </p:cNvPr>
          <p:cNvCxnSpPr>
            <a:stCxn id="393" idx="3"/>
            <a:endCxn id="381" idx="1"/>
          </p:cNvCxnSpPr>
          <p:nvPr/>
        </p:nvCxnSpPr>
        <p:spPr>
          <a:xfrm>
            <a:off x="5534300" y="3131561"/>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91" name="Text Box 541">
            <a:extLst>
              <a:ext uri="{FF2B5EF4-FFF2-40B4-BE49-F238E27FC236}">
                <a16:creationId xmlns:a16="http://schemas.microsoft.com/office/drawing/2014/main" id="{BAA5EDCF-C949-0E99-96A8-9602AC924FA6}"/>
              </a:ext>
            </a:extLst>
          </p:cNvPr>
          <p:cNvSpPr txBox="1">
            <a:spLocks noChangeArrowheads="1"/>
          </p:cNvSpPr>
          <p:nvPr/>
        </p:nvSpPr>
        <p:spPr bwMode="auto">
          <a:xfrm>
            <a:off x="4781559" y="1627052"/>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sp>
        <p:nvSpPr>
          <p:cNvPr id="392" name="AutoShape 451">
            <a:extLst>
              <a:ext uri="{FF2B5EF4-FFF2-40B4-BE49-F238E27FC236}">
                <a16:creationId xmlns:a16="http://schemas.microsoft.com/office/drawing/2014/main" id="{2142C7ED-832A-E5F0-1733-7DDC753F45F3}"/>
              </a:ext>
            </a:extLst>
          </p:cNvPr>
          <p:cNvSpPr>
            <a:spLocks noChangeArrowheads="1"/>
          </p:cNvSpPr>
          <p:nvPr/>
        </p:nvSpPr>
        <p:spPr bwMode="auto">
          <a:xfrm>
            <a:off x="5019470" y="1985804"/>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93" name="Picture 427">
            <a:extLst>
              <a:ext uri="{FF2B5EF4-FFF2-40B4-BE49-F238E27FC236}">
                <a16:creationId xmlns:a16="http://schemas.microsoft.com/office/drawing/2014/main" id="{0F341CFC-4D35-F2F8-805C-3D1751D3E53A}"/>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40692" y="3014808"/>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01" name="圆角矩形 382">
            <a:extLst>
              <a:ext uri="{FF2B5EF4-FFF2-40B4-BE49-F238E27FC236}">
                <a16:creationId xmlns:a16="http://schemas.microsoft.com/office/drawing/2014/main" id="{371B4D25-12AE-C702-3A66-60E17583F993}"/>
              </a:ext>
            </a:extLst>
          </p:cNvPr>
          <p:cNvSpPr/>
          <p:nvPr/>
        </p:nvSpPr>
        <p:spPr>
          <a:xfrm>
            <a:off x="4525894" y="1524025"/>
            <a:ext cx="2428485" cy="2113104"/>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cxnSp>
        <p:nvCxnSpPr>
          <p:cNvPr id="322" name="直接连接符 321">
            <a:extLst>
              <a:ext uri="{FF2B5EF4-FFF2-40B4-BE49-F238E27FC236}">
                <a16:creationId xmlns:a16="http://schemas.microsoft.com/office/drawing/2014/main" id="{35050623-CA2E-7734-096E-92BC9E98CF89}"/>
              </a:ext>
            </a:extLst>
          </p:cNvPr>
          <p:cNvCxnSpPr>
            <a:cxnSpLocks/>
            <a:endCxn id="328" idx="1"/>
          </p:cNvCxnSpPr>
          <p:nvPr/>
        </p:nvCxnSpPr>
        <p:spPr>
          <a:xfrm flipV="1">
            <a:off x="3877174" y="2136117"/>
            <a:ext cx="1095244" cy="64959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a:extLst>
              <a:ext uri="{FF2B5EF4-FFF2-40B4-BE49-F238E27FC236}">
                <a16:creationId xmlns:a16="http://schemas.microsoft.com/office/drawing/2014/main" id="{AF029553-72AE-2EB9-CF03-26806FE04310}"/>
              </a:ext>
            </a:extLst>
          </p:cNvPr>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4" name="直接连接符 363">
            <a:extLst>
              <a:ext uri="{FF2B5EF4-FFF2-40B4-BE49-F238E27FC236}">
                <a16:creationId xmlns:a16="http://schemas.microsoft.com/office/drawing/2014/main" id="{D92329CC-2FD3-A54B-0B8C-643A7527DC11}"/>
              </a:ext>
            </a:extLst>
          </p:cNvPr>
          <p:cNvCxnSpPr>
            <a:cxnSpLocks/>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354" name="Object 425">
            <a:extLst>
              <a:ext uri="{FF2B5EF4-FFF2-40B4-BE49-F238E27FC236}">
                <a16:creationId xmlns:a16="http://schemas.microsoft.com/office/drawing/2014/main" id="{FE22D86D-FBF1-71AB-6517-AEE912A92DBE}"/>
              </a:ext>
            </a:extLst>
          </p:cNvPr>
          <p:cNvGraphicFramePr>
            <a:graphicFrameLocks noChangeAspect="1"/>
          </p:cNvGraphicFramePr>
          <p:nvPr/>
        </p:nvGraphicFramePr>
        <p:xfrm>
          <a:off x="7042334" y="2813673"/>
          <a:ext cx="1184398" cy="677438"/>
        </p:xfrm>
        <a:graphic>
          <a:graphicData uri="http://schemas.openxmlformats.org/presentationml/2006/ole">
            <mc:AlternateContent xmlns:mc="http://schemas.openxmlformats.org/markup-compatibility/2006">
              <mc:Choice xmlns:v="urn:schemas-microsoft-com:vml" Requires="v">
                <p:oleObj name="Visio" r:id="rId9" imgW="1687068" imgH="964692" progId="">
                  <p:embed/>
                </p:oleObj>
              </mc:Choice>
              <mc:Fallback>
                <p:oleObj name="Visio" r:id="rId9" imgW="1687068" imgH="964692" progId="">
                  <p:embed/>
                  <p:pic>
                    <p:nvPicPr>
                      <p:cNvPr id="354" name="Object 425">
                        <a:extLst>
                          <a:ext uri="{FF2B5EF4-FFF2-40B4-BE49-F238E27FC236}">
                            <a16:creationId xmlns:a16="http://schemas.microsoft.com/office/drawing/2014/main" id="{757568EB-92E1-9455-758F-2A478668F0D6}"/>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042334"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a:extLst>
              <a:ext uri="{FF2B5EF4-FFF2-40B4-BE49-F238E27FC236}">
                <a16:creationId xmlns:a16="http://schemas.microsoft.com/office/drawing/2014/main" id="{245537AD-CBE3-C561-57F6-A5EAB249B5F9}"/>
              </a:ext>
            </a:extLst>
          </p:cNvPr>
          <p:cNvSpPr txBox="1">
            <a:spLocks noChangeArrowheads="1"/>
          </p:cNvSpPr>
          <p:nvPr/>
        </p:nvSpPr>
        <p:spPr bwMode="auto">
          <a:xfrm>
            <a:off x="7313065"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pic>
        <p:nvPicPr>
          <p:cNvPr id="381" name="Picture 448">
            <a:extLst>
              <a:ext uri="{FF2B5EF4-FFF2-40B4-BE49-F238E27FC236}">
                <a16:creationId xmlns:a16="http://schemas.microsoft.com/office/drawing/2014/main" id="{9CB0BDAA-EB63-A814-CECD-28967D51D112}"/>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021763" y="3014808"/>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1368278731"/>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65934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UMTS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2G GSM </a:t>
            </a:r>
            <a:r>
              <a:rPr lang="zh-CN" altLang="en-US" sz="2000" b="1" dirty="0">
                <a:latin typeface="微软雅黑" pitchFamily="34" charset="-122"/>
                <a:ea typeface="微软雅黑" pitchFamily="34" charset="-122"/>
              </a:rPr>
              <a:t>的主要区别：集中在 </a:t>
            </a:r>
            <a:r>
              <a:rPr lang="en-US" altLang="zh-CN" sz="2000" b="1" dirty="0">
                <a:latin typeface="微软雅黑" pitchFamily="34" charset="-122"/>
                <a:ea typeface="微软雅黑" pitchFamily="34" charset="-122"/>
              </a:rPr>
              <a:t>UTRAN </a:t>
            </a:r>
            <a:r>
              <a:rPr lang="zh-CN" altLang="en-US" sz="2000" b="1" dirty="0">
                <a:latin typeface="微软雅黑" pitchFamily="34" charset="-122"/>
                <a:ea typeface="微软雅黑" pitchFamily="34" charset="-122"/>
              </a:rPr>
              <a:t>侧</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222801" cy="293009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空口：</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使用</a:t>
            </a:r>
            <a:r>
              <a:rPr lang="zh-CN" altLang="en-US" b="1" dirty="0">
                <a:solidFill>
                  <a:srgbClr val="C00000"/>
                </a:solidFill>
                <a:latin typeface="微软雅黑" pitchFamily="34" charset="-122"/>
                <a:ea typeface="微软雅黑" pitchFamily="34" charset="-122"/>
              </a:rPr>
              <a:t>直接序列宽带码分多址 </a:t>
            </a:r>
            <a:r>
              <a:rPr lang="en-US" altLang="zh-CN" b="1" dirty="0">
                <a:solidFill>
                  <a:srgbClr val="C00000"/>
                </a:solidFill>
                <a:latin typeface="微软雅黑" pitchFamily="34" charset="-122"/>
                <a:ea typeface="微软雅黑" pitchFamily="34" charset="-122"/>
              </a:rPr>
              <a:t>DS-WCDMA </a:t>
            </a:r>
            <a:r>
              <a:rPr lang="en-US" altLang="zh-CN" b="1" dirty="0">
                <a:latin typeface="微软雅黑" pitchFamily="34" charset="-122"/>
                <a:ea typeface="微软雅黑" pitchFamily="34" charset="-122"/>
              </a:rPr>
              <a:t>(Direct Sequence Wideband CDMA)</a:t>
            </a:r>
            <a:r>
              <a:rPr lang="zh-CN" altLang="en-US" b="1" dirty="0">
                <a:latin typeface="微软雅黑" pitchFamily="34" charset="-122"/>
                <a:ea typeface="微软雅黑" pitchFamily="34" charset="-122"/>
              </a:rPr>
              <a:t>，或</a:t>
            </a:r>
            <a:r>
              <a:rPr lang="zh-CN" altLang="en-US" b="1" dirty="0">
                <a:solidFill>
                  <a:srgbClr val="C00000"/>
                </a:solidFill>
                <a:latin typeface="微软雅黑" pitchFamily="34" charset="-122"/>
                <a:ea typeface="微软雅黑" pitchFamily="34" charset="-122"/>
              </a:rPr>
              <a:t>时分同步码分多址 </a:t>
            </a:r>
            <a:r>
              <a:rPr lang="en-US" altLang="zh-CN" b="1" dirty="0">
                <a:solidFill>
                  <a:srgbClr val="C00000"/>
                </a:solidFill>
                <a:latin typeface="微软雅黑" pitchFamily="34" charset="-122"/>
                <a:ea typeface="微软雅黑" pitchFamily="34" charset="-122"/>
              </a:rPr>
              <a:t>TD-SCDMA </a:t>
            </a:r>
            <a:r>
              <a:rPr lang="en-US" altLang="zh-CN" b="1" dirty="0">
                <a:latin typeface="微软雅黑" pitchFamily="34" charset="-122"/>
                <a:ea typeface="微软雅黑" pitchFamily="34" charset="-122"/>
              </a:rPr>
              <a:t>(Time Division-Synchronous CDMA)</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每个移动用户使用的带宽比 </a:t>
            </a:r>
            <a:r>
              <a:rPr lang="en-US" altLang="zh-CN" b="1" dirty="0">
                <a:latin typeface="微软雅黑" pitchFamily="34" charset="-122"/>
                <a:ea typeface="微软雅黑" pitchFamily="34" charset="-122"/>
              </a:rPr>
              <a:t>GSM </a:t>
            </a:r>
            <a:r>
              <a:rPr lang="zh-CN" altLang="en-US" b="1" dirty="0">
                <a:latin typeface="微软雅黑" pitchFamily="34" charset="-122"/>
                <a:ea typeface="微软雅黑" pitchFamily="34" charset="-122"/>
              </a:rPr>
              <a:t>增大很多，能以更高的数据率享用多种移动宽带多媒体业务。</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3G UMTS</a:t>
            </a:r>
            <a:r>
              <a:rPr lang="zh-CN" altLang="en-US" sz="2000" b="1" dirty="0">
                <a:latin typeface="微软雅黑" pitchFamily="34" charset="-122"/>
                <a:ea typeface="微软雅黑" pitchFamily="34" charset="-122"/>
              </a:rPr>
              <a:t>也不断提高数据率</a:t>
            </a:r>
            <a:r>
              <a:rPr lang="zh-CN" altLang="en-US" b="1" dirty="0">
                <a:latin typeface="微软雅黑" pitchFamily="34" charset="-122"/>
                <a:ea typeface="微软雅黑" pitchFamily="34" charset="-122"/>
              </a:rPr>
              <a:t>，其下行数据率可达到 </a:t>
            </a:r>
            <a:r>
              <a:rPr lang="en-US" altLang="zh-CN" b="1" dirty="0">
                <a:latin typeface="微软雅黑" pitchFamily="34" charset="-122"/>
                <a:ea typeface="微软雅黑" pitchFamily="34" charset="-122"/>
              </a:rPr>
              <a:t>21 Mbit/s</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5 MHz</a:t>
            </a:r>
            <a:r>
              <a:rPr lang="zh-CN" altLang="en-US" b="1" dirty="0">
                <a:latin typeface="微软雅黑" pitchFamily="34" charset="-122"/>
                <a:ea typeface="微软雅黑" pitchFamily="34" charset="-122"/>
              </a:rPr>
              <a:t>带宽），大大 超过了 </a:t>
            </a:r>
            <a:r>
              <a:rPr lang="en-US" altLang="zh-CN" b="1" dirty="0">
                <a:latin typeface="微软雅黑" pitchFamily="34" charset="-122"/>
                <a:ea typeface="微软雅黑" pitchFamily="34" charset="-122"/>
              </a:rPr>
              <a:t>3G </a:t>
            </a:r>
            <a:r>
              <a:rPr lang="zh-CN" altLang="en-US" b="1" dirty="0">
                <a:latin typeface="微软雅黑" pitchFamily="34" charset="-122"/>
                <a:ea typeface="微软雅黑" pitchFamily="34" charset="-122"/>
              </a:rPr>
              <a:t>最初设定的指标。</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3822054369"/>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105C7E-51DF-77D1-872B-DF6FA2C68E11}"/>
            </a:ext>
          </a:extLst>
        </p:cNvPr>
        <p:cNvGrpSpPr/>
        <p:nvPr/>
      </p:nvGrpSpPr>
      <p:grpSpPr>
        <a:xfrm>
          <a:off x="0" y="0"/>
          <a:ext cx="0" cy="0"/>
          <a:chOff x="0" y="0"/>
          <a:chExt cx="0" cy="0"/>
        </a:xfrm>
      </p:grpSpPr>
      <p:sp>
        <p:nvSpPr>
          <p:cNvPr id="2" name="AutoShape 12">
            <a:extLst>
              <a:ext uri="{FF2B5EF4-FFF2-40B4-BE49-F238E27FC236}">
                <a16:creationId xmlns:a16="http://schemas.microsoft.com/office/drawing/2014/main" id="{FAA745E9-2AEA-F6D1-031F-ABD2B4349C91}"/>
              </a:ext>
            </a:extLst>
          </p:cNvPr>
          <p:cNvSpPr>
            <a:spLocks noChangeArrowheads="1"/>
          </p:cNvSpPr>
          <p:nvPr/>
        </p:nvSpPr>
        <p:spPr bwMode="auto">
          <a:xfrm>
            <a:off x="511896" y="706939"/>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a:extLst>
              <a:ext uri="{FF2B5EF4-FFF2-40B4-BE49-F238E27FC236}">
                <a16:creationId xmlns:a16="http://schemas.microsoft.com/office/drawing/2014/main" id="{D0CF81BE-4C3B-983F-9823-9F48F5461BC6}"/>
              </a:ext>
            </a:extLst>
          </p:cNvPr>
          <p:cNvSpPr>
            <a:spLocks noChangeArrowheads="1"/>
          </p:cNvSpPr>
          <p:nvPr/>
        </p:nvSpPr>
        <p:spPr bwMode="auto">
          <a:xfrm>
            <a:off x="1956988" y="681475"/>
            <a:ext cx="52556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solidFill>
                  <a:schemeClr val="bg1"/>
                </a:solidFill>
                <a:latin typeface="微软雅黑" pitchFamily="34" charset="-122"/>
                <a:ea typeface="微软雅黑" pitchFamily="34" charset="-122"/>
              </a:rPr>
              <a:t>8.3.2  4G</a:t>
            </a:r>
            <a:r>
              <a:rPr lang="zh-CN" altLang="en-US" sz="2400" b="1" dirty="0">
                <a:solidFill>
                  <a:schemeClr val="bg1"/>
                </a:solidFill>
                <a:latin typeface="微软雅黑" pitchFamily="34" charset="-122"/>
                <a:ea typeface="微软雅黑" pitchFamily="34" charset="-122"/>
              </a:rPr>
              <a:t>蜂窝无线通信技术</a:t>
            </a:r>
          </a:p>
        </p:txBody>
      </p:sp>
      <p:sp>
        <p:nvSpPr>
          <p:cNvPr id="5" name="AutoShape 5">
            <a:extLst>
              <a:ext uri="{FF2B5EF4-FFF2-40B4-BE49-F238E27FC236}">
                <a16:creationId xmlns:a16="http://schemas.microsoft.com/office/drawing/2014/main" id="{A38370B0-3009-1372-4CD5-22F440FC96A1}"/>
              </a:ext>
            </a:extLst>
          </p:cNvPr>
          <p:cNvSpPr>
            <a:spLocks noChangeArrowheads="1"/>
          </p:cNvSpPr>
          <p:nvPr/>
        </p:nvSpPr>
        <p:spPr bwMode="auto">
          <a:xfrm>
            <a:off x="507492" y="126687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Rectangle 6">
            <a:extLst>
              <a:ext uri="{FF2B5EF4-FFF2-40B4-BE49-F238E27FC236}">
                <a16:creationId xmlns:a16="http://schemas.microsoft.com/office/drawing/2014/main" id="{C24AA678-BC3C-90C0-CA8E-F1F574CD44BD}"/>
              </a:ext>
            </a:extLst>
          </p:cNvPr>
          <p:cNvSpPr>
            <a:spLocks noChangeArrowheads="1"/>
          </p:cNvSpPr>
          <p:nvPr/>
        </p:nvSpPr>
        <p:spPr bwMode="auto">
          <a:xfrm>
            <a:off x="2702162" y="1233664"/>
            <a:ext cx="37171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r>
              <a:rPr lang="en-US" altLang="zh-CN" sz="2000" b="1" dirty="0">
                <a:solidFill>
                  <a:schemeClr val="bg1"/>
                </a:solidFill>
                <a:latin typeface="微软雅黑" pitchFamily="34" charset="-122"/>
                <a:ea typeface="微软雅黑" pitchFamily="34" charset="-122"/>
              </a:rPr>
              <a:t>1. 4G </a:t>
            </a:r>
            <a:r>
              <a:rPr lang="zh-CN" altLang="en-US" sz="2000" b="1" dirty="0">
                <a:solidFill>
                  <a:schemeClr val="bg1"/>
                </a:solidFill>
                <a:latin typeface="微软雅黑" pitchFamily="34" charset="-122"/>
                <a:ea typeface="微软雅黑" pitchFamily="34" charset="-122"/>
              </a:rPr>
              <a:t>蜂窝移动通信系统的特点</a:t>
            </a:r>
          </a:p>
        </p:txBody>
      </p:sp>
      <p:sp>
        <p:nvSpPr>
          <p:cNvPr id="7" name="Rectangle 46">
            <a:extLst>
              <a:ext uri="{FF2B5EF4-FFF2-40B4-BE49-F238E27FC236}">
                <a16:creationId xmlns:a16="http://schemas.microsoft.com/office/drawing/2014/main" id="{3C98611C-0D22-BC06-2746-AA7722FFCE66}"/>
              </a:ext>
            </a:extLst>
          </p:cNvPr>
          <p:cNvSpPr>
            <a:spLocks noChangeArrowheads="1"/>
          </p:cNvSpPr>
          <p:nvPr/>
        </p:nvSpPr>
        <p:spPr bwMode="auto">
          <a:xfrm>
            <a:off x="507492" y="1620805"/>
            <a:ext cx="7874459" cy="2571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solidFill>
                  <a:srgbClr val="0000FF"/>
                </a:solidFill>
                <a:latin typeface="微软雅黑" pitchFamily="34" charset="-122"/>
                <a:ea typeface="微软雅黑" pitchFamily="34" charset="-122"/>
              </a:rPr>
              <a:t>第四代</a:t>
            </a:r>
            <a:r>
              <a:rPr lang="zh-CN" altLang="en-US" b="1" dirty="0">
                <a:solidFill>
                  <a:srgbClr val="0000CC"/>
                </a:solidFill>
                <a:latin typeface="微软雅黑" pitchFamily="34" charset="-122"/>
                <a:ea typeface="微软雅黑" pitchFamily="34" charset="-122"/>
              </a:rPr>
              <a:t> </a:t>
            </a:r>
            <a:r>
              <a:rPr lang="en-US" altLang="zh-CN" b="1" dirty="0">
                <a:latin typeface="微软雅黑" pitchFamily="34" charset="-122"/>
                <a:ea typeface="微软雅黑" pitchFamily="34" charset="-122"/>
              </a:rPr>
              <a:t>(4G) </a:t>
            </a:r>
            <a:r>
              <a:rPr lang="zh-CN" altLang="en-US" b="1" dirty="0">
                <a:latin typeface="微软雅黑" pitchFamily="34" charset="-122"/>
                <a:ea typeface="微软雅黑" pitchFamily="34" charset="-122"/>
              </a:rPr>
              <a:t>蜂窝移动通信系统名称定为高级国际移动通信 </a:t>
            </a:r>
            <a:r>
              <a:rPr lang="en-US" altLang="zh-CN" b="1" dirty="0">
                <a:solidFill>
                  <a:srgbClr val="C00000"/>
                </a:solidFill>
                <a:latin typeface="微软雅黑" pitchFamily="34" charset="-122"/>
                <a:ea typeface="微软雅黑" pitchFamily="34" charset="-122"/>
              </a:rPr>
              <a:t>IMT-Advanced</a:t>
            </a:r>
            <a:r>
              <a:rPr lang="en-US" altLang="zh-CN" b="1" dirty="0">
                <a:latin typeface="微软雅黑" pitchFamily="34" charset="-122"/>
                <a:ea typeface="微软雅黑" pitchFamily="34" charset="-122"/>
              </a:rPr>
              <a:t> (International Mobile Telecommunications-Advanced)</a:t>
            </a:r>
            <a:r>
              <a:rPr lang="zh-CN" altLang="en-US" b="1" dirty="0">
                <a:latin typeface="微软雅黑" pitchFamily="34" charset="-122"/>
                <a:ea typeface="微软雅黑" pitchFamily="34" charset="-122"/>
              </a:rPr>
              <a:t> 。</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b="1" dirty="0">
                <a:latin typeface="微软雅黑" pitchFamily="34" charset="-122"/>
                <a:ea typeface="微软雅黑" pitchFamily="34" charset="-122"/>
              </a:rPr>
              <a:t>IMT-Advanced </a:t>
            </a:r>
            <a:r>
              <a:rPr lang="zh-CN" altLang="en-US" b="1" dirty="0">
                <a:latin typeface="微软雅黑" pitchFamily="34" charset="-122"/>
                <a:ea typeface="微软雅黑" pitchFamily="34" charset="-122"/>
              </a:rPr>
              <a:t>的一个最重要的特点：</a:t>
            </a:r>
            <a:r>
              <a:rPr lang="zh-CN" altLang="en-US" b="1" dirty="0">
                <a:solidFill>
                  <a:srgbClr val="0000CC"/>
                </a:solidFill>
                <a:latin typeface="微软雅黑" pitchFamily="34" charset="-122"/>
                <a:ea typeface="微软雅黑" pitchFamily="34" charset="-122"/>
              </a:rPr>
              <a:t>取消了电路交换，</a:t>
            </a:r>
            <a:r>
              <a:rPr lang="zh-CN" altLang="en-US" b="1" dirty="0">
                <a:latin typeface="微软雅黑" pitchFamily="34" charset="-122"/>
                <a:ea typeface="微软雅黑" pitchFamily="34" charset="-122"/>
              </a:rPr>
              <a:t>无论传送数据还是话音，</a:t>
            </a:r>
            <a:r>
              <a:rPr lang="zh-CN" altLang="en-US" b="1" dirty="0">
                <a:solidFill>
                  <a:srgbClr val="0000FF"/>
                </a:solidFill>
                <a:latin typeface="微软雅黑" pitchFamily="34" charset="-122"/>
                <a:ea typeface="微软雅黑" pitchFamily="34" charset="-122"/>
              </a:rPr>
              <a:t>全部使用分组交换技术</a:t>
            </a:r>
            <a:r>
              <a:rPr lang="zh-CN" altLang="en-US" b="1" dirty="0">
                <a:latin typeface="微软雅黑" pitchFamily="34" charset="-122"/>
                <a:ea typeface="微软雅黑" pitchFamily="34" charset="-122"/>
              </a:rPr>
              <a:t>，或称为</a:t>
            </a:r>
            <a:r>
              <a:rPr lang="zh-CN" altLang="en-US" b="1" dirty="0">
                <a:solidFill>
                  <a:srgbClr val="C00000"/>
                </a:solidFill>
                <a:latin typeface="微软雅黑" pitchFamily="34" charset="-122"/>
                <a:ea typeface="微软雅黑" pitchFamily="34" charset="-122"/>
              </a:rPr>
              <a:t>全网 </a:t>
            </a:r>
            <a:r>
              <a:rPr lang="en-US" altLang="zh-CN" b="1" dirty="0">
                <a:solidFill>
                  <a:srgbClr val="C00000"/>
                </a:solidFill>
                <a:latin typeface="微软雅黑" pitchFamily="34" charset="-122"/>
                <a:ea typeface="微软雅黑" pitchFamily="34" charset="-122"/>
              </a:rPr>
              <a:t>IP </a:t>
            </a:r>
            <a:r>
              <a:rPr lang="zh-CN" altLang="en-US" b="1" dirty="0">
                <a:solidFill>
                  <a:srgbClr val="C00000"/>
                </a:solidFill>
                <a:latin typeface="微软雅黑" pitchFamily="34" charset="-122"/>
                <a:ea typeface="微软雅黑" pitchFamily="34" charset="-122"/>
              </a:rPr>
              <a:t>化。</a:t>
            </a:r>
            <a:endParaRPr lang="en-US" altLang="zh-CN" b="1" dirty="0">
              <a:solidFill>
                <a:srgbClr val="C00000"/>
              </a:solidFill>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b="1" dirty="0">
                <a:latin typeface="微软雅黑" pitchFamily="34" charset="-122"/>
                <a:ea typeface="微软雅黑" pitchFamily="34" charset="-122"/>
              </a:rPr>
              <a:t>IMT-Advanced </a:t>
            </a:r>
            <a:r>
              <a:rPr lang="zh-CN" altLang="en-US" b="1" dirty="0">
                <a:latin typeface="微软雅黑" pitchFamily="34" charset="-122"/>
                <a:ea typeface="微软雅黑" pitchFamily="34" charset="-122"/>
              </a:rPr>
              <a:t>目标峰值数据率：固定的和低速移动通信时应达到 </a:t>
            </a:r>
            <a:r>
              <a:rPr lang="en-US" altLang="zh-CN" b="1" dirty="0">
                <a:latin typeface="微软雅黑" pitchFamily="34" charset="-122"/>
                <a:ea typeface="微软雅黑" pitchFamily="34" charset="-122"/>
              </a:rPr>
              <a:t>1 </a:t>
            </a:r>
            <a:r>
              <a:rPr lang="en-US" altLang="zh-CN" b="1" dirty="0" err="1">
                <a:latin typeface="微软雅黑" pitchFamily="34" charset="-122"/>
                <a:ea typeface="微软雅黑" pitchFamily="34" charset="-122"/>
              </a:rPr>
              <a:t>Gbit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，在高速移动通信时（如在火车。汽车上）应达到 </a:t>
            </a:r>
            <a:r>
              <a:rPr lang="en-US" altLang="zh-CN" b="1" dirty="0">
                <a:latin typeface="微软雅黑" pitchFamily="34" charset="-122"/>
                <a:ea typeface="微软雅黑" pitchFamily="34" charset="-122"/>
              </a:rPr>
              <a:t>100 Mbit/s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3452003268"/>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902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长期演进 </a:t>
            </a:r>
            <a:r>
              <a:rPr lang="en-US" altLang="zh-CN" sz="2000" b="1" dirty="0">
                <a:latin typeface="微软雅黑" pitchFamily="34" charset="-122"/>
                <a:ea typeface="微软雅黑" pitchFamily="34" charset="-122"/>
              </a:rPr>
              <a:t>LTE (Long-Term Evolution)</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139815" cy="27502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4G </a:t>
            </a:r>
            <a:r>
              <a:rPr lang="zh-CN" altLang="en-US" sz="2000" b="1" dirty="0">
                <a:latin typeface="微软雅黑" pitchFamily="34" charset="-122"/>
                <a:ea typeface="微软雅黑" pitchFamily="34" charset="-122"/>
              </a:rPr>
              <a:t>标准比 </a:t>
            </a:r>
            <a:r>
              <a:rPr lang="en-US" altLang="zh-CN" sz="2000" b="1" dirty="0">
                <a:latin typeface="微软雅黑" pitchFamily="34" charset="-122"/>
                <a:ea typeface="微软雅黑" pitchFamily="34" charset="-122"/>
              </a:rPr>
              <a:t>3G </a:t>
            </a:r>
            <a:r>
              <a:rPr lang="zh-CN" altLang="en-US" sz="2000" b="1" dirty="0">
                <a:latin typeface="微软雅黑" pitchFamily="34" charset="-122"/>
                <a:ea typeface="微软雅黑" pitchFamily="34" charset="-122"/>
              </a:rPr>
              <a:t>的标准高出很多。在当时的技术条件下，很难实现。</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LTE </a:t>
            </a:r>
            <a:r>
              <a:rPr lang="zh-CN" altLang="en-US" sz="2000" b="1" dirty="0">
                <a:solidFill>
                  <a:srgbClr val="C00000"/>
                </a:solidFill>
                <a:latin typeface="微软雅黑" pitchFamily="34" charset="-122"/>
                <a:ea typeface="微软雅黑" pitchFamily="34" charset="-122"/>
              </a:rPr>
              <a:t>标准：</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3GPP R8 </a:t>
            </a:r>
            <a:r>
              <a:rPr lang="zh-CN" altLang="en-US" sz="2000" b="1" dirty="0">
                <a:latin typeface="微软雅黑" pitchFamily="34" charset="-122"/>
                <a:ea typeface="微软雅黑" pitchFamily="34" charset="-122"/>
              </a:rPr>
              <a:t>版本。</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手机左上角显示为</a:t>
            </a:r>
            <a:r>
              <a:rPr lang="en-US" altLang="zh-CN" sz="2000" b="1" dirty="0">
                <a:latin typeface="微软雅黑" pitchFamily="34" charset="-122"/>
                <a:ea typeface="微软雅黑" pitchFamily="34" charset="-122"/>
              </a:rPr>
              <a:t>“4G”</a:t>
            </a:r>
            <a:r>
              <a:rPr lang="zh-CN" altLang="en-US" sz="2000" b="1" dirty="0">
                <a:latin typeface="微软雅黑" pitchFamily="34" charset="-122"/>
                <a:ea typeface="微软雅黑" pitchFamily="34" charset="-122"/>
              </a:rPr>
              <a:t>，</a:t>
            </a:r>
            <a:r>
              <a:rPr lang="zh-CN" altLang="en-US" sz="2000" b="1" dirty="0">
                <a:solidFill>
                  <a:srgbClr val="C00000"/>
                </a:solidFill>
                <a:latin typeface="微软雅黑" pitchFamily="34" charset="-122"/>
                <a:ea typeface="微软雅黑" pitchFamily="34" charset="-122"/>
              </a:rPr>
              <a:t>但不是真正的 </a:t>
            </a:r>
            <a:r>
              <a:rPr lang="en-US" altLang="zh-CN" sz="2000" b="1" dirty="0">
                <a:solidFill>
                  <a:srgbClr val="C00000"/>
                </a:solidFill>
                <a:latin typeface="微软雅黑" pitchFamily="34" charset="-122"/>
                <a:ea typeface="微软雅黑" pitchFamily="34" charset="-122"/>
              </a:rPr>
              <a:t>4G</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俗称为 </a:t>
            </a:r>
            <a:r>
              <a:rPr lang="en-US" altLang="zh-CN" sz="2000" b="1" dirty="0">
                <a:solidFill>
                  <a:srgbClr val="0000CC"/>
                </a:solidFill>
                <a:latin typeface="微软雅黑" pitchFamily="34" charset="-122"/>
                <a:ea typeface="微软雅黑" pitchFamily="34" charset="-122"/>
              </a:rPr>
              <a:t>3.9G</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或 </a:t>
            </a:r>
            <a:r>
              <a:rPr lang="en-US" altLang="zh-CN" sz="2000" b="1" dirty="0">
                <a:solidFill>
                  <a:srgbClr val="0000CC"/>
                </a:solidFill>
                <a:latin typeface="微软雅黑" pitchFamily="34" charset="-122"/>
                <a:ea typeface="微软雅黑" pitchFamily="34" charset="-122"/>
              </a:rPr>
              <a:t>3.95G</a:t>
            </a:r>
            <a:r>
              <a:rPr lang="zh-CN" altLang="en-US" sz="2000" b="1" dirty="0">
                <a:latin typeface="微软雅黑" pitchFamily="34" charset="-122"/>
                <a:ea typeface="微软雅黑" pitchFamily="34" charset="-122"/>
              </a:rPr>
              <a:t>，表示接近</a:t>
            </a:r>
            <a:r>
              <a:rPr lang="en-US" altLang="zh-CN" sz="2000" b="1" dirty="0">
                <a:latin typeface="微软雅黑" pitchFamily="34" charset="-122"/>
                <a:ea typeface="微软雅黑" pitchFamily="34" charset="-122"/>
              </a:rPr>
              <a:t>4G</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信道带宽为 </a:t>
            </a:r>
            <a:r>
              <a:rPr lang="en-US" altLang="zh-CN" sz="2000" b="1" dirty="0">
                <a:latin typeface="微软雅黑" pitchFamily="34" charset="-122"/>
                <a:ea typeface="微软雅黑" pitchFamily="34" charset="-122"/>
              </a:rPr>
              <a:t>20 MHz</a:t>
            </a:r>
            <a:r>
              <a:rPr lang="zh-CN" altLang="en-US" sz="2000" b="1" dirty="0">
                <a:latin typeface="微软雅黑" pitchFamily="34" charset="-122"/>
                <a:ea typeface="微软雅黑" pitchFamily="34" charset="-122"/>
              </a:rPr>
              <a:t>时，其下行和上行数据率应分别达到 </a:t>
            </a:r>
            <a:r>
              <a:rPr lang="en-US" altLang="zh-CN" sz="2000" b="1" dirty="0">
                <a:latin typeface="微软雅黑" pitchFamily="34" charset="-122"/>
                <a:ea typeface="微软雅黑" pitchFamily="34" charset="-122"/>
              </a:rPr>
              <a:t>100 Mbit/s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50 Mbit/s</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1833577417"/>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126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a:t>
            </a:r>
            <a:r>
              <a:rPr lang="zh-CN" altLang="en-US" sz="2000" b="1" dirty="0">
                <a:latin typeface="微软雅黑" pitchFamily="34" charset="-122"/>
                <a:ea typeface="微软雅黑" pitchFamily="34" charset="-122"/>
              </a:rPr>
              <a:t>架构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60"/>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86613" y="2924459"/>
            <a:ext cx="954107" cy="488019"/>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a:t>
            </a:r>
          </a:p>
        </p:txBody>
      </p:sp>
      <p:sp>
        <p:nvSpPr>
          <p:cNvPr id="53" name="Text Box 546"/>
          <p:cNvSpPr txBox="1">
            <a:spLocks noChangeArrowheads="1"/>
          </p:cNvSpPr>
          <p:nvPr/>
        </p:nvSpPr>
        <p:spPr bwMode="auto">
          <a:xfrm>
            <a:off x="4792896" y="2924459"/>
            <a:ext cx="954107" cy="488019"/>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UE</a:t>
            </a:r>
            <a:endParaRPr kumimoji="1" lang="zh-CN" altLang="en-US" sz="1200" b="1" dirty="0">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grpSp>
        <p:nvGrpSpPr>
          <p:cNvPr id="3" name="组合 2"/>
          <p:cNvGrpSpPr/>
          <p:nvPr/>
        </p:nvGrpSpPr>
        <p:grpSpPr>
          <a:xfrm>
            <a:off x="6782593" y="1090679"/>
            <a:ext cx="1491514" cy="732822"/>
            <a:chOff x="6691097" y="1239483"/>
            <a:chExt cx="1491514" cy="732822"/>
          </a:xfrm>
        </p:grpSpPr>
        <p:sp>
          <p:nvSpPr>
            <p:cNvPr id="123"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4"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25"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26" name="直接连接符 125"/>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7" name="直接连接符 126"/>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28"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29" name="直接连接符 128"/>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a:cxnSpLocks/>
          </p:cNvCxnSpPr>
          <p:nvPr/>
        </p:nvCxnSpPr>
        <p:spPr>
          <a:xfrm>
            <a:off x="5020707" y="2619619"/>
            <a:ext cx="240866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713214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6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8" name="Text Box 546"/>
          <p:cNvSpPr txBox="1">
            <a:spLocks noChangeArrowheads="1"/>
          </p:cNvSpPr>
          <p:nvPr/>
        </p:nvSpPr>
        <p:spPr bwMode="auto">
          <a:xfrm>
            <a:off x="5949019" y="2110945"/>
            <a:ext cx="646331"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用户面</a:t>
            </a: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sp>
        <p:nvSpPr>
          <p:cNvPr id="143" name="Text Box 546"/>
          <p:cNvSpPr txBox="1">
            <a:spLocks noChangeArrowheads="1"/>
          </p:cNvSpPr>
          <p:nvPr/>
        </p:nvSpPr>
        <p:spPr bwMode="auto">
          <a:xfrm>
            <a:off x="5922647" y="1755833"/>
            <a:ext cx="700465"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控制面</a:t>
            </a:r>
          </a:p>
        </p:txBody>
      </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38100">
            <a:solidFill>
              <a:srgbClr val="C3E3F9"/>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由三大部分组成</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用户设备</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UE</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、演进的无线接入网</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E-UTRAN</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(Evolved-UTRAN) </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和演进的分组核心网</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EPC</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(Evolved Packet Core)</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核心网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EPC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网络，分为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用户面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控制层面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p>
        </p:txBody>
      </p:sp>
      <p:sp>
        <p:nvSpPr>
          <p:cNvPr id="4" name="Text Box 546">
            <a:extLst>
              <a:ext uri="{FF2B5EF4-FFF2-40B4-BE49-F238E27FC236}">
                <a16:creationId xmlns:a16="http://schemas.microsoft.com/office/drawing/2014/main" id="{A43292A6-6E83-EB08-9040-130179CB9EC1}"/>
              </a:ext>
            </a:extLst>
          </p:cNvPr>
          <p:cNvSpPr txBox="1">
            <a:spLocks noChangeArrowheads="1"/>
          </p:cNvSpPr>
          <p:nvPr/>
        </p:nvSpPr>
        <p:spPr bwMode="auto">
          <a:xfrm>
            <a:off x="6511564" y="2360665"/>
            <a:ext cx="644727"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IP</a:t>
            </a:r>
            <a:r>
              <a:rPr kumimoji="1" lang="zh-CN" altLang="en-US" sz="1200" b="1" dirty="0">
                <a:latin typeface="微软雅黑" panose="020B0503020204020204" pitchFamily="34" charset="-122"/>
                <a:ea typeface="微软雅黑" panose="020B0503020204020204" pitchFamily="34" charset="-122"/>
              </a:rPr>
              <a:t>分组</a:t>
            </a:r>
          </a:p>
        </p:txBody>
      </p:sp>
    </p:spTree>
    <p:extLst>
      <p:ext uri="{BB962C8B-B14F-4D97-AF65-F5344CB8AC3E}">
        <p14:creationId xmlns:p14="http://schemas.microsoft.com/office/powerpoint/2010/main" val="37644732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14"/>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1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1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P spid="115" grpId="0"/>
      <p:bldP spid="116"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2557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提高数据率的一些方法</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6" y="933717"/>
            <a:ext cx="8074756"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无线接入网的下行信道（</a:t>
            </a:r>
            <a:r>
              <a:rPr lang="en-US" altLang="zh-CN" b="1" dirty="0" err="1">
                <a:latin typeface="微软雅黑" pitchFamily="34" charset="-122"/>
                <a:ea typeface="微软雅黑" pitchFamily="34" charset="-122"/>
              </a:rPr>
              <a:t>eNB→UE</a:t>
            </a:r>
            <a:r>
              <a:rPr lang="zh-CN" altLang="en-US" b="1" dirty="0">
                <a:latin typeface="微软雅黑" pitchFamily="34" charset="-122"/>
                <a:ea typeface="微软雅黑" pitchFamily="34" charset="-122"/>
              </a:rPr>
              <a:t>）与上行信道（</a:t>
            </a:r>
            <a:r>
              <a:rPr lang="en-US" altLang="zh-CN" b="1" dirty="0" err="1">
                <a:latin typeface="微软雅黑" pitchFamily="34" charset="-122"/>
                <a:ea typeface="微软雅黑" pitchFamily="34" charset="-122"/>
              </a:rPr>
              <a:t>UE→eNB</a:t>
            </a:r>
            <a:r>
              <a:rPr lang="zh-CN" altLang="en-US" b="1" dirty="0">
                <a:latin typeface="微软雅黑" pitchFamily="34" charset="-122"/>
                <a:ea typeface="微软雅黑" pitchFamily="34" charset="-122"/>
              </a:rPr>
              <a:t>）采用了</a:t>
            </a:r>
            <a:r>
              <a:rPr lang="zh-CN" altLang="en-US" b="1" dirty="0">
                <a:solidFill>
                  <a:srgbClr val="0000CC"/>
                </a:solidFill>
                <a:latin typeface="微软雅黑" pitchFamily="34" charset="-122"/>
                <a:ea typeface="微软雅黑" pitchFamily="34" charset="-122"/>
              </a:rPr>
              <a:t>不同</a:t>
            </a:r>
            <a:r>
              <a:rPr lang="zh-CN" altLang="en-US" b="1" dirty="0">
                <a:latin typeface="微软雅黑" pitchFamily="34" charset="-122"/>
                <a:ea typeface="微软雅黑" pitchFamily="34" charset="-122"/>
              </a:rPr>
              <a:t>的复用方式。</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下行信道</a:t>
            </a:r>
            <a:r>
              <a:rPr lang="zh-CN" altLang="en-US" b="1" dirty="0">
                <a:latin typeface="微软雅黑" pitchFamily="34" charset="-122"/>
                <a:ea typeface="微软雅黑" pitchFamily="34" charset="-122"/>
              </a:rPr>
              <a:t>采用频分复用与时分复用相结合的</a:t>
            </a:r>
            <a:r>
              <a:rPr lang="zh-CN" altLang="en-US" b="1" dirty="0">
                <a:solidFill>
                  <a:srgbClr val="C00000"/>
                </a:solidFill>
                <a:latin typeface="微软雅黑" pitchFamily="34" charset="-122"/>
                <a:ea typeface="微软雅黑" pitchFamily="34" charset="-122"/>
              </a:rPr>
              <a:t>正交频分多址 </a:t>
            </a:r>
            <a:r>
              <a:rPr lang="en-US" altLang="zh-CN" b="1" dirty="0">
                <a:solidFill>
                  <a:srgbClr val="C00000"/>
                </a:solidFill>
                <a:latin typeface="微软雅黑" pitchFamily="34" charset="-122"/>
                <a:ea typeface="微软雅黑" pitchFamily="34" charset="-122"/>
              </a:rPr>
              <a:t>OFDMA</a:t>
            </a:r>
            <a:r>
              <a:rPr lang="zh-CN" altLang="en-US" b="1" dirty="0">
                <a:solidFill>
                  <a:srgbClr val="C00000"/>
                </a:solidFill>
                <a:latin typeface="微软雅黑" pitchFamily="34" charset="-122"/>
                <a:ea typeface="微软雅黑" pitchFamily="34" charset="-122"/>
              </a:rPr>
              <a:t>。</a:t>
            </a:r>
            <a:endParaRPr lang="en-US" altLang="zh-CN" b="1" dirty="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sz="1600" b="1" dirty="0">
                <a:latin typeface="微软雅黑" pitchFamily="34" charset="-122"/>
                <a:ea typeface="微软雅黑" pitchFamily="34" charset="-122"/>
              </a:rPr>
              <a:t>OFDM </a:t>
            </a:r>
            <a:r>
              <a:rPr lang="zh-CN" altLang="en-US" sz="1600" b="1" dirty="0">
                <a:latin typeface="微软雅黑" pitchFamily="34" charset="-122"/>
                <a:ea typeface="微软雅黑" pitchFamily="34" charset="-122"/>
              </a:rPr>
              <a:t>技术采用了多个子载波</a:t>
            </a:r>
            <a:r>
              <a:rPr lang="zh-CN" altLang="en-US" sz="1600" b="1" dirty="0">
                <a:solidFill>
                  <a:srgbClr val="C00000"/>
                </a:solidFill>
                <a:latin typeface="微软雅黑" pitchFamily="34" charset="-122"/>
                <a:ea typeface="微软雅黑" pitchFamily="34" charset="-122"/>
              </a:rPr>
              <a:t>并行传输</a:t>
            </a:r>
            <a:r>
              <a:rPr lang="zh-CN" altLang="en-US" sz="1600" b="1" dirty="0">
                <a:latin typeface="微软雅黑" pitchFamily="34" charset="-122"/>
                <a:ea typeface="微软雅黑" pitchFamily="34" charset="-122"/>
              </a:rPr>
              <a:t>的方法，利用各子载波之间的</a:t>
            </a:r>
            <a:r>
              <a:rPr lang="zh-CN" altLang="en-US" sz="1600" b="1" dirty="0">
                <a:solidFill>
                  <a:srgbClr val="C00000"/>
                </a:solidFill>
                <a:latin typeface="微软雅黑" pitchFamily="34" charset="-122"/>
                <a:ea typeface="微软雅黑" pitchFamily="34" charset="-122"/>
              </a:rPr>
              <a:t>正交性</a:t>
            </a:r>
            <a:r>
              <a:rPr lang="zh-CN" altLang="en-US" sz="1600" b="1" dirty="0">
                <a:latin typeface="微软雅黑" pitchFamily="34" charset="-122"/>
                <a:ea typeface="微软雅黑" pitchFamily="34" charset="-122"/>
              </a:rPr>
              <a:t>，子信道的频谱可以相互部分</a:t>
            </a:r>
            <a:r>
              <a:rPr lang="zh-CN" altLang="en-US" sz="1600" b="1" dirty="0">
                <a:solidFill>
                  <a:srgbClr val="C00000"/>
                </a:solidFill>
                <a:latin typeface="微软雅黑" pitchFamily="34" charset="-122"/>
                <a:ea typeface="微软雅黑" pitchFamily="34" charset="-122"/>
              </a:rPr>
              <a:t>重叠</a:t>
            </a:r>
            <a:r>
              <a:rPr lang="zh-CN" altLang="en-US" sz="1600" b="1" dirty="0">
                <a:latin typeface="微软雅黑" pitchFamily="34" charset="-122"/>
                <a:ea typeface="微软雅黑" pitchFamily="34" charset="-122"/>
              </a:rPr>
              <a:t>，但在解调时并</a:t>
            </a:r>
            <a:r>
              <a:rPr lang="zh-CN" altLang="en-US" sz="1600" b="1" dirty="0">
                <a:solidFill>
                  <a:srgbClr val="C00000"/>
                </a:solidFill>
                <a:latin typeface="微软雅黑" pitchFamily="34" charset="-122"/>
                <a:ea typeface="微软雅黑" pitchFamily="34" charset="-122"/>
              </a:rPr>
              <a:t>不产生</a:t>
            </a:r>
            <a:r>
              <a:rPr lang="zh-CN" altLang="en-US" sz="1600" b="1" dirty="0">
                <a:solidFill>
                  <a:srgbClr val="0000CC"/>
                </a:solidFill>
                <a:latin typeface="微软雅黑" pitchFamily="34" charset="-122"/>
                <a:ea typeface="微软雅黑" pitchFamily="34" charset="-122"/>
              </a:rPr>
              <a:t>子载波间干扰。</a:t>
            </a:r>
            <a:r>
              <a:rPr lang="zh-CN" altLang="en-US" sz="1600" b="1" dirty="0">
                <a:latin typeface="微软雅黑" pitchFamily="34" charset="-122"/>
                <a:ea typeface="微软雅黑" pitchFamily="34" charset="-122"/>
              </a:rPr>
              <a:t>大大提高了频谱利用率。</a:t>
            </a:r>
            <a:endParaRPr lang="en-US" altLang="zh-CN" sz="1600"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sz="1600" b="1" dirty="0">
                <a:latin typeface="微软雅黑" pitchFamily="34" charset="-122"/>
                <a:ea typeface="微软雅黑" pitchFamily="34" charset="-122"/>
              </a:rPr>
              <a:t>OFDM </a:t>
            </a:r>
            <a:r>
              <a:rPr lang="zh-CN" altLang="en-US" sz="1600" b="1" dirty="0">
                <a:latin typeface="微软雅黑" pitchFamily="34" charset="-122"/>
                <a:ea typeface="微软雅黑" pitchFamily="34" charset="-122"/>
              </a:rPr>
              <a:t>使每个子信道的数据率降低，有效地</a:t>
            </a:r>
            <a:r>
              <a:rPr lang="zh-CN" altLang="en-US" sz="1600" b="1" dirty="0">
                <a:solidFill>
                  <a:srgbClr val="C00000"/>
                </a:solidFill>
                <a:latin typeface="微软雅黑" pitchFamily="34" charset="-122"/>
                <a:ea typeface="微软雅黑" pitchFamily="34" charset="-122"/>
              </a:rPr>
              <a:t>减少</a:t>
            </a:r>
            <a:r>
              <a:rPr lang="zh-CN" altLang="en-US" sz="1600" b="1" dirty="0">
                <a:latin typeface="微软雅黑" pitchFamily="34" charset="-122"/>
                <a:ea typeface="微软雅黑" pitchFamily="34" charset="-122"/>
              </a:rPr>
              <a:t>了由</a:t>
            </a:r>
            <a:r>
              <a:rPr lang="zh-CN" altLang="en-US" sz="1600" b="1" dirty="0">
                <a:solidFill>
                  <a:srgbClr val="C00000"/>
                </a:solidFill>
                <a:latin typeface="微软雅黑" pitchFamily="34" charset="-122"/>
                <a:ea typeface="微软雅黑" pitchFamily="34" charset="-122"/>
              </a:rPr>
              <a:t>多径效应</a:t>
            </a:r>
            <a:r>
              <a:rPr lang="zh-CN" altLang="en-US" sz="1600" b="1" dirty="0">
                <a:latin typeface="微软雅黑" pitchFamily="34" charset="-122"/>
                <a:ea typeface="微软雅黑" pitchFamily="34" charset="-122"/>
              </a:rPr>
              <a:t>带来的</a:t>
            </a:r>
            <a:r>
              <a:rPr lang="zh-CN" altLang="en-US" sz="1600" b="1" dirty="0">
                <a:solidFill>
                  <a:srgbClr val="0000CC"/>
                </a:solidFill>
                <a:latin typeface="微软雅黑" pitchFamily="34" charset="-122"/>
                <a:ea typeface="微软雅黑" pitchFamily="34" charset="-122"/>
              </a:rPr>
              <a:t>符号间干扰，</a:t>
            </a:r>
            <a:r>
              <a:rPr lang="zh-CN" altLang="en-US" sz="1600" b="1" dirty="0">
                <a:latin typeface="微软雅黑" pitchFamily="34" charset="-122"/>
                <a:ea typeface="微软雅黑" pitchFamily="34" charset="-122"/>
              </a:rPr>
              <a:t>降低了误比特率。</a:t>
            </a:r>
            <a:endParaRPr lang="en-US" altLang="zh-CN" sz="1600"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每个帧划分为</a:t>
            </a:r>
            <a:r>
              <a:rPr lang="en-US" altLang="zh-CN" sz="1600" b="1" dirty="0">
                <a:latin typeface="微软雅黑" pitchFamily="34" charset="-122"/>
                <a:ea typeface="微软雅黑" pitchFamily="34" charset="-122"/>
              </a:rPr>
              <a:t>20</a:t>
            </a:r>
            <a:r>
              <a:rPr lang="zh-CN" altLang="en-US" sz="1600" b="1" dirty="0">
                <a:latin typeface="微软雅黑" pitchFamily="34" charset="-122"/>
                <a:ea typeface="微软雅黑" pitchFamily="34" charset="-122"/>
              </a:rPr>
              <a:t>个时隙，每个被激活的用户设备可以被分配到一个或多个信道频率中的一个或多个时隙。</a:t>
            </a:r>
            <a:endParaRPr lang="en-US" altLang="zh-CN" sz="1600" b="1" dirty="0">
              <a:latin typeface="微软雅黑" pitchFamily="34" charset="-122"/>
              <a:ea typeface="微软雅黑" pitchFamily="34" charset="-122"/>
            </a:endParaRPr>
          </a:p>
        </p:txBody>
      </p:sp>
    </p:spTree>
    <p:extLst>
      <p:ext uri="{BB962C8B-B14F-4D97-AF65-F5344CB8AC3E}">
        <p14:creationId xmlns:p14="http://schemas.microsoft.com/office/powerpoint/2010/main" val="3743526627"/>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B71FC8-A38A-8167-F57D-10C54A459A4C}"/>
            </a:ext>
          </a:extLst>
        </p:cNvPr>
        <p:cNvGrpSpPr/>
        <p:nvPr/>
      </p:nvGrpSpPr>
      <p:grpSpPr>
        <a:xfrm>
          <a:off x="0" y="0"/>
          <a:ext cx="0" cy="0"/>
          <a:chOff x="0" y="0"/>
          <a:chExt cx="0" cy="0"/>
        </a:xfrm>
      </p:grpSpPr>
      <p:sp>
        <p:nvSpPr>
          <p:cNvPr id="7" name="AutoShape 5">
            <a:extLst>
              <a:ext uri="{FF2B5EF4-FFF2-40B4-BE49-F238E27FC236}">
                <a16:creationId xmlns:a16="http://schemas.microsoft.com/office/drawing/2014/main" id="{1E2770F2-7CC5-8A88-2D13-DB18D4F47FF2}"/>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a:extLst>
              <a:ext uri="{FF2B5EF4-FFF2-40B4-BE49-F238E27FC236}">
                <a16:creationId xmlns:a16="http://schemas.microsoft.com/office/drawing/2014/main" id="{9D0401E4-4E1A-FE5F-032F-AF9E27844AFF}"/>
              </a:ext>
            </a:extLst>
          </p:cNvPr>
          <p:cNvSpPr>
            <a:spLocks noChangeArrowheads="1"/>
          </p:cNvSpPr>
          <p:nvPr/>
        </p:nvSpPr>
        <p:spPr bwMode="auto">
          <a:xfrm>
            <a:off x="635844" y="567754"/>
            <a:ext cx="32557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提高数据率的一些方法</a:t>
            </a:r>
            <a:endParaRPr lang="zh-CN" altLang="en-US" sz="2000" b="1" dirty="0">
              <a:solidFill>
                <a:srgbClr val="0000CC"/>
              </a:solidFill>
              <a:latin typeface="微软雅黑" pitchFamily="34" charset="-122"/>
              <a:ea typeface="微软雅黑" pitchFamily="34" charset="-122"/>
            </a:endParaRPr>
          </a:p>
        </p:txBody>
      </p:sp>
      <p:sp>
        <p:nvSpPr>
          <p:cNvPr id="371" name="Rectangle 46">
            <a:extLst>
              <a:ext uri="{FF2B5EF4-FFF2-40B4-BE49-F238E27FC236}">
                <a16:creationId xmlns:a16="http://schemas.microsoft.com/office/drawing/2014/main" id="{3A6D8045-15D2-F7A2-0D5B-6AD2E105E958}"/>
              </a:ext>
            </a:extLst>
          </p:cNvPr>
          <p:cNvSpPr>
            <a:spLocks noChangeArrowheads="1"/>
          </p:cNvSpPr>
          <p:nvPr/>
        </p:nvSpPr>
        <p:spPr bwMode="auto">
          <a:xfrm>
            <a:off x="511896" y="933717"/>
            <a:ext cx="8074756" cy="113473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采用了高阶调制 </a:t>
            </a:r>
            <a:r>
              <a:rPr lang="en-US" altLang="zh-CN" b="1" dirty="0">
                <a:solidFill>
                  <a:srgbClr val="0000CC"/>
                </a:solidFill>
                <a:latin typeface="微软雅黑" pitchFamily="34" charset="-122"/>
                <a:ea typeface="微软雅黑" pitchFamily="34" charset="-122"/>
              </a:rPr>
              <a:t>64 QAM</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码元携带 </a:t>
            </a:r>
            <a:r>
              <a:rPr lang="en-US" altLang="zh-CN" b="1" dirty="0">
                <a:latin typeface="微软雅黑" pitchFamily="34" charset="-122"/>
                <a:ea typeface="微软雅黑" pitchFamily="34" charset="-122"/>
              </a:rPr>
              <a:t>6 bit </a:t>
            </a:r>
            <a:r>
              <a:rPr lang="zh-CN" altLang="en-US" b="1" dirty="0">
                <a:latin typeface="微软雅黑" pitchFamily="34" charset="-122"/>
                <a:ea typeface="微软雅黑" pitchFamily="34" charset="-122"/>
              </a:rPr>
              <a:t>的信息量。</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采用了多天线的多入多出 </a:t>
            </a:r>
            <a:r>
              <a:rPr lang="en-US" altLang="zh-CN" b="1" dirty="0">
                <a:solidFill>
                  <a:srgbClr val="0000CC"/>
                </a:solidFill>
                <a:latin typeface="微软雅黑" pitchFamily="34" charset="-122"/>
                <a:ea typeface="微软雅黑" pitchFamily="34" charset="-122"/>
              </a:rPr>
              <a:t>MIMO</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技术，对提高数据率和信道频谱利用率起了重要作用。</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526634557"/>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6148AD-328D-8208-E6D5-2CB7CC7BFB7D}"/>
            </a:ext>
          </a:extLst>
        </p:cNvPr>
        <p:cNvGrpSpPr/>
        <p:nvPr/>
      </p:nvGrpSpPr>
      <p:grpSpPr>
        <a:xfrm>
          <a:off x="0" y="0"/>
          <a:ext cx="0" cy="0"/>
          <a:chOff x="0" y="0"/>
          <a:chExt cx="0" cy="0"/>
        </a:xfrm>
      </p:grpSpPr>
      <p:sp>
        <p:nvSpPr>
          <p:cNvPr id="152" name="圆角矩形 151">
            <a:extLst>
              <a:ext uri="{FF2B5EF4-FFF2-40B4-BE49-F238E27FC236}">
                <a16:creationId xmlns:a16="http://schemas.microsoft.com/office/drawing/2014/main" id="{F4CCF5AD-D372-2FF2-878F-3A4692D516C3}"/>
              </a:ext>
            </a:extLst>
          </p:cNvPr>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a:extLst>
              <a:ext uri="{FF2B5EF4-FFF2-40B4-BE49-F238E27FC236}">
                <a16:creationId xmlns:a16="http://schemas.microsoft.com/office/drawing/2014/main" id="{CC68B7B8-3AA2-1176-1D8E-ACE6E79887A3}"/>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a:extLst>
              <a:ext uri="{FF2B5EF4-FFF2-40B4-BE49-F238E27FC236}">
                <a16:creationId xmlns:a16="http://schemas.microsoft.com/office/drawing/2014/main" id="{16D48397-D084-FD9C-00BF-0F3F8CCAFEB7}"/>
              </a:ext>
            </a:extLst>
          </p:cNvPr>
          <p:cNvSpPr>
            <a:spLocks noChangeArrowheads="1"/>
          </p:cNvSpPr>
          <p:nvPr/>
        </p:nvSpPr>
        <p:spPr bwMode="auto">
          <a:xfrm>
            <a:off x="635844" y="567754"/>
            <a:ext cx="1126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a:t>
            </a:r>
            <a:r>
              <a:rPr lang="zh-CN" altLang="en-US" sz="2000" b="1" dirty="0">
                <a:latin typeface="微软雅黑" pitchFamily="34" charset="-122"/>
                <a:ea typeface="微软雅黑" pitchFamily="34" charset="-122"/>
              </a:rPr>
              <a:t>架构</a:t>
            </a:r>
            <a:endParaRPr lang="zh-CN" altLang="en-US" sz="2000" b="1" dirty="0">
              <a:solidFill>
                <a:srgbClr val="0000CC"/>
              </a:solidFill>
              <a:latin typeface="微软雅黑" pitchFamily="34" charset="-122"/>
              <a:ea typeface="微软雅黑" pitchFamily="34" charset="-122"/>
            </a:endParaRPr>
          </a:p>
        </p:txBody>
      </p:sp>
      <p:sp>
        <p:nvSpPr>
          <p:cNvPr id="5" name="圆角矩形 4">
            <a:extLst>
              <a:ext uri="{FF2B5EF4-FFF2-40B4-BE49-F238E27FC236}">
                <a16:creationId xmlns:a16="http://schemas.microsoft.com/office/drawing/2014/main" id="{CF79A210-789D-A967-8982-576D4492CEBB}"/>
              </a:ext>
            </a:extLst>
          </p:cNvPr>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a:extLst>
              <a:ext uri="{FF2B5EF4-FFF2-40B4-BE49-F238E27FC236}">
                <a16:creationId xmlns:a16="http://schemas.microsoft.com/office/drawing/2014/main" id="{8A892A52-4DCF-FEDD-1044-27A38CD35480}"/>
              </a:ext>
            </a:extLst>
          </p:cNvPr>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a:extLst>
              <a:ext uri="{FF2B5EF4-FFF2-40B4-BE49-F238E27FC236}">
                <a16:creationId xmlns:a16="http://schemas.microsoft.com/office/drawing/2014/main" id="{39D95EEB-1071-5A0D-1BCD-E95C0D868713}"/>
              </a:ext>
            </a:extLst>
          </p:cNvPr>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a:extLst>
              <a:ext uri="{FF2B5EF4-FFF2-40B4-BE49-F238E27FC236}">
                <a16:creationId xmlns:a16="http://schemas.microsoft.com/office/drawing/2014/main" id="{35DC4D9F-6BA7-850D-622F-78F05CF6ECD0}"/>
              </a:ext>
            </a:extLst>
          </p:cNvPr>
          <p:cNvGrpSpPr>
            <a:grpSpLocks/>
          </p:cNvGrpSpPr>
          <p:nvPr/>
        </p:nvGrpSpPr>
        <p:grpSpPr bwMode="auto">
          <a:xfrm>
            <a:off x="3163549" y="1819267"/>
            <a:ext cx="357753" cy="747387"/>
            <a:chOff x="4608" y="700"/>
            <a:chExt cx="306" cy="553"/>
          </a:xfrm>
        </p:grpSpPr>
        <p:grpSp>
          <p:nvGrpSpPr>
            <p:cNvPr id="11" name="Group 115">
              <a:extLst>
                <a:ext uri="{FF2B5EF4-FFF2-40B4-BE49-F238E27FC236}">
                  <a16:creationId xmlns:a16="http://schemas.microsoft.com/office/drawing/2014/main" id="{8D77F4C1-F5E2-E108-26D0-BD7865026BFB}"/>
                </a:ext>
              </a:extLst>
            </p:cNvPr>
            <p:cNvGrpSpPr>
              <a:grpSpLocks/>
            </p:cNvGrpSpPr>
            <p:nvPr/>
          </p:nvGrpSpPr>
          <p:grpSpPr bwMode="auto">
            <a:xfrm>
              <a:off x="4694" y="784"/>
              <a:ext cx="134" cy="469"/>
              <a:chOff x="4740" y="784"/>
              <a:chExt cx="88" cy="692"/>
            </a:xfrm>
          </p:grpSpPr>
          <p:sp>
            <p:nvSpPr>
              <p:cNvPr id="19" name="Line 116">
                <a:extLst>
                  <a:ext uri="{FF2B5EF4-FFF2-40B4-BE49-F238E27FC236}">
                    <a16:creationId xmlns:a16="http://schemas.microsoft.com/office/drawing/2014/main" id="{883332A3-3837-32A4-F749-640321BFDA1C}"/>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a:extLst>
                  <a:ext uri="{FF2B5EF4-FFF2-40B4-BE49-F238E27FC236}">
                    <a16:creationId xmlns:a16="http://schemas.microsoft.com/office/drawing/2014/main" id="{4E9B5D62-CA5A-D883-D223-31C0FA190A9C}"/>
                  </a:ext>
                </a:extLst>
              </p:cNvPr>
              <p:cNvGrpSpPr>
                <a:grpSpLocks/>
              </p:cNvGrpSpPr>
              <p:nvPr/>
            </p:nvGrpSpPr>
            <p:grpSpPr bwMode="auto">
              <a:xfrm>
                <a:off x="4740" y="784"/>
                <a:ext cx="88" cy="692"/>
                <a:chOff x="4740" y="784"/>
                <a:chExt cx="88" cy="692"/>
              </a:xfrm>
            </p:grpSpPr>
            <p:sp>
              <p:nvSpPr>
                <p:cNvPr id="21" name="Line 118">
                  <a:extLst>
                    <a:ext uri="{FF2B5EF4-FFF2-40B4-BE49-F238E27FC236}">
                      <a16:creationId xmlns:a16="http://schemas.microsoft.com/office/drawing/2014/main" id="{426F8AD2-E609-FC10-D4A7-C7B2E3C90D84}"/>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a:extLst>
                    <a:ext uri="{FF2B5EF4-FFF2-40B4-BE49-F238E27FC236}">
                      <a16:creationId xmlns:a16="http://schemas.microsoft.com/office/drawing/2014/main" id="{85153B13-E7FA-838C-8DCD-A2B7EFF90670}"/>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a:extLst>
                    <a:ext uri="{FF2B5EF4-FFF2-40B4-BE49-F238E27FC236}">
                      <a16:creationId xmlns:a16="http://schemas.microsoft.com/office/drawing/2014/main" id="{DFD63832-5596-03FB-3E9E-F202CAA0C1BE}"/>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a:extLst>
                    <a:ext uri="{FF2B5EF4-FFF2-40B4-BE49-F238E27FC236}">
                      <a16:creationId xmlns:a16="http://schemas.microsoft.com/office/drawing/2014/main" id="{B159C324-740D-828B-4268-6B74D848270C}"/>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a:extLst>
                    <a:ext uri="{FF2B5EF4-FFF2-40B4-BE49-F238E27FC236}">
                      <a16:creationId xmlns:a16="http://schemas.microsoft.com/office/drawing/2014/main" id="{63859068-8CFE-A0B4-2BB9-23F0D7E4741C}"/>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a:extLst>
                    <a:ext uri="{FF2B5EF4-FFF2-40B4-BE49-F238E27FC236}">
                      <a16:creationId xmlns:a16="http://schemas.microsoft.com/office/drawing/2014/main" id="{E445A23E-E02E-21CB-EDE9-47FD764F9976}"/>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a:extLst>
                    <a:ext uri="{FF2B5EF4-FFF2-40B4-BE49-F238E27FC236}">
                      <a16:creationId xmlns:a16="http://schemas.microsoft.com/office/drawing/2014/main" id="{29EDECAA-69FC-50E0-882A-14C9E7119DF6}"/>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a:extLst>
                    <a:ext uri="{FF2B5EF4-FFF2-40B4-BE49-F238E27FC236}">
                      <a16:creationId xmlns:a16="http://schemas.microsoft.com/office/drawing/2014/main" id="{F421400C-E905-79AD-F8AB-4C44F63D4460}"/>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a:extLst>
                    <a:ext uri="{FF2B5EF4-FFF2-40B4-BE49-F238E27FC236}">
                      <a16:creationId xmlns:a16="http://schemas.microsoft.com/office/drawing/2014/main" id="{0D6D4D98-4552-6144-7BC4-2F3454CDD75B}"/>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a:extLst>
                    <a:ext uri="{FF2B5EF4-FFF2-40B4-BE49-F238E27FC236}">
                      <a16:creationId xmlns:a16="http://schemas.microsoft.com/office/drawing/2014/main" id="{7FA7D883-4203-4527-0110-57832E90333B}"/>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a:extLst>
                    <a:ext uri="{FF2B5EF4-FFF2-40B4-BE49-F238E27FC236}">
                      <a16:creationId xmlns:a16="http://schemas.microsoft.com/office/drawing/2014/main" id="{6E005E4D-9A50-5712-D987-E25DEB3085AF}"/>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a:extLst>
                    <a:ext uri="{FF2B5EF4-FFF2-40B4-BE49-F238E27FC236}">
                      <a16:creationId xmlns:a16="http://schemas.microsoft.com/office/drawing/2014/main" id="{5CDDDCF4-A2CE-DEEC-616B-55D23ED01A81}"/>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a:extLst>
                    <a:ext uri="{FF2B5EF4-FFF2-40B4-BE49-F238E27FC236}">
                      <a16:creationId xmlns:a16="http://schemas.microsoft.com/office/drawing/2014/main" id="{1AE329F6-9B02-E46E-2863-FC8507414EFB}"/>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a:extLst>
                    <a:ext uri="{FF2B5EF4-FFF2-40B4-BE49-F238E27FC236}">
                      <a16:creationId xmlns:a16="http://schemas.microsoft.com/office/drawing/2014/main" id="{50C67C86-A65A-8B66-70E7-A85557C6A7B4}"/>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a:extLst>
                <a:ext uri="{FF2B5EF4-FFF2-40B4-BE49-F238E27FC236}">
                  <a16:creationId xmlns:a16="http://schemas.microsoft.com/office/drawing/2014/main" id="{7C510F32-B7EC-7E93-98FF-EB6ACF608E3C}"/>
                </a:ext>
              </a:extLst>
            </p:cNvPr>
            <p:cNvGrpSpPr>
              <a:grpSpLocks/>
            </p:cNvGrpSpPr>
            <p:nvPr/>
          </p:nvGrpSpPr>
          <p:grpSpPr bwMode="auto">
            <a:xfrm>
              <a:off x="4608" y="700"/>
              <a:ext cx="306" cy="90"/>
              <a:chOff x="748" y="2251"/>
              <a:chExt cx="306" cy="90"/>
            </a:xfrm>
          </p:grpSpPr>
          <p:sp>
            <p:nvSpPr>
              <p:cNvPr id="13" name="AutoShape 133">
                <a:extLst>
                  <a:ext uri="{FF2B5EF4-FFF2-40B4-BE49-F238E27FC236}">
                    <a16:creationId xmlns:a16="http://schemas.microsoft.com/office/drawing/2014/main" id="{5811793B-CF4F-D47E-D134-4A3AA769D043}"/>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a:extLst>
                  <a:ext uri="{FF2B5EF4-FFF2-40B4-BE49-F238E27FC236}">
                    <a16:creationId xmlns:a16="http://schemas.microsoft.com/office/drawing/2014/main" id="{16EAA0E2-433F-1B32-1F72-18854D0957EB}"/>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a:extLst>
                  <a:ext uri="{FF2B5EF4-FFF2-40B4-BE49-F238E27FC236}">
                    <a16:creationId xmlns:a16="http://schemas.microsoft.com/office/drawing/2014/main" id="{CFCA0159-EEA1-3E5A-C516-A1B0FFE3C512}"/>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a:extLst>
                  <a:ext uri="{FF2B5EF4-FFF2-40B4-BE49-F238E27FC236}">
                    <a16:creationId xmlns:a16="http://schemas.microsoft.com/office/drawing/2014/main" id="{ECB78636-68CC-3FBC-46AC-D9FEF5CCC3F4}"/>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a:extLst>
                  <a:ext uri="{FF2B5EF4-FFF2-40B4-BE49-F238E27FC236}">
                    <a16:creationId xmlns:a16="http://schemas.microsoft.com/office/drawing/2014/main" id="{3E88FA9E-A9F0-70D6-89AB-D82AE3C9EB4F}"/>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a:extLst>
                  <a:ext uri="{FF2B5EF4-FFF2-40B4-BE49-F238E27FC236}">
                    <a16:creationId xmlns:a16="http://schemas.microsoft.com/office/drawing/2014/main" id="{87FD82A6-D94A-D073-4FED-593C42E886D5}"/>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a:extLst>
              <a:ext uri="{FF2B5EF4-FFF2-40B4-BE49-F238E27FC236}">
                <a16:creationId xmlns:a16="http://schemas.microsoft.com/office/drawing/2014/main" id="{1A5221D9-5432-A5EB-ECBE-1E2F47FC651E}"/>
              </a:ext>
            </a:extLst>
          </p:cNvPr>
          <p:cNvGrpSpPr>
            <a:grpSpLocks/>
          </p:cNvGrpSpPr>
          <p:nvPr/>
        </p:nvGrpSpPr>
        <p:grpSpPr bwMode="auto">
          <a:xfrm>
            <a:off x="1359001" y="1337879"/>
            <a:ext cx="169670" cy="309548"/>
            <a:chOff x="4186" y="1736"/>
            <a:chExt cx="229" cy="461"/>
          </a:xfrm>
        </p:grpSpPr>
        <p:pic>
          <p:nvPicPr>
            <p:cNvPr id="36" name="Picture 5" descr="icon-mobile-phone">
              <a:extLst>
                <a:ext uri="{FF2B5EF4-FFF2-40B4-BE49-F238E27FC236}">
                  <a16:creationId xmlns:a16="http://schemas.microsoft.com/office/drawing/2014/main" id="{BBBFE71B-12A8-718F-346E-B33E16A72FE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a:extLst>
                <a:ext uri="{FF2B5EF4-FFF2-40B4-BE49-F238E27FC236}">
                  <a16:creationId xmlns:a16="http://schemas.microsoft.com/office/drawing/2014/main" id="{C31E26C5-6EEA-BEA4-6979-037C179D1CE6}"/>
                </a:ext>
              </a:extLst>
            </p:cNvPr>
            <p:cNvGrpSpPr>
              <a:grpSpLocks/>
            </p:cNvGrpSpPr>
            <p:nvPr/>
          </p:nvGrpSpPr>
          <p:grpSpPr bwMode="auto">
            <a:xfrm>
              <a:off x="4186" y="1736"/>
              <a:ext cx="198" cy="79"/>
              <a:chOff x="4513" y="1707"/>
              <a:chExt cx="198" cy="177"/>
            </a:xfrm>
          </p:grpSpPr>
          <p:sp>
            <p:nvSpPr>
              <p:cNvPr id="38" name="AutoShape 7">
                <a:extLst>
                  <a:ext uri="{FF2B5EF4-FFF2-40B4-BE49-F238E27FC236}">
                    <a16:creationId xmlns:a16="http://schemas.microsoft.com/office/drawing/2014/main" id="{4375D6D5-438E-36DC-0621-9D88621D1494}"/>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a:extLst>
                  <a:ext uri="{FF2B5EF4-FFF2-40B4-BE49-F238E27FC236}">
                    <a16:creationId xmlns:a16="http://schemas.microsoft.com/office/drawing/2014/main" id="{930937EA-AD9A-6A3E-622D-FE32A49A94BD}"/>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a:extLst>
                  <a:ext uri="{FF2B5EF4-FFF2-40B4-BE49-F238E27FC236}">
                    <a16:creationId xmlns:a16="http://schemas.microsoft.com/office/drawing/2014/main" id="{ECE2403E-8EBB-62C7-E91C-6B3D8D2F6707}"/>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a:extLst>
              <a:ext uri="{FF2B5EF4-FFF2-40B4-BE49-F238E27FC236}">
                <a16:creationId xmlns:a16="http://schemas.microsoft.com/office/drawing/2014/main" id="{ED99B0FB-51AE-20EF-ECC2-F654176F8C3F}"/>
              </a:ext>
            </a:extLst>
          </p:cNvPr>
          <p:cNvGrpSpPr>
            <a:grpSpLocks/>
          </p:cNvGrpSpPr>
          <p:nvPr/>
        </p:nvGrpSpPr>
        <p:grpSpPr bwMode="auto">
          <a:xfrm>
            <a:off x="1322174" y="2246514"/>
            <a:ext cx="169670" cy="309548"/>
            <a:chOff x="4186" y="1736"/>
            <a:chExt cx="229" cy="461"/>
          </a:xfrm>
        </p:grpSpPr>
        <p:pic>
          <p:nvPicPr>
            <p:cNvPr id="42" name="Picture 402" descr="icon-mobile-phone">
              <a:extLst>
                <a:ext uri="{FF2B5EF4-FFF2-40B4-BE49-F238E27FC236}">
                  <a16:creationId xmlns:a16="http://schemas.microsoft.com/office/drawing/2014/main" id="{4BF9EF4A-1452-B950-EAE4-6E6C9A2A850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a:extLst>
                <a:ext uri="{FF2B5EF4-FFF2-40B4-BE49-F238E27FC236}">
                  <a16:creationId xmlns:a16="http://schemas.microsoft.com/office/drawing/2014/main" id="{B7C94358-92BD-E845-A668-72F5F44D3C33}"/>
                </a:ext>
              </a:extLst>
            </p:cNvPr>
            <p:cNvGrpSpPr>
              <a:grpSpLocks/>
            </p:cNvGrpSpPr>
            <p:nvPr/>
          </p:nvGrpSpPr>
          <p:grpSpPr bwMode="auto">
            <a:xfrm>
              <a:off x="4186" y="1736"/>
              <a:ext cx="198" cy="79"/>
              <a:chOff x="4513" y="1707"/>
              <a:chExt cx="198" cy="177"/>
            </a:xfrm>
          </p:grpSpPr>
          <p:sp>
            <p:nvSpPr>
              <p:cNvPr id="44" name="AutoShape 404">
                <a:extLst>
                  <a:ext uri="{FF2B5EF4-FFF2-40B4-BE49-F238E27FC236}">
                    <a16:creationId xmlns:a16="http://schemas.microsoft.com/office/drawing/2014/main" id="{7222AE1B-75F0-75CC-E7F6-D688FED8285B}"/>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a:extLst>
                  <a:ext uri="{FF2B5EF4-FFF2-40B4-BE49-F238E27FC236}">
                    <a16:creationId xmlns:a16="http://schemas.microsoft.com/office/drawing/2014/main" id="{08AF9C2F-0393-16D3-2908-E374196DDF58}"/>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a:extLst>
                  <a:ext uri="{FF2B5EF4-FFF2-40B4-BE49-F238E27FC236}">
                    <a16:creationId xmlns:a16="http://schemas.microsoft.com/office/drawing/2014/main" id="{7DB62C25-4829-57A4-37B1-B0B401E81240}"/>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a:extLst>
              <a:ext uri="{FF2B5EF4-FFF2-40B4-BE49-F238E27FC236}">
                <a16:creationId xmlns:a16="http://schemas.microsoft.com/office/drawing/2014/main" id="{E285F65E-A9A7-1BE4-FB42-206747728088}"/>
              </a:ext>
            </a:extLst>
          </p:cNvPr>
          <p:cNvGraphicFramePr>
            <a:graphicFrameLocks/>
          </p:cNvGraphicFramePr>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47" name="Object 36">
                        <a:hlinkClick r:id="" action="ppaction://ole?verb=0"/>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a:extLst>
              <a:ext uri="{FF2B5EF4-FFF2-40B4-BE49-F238E27FC236}">
                <a16:creationId xmlns:a16="http://schemas.microsoft.com/office/drawing/2014/main" id="{A4CA0DE2-7588-FC12-EB0A-7F1BE439C3CA}"/>
              </a:ext>
            </a:extLst>
          </p:cNvPr>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sp>
        <p:nvSpPr>
          <p:cNvPr id="49" name="Text Box 546">
            <a:extLst>
              <a:ext uri="{FF2B5EF4-FFF2-40B4-BE49-F238E27FC236}">
                <a16:creationId xmlns:a16="http://schemas.microsoft.com/office/drawing/2014/main" id="{4F66241F-47CD-38F8-9DEC-58F0A47084AF}"/>
              </a:ext>
            </a:extLst>
          </p:cNvPr>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50" name="直接连接符 49">
            <a:extLst>
              <a:ext uri="{FF2B5EF4-FFF2-40B4-BE49-F238E27FC236}">
                <a16:creationId xmlns:a16="http://schemas.microsoft.com/office/drawing/2014/main" id="{2ADDDA27-FB50-A0B9-82C3-BC49911EEF67}"/>
              </a:ext>
            </a:extLst>
          </p:cNvPr>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a:extLst>
              <a:ext uri="{FF2B5EF4-FFF2-40B4-BE49-F238E27FC236}">
                <a16:creationId xmlns:a16="http://schemas.microsoft.com/office/drawing/2014/main" id="{1E70A54D-298F-B6EE-1F41-9B81E60F1374}"/>
              </a:ext>
            </a:extLst>
          </p:cNvPr>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a:extLst>
              <a:ext uri="{FF2B5EF4-FFF2-40B4-BE49-F238E27FC236}">
                <a16:creationId xmlns:a16="http://schemas.microsoft.com/office/drawing/2014/main" id="{703D325D-F2DB-5680-56F1-A6FEA97D3B58}"/>
              </a:ext>
            </a:extLst>
          </p:cNvPr>
          <p:cNvSpPr txBox="1">
            <a:spLocks noChangeArrowheads="1"/>
          </p:cNvSpPr>
          <p:nvPr/>
        </p:nvSpPr>
        <p:spPr bwMode="auto">
          <a:xfrm>
            <a:off x="2386613" y="2924459"/>
            <a:ext cx="954107" cy="488019"/>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a:t>
            </a:r>
          </a:p>
        </p:txBody>
      </p:sp>
      <p:sp>
        <p:nvSpPr>
          <p:cNvPr id="53" name="Text Box 546">
            <a:extLst>
              <a:ext uri="{FF2B5EF4-FFF2-40B4-BE49-F238E27FC236}">
                <a16:creationId xmlns:a16="http://schemas.microsoft.com/office/drawing/2014/main" id="{5933F035-554E-B6E3-1B6D-96859D9C05DF}"/>
              </a:ext>
            </a:extLst>
          </p:cNvPr>
          <p:cNvSpPr txBox="1">
            <a:spLocks noChangeArrowheads="1"/>
          </p:cNvSpPr>
          <p:nvPr/>
        </p:nvSpPr>
        <p:spPr bwMode="auto">
          <a:xfrm>
            <a:off x="4792896" y="2924459"/>
            <a:ext cx="954107" cy="488019"/>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a:t>
            </a:r>
          </a:p>
        </p:txBody>
      </p:sp>
      <p:cxnSp>
        <p:nvCxnSpPr>
          <p:cNvPr id="54" name="直接连接符 53">
            <a:extLst>
              <a:ext uri="{FF2B5EF4-FFF2-40B4-BE49-F238E27FC236}">
                <a16:creationId xmlns:a16="http://schemas.microsoft.com/office/drawing/2014/main" id="{8DB5DB46-C6E4-0BB9-2B9B-F605A24D9B26}"/>
              </a:ext>
            </a:extLst>
          </p:cNvPr>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5EC03DFC-E491-7C05-772B-6DCB7576C934}"/>
              </a:ext>
            </a:extLst>
          </p:cNvPr>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8ED2563C-DF38-C5BF-C292-D27906952398}"/>
              </a:ext>
            </a:extLst>
          </p:cNvPr>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a:extLst>
              <a:ext uri="{FF2B5EF4-FFF2-40B4-BE49-F238E27FC236}">
                <a16:creationId xmlns:a16="http://schemas.microsoft.com/office/drawing/2014/main" id="{5255B37F-E681-8E67-EB01-68E98B84FFDD}"/>
              </a:ext>
            </a:extLst>
          </p:cNvPr>
          <p:cNvGrpSpPr>
            <a:grpSpLocks/>
          </p:cNvGrpSpPr>
          <p:nvPr/>
        </p:nvGrpSpPr>
        <p:grpSpPr bwMode="auto">
          <a:xfrm>
            <a:off x="2206034" y="2119399"/>
            <a:ext cx="357753" cy="747388"/>
            <a:chOff x="4608" y="700"/>
            <a:chExt cx="306" cy="553"/>
          </a:xfrm>
        </p:grpSpPr>
        <p:grpSp>
          <p:nvGrpSpPr>
            <p:cNvPr id="58" name="Group 115">
              <a:extLst>
                <a:ext uri="{FF2B5EF4-FFF2-40B4-BE49-F238E27FC236}">
                  <a16:creationId xmlns:a16="http://schemas.microsoft.com/office/drawing/2014/main" id="{63284531-6172-BCE2-55B3-42BF69B3E0C5}"/>
                </a:ext>
              </a:extLst>
            </p:cNvPr>
            <p:cNvGrpSpPr>
              <a:grpSpLocks/>
            </p:cNvGrpSpPr>
            <p:nvPr/>
          </p:nvGrpSpPr>
          <p:grpSpPr bwMode="auto">
            <a:xfrm>
              <a:off x="4694" y="784"/>
              <a:ext cx="134" cy="469"/>
              <a:chOff x="4740" y="784"/>
              <a:chExt cx="88" cy="692"/>
            </a:xfrm>
          </p:grpSpPr>
          <p:sp>
            <p:nvSpPr>
              <p:cNvPr id="66" name="Line 116">
                <a:extLst>
                  <a:ext uri="{FF2B5EF4-FFF2-40B4-BE49-F238E27FC236}">
                    <a16:creationId xmlns:a16="http://schemas.microsoft.com/office/drawing/2014/main" id="{1DD9E67C-41FD-9E13-3B21-C6255E5B83F0}"/>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a:extLst>
                  <a:ext uri="{FF2B5EF4-FFF2-40B4-BE49-F238E27FC236}">
                    <a16:creationId xmlns:a16="http://schemas.microsoft.com/office/drawing/2014/main" id="{26E1F32D-9494-B781-E8F7-421C657F4B9F}"/>
                  </a:ext>
                </a:extLst>
              </p:cNvPr>
              <p:cNvGrpSpPr>
                <a:grpSpLocks/>
              </p:cNvGrpSpPr>
              <p:nvPr/>
            </p:nvGrpSpPr>
            <p:grpSpPr bwMode="auto">
              <a:xfrm>
                <a:off x="4740" y="784"/>
                <a:ext cx="88" cy="692"/>
                <a:chOff x="4740" y="784"/>
                <a:chExt cx="88" cy="692"/>
              </a:xfrm>
            </p:grpSpPr>
            <p:sp>
              <p:nvSpPr>
                <p:cNvPr id="68" name="Line 118">
                  <a:extLst>
                    <a:ext uri="{FF2B5EF4-FFF2-40B4-BE49-F238E27FC236}">
                      <a16:creationId xmlns:a16="http://schemas.microsoft.com/office/drawing/2014/main" id="{12323B9F-B6E1-2540-A23D-F64EC385AB84}"/>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a:extLst>
                    <a:ext uri="{FF2B5EF4-FFF2-40B4-BE49-F238E27FC236}">
                      <a16:creationId xmlns:a16="http://schemas.microsoft.com/office/drawing/2014/main" id="{31ED19E8-CC3F-A8C2-20B9-F1E7A0DB1A8A}"/>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a:extLst>
                    <a:ext uri="{FF2B5EF4-FFF2-40B4-BE49-F238E27FC236}">
                      <a16:creationId xmlns:a16="http://schemas.microsoft.com/office/drawing/2014/main" id="{2D716ACC-0ADD-22AF-8BFB-732298E5A7F3}"/>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a:extLst>
                    <a:ext uri="{FF2B5EF4-FFF2-40B4-BE49-F238E27FC236}">
                      <a16:creationId xmlns:a16="http://schemas.microsoft.com/office/drawing/2014/main" id="{FF8F2797-3146-5C71-3AE7-F2573C0C251C}"/>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a:extLst>
                    <a:ext uri="{FF2B5EF4-FFF2-40B4-BE49-F238E27FC236}">
                      <a16:creationId xmlns:a16="http://schemas.microsoft.com/office/drawing/2014/main" id="{A12D3E1C-59D9-53CC-B1F9-3FEA466B8C41}"/>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a:extLst>
                    <a:ext uri="{FF2B5EF4-FFF2-40B4-BE49-F238E27FC236}">
                      <a16:creationId xmlns:a16="http://schemas.microsoft.com/office/drawing/2014/main" id="{2B803074-9D3D-2DDF-E63E-0FCFD8E4E175}"/>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a:extLst>
                    <a:ext uri="{FF2B5EF4-FFF2-40B4-BE49-F238E27FC236}">
                      <a16:creationId xmlns:a16="http://schemas.microsoft.com/office/drawing/2014/main" id="{D57BE97C-5BC9-AF60-CAEA-D74D6E8041C0}"/>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a:extLst>
                    <a:ext uri="{FF2B5EF4-FFF2-40B4-BE49-F238E27FC236}">
                      <a16:creationId xmlns:a16="http://schemas.microsoft.com/office/drawing/2014/main" id="{76E8656D-31D9-226B-5FD3-F7F3D5310939}"/>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a:extLst>
                    <a:ext uri="{FF2B5EF4-FFF2-40B4-BE49-F238E27FC236}">
                      <a16:creationId xmlns:a16="http://schemas.microsoft.com/office/drawing/2014/main" id="{75416374-AF06-532F-E034-F372CF66FA12}"/>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a:extLst>
                    <a:ext uri="{FF2B5EF4-FFF2-40B4-BE49-F238E27FC236}">
                      <a16:creationId xmlns:a16="http://schemas.microsoft.com/office/drawing/2014/main" id="{74840ECE-F212-87BA-1CCD-23007C0234F5}"/>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a:extLst>
                    <a:ext uri="{FF2B5EF4-FFF2-40B4-BE49-F238E27FC236}">
                      <a16:creationId xmlns:a16="http://schemas.microsoft.com/office/drawing/2014/main" id="{811F80EE-6270-9266-4477-0B547C63CFBE}"/>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a:extLst>
                    <a:ext uri="{FF2B5EF4-FFF2-40B4-BE49-F238E27FC236}">
                      <a16:creationId xmlns:a16="http://schemas.microsoft.com/office/drawing/2014/main" id="{2B8928D7-8F62-CEE5-D7A3-9989D818435E}"/>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a:extLst>
                    <a:ext uri="{FF2B5EF4-FFF2-40B4-BE49-F238E27FC236}">
                      <a16:creationId xmlns:a16="http://schemas.microsoft.com/office/drawing/2014/main" id="{461AE7B9-9B81-55B4-9893-69CB12AE8B0E}"/>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a:extLst>
                    <a:ext uri="{FF2B5EF4-FFF2-40B4-BE49-F238E27FC236}">
                      <a16:creationId xmlns:a16="http://schemas.microsoft.com/office/drawing/2014/main" id="{E9287723-8E39-434D-6A39-1D33AC7A6AD0}"/>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a:extLst>
                <a:ext uri="{FF2B5EF4-FFF2-40B4-BE49-F238E27FC236}">
                  <a16:creationId xmlns:a16="http://schemas.microsoft.com/office/drawing/2014/main" id="{2FDA7A34-9AC5-87A5-08A2-8EF5DD3432E5}"/>
                </a:ext>
              </a:extLst>
            </p:cNvPr>
            <p:cNvGrpSpPr>
              <a:grpSpLocks/>
            </p:cNvGrpSpPr>
            <p:nvPr/>
          </p:nvGrpSpPr>
          <p:grpSpPr bwMode="auto">
            <a:xfrm>
              <a:off x="4608" y="700"/>
              <a:ext cx="306" cy="90"/>
              <a:chOff x="748" y="2251"/>
              <a:chExt cx="306" cy="90"/>
            </a:xfrm>
          </p:grpSpPr>
          <p:sp>
            <p:nvSpPr>
              <p:cNvPr id="60" name="AutoShape 133">
                <a:extLst>
                  <a:ext uri="{FF2B5EF4-FFF2-40B4-BE49-F238E27FC236}">
                    <a16:creationId xmlns:a16="http://schemas.microsoft.com/office/drawing/2014/main" id="{6E8C394F-4BB6-BEF1-7795-08F179884E18}"/>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a:extLst>
                  <a:ext uri="{FF2B5EF4-FFF2-40B4-BE49-F238E27FC236}">
                    <a16:creationId xmlns:a16="http://schemas.microsoft.com/office/drawing/2014/main" id="{0E2086A4-8E79-580D-26EF-E33493338CC0}"/>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a:extLst>
                  <a:ext uri="{FF2B5EF4-FFF2-40B4-BE49-F238E27FC236}">
                    <a16:creationId xmlns:a16="http://schemas.microsoft.com/office/drawing/2014/main" id="{42E40A0A-1468-240F-BC6A-2BFFF11D4CE2}"/>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a:extLst>
                  <a:ext uri="{FF2B5EF4-FFF2-40B4-BE49-F238E27FC236}">
                    <a16:creationId xmlns:a16="http://schemas.microsoft.com/office/drawing/2014/main" id="{5E260685-5CEA-F3AD-9A51-027EE81F9A8F}"/>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a:extLst>
                  <a:ext uri="{FF2B5EF4-FFF2-40B4-BE49-F238E27FC236}">
                    <a16:creationId xmlns:a16="http://schemas.microsoft.com/office/drawing/2014/main" id="{E8648A4B-5E52-C2FE-3B1A-591EF6E7A224}"/>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a:extLst>
                  <a:ext uri="{FF2B5EF4-FFF2-40B4-BE49-F238E27FC236}">
                    <a16:creationId xmlns:a16="http://schemas.microsoft.com/office/drawing/2014/main" id="{B6F69769-A6CF-54B4-944F-4F8C4143EAD2}"/>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a:extLst>
              <a:ext uri="{FF2B5EF4-FFF2-40B4-BE49-F238E27FC236}">
                <a16:creationId xmlns:a16="http://schemas.microsoft.com/office/drawing/2014/main" id="{6E300994-4055-CC53-A8BF-FED575DE212F}"/>
              </a:ext>
            </a:extLst>
          </p:cNvPr>
          <p:cNvGrpSpPr>
            <a:grpSpLocks/>
          </p:cNvGrpSpPr>
          <p:nvPr/>
        </p:nvGrpSpPr>
        <p:grpSpPr bwMode="auto">
          <a:xfrm>
            <a:off x="2515122" y="1337879"/>
            <a:ext cx="357753" cy="747388"/>
            <a:chOff x="4608" y="700"/>
            <a:chExt cx="306" cy="553"/>
          </a:xfrm>
        </p:grpSpPr>
        <p:grpSp>
          <p:nvGrpSpPr>
            <p:cNvPr id="83" name="Group 115">
              <a:extLst>
                <a:ext uri="{FF2B5EF4-FFF2-40B4-BE49-F238E27FC236}">
                  <a16:creationId xmlns:a16="http://schemas.microsoft.com/office/drawing/2014/main" id="{7043725D-B04F-27F9-8F83-A57733446DD7}"/>
                </a:ext>
              </a:extLst>
            </p:cNvPr>
            <p:cNvGrpSpPr>
              <a:grpSpLocks/>
            </p:cNvGrpSpPr>
            <p:nvPr/>
          </p:nvGrpSpPr>
          <p:grpSpPr bwMode="auto">
            <a:xfrm>
              <a:off x="4694" y="784"/>
              <a:ext cx="134" cy="469"/>
              <a:chOff x="4740" y="784"/>
              <a:chExt cx="88" cy="692"/>
            </a:xfrm>
          </p:grpSpPr>
          <p:sp>
            <p:nvSpPr>
              <p:cNvPr id="91" name="Line 116">
                <a:extLst>
                  <a:ext uri="{FF2B5EF4-FFF2-40B4-BE49-F238E27FC236}">
                    <a16:creationId xmlns:a16="http://schemas.microsoft.com/office/drawing/2014/main" id="{23E8C16F-3EB3-9BB2-DB26-F125391A9C00}"/>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a:extLst>
                  <a:ext uri="{FF2B5EF4-FFF2-40B4-BE49-F238E27FC236}">
                    <a16:creationId xmlns:a16="http://schemas.microsoft.com/office/drawing/2014/main" id="{23F3C89D-57C3-C4C4-3021-A4C4FBAEF56C}"/>
                  </a:ext>
                </a:extLst>
              </p:cNvPr>
              <p:cNvGrpSpPr>
                <a:grpSpLocks/>
              </p:cNvGrpSpPr>
              <p:nvPr/>
            </p:nvGrpSpPr>
            <p:grpSpPr bwMode="auto">
              <a:xfrm>
                <a:off x="4740" y="784"/>
                <a:ext cx="88" cy="692"/>
                <a:chOff x="4740" y="784"/>
                <a:chExt cx="88" cy="692"/>
              </a:xfrm>
            </p:grpSpPr>
            <p:sp>
              <p:nvSpPr>
                <p:cNvPr id="93" name="Line 118">
                  <a:extLst>
                    <a:ext uri="{FF2B5EF4-FFF2-40B4-BE49-F238E27FC236}">
                      <a16:creationId xmlns:a16="http://schemas.microsoft.com/office/drawing/2014/main" id="{2EFBD460-D0FC-3858-95AA-E2DFFACEFF1E}"/>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a:extLst>
                    <a:ext uri="{FF2B5EF4-FFF2-40B4-BE49-F238E27FC236}">
                      <a16:creationId xmlns:a16="http://schemas.microsoft.com/office/drawing/2014/main" id="{1ABF58AD-1D54-3D73-97D7-E89414DBB03A}"/>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a:extLst>
                    <a:ext uri="{FF2B5EF4-FFF2-40B4-BE49-F238E27FC236}">
                      <a16:creationId xmlns:a16="http://schemas.microsoft.com/office/drawing/2014/main" id="{962AB7CB-F205-2F10-4ACC-D3FF29A472E2}"/>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a:extLst>
                    <a:ext uri="{FF2B5EF4-FFF2-40B4-BE49-F238E27FC236}">
                      <a16:creationId xmlns:a16="http://schemas.microsoft.com/office/drawing/2014/main" id="{2E1AE2C3-4E5C-98FD-B8E4-B49F2FE47163}"/>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a:extLst>
                    <a:ext uri="{FF2B5EF4-FFF2-40B4-BE49-F238E27FC236}">
                      <a16:creationId xmlns:a16="http://schemas.microsoft.com/office/drawing/2014/main" id="{2C360C98-85CE-3BAE-40E2-0CBCDC429964}"/>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a:extLst>
                    <a:ext uri="{FF2B5EF4-FFF2-40B4-BE49-F238E27FC236}">
                      <a16:creationId xmlns:a16="http://schemas.microsoft.com/office/drawing/2014/main" id="{A66A48BC-5FCD-8C31-6EC1-2D4F56439F80}"/>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a:extLst>
                    <a:ext uri="{FF2B5EF4-FFF2-40B4-BE49-F238E27FC236}">
                      <a16:creationId xmlns:a16="http://schemas.microsoft.com/office/drawing/2014/main" id="{719E4101-BE13-CFB7-B30D-6DA5D464004F}"/>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a:extLst>
                    <a:ext uri="{FF2B5EF4-FFF2-40B4-BE49-F238E27FC236}">
                      <a16:creationId xmlns:a16="http://schemas.microsoft.com/office/drawing/2014/main" id="{6EB94385-58C9-AA0F-3480-992EE02F8B6E}"/>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a:extLst>
                    <a:ext uri="{FF2B5EF4-FFF2-40B4-BE49-F238E27FC236}">
                      <a16:creationId xmlns:a16="http://schemas.microsoft.com/office/drawing/2014/main" id="{45E7E12E-7BAE-589B-FB5E-DC73BBC32324}"/>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a:extLst>
                    <a:ext uri="{FF2B5EF4-FFF2-40B4-BE49-F238E27FC236}">
                      <a16:creationId xmlns:a16="http://schemas.microsoft.com/office/drawing/2014/main" id="{5C77F0D9-CC23-C0AC-4547-03AEC26B8692}"/>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a:extLst>
                    <a:ext uri="{FF2B5EF4-FFF2-40B4-BE49-F238E27FC236}">
                      <a16:creationId xmlns:a16="http://schemas.microsoft.com/office/drawing/2014/main" id="{F5B03448-9F1E-2617-3D41-CF469158DA70}"/>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a:extLst>
                    <a:ext uri="{FF2B5EF4-FFF2-40B4-BE49-F238E27FC236}">
                      <a16:creationId xmlns:a16="http://schemas.microsoft.com/office/drawing/2014/main" id="{D2C8BD3A-3458-123B-8913-2E0D1B458B24}"/>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a:extLst>
                    <a:ext uri="{FF2B5EF4-FFF2-40B4-BE49-F238E27FC236}">
                      <a16:creationId xmlns:a16="http://schemas.microsoft.com/office/drawing/2014/main" id="{F726B8C2-AE72-30A5-86AB-9AF87A4787F5}"/>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a:extLst>
                    <a:ext uri="{FF2B5EF4-FFF2-40B4-BE49-F238E27FC236}">
                      <a16:creationId xmlns:a16="http://schemas.microsoft.com/office/drawing/2014/main" id="{21C21792-FFDD-24A7-996B-5BE3E30FDAC0}"/>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a:extLst>
                <a:ext uri="{FF2B5EF4-FFF2-40B4-BE49-F238E27FC236}">
                  <a16:creationId xmlns:a16="http://schemas.microsoft.com/office/drawing/2014/main" id="{A12B6B9A-C62E-E007-B2F9-5CC710551EAD}"/>
                </a:ext>
              </a:extLst>
            </p:cNvPr>
            <p:cNvGrpSpPr>
              <a:grpSpLocks/>
            </p:cNvGrpSpPr>
            <p:nvPr/>
          </p:nvGrpSpPr>
          <p:grpSpPr bwMode="auto">
            <a:xfrm>
              <a:off x="4608" y="700"/>
              <a:ext cx="306" cy="90"/>
              <a:chOff x="748" y="2251"/>
              <a:chExt cx="306" cy="90"/>
            </a:xfrm>
          </p:grpSpPr>
          <p:sp>
            <p:nvSpPr>
              <p:cNvPr id="85" name="AutoShape 133">
                <a:extLst>
                  <a:ext uri="{FF2B5EF4-FFF2-40B4-BE49-F238E27FC236}">
                    <a16:creationId xmlns:a16="http://schemas.microsoft.com/office/drawing/2014/main" id="{6ACA94CF-5F09-B942-CC8B-2141D52D3378}"/>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a:extLst>
                  <a:ext uri="{FF2B5EF4-FFF2-40B4-BE49-F238E27FC236}">
                    <a16:creationId xmlns:a16="http://schemas.microsoft.com/office/drawing/2014/main" id="{D225EB7C-1949-661F-B67E-8ECACE36B4E7}"/>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a:extLst>
                  <a:ext uri="{FF2B5EF4-FFF2-40B4-BE49-F238E27FC236}">
                    <a16:creationId xmlns:a16="http://schemas.microsoft.com/office/drawing/2014/main" id="{2BF8B975-E6CD-C7B1-84E1-2BAC5B1BC531}"/>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a:extLst>
                  <a:ext uri="{FF2B5EF4-FFF2-40B4-BE49-F238E27FC236}">
                    <a16:creationId xmlns:a16="http://schemas.microsoft.com/office/drawing/2014/main" id="{E5D81CBE-8639-1540-F58C-A59041103848}"/>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a:extLst>
                  <a:ext uri="{FF2B5EF4-FFF2-40B4-BE49-F238E27FC236}">
                    <a16:creationId xmlns:a16="http://schemas.microsoft.com/office/drawing/2014/main" id="{F5D5C7CD-758E-CFAD-CCD7-0B557EA31EF6}"/>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a:extLst>
                  <a:ext uri="{FF2B5EF4-FFF2-40B4-BE49-F238E27FC236}">
                    <a16:creationId xmlns:a16="http://schemas.microsoft.com/office/drawing/2014/main" id="{DA989A6D-A380-3F0C-DB41-23D83F1E1C66}"/>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07" name="Text Box 546">
            <a:extLst>
              <a:ext uri="{FF2B5EF4-FFF2-40B4-BE49-F238E27FC236}">
                <a16:creationId xmlns:a16="http://schemas.microsoft.com/office/drawing/2014/main" id="{A4DB8DD6-6BC8-BC20-E06F-7F99FFC4001F}"/>
              </a:ext>
            </a:extLst>
          </p:cNvPr>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8" name="Text Box 546">
            <a:extLst>
              <a:ext uri="{FF2B5EF4-FFF2-40B4-BE49-F238E27FC236}">
                <a16:creationId xmlns:a16="http://schemas.microsoft.com/office/drawing/2014/main" id="{EB344541-E5FA-5DB2-958E-FEC7E6B3A33C}"/>
              </a:ext>
            </a:extLst>
          </p:cNvPr>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109" name="直接连接符 108">
            <a:extLst>
              <a:ext uri="{FF2B5EF4-FFF2-40B4-BE49-F238E27FC236}">
                <a16:creationId xmlns:a16="http://schemas.microsoft.com/office/drawing/2014/main" id="{EE2D6907-F119-F9BF-B8A3-C89A4B573036}"/>
              </a:ext>
            </a:extLst>
          </p:cNvPr>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a:extLst>
              <a:ext uri="{FF2B5EF4-FFF2-40B4-BE49-F238E27FC236}">
                <a16:creationId xmlns:a16="http://schemas.microsoft.com/office/drawing/2014/main" id="{7BC34AA8-F539-A003-FFD7-ABA7269D149E}"/>
              </a:ext>
            </a:extLst>
          </p:cNvPr>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a:extLst>
              <a:ext uri="{FF2B5EF4-FFF2-40B4-BE49-F238E27FC236}">
                <a16:creationId xmlns:a16="http://schemas.microsoft.com/office/drawing/2014/main" id="{E48DF1FD-CCAC-E2F0-E527-7D7A9A2E9EA0}"/>
              </a:ext>
            </a:extLst>
          </p:cNvPr>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a:extLst>
              <a:ext uri="{FF2B5EF4-FFF2-40B4-BE49-F238E27FC236}">
                <a16:creationId xmlns:a16="http://schemas.microsoft.com/office/drawing/2014/main" id="{BCF8A252-57CA-9767-D803-BC653F9707EA}"/>
              </a:ext>
            </a:extLst>
          </p:cNvPr>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a:extLst>
              <a:ext uri="{FF2B5EF4-FFF2-40B4-BE49-F238E27FC236}">
                <a16:creationId xmlns:a16="http://schemas.microsoft.com/office/drawing/2014/main" id="{91083CCF-91F8-31CD-FD0C-963448F76978}"/>
              </a:ext>
            </a:extLst>
          </p:cNvPr>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a:extLst>
              <a:ext uri="{FF2B5EF4-FFF2-40B4-BE49-F238E27FC236}">
                <a16:creationId xmlns:a16="http://schemas.microsoft.com/office/drawing/2014/main" id="{EE4D76A5-2D93-0C96-0DBF-543CF8756DEC}"/>
              </a:ext>
            </a:extLst>
          </p:cNvPr>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UE</a:t>
            </a:r>
            <a:endParaRPr kumimoji="1" lang="zh-CN" altLang="en-US" sz="1200" b="1" dirty="0">
              <a:latin typeface="微软雅黑" panose="020B0503020204020204" pitchFamily="34" charset="-122"/>
              <a:ea typeface="微软雅黑" panose="020B0503020204020204" pitchFamily="34" charset="-122"/>
            </a:endParaRPr>
          </a:p>
        </p:txBody>
      </p:sp>
      <p:sp>
        <p:nvSpPr>
          <p:cNvPr id="115" name="Text Box 546">
            <a:extLst>
              <a:ext uri="{FF2B5EF4-FFF2-40B4-BE49-F238E27FC236}">
                <a16:creationId xmlns:a16="http://schemas.microsoft.com/office/drawing/2014/main" id="{09564918-4F18-D5AC-D9C8-846010EDFB3F}"/>
              </a:ext>
            </a:extLst>
          </p:cNvPr>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a:extLst>
              <a:ext uri="{FF2B5EF4-FFF2-40B4-BE49-F238E27FC236}">
                <a16:creationId xmlns:a16="http://schemas.microsoft.com/office/drawing/2014/main" id="{44241BB3-EA92-0A5D-09F9-5A98E09EB259}"/>
              </a:ext>
            </a:extLst>
          </p:cNvPr>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a:extLst>
              <a:ext uri="{FF2B5EF4-FFF2-40B4-BE49-F238E27FC236}">
                <a16:creationId xmlns:a16="http://schemas.microsoft.com/office/drawing/2014/main" id="{F30A3E20-B989-BE6F-92B4-AA0A79CC5343}"/>
              </a:ext>
            </a:extLst>
          </p:cNvPr>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a:extLst>
              <a:ext uri="{FF2B5EF4-FFF2-40B4-BE49-F238E27FC236}">
                <a16:creationId xmlns:a16="http://schemas.microsoft.com/office/drawing/2014/main" id="{3396B571-037C-8C5B-C38B-13081589B6EB}"/>
              </a:ext>
            </a:extLst>
          </p:cNvPr>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a:extLst>
              <a:ext uri="{FF2B5EF4-FFF2-40B4-BE49-F238E27FC236}">
                <a16:creationId xmlns:a16="http://schemas.microsoft.com/office/drawing/2014/main" id="{0BF2A50D-29A6-2CE6-BBBE-172FA0B630A3}"/>
              </a:ext>
            </a:extLst>
          </p:cNvPr>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a:extLst>
              <a:ext uri="{FF2B5EF4-FFF2-40B4-BE49-F238E27FC236}">
                <a16:creationId xmlns:a16="http://schemas.microsoft.com/office/drawing/2014/main" id="{5D214235-7AE4-1CBB-74C7-F791C12373C8}"/>
              </a:ext>
            </a:extLst>
          </p:cNvPr>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a:extLst>
              <a:ext uri="{FF2B5EF4-FFF2-40B4-BE49-F238E27FC236}">
                <a16:creationId xmlns:a16="http://schemas.microsoft.com/office/drawing/2014/main" id="{70A4F0CD-6499-FE8F-40EB-72FE1617BEE1}"/>
              </a:ext>
            </a:extLst>
          </p:cNvPr>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a:extLst>
              <a:ext uri="{FF2B5EF4-FFF2-40B4-BE49-F238E27FC236}">
                <a16:creationId xmlns:a16="http://schemas.microsoft.com/office/drawing/2014/main" id="{0207E023-25AF-B5F0-BE95-8CE4302EACF2}"/>
              </a:ext>
            </a:extLst>
          </p:cNvPr>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grpSp>
        <p:nvGrpSpPr>
          <p:cNvPr id="3" name="组合 2">
            <a:extLst>
              <a:ext uri="{FF2B5EF4-FFF2-40B4-BE49-F238E27FC236}">
                <a16:creationId xmlns:a16="http://schemas.microsoft.com/office/drawing/2014/main" id="{B386159E-64B0-6ECA-AACB-5ECD477AD0AA}"/>
              </a:ext>
            </a:extLst>
          </p:cNvPr>
          <p:cNvGrpSpPr/>
          <p:nvPr/>
        </p:nvGrpSpPr>
        <p:grpSpPr>
          <a:xfrm>
            <a:off x="6782593" y="1090679"/>
            <a:ext cx="1491514" cy="732822"/>
            <a:chOff x="6691097" y="1239483"/>
            <a:chExt cx="1491514" cy="732822"/>
          </a:xfrm>
        </p:grpSpPr>
        <p:sp>
          <p:nvSpPr>
            <p:cNvPr id="123" name="Rectangle 539">
              <a:extLst>
                <a:ext uri="{FF2B5EF4-FFF2-40B4-BE49-F238E27FC236}">
                  <a16:creationId xmlns:a16="http://schemas.microsoft.com/office/drawing/2014/main" id="{3BD1A1D2-EC29-B320-B57D-4BF4FB9D8FB4}"/>
                </a:ext>
              </a:extLst>
            </p:cNvPr>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4" name="Text Box 546">
              <a:extLst>
                <a:ext uri="{FF2B5EF4-FFF2-40B4-BE49-F238E27FC236}">
                  <a16:creationId xmlns:a16="http://schemas.microsoft.com/office/drawing/2014/main" id="{1E233766-AB90-A33E-CCD7-A4C5EF1E0524}"/>
                </a:ext>
              </a:extLst>
            </p:cNvPr>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25" name="Text Box 546">
              <a:extLst>
                <a:ext uri="{FF2B5EF4-FFF2-40B4-BE49-F238E27FC236}">
                  <a16:creationId xmlns:a16="http://schemas.microsoft.com/office/drawing/2014/main" id="{69A13C39-53E1-B398-0174-5669C645703D}"/>
                </a:ext>
              </a:extLst>
            </p:cNvPr>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26" name="直接连接符 125">
              <a:extLst>
                <a:ext uri="{FF2B5EF4-FFF2-40B4-BE49-F238E27FC236}">
                  <a16:creationId xmlns:a16="http://schemas.microsoft.com/office/drawing/2014/main" id="{B01D6072-F2F3-7879-4B94-BC6B554CFC53}"/>
                </a:ext>
              </a:extLst>
            </p:cNvPr>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7" name="直接连接符 126">
              <a:extLst>
                <a:ext uri="{FF2B5EF4-FFF2-40B4-BE49-F238E27FC236}">
                  <a16:creationId xmlns:a16="http://schemas.microsoft.com/office/drawing/2014/main" id="{471B7943-C80A-7734-2E54-5A6440CFB88A}"/>
                </a:ext>
              </a:extLst>
            </p:cNvPr>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28" name="Text Box 546">
              <a:extLst>
                <a:ext uri="{FF2B5EF4-FFF2-40B4-BE49-F238E27FC236}">
                  <a16:creationId xmlns:a16="http://schemas.microsoft.com/office/drawing/2014/main" id="{151607BF-730C-BE06-8B14-1CFB9136CC17}"/>
                </a:ext>
              </a:extLst>
            </p:cNvPr>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29" name="直接连接符 128">
              <a:extLst>
                <a:ext uri="{FF2B5EF4-FFF2-40B4-BE49-F238E27FC236}">
                  <a16:creationId xmlns:a16="http://schemas.microsoft.com/office/drawing/2014/main" id="{85ABE286-FDA4-5B12-E496-091DF25A1251}"/>
                </a:ext>
              </a:extLst>
            </p:cNvPr>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130" name="直接连接符 129">
            <a:extLst>
              <a:ext uri="{FF2B5EF4-FFF2-40B4-BE49-F238E27FC236}">
                <a16:creationId xmlns:a16="http://schemas.microsoft.com/office/drawing/2014/main" id="{9D60566C-DD59-A426-C2A3-CCAD969A7CB4}"/>
              </a:ext>
            </a:extLst>
          </p:cNvPr>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a:extLst>
              <a:ext uri="{FF2B5EF4-FFF2-40B4-BE49-F238E27FC236}">
                <a16:creationId xmlns:a16="http://schemas.microsoft.com/office/drawing/2014/main" id="{286983CA-90AF-E528-1724-66D3CEC196E0}"/>
              </a:ext>
            </a:extLst>
          </p:cNvPr>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a:extLst>
              <a:ext uri="{FF2B5EF4-FFF2-40B4-BE49-F238E27FC236}">
                <a16:creationId xmlns:a16="http://schemas.microsoft.com/office/drawing/2014/main" id="{D2783AA5-1E8E-B02D-9149-2C8C4AB7714D}"/>
              </a:ext>
            </a:extLst>
          </p:cNvPr>
          <p:cNvCxnSpPr>
            <a:cxnSpLocks/>
          </p:cNvCxnSpPr>
          <p:nvPr/>
        </p:nvCxnSpPr>
        <p:spPr>
          <a:xfrm>
            <a:off x="5020707" y="2619619"/>
            <a:ext cx="240866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a:extLst>
              <a:ext uri="{FF2B5EF4-FFF2-40B4-BE49-F238E27FC236}">
                <a16:creationId xmlns:a16="http://schemas.microsoft.com/office/drawing/2014/main" id="{CE1306C6-A654-A716-F154-D155E4BBA7D0}"/>
              </a:ext>
            </a:extLst>
          </p:cNvPr>
          <p:cNvGrpSpPr>
            <a:grpSpLocks/>
          </p:cNvGrpSpPr>
          <p:nvPr/>
        </p:nvGrpSpPr>
        <p:grpSpPr bwMode="auto">
          <a:xfrm>
            <a:off x="7132142" y="2172364"/>
            <a:ext cx="1370509" cy="767396"/>
            <a:chOff x="7236296" y="2033272"/>
            <a:chExt cx="1654150" cy="1035365"/>
          </a:xfrm>
        </p:grpSpPr>
        <p:graphicFrame>
          <p:nvGraphicFramePr>
            <p:cNvPr id="134" name="Object 425">
              <a:extLst>
                <a:ext uri="{FF2B5EF4-FFF2-40B4-BE49-F238E27FC236}">
                  <a16:creationId xmlns:a16="http://schemas.microsoft.com/office/drawing/2014/main" id="{42362068-1173-5634-BA69-0CE06F34E3BB}"/>
                </a:ext>
              </a:extLst>
            </p:cNvPr>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134" name="Object 42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a:extLst>
                <a:ext uri="{FF2B5EF4-FFF2-40B4-BE49-F238E27FC236}">
                  <a16:creationId xmlns:a16="http://schemas.microsoft.com/office/drawing/2014/main" id="{0D9F7908-46BF-6546-1662-AEB1C6F741F7}"/>
                </a:ext>
              </a:extLst>
            </p:cNvPr>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a:extLst>
              <a:ext uri="{FF2B5EF4-FFF2-40B4-BE49-F238E27FC236}">
                <a16:creationId xmlns:a16="http://schemas.microsoft.com/office/drawing/2014/main" id="{A98959DA-76D2-EC4B-FC97-68D29FC8DACB}"/>
              </a:ext>
            </a:extLst>
          </p:cNvPr>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a:extLst>
              <a:ext uri="{FF2B5EF4-FFF2-40B4-BE49-F238E27FC236}">
                <a16:creationId xmlns:a16="http://schemas.microsoft.com/office/drawing/2014/main" id="{45685C6B-26A1-4DE8-6FB9-12BD70A0F9E8}"/>
              </a:ext>
            </a:extLst>
          </p:cNvPr>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8" name="Text Box 546">
            <a:extLst>
              <a:ext uri="{FF2B5EF4-FFF2-40B4-BE49-F238E27FC236}">
                <a16:creationId xmlns:a16="http://schemas.microsoft.com/office/drawing/2014/main" id="{E5A93297-4FFC-45DA-3412-C66E68E542A6}"/>
              </a:ext>
            </a:extLst>
          </p:cNvPr>
          <p:cNvSpPr txBox="1">
            <a:spLocks noChangeArrowheads="1"/>
          </p:cNvSpPr>
          <p:nvPr/>
        </p:nvSpPr>
        <p:spPr bwMode="auto">
          <a:xfrm>
            <a:off x="5949019" y="2110945"/>
            <a:ext cx="646331"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用户面</a:t>
            </a:r>
          </a:p>
        </p:txBody>
      </p:sp>
      <p:sp>
        <p:nvSpPr>
          <p:cNvPr id="139" name="单圆角矩形 138">
            <a:extLst>
              <a:ext uri="{FF2B5EF4-FFF2-40B4-BE49-F238E27FC236}">
                <a16:creationId xmlns:a16="http://schemas.microsoft.com/office/drawing/2014/main" id="{61BB1F24-FE15-8351-5C8C-5D47C5FBB25B}"/>
              </a:ext>
            </a:extLst>
          </p:cNvPr>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a:extLst>
              <a:ext uri="{FF2B5EF4-FFF2-40B4-BE49-F238E27FC236}">
                <a16:creationId xmlns:a16="http://schemas.microsoft.com/office/drawing/2014/main" id="{95D8C434-778E-C927-BF86-5BAA772E30AF}"/>
              </a:ext>
            </a:extLst>
          </p:cNvPr>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a:extLst>
              <a:ext uri="{FF2B5EF4-FFF2-40B4-BE49-F238E27FC236}">
                <a16:creationId xmlns:a16="http://schemas.microsoft.com/office/drawing/2014/main" id="{C386E4A0-FCA4-5394-A62E-F41CD215D616}"/>
              </a:ext>
            </a:extLst>
          </p:cNvPr>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a:extLst>
              <a:ext uri="{FF2B5EF4-FFF2-40B4-BE49-F238E27FC236}">
                <a16:creationId xmlns:a16="http://schemas.microsoft.com/office/drawing/2014/main" id="{B3C5037A-7DCC-285E-4253-3D7FFC211493}"/>
              </a:ext>
            </a:extLst>
          </p:cNvPr>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sp>
        <p:nvSpPr>
          <p:cNvPr id="143" name="Text Box 546">
            <a:extLst>
              <a:ext uri="{FF2B5EF4-FFF2-40B4-BE49-F238E27FC236}">
                <a16:creationId xmlns:a16="http://schemas.microsoft.com/office/drawing/2014/main" id="{3F50239D-3881-9388-EB20-B5E2DD3B7FEF}"/>
              </a:ext>
            </a:extLst>
          </p:cNvPr>
          <p:cNvSpPr txBox="1">
            <a:spLocks noChangeArrowheads="1"/>
          </p:cNvSpPr>
          <p:nvPr/>
        </p:nvSpPr>
        <p:spPr bwMode="auto">
          <a:xfrm>
            <a:off x="5922647" y="1755833"/>
            <a:ext cx="700465"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控制面</a:t>
            </a:r>
          </a:p>
        </p:txBody>
      </p:sp>
      <p:sp>
        <p:nvSpPr>
          <p:cNvPr id="144" name="单圆角矩形 143">
            <a:extLst>
              <a:ext uri="{FF2B5EF4-FFF2-40B4-BE49-F238E27FC236}">
                <a16:creationId xmlns:a16="http://schemas.microsoft.com/office/drawing/2014/main" id="{08DB4A0D-3A47-8658-1AC9-99D57864013A}"/>
              </a:ext>
            </a:extLst>
          </p:cNvPr>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a:extLst>
              <a:ext uri="{FF2B5EF4-FFF2-40B4-BE49-F238E27FC236}">
                <a16:creationId xmlns:a16="http://schemas.microsoft.com/office/drawing/2014/main" id="{311588FE-5FAB-35E8-A152-F31E573900DC}"/>
              </a:ext>
            </a:extLst>
          </p:cNvPr>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a:extLst>
              <a:ext uri="{FF2B5EF4-FFF2-40B4-BE49-F238E27FC236}">
                <a16:creationId xmlns:a16="http://schemas.microsoft.com/office/drawing/2014/main" id="{420511C3-C648-7F48-6E0A-D62D2F962616}"/>
              </a:ext>
            </a:extLst>
          </p:cNvPr>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a:extLst>
              <a:ext uri="{FF2B5EF4-FFF2-40B4-BE49-F238E27FC236}">
                <a16:creationId xmlns:a16="http://schemas.microsoft.com/office/drawing/2014/main" id="{20D6BC5B-461C-BD93-CFA7-FC9AC0F37019}"/>
              </a:ext>
            </a:extLst>
          </p:cNvPr>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a:extLst>
              <a:ext uri="{FF2B5EF4-FFF2-40B4-BE49-F238E27FC236}">
                <a16:creationId xmlns:a16="http://schemas.microsoft.com/office/drawing/2014/main" id="{3C38456E-B6A7-7E90-C59F-C523847D9917}"/>
              </a:ext>
            </a:extLst>
          </p:cNvPr>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a:extLst>
              <a:ext uri="{FF2B5EF4-FFF2-40B4-BE49-F238E27FC236}">
                <a16:creationId xmlns:a16="http://schemas.microsoft.com/office/drawing/2014/main" id="{7882EEA6-1848-792C-C9DC-7F699E7EC2FF}"/>
              </a:ext>
            </a:extLst>
          </p:cNvPr>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a:extLst>
              <a:ext uri="{FF2B5EF4-FFF2-40B4-BE49-F238E27FC236}">
                <a16:creationId xmlns:a16="http://schemas.microsoft.com/office/drawing/2014/main" id="{832EAE96-B530-8E3D-324F-5AF7889F5988}"/>
              </a:ext>
            </a:extLst>
          </p:cNvPr>
          <p:cNvCxnSpPr>
            <a:stCxn id="5" idx="1"/>
            <a:endCxn id="5" idx="3"/>
          </p:cNvCxnSpPr>
          <p:nvPr/>
        </p:nvCxnSpPr>
        <p:spPr>
          <a:xfrm>
            <a:off x="4172360" y="2088797"/>
            <a:ext cx="2326708" cy="0"/>
          </a:xfrm>
          <a:prstGeom prst="line">
            <a:avLst/>
          </a:prstGeom>
          <a:ln w="38100">
            <a:solidFill>
              <a:srgbClr val="C3E3F9"/>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a:extLst>
              <a:ext uri="{FF2B5EF4-FFF2-40B4-BE49-F238E27FC236}">
                <a16:creationId xmlns:a16="http://schemas.microsoft.com/office/drawing/2014/main" id="{89296C49-F704-C442-8FB8-CBA21D5AF359}"/>
              </a:ext>
            </a:extLst>
          </p:cNvPr>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4" name="Text Box 546">
            <a:extLst>
              <a:ext uri="{FF2B5EF4-FFF2-40B4-BE49-F238E27FC236}">
                <a16:creationId xmlns:a16="http://schemas.microsoft.com/office/drawing/2014/main" id="{14A232AC-5F7E-CD60-768E-967812A170C0}"/>
              </a:ext>
            </a:extLst>
          </p:cNvPr>
          <p:cNvSpPr txBox="1">
            <a:spLocks noChangeArrowheads="1"/>
          </p:cNvSpPr>
          <p:nvPr/>
        </p:nvSpPr>
        <p:spPr bwMode="auto">
          <a:xfrm>
            <a:off x="6511564" y="2360665"/>
            <a:ext cx="644727"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IP</a:t>
            </a:r>
            <a:r>
              <a:rPr kumimoji="1" lang="zh-CN" altLang="en-US" sz="1200" b="1" dirty="0">
                <a:latin typeface="微软雅黑" panose="020B0503020204020204" pitchFamily="34" charset="-122"/>
                <a:ea typeface="微软雅黑" panose="020B0503020204020204" pitchFamily="34" charset="-122"/>
              </a:rPr>
              <a:t>分组</a:t>
            </a:r>
          </a:p>
        </p:txBody>
      </p:sp>
      <p:sp>
        <p:nvSpPr>
          <p:cNvPr id="2" name="矩形 1">
            <a:extLst>
              <a:ext uri="{FF2B5EF4-FFF2-40B4-BE49-F238E27FC236}">
                <a16:creationId xmlns:a16="http://schemas.microsoft.com/office/drawing/2014/main" id="{B4B4CDCF-F3BA-BE77-C888-496B6B3B8964}"/>
              </a:ext>
            </a:extLst>
          </p:cNvPr>
          <p:cNvSpPr/>
          <p:nvPr/>
        </p:nvSpPr>
        <p:spPr>
          <a:xfrm>
            <a:off x="785676" y="3458093"/>
            <a:ext cx="7754556" cy="987578"/>
          </a:xfrm>
          <a:prstGeom prst="rect">
            <a:avLst/>
          </a:prstGeom>
        </p:spPr>
        <p:txBody>
          <a:bodyPr wrap="square">
            <a:spAutoFit/>
          </a:bodyPr>
          <a:lstStyle/>
          <a:p>
            <a:pPr>
              <a:lnSpc>
                <a:spcPts val="24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E-UTRAN</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取消了</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3G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中的无线网络控制器，并把基站称为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演进的节点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B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兼有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3G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中的基站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NB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和无线网络控制器的功能，是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LTE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中功能最复杂的设备。</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核心网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EPC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网络，分为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用户面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控制层面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p>
        </p:txBody>
      </p:sp>
    </p:spTree>
    <p:extLst>
      <p:ext uri="{BB962C8B-B14F-4D97-AF65-F5344CB8AC3E}">
        <p14:creationId xmlns:p14="http://schemas.microsoft.com/office/powerpoint/2010/main" val="734850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14"/>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1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16"/>
                                        </p:tgtEl>
                                        <p:attrNameLst>
                                          <p:attrName>style.visibility</p:attrName>
                                        </p:attrNameLst>
                                      </p:cBhvr>
                                      <p:tavLst>
                                        <p:tav tm="0">
                                          <p:val>
                                            <p:strVal val="hidden"/>
                                          </p:val>
                                        </p:tav>
                                        <p:tav tm="50000">
                                          <p:val>
                                            <p:strVal val="visible"/>
                                          </p:val>
                                        </p:tav>
                                      </p:tavLst>
                                    </p:anim>
                                  </p:childTnLst>
                                </p:cTn>
                              </p:par>
                              <p:par>
                                <p:cTn id="11" presetID="1" presetClass="entr" presetSubtype="0" fill="hold" grpId="0" nodeType="withEffect">
                                  <p:stCondLst>
                                    <p:cond delay="0"/>
                                  </p:stCondLst>
                                  <p:childTnLst>
                                    <p:set>
                                      <p:cBhvr>
                                        <p:cTn id="12"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P spid="115" grpId="0"/>
      <p:bldP spid="116" grpId="0"/>
      <p:bldP spid="2" grpId="0" uiExpand="1" build="p"/>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eNB</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三个主要构件。</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天线。</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无线模块：</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对发往空口的信号或从空口接收的信号进行</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调制</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解调</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数字模块：</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作为空口与核心网的</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，对经过此模块的所有信号进行处理。</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 name="圆角矩形 151">
            <a:extLst>
              <a:ext uri="{FF2B5EF4-FFF2-40B4-BE49-F238E27FC236}">
                <a16:creationId xmlns:a16="http://schemas.microsoft.com/office/drawing/2014/main" id="{18DBDA01-91EA-EBE2-42DA-42EBB2826BE8}"/>
              </a:ext>
            </a:extLst>
          </p:cNvPr>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3" name="AutoShape 5">
            <a:extLst>
              <a:ext uri="{FF2B5EF4-FFF2-40B4-BE49-F238E27FC236}">
                <a16:creationId xmlns:a16="http://schemas.microsoft.com/office/drawing/2014/main" id="{1269B347-4FCD-9989-F373-759E77D83E85}"/>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4" name="矩形 4">
            <a:extLst>
              <a:ext uri="{FF2B5EF4-FFF2-40B4-BE49-F238E27FC236}">
                <a16:creationId xmlns:a16="http://schemas.microsoft.com/office/drawing/2014/main" id="{94487DA9-9C92-9330-0C4B-629AF12D657E}"/>
              </a:ext>
            </a:extLst>
          </p:cNvPr>
          <p:cNvSpPr>
            <a:spLocks noChangeArrowheads="1"/>
          </p:cNvSpPr>
          <p:nvPr/>
        </p:nvSpPr>
        <p:spPr bwMode="auto">
          <a:xfrm>
            <a:off x="635844" y="567754"/>
            <a:ext cx="1126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a:t>
            </a:r>
            <a:r>
              <a:rPr lang="zh-CN" altLang="en-US" sz="2000" b="1" dirty="0">
                <a:latin typeface="微软雅黑" pitchFamily="34" charset="-122"/>
                <a:ea typeface="微软雅黑" pitchFamily="34" charset="-122"/>
              </a:rPr>
              <a:t>架构</a:t>
            </a:r>
            <a:endParaRPr lang="zh-CN" altLang="en-US" sz="2000" b="1" dirty="0">
              <a:solidFill>
                <a:srgbClr val="0000CC"/>
              </a:solidFill>
              <a:latin typeface="微软雅黑" pitchFamily="34" charset="-122"/>
              <a:ea typeface="微软雅黑" pitchFamily="34" charset="-122"/>
            </a:endParaRPr>
          </a:p>
        </p:txBody>
      </p:sp>
      <p:sp>
        <p:nvSpPr>
          <p:cNvPr id="125" name="圆角矩形 4">
            <a:extLst>
              <a:ext uri="{FF2B5EF4-FFF2-40B4-BE49-F238E27FC236}">
                <a16:creationId xmlns:a16="http://schemas.microsoft.com/office/drawing/2014/main" id="{C534F763-424D-8AD9-1663-3A9393ECF3B0}"/>
              </a:ext>
            </a:extLst>
          </p:cNvPr>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26" name="圆角矩形 5">
            <a:extLst>
              <a:ext uri="{FF2B5EF4-FFF2-40B4-BE49-F238E27FC236}">
                <a16:creationId xmlns:a16="http://schemas.microsoft.com/office/drawing/2014/main" id="{AA30C5A3-2A06-FFA1-CBF4-7DDE70D6E85B}"/>
              </a:ext>
            </a:extLst>
          </p:cNvPr>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27" name="圆角矩形 8">
            <a:extLst>
              <a:ext uri="{FF2B5EF4-FFF2-40B4-BE49-F238E27FC236}">
                <a16:creationId xmlns:a16="http://schemas.microsoft.com/office/drawing/2014/main" id="{678C8559-CF2F-C212-3B50-9A43AB34887A}"/>
              </a:ext>
            </a:extLst>
          </p:cNvPr>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8" name="Group 114">
            <a:extLst>
              <a:ext uri="{FF2B5EF4-FFF2-40B4-BE49-F238E27FC236}">
                <a16:creationId xmlns:a16="http://schemas.microsoft.com/office/drawing/2014/main" id="{DE233E82-CE89-5A04-B7D1-676C9E446762}"/>
              </a:ext>
            </a:extLst>
          </p:cNvPr>
          <p:cNvGrpSpPr>
            <a:grpSpLocks/>
          </p:cNvGrpSpPr>
          <p:nvPr/>
        </p:nvGrpSpPr>
        <p:grpSpPr bwMode="auto">
          <a:xfrm>
            <a:off x="3163549" y="1819267"/>
            <a:ext cx="357753" cy="747387"/>
            <a:chOff x="4608" y="700"/>
            <a:chExt cx="306" cy="553"/>
          </a:xfrm>
        </p:grpSpPr>
        <p:grpSp>
          <p:nvGrpSpPr>
            <p:cNvPr id="129" name="Group 115">
              <a:extLst>
                <a:ext uri="{FF2B5EF4-FFF2-40B4-BE49-F238E27FC236}">
                  <a16:creationId xmlns:a16="http://schemas.microsoft.com/office/drawing/2014/main" id="{68FBEFFD-49B4-4BBC-C2A0-3A18EB243CA7}"/>
                </a:ext>
              </a:extLst>
            </p:cNvPr>
            <p:cNvGrpSpPr>
              <a:grpSpLocks/>
            </p:cNvGrpSpPr>
            <p:nvPr/>
          </p:nvGrpSpPr>
          <p:grpSpPr bwMode="auto">
            <a:xfrm>
              <a:off x="4694" y="784"/>
              <a:ext cx="134" cy="469"/>
              <a:chOff x="4740" y="784"/>
              <a:chExt cx="88" cy="692"/>
            </a:xfrm>
          </p:grpSpPr>
          <p:sp>
            <p:nvSpPr>
              <p:cNvPr id="169" name="Line 116">
                <a:extLst>
                  <a:ext uri="{FF2B5EF4-FFF2-40B4-BE49-F238E27FC236}">
                    <a16:creationId xmlns:a16="http://schemas.microsoft.com/office/drawing/2014/main" id="{77836421-49E3-40E6-12E0-FFB3CF7608AF}"/>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70" name="Group 117">
                <a:extLst>
                  <a:ext uri="{FF2B5EF4-FFF2-40B4-BE49-F238E27FC236}">
                    <a16:creationId xmlns:a16="http://schemas.microsoft.com/office/drawing/2014/main" id="{DB508CA5-0851-B4A4-33D3-E6A4AF625302}"/>
                  </a:ext>
                </a:extLst>
              </p:cNvPr>
              <p:cNvGrpSpPr>
                <a:grpSpLocks/>
              </p:cNvGrpSpPr>
              <p:nvPr/>
            </p:nvGrpSpPr>
            <p:grpSpPr bwMode="auto">
              <a:xfrm>
                <a:off x="4740" y="784"/>
                <a:ext cx="88" cy="692"/>
                <a:chOff x="4740" y="784"/>
                <a:chExt cx="88" cy="692"/>
              </a:xfrm>
            </p:grpSpPr>
            <p:sp>
              <p:nvSpPr>
                <p:cNvPr id="171" name="Line 118">
                  <a:extLst>
                    <a:ext uri="{FF2B5EF4-FFF2-40B4-BE49-F238E27FC236}">
                      <a16:creationId xmlns:a16="http://schemas.microsoft.com/office/drawing/2014/main" id="{8EB34ABE-8877-A5AB-69D2-D9C9F44E6880}"/>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119">
                  <a:extLst>
                    <a:ext uri="{FF2B5EF4-FFF2-40B4-BE49-F238E27FC236}">
                      <a16:creationId xmlns:a16="http://schemas.microsoft.com/office/drawing/2014/main" id="{44CE76A2-8147-562E-2954-6C96B7E48077}"/>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120">
                  <a:extLst>
                    <a:ext uri="{FF2B5EF4-FFF2-40B4-BE49-F238E27FC236}">
                      <a16:creationId xmlns:a16="http://schemas.microsoft.com/office/drawing/2014/main" id="{D526B1BE-CA63-1132-DBA2-8332870B50B4}"/>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121">
                  <a:extLst>
                    <a:ext uri="{FF2B5EF4-FFF2-40B4-BE49-F238E27FC236}">
                      <a16:creationId xmlns:a16="http://schemas.microsoft.com/office/drawing/2014/main" id="{89DC6C82-08B0-448F-EB89-DE4AE762FFAB}"/>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122">
                  <a:extLst>
                    <a:ext uri="{FF2B5EF4-FFF2-40B4-BE49-F238E27FC236}">
                      <a16:creationId xmlns:a16="http://schemas.microsoft.com/office/drawing/2014/main" id="{B912CC54-AA29-CC82-8A28-71F49985C0CB}"/>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123">
                  <a:extLst>
                    <a:ext uri="{FF2B5EF4-FFF2-40B4-BE49-F238E27FC236}">
                      <a16:creationId xmlns:a16="http://schemas.microsoft.com/office/drawing/2014/main" id="{923100FE-F91B-0E54-F2FF-055D9FB03FD4}"/>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124">
                  <a:extLst>
                    <a:ext uri="{FF2B5EF4-FFF2-40B4-BE49-F238E27FC236}">
                      <a16:creationId xmlns:a16="http://schemas.microsoft.com/office/drawing/2014/main" id="{A8A4777A-D6BC-9CE5-A590-F3DC25564393}"/>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125">
                  <a:extLst>
                    <a:ext uri="{FF2B5EF4-FFF2-40B4-BE49-F238E27FC236}">
                      <a16:creationId xmlns:a16="http://schemas.microsoft.com/office/drawing/2014/main" id="{7D1C3702-C177-DC59-B8D4-EFC594527207}"/>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126">
                  <a:extLst>
                    <a:ext uri="{FF2B5EF4-FFF2-40B4-BE49-F238E27FC236}">
                      <a16:creationId xmlns:a16="http://schemas.microsoft.com/office/drawing/2014/main" id="{A01E45F8-B23C-9C2D-54FE-ED17C75ADB3D}"/>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127">
                  <a:extLst>
                    <a:ext uri="{FF2B5EF4-FFF2-40B4-BE49-F238E27FC236}">
                      <a16:creationId xmlns:a16="http://schemas.microsoft.com/office/drawing/2014/main" id="{7B7B256D-6384-9831-065A-279F6581BFA6}"/>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Line 128">
                  <a:extLst>
                    <a:ext uri="{FF2B5EF4-FFF2-40B4-BE49-F238E27FC236}">
                      <a16:creationId xmlns:a16="http://schemas.microsoft.com/office/drawing/2014/main" id="{AA98C1E8-76F4-C544-8263-104FB10D72B5}"/>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2" name="Line 129">
                  <a:extLst>
                    <a:ext uri="{FF2B5EF4-FFF2-40B4-BE49-F238E27FC236}">
                      <a16:creationId xmlns:a16="http://schemas.microsoft.com/office/drawing/2014/main" id="{730A6D39-875F-04FF-EAD5-A98645351646}"/>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3" name="Line 130">
                  <a:extLst>
                    <a:ext uri="{FF2B5EF4-FFF2-40B4-BE49-F238E27FC236}">
                      <a16:creationId xmlns:a16="http://schemas.microsoft.com/office/drawing/2014/main" id="{00ACB127-C54A-F1CC-665E-B87F5777611B}"/>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4" name="Oval 131">
                  <a:extLst>
                    <a:ext uri="{FF2B5EF4-FFF2-40B4-BE49-F238E27FC236}">
                      <a16:creationId xmlns:a16="http://schemas.microsoft.com/office/drawing/2014/main" id="{E74F3823-E8F1-A428-10AE-CADA25A268A9}"/>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2" name="Group 132">
              <a:extLst>
                <a:ext uri="{FF2B5EF4-FFF2-40B4-BE49-F238E27FC236}">
                  <a16:creationId xmlns:a16="http://schemas.microsoft.com/office/drawing/2014/main" id="{74FABE2E-DC71-81BD-C4E7-3BBAB5854C52}"/>
                </a:ext>
              </a:extLst>
            </p:cNvPr>
            <p:cNvGrpSpPr>
              <a:grpSpLocks/>
            </p:cNvGrpSpPr>
            <p:nvPr/>
          </p:nvGrpSpPr>
          <p:grpSpPr bwMode="auto">
            <a:xfrm>
              <a:off x="4608" y="700"/>
              <a:ext cx="306" cy="90"/>
              <a:chOff x="748" y="2251"/>
              <a:chExt cx="306" cy="90"/>
            </a:xfrm>
          </p:grpSpPr>
          <p:sp>
            <p:nvSpPr>
              <p:cNvPr id="163" name="AutoShape 133">
                <a:extLst>
                  <a:ext uri="{FF2B5EF4-FFF2-40B4-BE49-F238E27FC236}">
                    <a16:creationId xmlns:a16="http://schemas.microsoft.com/office/drawing/2014/main" id="{CB7FFE8E-FD3E-9C1E-6202-FC1004724935}"/>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4" name="AutoShape 134">
                <a:extLst>
                  <a:ext uri="{FF2B5EF4-FFF2-40B4-BE49-F238E27FC236}">
                    <a16:creationId xmlns:a16="http://schemas.microsoft.com/office/drawing/2014/main" id="{6C64BA70-25DC-BF28-F6B5-5E3025C98AF1}"/>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5" name="AutoShape 135">
                <a:extLst>
                  <a:ext uri="{FF2B5EF4-FFF2-40B4-BE49-F238E27FC236}">
                    <a16:creationId xmlns:a16="http://schemas.microsoft.com/office/drawing/2014/main" id="{B9BAAA83-C4E9-DF6B-D5B1-53CAEB16EC82}"/>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6" name="AutoShape 136">
                <a:extLst>
                  <a:ext uri="{FF2B5EF4-FFF2-40B4-BE49-F238E27FC236}">
                    <a16:creationId xmlns:a16="http://schemas.microsoft.com/office/drawing/2014/main" id="{5BFCC74C-EF67-CE47-39F7-20B176F38800}"/>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7" name="AutoShape 137">
                <a:extLst>
                  <a:ext uri="{FF2B5EF4-FFF2-40B4-BE49-F238E27FC236}">
                    <a16:creationId xmlns:a16="http://schemas.microsoft.com/office/drawing/2014/main" id="{1C011E7B-A935-F1FF-A615-A2B8B6069781}"/>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8" name="AutoShape 138">
                <a:extLst>
                  <a:ext uri="{FF2B5EF4-FFF2-40B4-BE49-F238E27FC236}">
                    <a16:creationId xmlns:a16="http://schemas.microsoft.com/office/drawing/2014/main" id="{67C30E53-3696-FB46-4689-8E2C58D9A55F}"/>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5" name="Group 4">
            <a:extLst>
              <a:ext uri="{FF2B5EF4-FFF2-40B4-BE49-F238E27FC236}">
                <a16:creationId xmlns:a16="http://schemas.microsoft.com/office/drawing/2014/main" id="{B8CBECFE-3D68-577B-D119-2A71871DC478}"/>
              </a:ext>
            </a:extLst>
          </p:cNvPr>
          <p:cNvGrpSpPr>
            <a:grpSpLocks/>
          </p:cNvGrpSpPr>
          <p:nvPr/>
        </p:nvGrpSpPr>
        <p:grpSpPr bwMode="auto">
          <a:xfrm>
            <a:off x="1359001" y="1337879"/>
            <a:ext cx="169670" cy="309548"/>
            <a:chOff x="4186" y="1736"/>
            <a:chExt cx="229" cy="461"/>
          </a:xfrm>
        </p:grpSpPr>
        <p:pic>
          <p:nvPicPr>
            <p:cNvPr id="186" name="Picture 5" descr="icon-mobile-phone">
              <a:extLst>
                <a:ext uri="{FF2B5EF4-FFF2-40B4-BE49-F238E27FC236}">
                  <a16:creationId xmlns:a16="http://schemas.microsoft.com/office/drawing/2014/main" id="{2D319059-CE38-3975-79B5-29C66E4F4AC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7" name="Group 6">
              <a:extLst>
                <a:ext uri="{FF2B5EF4-FFF2-40B4-BE49-F238E27FC236}">
                  <a16:creationId xmlns:a16="http://schemas.microsoft.com/office/drawing/2014/main" id="{39A8A74B-0FF9-B1F0-F47F-4E9D71419726}"/>
                </a:ext>
              </a:extLst>
            </p:cNvPr>
            <p:cNvGrpSpPr>
              <a:grpSpLocks/>
            </p:cNvGrpSpPr>
            <p:nvPr/>
          </p:nvGrpSpPr>
          <p:grpSpPr bwMode="auto">
            <a:xfrm>
              <a:off x="4186" y="1736"/>
              <a:ext cx="198" cy="79"/>
              <a:chOff x="4513" y="1707"/>
              <a:chExt cx="198" cy="177"/>
            </a:xfrm>
          </p:grpSpPr>
          <p:sp>
            <p:nvSpPr>
              <p:cNvPr id="188" name="AutoShape 7">
                <a:extLst>
                  <a:ext uri="{FF2B5EF4-FFF2-40B4-BE49-F238E27FC236}">
                    <a16:creationId xmlns:a16="http://schemas.microsoft.com/office/drawing/2014/main" id="{9B674EBA-892C-7C38-B88B-E0BE97BFF826}"/>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9" name="AutoShape 8">
                <a:extLst>
                  <a:ext uri="{FF2B5EF4-FFF2-40B4-BE49-F238E27FC236}">
                    <a16:creationId xmlns:a16="http://schemas.microsoft.com/office/drawing/2014/main" id="{B008F585-7248-5034-D668-3FF03C73EF16}"/>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0" name="AutoShape 9">
                <a:extLst>
                  <a:ext uri="{FF2B5EF4-FFF2-40B4-BE49-F238E27FC236}">
                    <a16:creationId xmlns:a16="http://schemas.microsoft.com/office/drawing/2014/main" id="{C0C04C2F-00E0-4B34-7897-3E792F339CF6}"/>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1" name="Group 401">
            <a:extLst>
              <a:ext uri="{FF2B5EF4-FFF2-40B4-BE49-F238E27FC236}">
                <a16:creationId xmlns:a16="http://schemas.microsoft.com/office/drawing/2014/main" id="{207F7BC4-E078-6069-D239-92536F3BC919}"/>
              </a:ext>
            </a:extLst>
          </p:cNvPr>
          <p:cNvGrpSpPr>
            <a:grpSpLocks/>
          </p:cNvGrpSpPr>
          <p:nvPr/>
        </p:nvGrpSpPr>
        <p:grpSpPr bwMode="auto">
          <a:xfrm>
            <a:off x="1322174" y="2246514"/>
            <a:ext cx="169670" cy="309548"/>
            <a:chOff x="4186" y="1736"/>
            <a:chExt cx="229" cy="461"/>
          </a:xfrm>
        </p:grpSpPr>
        <p:pic>
          <p:nvPicPr>
            <p:cNvPr id="192" name="Picture 402" descr="icon-mobile-phone">
              <a:extLst>
                <a:ext uri="{FF2B5EF4-FFF2-40B4-BE49-F238E27FC236}">
                  <a16:creationId xmlns:a16="http://schemas.microsoft.com/office/drawing/2014/main" id="{81206E29-442B-E4D8-5CBD-C119A328611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93" name="Group 403">
              <a:extLst>
                <a:ext uri="{FF2B5EF4-FFF2-40B4-BE49-F238E27FC236}">
                  <a16:creationId xmlns:a16="http://schemas.microsoft.com/office/drawing/2014/main" id="{0B556C7B-6655-6BDE-7D6B-EDB17C5ADF7B}"/>
                </a:ext>
              </a:extLst>
            </p:cNvPr>
            <p:cNvGrpSpPr>
              <a:grpSpLocks/>
            </p:cNvGrpSpPr>
            <p:nvPr/>
          </p:nvGrpSpPr>
          <p:grpSpPr bwMode="auto">
            <a:xfrm>
              <a:off x="4186" y="1736"/>
              <a:ext cx="198" cy="79"/>
              <a:chOff x="4513" y="1707"/>
              <a:chExt cx="198" cy="177"/>
            </a:xfrm>
          </p:grpSpPr>
          <p:sp>
            <p:nvSpPr>
              <p:cNvPr id="194" name="AutoShape 404">
                <a:extLst>
                  <a:ext uri="{FF2B5EF4-FFF2-40B4-BE49-F238E27FC236}">
                    <a16:creationId xmlns:a16="http://schemas.microsoft.com/office/drawing/2014/main" id="{C4DA6B87-7753-FB8B-1129-ADEF7128C6D7}"/>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5" name="AutoShape 405">
                <a:extLst>
                  <a:ext uri="{FF2B5EF4-FFF2-40B4-BE49-F238E27FC236}">
                    <a16:creationId xmlns:a16="http://schemas.microsoft.com/office/drawing/2014/main" id="{8E04C507-4DEE-2F6F-7769-17FC42956736}"/>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6" name="AutoShape 406">
                <a:extLst>
                  <a:ext uri="{FF2B5EF4-FFF2-40B4-BE49-F238E27FC236}">
                    <a16:creationId xmlns:a16="http://schemas.microsoft.com/office/drawing/2014/main" id="{41C3716C-0483-CBC9-6C6C-279714B1790D}"/>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197" name="Object 36">
            <a:hlinkClick r:id="" action="ppaction://ole?verb=0"/>
            <a:extLst>
              <a:ext uri="{FF2B5EF4-FFF2-40B4-BE49-F238E27FC236}">
                <a16:creationId xmlns:a16="http://schemas.microsoft.com/office/drawing/2014/main" id="{39583952-9F7F-1D67-2637-E7F07941D006}"/>
              </a:ext>
            </a:extLst>
          </p:cNvPr>
          <p:cNvGraphicFramePr>
            <a:graphicFrameLocks/>
          </p:cNvGraphicFramePr>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47" name="Object 36">
                        <a:hlinkClick r:id="" action="ppaction://ole?verb=0"/>
                        <a:extLst>
                          <a:ext uri="{FF2B5EF4-FFF2-40B4-BE49-F238E27FC236}">
                            <a16:creationId xmlns:a16="http://schemas.microsoft.com/office/drawing/2014/main" id="{E285F65E-A9A7-1BE4-FB42-206747728088}"/>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198" name="直接连接符 197">
            <a:extLst>
              <a:ext uri="{FF2B5EF4-FFF2-40B4-BE49-F238E27FC236}">
                <a16:creationId xmlns:a16="http://schemas.microsoft.com/office/drawing/2014/main" id="{70D6A646-C9CB-D568-91E2-5F65A543F5C7}"/>
              </a:ext>
            </a:extLst>
          </p:cNvPr>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sp>
        <p:nvSpPr>
          <p:cNvPr id="199" name="Text Box 546">
            <a:extLst>
              <a:ext uri="{FF2B5EF4-FFF2-40B4-BE49-F238E27FC236}">
                <a16:creationId xmlns:a16="http://schemas.microsoft.com/office/drawing/2014/main" id="{71B4EBA8-3F74-9918-3DA1-A8B8D0587D56}"/>
              </a:ext>
            </a:extLst>
          </p:cNvPr>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200" name="直接连接符 199">
            <a:extLst>
              <a:ext uri="{FF2B5EF4-FFF2-40B4-BE49-F238E27FC236}">
                <a16:creationId xmlns:a16="http://schemas.microsoft.com/office/drawing/2014/main" id="{EE600ACC-9D31-03F1-42F4-D85306C142EC}"/>
              </a:ext>
            </a:extLst>
          </p:cNvPr>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1" name="直接连接符 200">
            <a:extLst>
              <a:ext uri="{FF2B5EF4-FFF2-40B4-BE49-F238E27FC236}">
                <a16:creationId xmlns:a16="http://schemas.microsoft.com/office/drawing/2014/main" id="{D80B0CBD-36FA-BEE5-DF51-DCEDA8C7794E}"/>
              </a:ext>
            </a:extLst>
          </p:cNvPr>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02" name="Text Box 546">
            <a:extLst>
              <a:ext uri="{FF2B5EF4-FFF2-40B4-BE49-F238E27FC236}">
                <a16:creationId xmlns:a16="http://schemas.microsoft.com/office/drawing/2014/main" id="{2CF6BB8A-5567-9404-39FF-E9D90976A9EE}"/>
              </a:ext>
            </a:extLst>
          </p:cNvPr>
          <p:cNvSpPr txBox="1">
            <a:spLocks noChangeArrowheads="1"/>
          </p:cNvSpPr>
          <p:nvPr/>
        </p:nvSpPr>
        <p:spPr bwMode="auto">
          <a:xfrm>
            <a:off x="2386613" y="2924459"/>
            <a:ext cx="954107" cy="488019"/>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a:t>
            </a:r>
          </a:p>
        </p:txBody>
      </p:sp>
      <p:sp>
        <p:nvSpPr>
          <p:cNvPr id="203" name="Text Box 546">
            <a:extLst>
              <a:ext uri="{FF2B5EF4-FFF2-40B4-BE49-F238E27FC236}">
                <a16:creationId xmlns:a16="http://schemas.microsoft.com/office/drawing/2014/main" id="{19ED3AC9-FCFA-2FB6-2C62-C7E1C10CDA8F}"/>
              </a:ext>
            </a:extLst>
          </p:cNvPr>
          <p:cNvSpPr txBox="1">
            <a:spLocks noChangeArrowheads="1"/>
          </p:cNvSpPr>
          <p:nvPr/>
        </p:nvSpPr>
        <p:spPr bwMode="auto">
          <a:xfrm>
            <a:off x="4792896" y="2924459"/>
            <a:ext cx="954107" cy="488019"/>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a:t>
            </a:r>
          </a:p>
        </p:txBody>
      </p:sp>
      <p:cxnSp>
        <p:nvCxnSpPr>
          <p:cNvPr id="204" name="直接连接符 203">
            <a:extLst>
              <a:ext uri="{FF2B5EF4-FFF2-40B4-BE49-F238E27FC236}">
                <a16:creationId xmlns:a16="http://schemas.microsoft.com/office/drawing/2014/main" id="{56708B4F-2A4E-5520-50F6-CDE1A05507FC}"/>
              </a:ext>
            </a:extLst>
          </p:cNvPr>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直接连接符 204">
            <a:extLst>
              <a:ext uri="{FF2B5EF4-FFF2-40B4-BE49-F238E27FC236}">
                <a16:creationId xmlns:a16="http://schemas.microsoft.com/office/drawing/2014/main" id="{E0BC226C-4BC7-F162-95F7-D26CC5C73120}"/>
              </a:ext>
            </a:extLst>
          </p:cNvPr>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直接连接符 205">
            <a:extLst>
              <a:ext uri="{FF2B5EF4-FFF2-40B4-BE49-F238E27FC236}">
                <a16:creationId xmlns:a16="http://schemas.microsoft.com/office/drawing/2014/main" id="{B4085D77-A025-8B3C-BFF2-6E7CD5F9F228}"/>
              </a:ext>
            </a:extLst>
          </p:cNvPr>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7" name="Group 114">
            <a:extLst>
              <a:ext uri="{FF2B5EF4-FFF2-40B4-BE49-F238E27FC236}">
                <a16:creationId xmlns:a16="http://schemas.microsoft.com/office/drawing/2014/main" id="{2958103E-EA4E-178D-48A2-C30572350577}"/>
              </a:ext>
            </a:extLst>
          </p:cNvPr>
          <p:cNvGrpSpPr>
            <a:grpSpLocks/>
          </p:cNvGrpSpPr>
          <p:nvPr/>
        </p:nvGrpSpPr>
        <p:grpSpPr bwMode="auto">
          <a:xfrm>
            <a:off x="2206034" y="2119399"/>
            <a:ext cx="357753" cy="747388"/>
            <a:chOff x="4608" y="700"/>
            <a:chExt cx="306" cy="553"/>
          </a:xfrm>
        </p:grpSpPr>
        <p:grpSp>
          <p:nvGrpSpPr>
            <p:cNvPr id="208" name="Group 115">
              <a:extLst>
                <a:ext uri="{FF2B5EF4-FFF2-40B4-BE49-F238E27FC236}">
                  <a16:creationId xmlns:a16="http://schemas.microsoft.com/office/drawing/2014/main" id="{6A469EA5-3ED6-4F47-BA4F-AB5B14542F3A}"/>
                </a:ext>
              </a:extLst>
            </p:cNvPr>
            <p:cNvGrpSpPr>
              <a:grpSpLocks/>
            </p:cNvGrpSpPr>
            <p:nvPr/>
          </p:nvGrpSpPr>
          <p:grpSpPr bwMode="auto">
            <a:xfrm>
              <a:off x="4694" y="784"/>
              <a:ext cx="134" cy="469"/>
              <a:chOff x="4740" y="784"/>
              <a:chExt cx="88" cy="692"/>
            </a:xfrm>
          </p:grpSpPr>
          <p:sp>
            <p:nvSpPr>
              <p:cNvPr id="216" name="Line 116">
                <a:extLst>
                  <a:ext uri="{FF2B5EF4-FFF2-40B4-BE49-F238E27FC236}">
                    <a16:creationId xmlns:a16="http://schemas.microsoft.com/office/drawing/2014/main" id="{2371F252-B748-DC84-1DD9-6274524A28F4}"/>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17" name="Group 117">
                <a:extLst>
                  <a:ext uri="{FF2B5EF4-FFF2-40B4-BE49-F238E27FC236}">
                    <a16:creationId xmlns:a16="http://schemas.microsoft.com/office/drawing/2014/main" id="{4CC55FDB-DD5F-DF34-B653-26B5C1E6508E}"/>
                  </a:ext>
                </a:extLst>
              </p:cNvPr>
              <p:cNvGrpSpPr>
                <a:grpSpLocks/>
              </p:cNvGrpSpPr>
              <p:nvPr/>
            </p:nvGrpSpPr>
            <p:grpSpPr bwMode="auto">
              <a:xfrm>
                <a:off x="4740" y="784"/>
                <a:ext cx="88" cy="692"/>
                <a:chOff x="4740" y="784"/>
                <a:chExt cx="88" cy="692"/>
              </a:xfrm>
            </p:grpSpPr>
            <p:sp>
              <p:nvSpPr>
                <p:cNvPr id="218" name="Line 118">
                  <a:extLst>
                    <a:ext uri="{FF2B5EF4-FFF2-40B4-BE49-F238E27FC236}">
                      <a16:creationId xmlns:a16="http://schemas.microsoft.com/office/drawing/2014/main" id="{4D477931-425A-813B-3F16-0EF589241B79}"/>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9" name="Line 119">
                  <a:extLst>
                    <a:ext uri="{FF2B5EF4-FFF2-40B4-BE49-F238E27FC236}">
                      <a16:creationId xmlns:a16="http://schemas.microsoft.com/office/drawing/2014/main" id="{9413DE27-720F-79D7-3F93-C66E36E90E9D}"/>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0" name="Line 120">
                  <a:extLst>
                    <a:ext uri="{FF2B5EF4-FFF2-40B4-BE49-F238E27FC236}">
                      <a16:creationId xmlns:a16="http://schemas.microsoft.com/office/drawing/2014/main" id="{7C87039E-7720-6A1F-028C-24C394D1A146}"/>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1" name="Line 121">
                  <a:extLst>
                    <a:ext uri="{FF2B5EF4-FFF2-40B4-BE49-F238E27FC236}">
                      <a16:creationId xmlns:a16="http://schemas.microsoft.com/office/drawing/2014/main" id="{E79CC538-8FE7-0EA5-82D3-1D0C748AF946}"/>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2" name="Line 122">
                  <a:extLst>
                    <a:ext uri="{FF2B5EF4-FFF2-40B4-BE49-F238E27FC236}">
                      <a16:creationId xmlns:a16="http://schemas.microsoft.com/office/drawing/2014/main" id="{81EFB5E4-13E2-1A63-C264-560454085D8D}"/>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3" name="Line 123">
                  <a:extLst>
                    <a:ext uri="{FF2B5EF4-FFF2-40B4-BE49-F238E27FC236}">
                      <a16:creationId xmlns:a16="http://schemas.microsoft.com/office/drawing/2014/main" id="{BDDC6EF6-8BA9-286E-9191-92AF53562056}"/>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4" name="Line 124">
                  <a:extLst>
                    <a:ext uri="{FF2B5EF4-FFF2-40B4-BE49-F238E27FC236}">
                      <a16:creationId xmlns:a16="http://schemas.microsoft.com/office/drawing/2014/main" id="{CBDA3EA1-A1DE-8029-A3F2-D231BD6BFBF4}"/>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5" name="Line 125">
                  <a:extLst>
                    <a:ext uri="{FF2B5EF4-FFF2-40B4-BE49-F238E27FC236}">
                      <a16:creationId xmlns:a16="http://schemas.microsoft.com/office/drawing/2014/main" id="{10612C2D-05C7-00A3-F471-43F8C1370AB8}"/>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6" name="Line 126">
                  <a:extLst>
                    <a:ext uri="{FF2B5EF4-FFF2-40B4-BE49-F238E27FC236}">
                      <a16:creationId xmlns:a16="http://schemas.microsoft.com/office/drawing/2014/main" id="{3F59E20D-AB06-05B2-96A8-607C2D4BC3DB}"/>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7" name="Line 127">
                  <a:extLst>
                    <a:ext uri="{FF2B5EF4-FFF2-40B4-BE49-F238E27FC236}">
                      <a16:creationId xmlns:a16="http://schemas.microsoft.com/office/drawing/2014/main" id="{EDEBF6DD-7CB1-AC26-B748-01CDAE3EC835}"/>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8" name="Line 128">
                  <a:extLst>
                    <a:ext uri="{FF2B5EF4-FFF2-40B4-BE49-F238E27FC236}">
                      <a16:creationId xmlns:a16="http://schemas.microsoft.com/office/drawing/2014/main" id="{89E88D1E-A4AA-193D-FBEC-19F9DEEAE698}"/>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9" name="Line 129">
                  <a:extLst>
                    <a:ext uri="{FF2B5EF4-FFF2-40B4-BE49-F238E27FC236}">
                      <a16:creationId xmlns:a16="http://schemas.microsoft.com/office/drawing/2014/main" id="{A3D64686-50FC-D359-7B03-A7556B4FCF93}"/>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0" name="Line 130">
                  <a:extLst>
                    <a:ext uri="{FF2B5EF4-FFF2-40B4-BE49-F238E27FC236}">
                      <a16:creationId xmlns:a16="http://schemas.microsoft.com/office/drawing/2014/main" id="{4A4102A0-F684-D178-1F76-6C255738D213}"/>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1" name="Oval 131">
                  <a:extLst>
                    <a:ext uri="{FF2B5EF4-FFF2-40B4-BE49-F238E27FC236}">
                      <a16:creationId xmlns:a16="http://schemas.microsoft.com/office/drawing/2014/main" id="{130B6912-7DE0-6039-5E67-A1E360211F81}"/>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9" name="Group 132">
              <a:extLst>
                <a:ext uri="{FF2B5EF4-FFF2-40B4-BE49-F238E27FC236}">
                  <a16:creationId xmlns:a16="http://schemas.microsoft.com/office/drawing/2014/main" id="{FC25B114-D97D-F154-E1A1-2826D7E2F37D}"/>
                </a:ext>
              </a:extLst>
            </p:cNvPr>
            <p:cNvGrpSpPr>
              <a:grpSpLocks/>
            </p:cNvGrpSpPr>
            <p:nvPr/>
          </p:nvGrpSpPr>
          <p:grpSpPr bwMode="auto">
            <a:xfrm>
              <a:off x="4608" y="700"/>
              <a:ext cx="306" cy="90"/>
              <a:chOff x="748" y="2251"/>
              <a:chExt cx="306" cy="90"/>
            </a:xfrm>
          </p:grpSpPr>
          <p:sp>
            <p:nvSpPr>
              <p:cNvPr id="210" name="AutoShape 133">
                <a:extLst>
                  <a:ext uri="{FF2B5EF4-FFF2-40B4-BE49-F238E27FC236}">
                    <a16:creationId xmlns:a16="http://schemas.microsoft.com/office/drawing/2014/main" id="{14D7C48F-266A-C04D-9E86-EC34B8075172}"/>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1" name="AutoShape 134">
                <a:extLst>
                  <a:ext uri="{FF2B5EF4-FFF2-40B4-BE49-F238E27FC236}">
                    <a16:creationId xmlns:a16="http://schemas.microsoft.com/office/drawing/2014/main" id="{DF6D1D9D-67BF-6931-9784-1026B24688B1}"/>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2" name="AutoShape 135">
                <a:extLst>
                  <a:ext uri="{FF2B5EF4-FFF2-40B4-BE49-F238E27FC236}">
                    <a16:creationId xmlns:a16="http://schemas.microsoft.com/office/drawing/2014/main" id="{FE170D70-E7A8-CEB0-59CD-94856AB4561E}"/>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3" name="AutoShape 136">
                <a:extLst>
                  <a:ext uri="{FF2B5EF4-FFF2-40B4-BE49-F238E27FC236}">
                    <a16:creationId xmlns:a16="http://schemas.microsoft.com/office/drawing/2014/main" id="{B22910FD-C304-2B4C-F997-8DA4C0399817}"/>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4" name="AutoShape 137">
                <a:extLst>
                  <a:ext uri="{FF2B5EF4-FFF2-40B4-BE49-F238E27FC236}">
                    <a16:creationId xmlns:a16="http://schemas.microsoft.com/office/drawing/2014/main" id="{777A64F0-C086-46A7-70E1-8FA467D61113}"/>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5" name="AutoShape 138">
                <a:extLst>
                  <a:ext uri="{FF2B5EF4-FFF2-40B4-BE49-F238E27FC236}">
                    <a16:creationId xmlns:a16="http://schemas.microsoft.com/office/drawing/2014/main" id="{F1DF495F-E407-D567-36C9-8057BE8A3555}"/>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2" name="Group 114">
            <a:extLst>
              <a:ext uri="{FF2B5EF4-FFF2-40B4-BE49-F238E27FC236}">
                <a16:creationId xmlns:a16="http://schemas.microsoft.com/office/drawing/2014/main" id="{F0FA7E65-1270-11AA-8EBC-CD5D4B2600BC}"/>
              </a:ext>
            </a:extLst>
          </p:cNvPr>
          <p:cNvGrpSpPr>
            <a:grpSpLocks/>
          </p:cNvGrpSpPr>
          <p:nvPr/>
        </p:nvGrpSpPr>
        <p:grpSpPr bwMode="auto">
          <a:xfrm>
            <a:off x="2515122" y="1337879"/>
            <a:ext cx="357753" cy="747388"/>
            <a:chOff x="4608" y="700"/>
            <a:chExt cx="306" cy="553"/>
          </a:xfrm>
        </p:grpSpPr>
        <p:grpSp>
          <p:nvGrpSpPr>
            <p:cNvPr id="233" name="Group 115">
              <a:extLst>
                <a:ext uri="{FF2B5EF4-FFF2-40B4-BE49-F238E27FC236}">
                  <a16:creationId xmlns:a16="http://schemas.microsoft.com/office/drawing/2014/main" id="{3E8C28A1-6388-C4BD-9F30-04848677FD35}"/>
                </a:ext>
              </a:extLst>
            </p:cNvPr>
            <p:cNvGrpSpPr>
              <a:grpSpLocks/>
            </p:cNvGrpSpPr>
            <p:nvPr/>
          </p:nvGrpSpPr>
          <p:grpSpPr bwMode="auto">
            <a:xfrm>
              <a:off x="4694" y="784"/>
              <a:ext cx="134" cy="469"/>
              <a:chOff x="4740" y="784"/>
              <a:chExt cx="88" cy="692"/>
            </a:xfrm>
          </p:grpSpPr>
          <p:sp>
            <p:nvSpPr>
              <p:cNvPr id="241" name="Line 116">
                <a:extLst>
                  <a:ext uri="{FF2B5EF4-FFF2-40B4-BE49-F238E27FC236}">
                    <a16:creationId xmlns:a16="http://schemas.microsoft.com/office/drawing/2014/main" id="{A938100C-7184-A5D7-A6FA-357238B646A0}"/>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2" name="Group 117">
                <a:extLst>
                  <a:ext uri="{FF2B5EF4-FFF2-40B4-BE49-F238E27FC236}">
                    <a16:creationId xmlns:a16="http://schemas.microsoft.com/office/drawing/2014/main" id="{C91E81DF-B76F-4CE5-DFDB-24D40C3A22B0}"/>
                  </a:ext>
                </a:extLst>
              </p:cNvPr>
              <p:cNvGrpSpPr>
                <a:grpSpLocks/>
              </p:cNvGrpSpPr>
              <p:nvPr/>
            </p:nvGrpSpPr>
            <p:grpSpPr bwMode="auto">
              <a:xfrm>
                <a:off x="4740" y="784"/>
                <a:ext cx="88" cy="692"/>
                <a:chOff x="4740" y="784"/>
                <a:chExt cx="88" cy="692"/>
              </a:xfrm>
            </p:grpSpPr>
            <p:sp>
              <p:nvSpPr>
                <p:cNvPr id="243" name="Line 118">
                  <a:extLst>
                    <a:ext uri="{FF2B5EF4-FFF2-40B4-BE49-F238E27FC236}">
                      <a16:creationId xmlns:a16="http://schemas.microsoft.com/office/drawing/2014/main" id="{01C7AFF7-AF65-EF1D-C46A-982895CB7EF3}"/>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4" name="Line 119">
                  <a:extLst>
                    <a:ext uri="{FF2B5EF4-FFF2-40B4-BE49-F238E27FC236}">
                      <a16:creationId xmlns:a16="http://schemas.microsoft.com/office/drawing/2014/main" id="{29953998-10B0-B877-E7B4-59508F6F163F}"/>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5" name="Line 120">
                  <a:extLst>
                    <a:ext uri="{FF2B5EF4-FFF2-40B4-BE49-F238E27FC236}">
                      <a16:creationId xmlns:a16="http://schemas.microsoft.com/office/drawing/2014/main" id="{B8C39BCC-720C-7748-7E4F-35AC6A1B331A}"/>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6" name="Line 121">
                  <a:extLst>
                    <a:ext uri="{FF2B5EF4-FFF2-40B4-BE49-F238E27FC236}">
                      <a16:creationId xmlns:a16="http://schemas.microsoft.com/office/drawing/2014/main" id="{3299D5A2-A474-35D1-C4F8-A6C5943A646E}"/>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7" name="Line 122">
                  <a:extLst>
                    <a:ext uri="{FF2B5EF4-FFF2-40B4-BE49-F238E27FC236}">
                      <a16:creationId xmlns:a16="http://schemas.microsoft.com/office/drawing/2014/main" id="{36891E1A-3D97-D286-7672-C941A3374069}"/>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8" name="Line 123">
                  <a:extLst>
                    <a:ext uri="{FF2B5EF4-FFF2-40B4-BE49-F238E27FC236}">
                      <a16:creationId xmlns:a16="http://schemas.microsoft.com/office/drawing/2014/main" id="{DC6F5D9F-4B16-59A8-F2E8-36847A3F1ADE}"/>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9" name="Line 124">
                  <a:extLst>
                    <a:ext uri="{FF2B5EF4-FFF2-40B4-BE49-F238E27FC236}">
                      <a16:creationId xmlns:a16="http://schemas.microsoft.com/office/drawing/2014/main" id="{332CC534-7472-4666-C52C-8BA1EB1E4F63}"/>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0" name="Line 125">
                  <a:extLst>
                    <a:ext uri="{FF2B5EF4-FFF2-40B4-BE49-F238E27FC236}">
                      <a16:creationId xmlns:a16="http://schemas.microsoft.com/office/drawing/2014/main" id="{3326FCE1-F094-564F-45DE-8E8A524D7FEF}"/>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1" name="Line 126">
                  <a:extLst>
                    <a:ext uri="{FF2B5EF4-FFF2-40B4-BE49-F238E27FC236}">
                      <a16:creationId xmlns:a16="http://schemas.microsoft.com/office/drawing/2014/main" id="{AA36907F-8819-1EAB-19F9-BD08FD292852}"/>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2" name="Line 127">
                  <a:extLst>
                    <a:ext uri="{FF2B5EF4-FFF2-40B4-BE49-F238E27FC236}">
                      <a16:creationId xmlns:a16="http://schemas.microsoft.com/office/drawing/2014/main" id="{F5131A0E-1173-4025-E913-34889860F278}"/>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3" name="Line 128">
                  <a:extLst>
                    <a:ext uri="{FF2B5EF4-FFF2-40B4-BE49-F238E27FC236}">
                      <a16:creationId xmlns:a16="http://schemas.microsoft.com/office/drawing/2014/main" id="{3F86A1CE-3199-F671-B4AC-ECE13C8D6438}"/>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4" name="Line 129">
                  <a:extLst>
                    <a:ext uri="{FF2B5EF4-FFF2-40B4-BE49-F238E27FC236}">
                      <a16:creationId xmlns:a16="http://schemas.microsoft.com/office/drawing/2014/main" id="{59483A18-0EF2-56EA-63FF-5B551A65C775}"/>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5" name="Line 130">
                  <a:extLst>
                    <a:ext uri="{FF2B5EF4-FFF2-40B4-BE49-F238E27FC236}">
                      <a16:creationId xmlns:a16="http://schemas.microsoft.com/office/drawing/2014/main" id="{99C3BBDE-E45D-2930-464F-234A3BDD201A}"/>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6" name="Oval 131">
                  <a:extLst>
                    <a:ext uri="{FF2B5EF4-FFF2-40B4-BE49-F238E27FC236}">
                      <a16:creationId xmlns:a16="http://schemas.microsoft.com/office/drawing/2014/main" id="{7E4AB3D1-93BC-D562-87C5-8ED49E17976E}"/>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4" name="Group 132">
              <a:extLst>
                <a:ext uri="{FF2B5EF4-FFF2-40B4-BE49-F238E27FC236}">
                  <a16:creationId xmlns:a16="http://schemas.microsoft.com/office/drawing/2014/main" id="{DAFB7503-9A44-863C-AD85-7F645B8D7916}"/>
                </a:ext>
              </a:extLst>
            </p:cNvPr>
            <p:cNvGrpSpPr>
              <a:grpSpLocks/>
            </p:cNvGrpSpPr>
            <p:nvPr/>
          </p:nvGrpSpPr>
          <p:grpSpPr bwMode="auto">
            <a:xfrm>
              <a:off x="4608" y="700"/>
              <a:ext cx="306" cy="90"/>
              <a:chOff x="748" y="2251"/>
              <a:chExt cx="306" cy="90"/>
            </a:xfrm>
          </p:grpSpPr>
          <p:sp>
            <p:nvSpPr>
              <p:cNvPr id="235" name="AutoShape 133">
                <a:extLst>
                  <a:ext uri="{FF2B5EF4-FFF2-40B4-BE49-F238E27FC236}">
                    <a16:creationId xmlns:a16="http://schemas.microsoft.com/office/drawing/2014/main" id="{5D2B24E4-6BA0-FA22-278C-6A6B518B511C}"/>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6" name="AutoShape 134">
                <a:extLst>
                  <a:ext uri="{FF2B5EF4-FFF2-40B4-BE49-F238E27FC236}">
                    <a16:creationId xmlns:a16="http://schemas.microsoft.com/office/drawing/2014/main" id="{74682A33-B8FB-5778-FC24-ED4C26F42110}"/>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7" name="AutoShape 135">
                <a:extLst>
                  <a:ext uri="{FF2B5EF4-FFF2-40B4-BE49-F238E27FC236}">
                    <a16:creationId xmlns:a16="http://schemas.microsoft.com/office/drawing/2014/main" id="{5F9F3183-4190-EB4C-40DC-B79CF1ECCE83}"/>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8" name="AutoShape 136">
                <a:extLst>
                  <a:ext uri="{FF2B5EF4-FFF2-40B4-BE49-F238E27FC236}">
                    <a16:creationId xmlns:a16="http://schemas.microsoft.com/office/drawing/2014/main" id="{02273DD9-71FD-9EA4-0310-5CFAD0F0C977}"/>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9" name="AutoShape 137">
                <a:extLst>
                  <a:ext uri="{FF2B5EF4-FFF2-40B4-BE49-F238E27FC236}">
                    <a16:creationId xmlns:a16="http://schemas.microsoft.com/office/drawing/2014/main" id="{F90218BC-B851-6F64-7E7C-310FBDA3BE95}"/>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0" name="AutoShape 138">
                <a:extLst>
                  <a:ext uri="{FF2B5EF4-FFF2-40B4-BE49-F238E27FC236}">
                    <a16:creationId xmlns:a16="http://schemas.microsoft.com/office/drawing/2014/main" id="{A9D7D506-7780-6EE9-563A-0A091420B37F}"/>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257" name="Text Box 546">
            <a:extLst>
              <a:ext uri="{FF2B5EF4-FFF2-40B4-BE49-F238E27FC236}">
                <a16:creationId xmlns:a16="http://schemas.microsoft.com/office/drawing/2014/main" id="{CBA773B3-D734-45E5-C9A5-251F5C989897}"/>
              </a:ext>
            </a:extLst>
          </p:cNvPr>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58" name="Text Box 546">
            <a:extLst>
              <a:ext uri="{FF2B5EF4-FFF2-40B4-BE49-F238E27FC236}">
                <a16:creationId xmlns:a16="http://schemas.microsoft.com/office/drawing/2014/main" id="{E8A547FA-5468-9FC1-BD90-319C2706376F}"/>
              </a:ext>
            </a:extLst>
          </p:cNvPr>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259" name="直接连接符 258">
            <a:extLst>
              <a:ext uri="{FF2B5EF4-FFF2-40B4-BE49-F238E27FC236}">
                <a16:creationId xmlns:a16="http://schemas.microsoft.com/office/drawing/2014/main" id="{791E4BFB-E0AC-0DD0-3D3F-15B116646307}"/>
              </a:ext>
            </a:extLst>
          </p:cNvPr>
          <p:cNvCxnSpPr>
            <a:stCxn id="24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0" name="直接连接符 259">
            <a:extLst>
              <a:ext uri="{FF2B5EF4-FFF2-40B4-BE49-F238E27FC236}">
                <a16:creationId xmlns:a16="http://schemas.microsoft.com/office/drawing/2014/main" id="{2F757FE5-DDA3-E9EE-3FCB-5B9FB95FFB6F}"/>
              </a:ext>
            </a:extLst>
          </p:cNvPr>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1" name="直接连接符 260">
            <a:extLst>
              <a:ext uri="{FF2B5EF4-FFF2-40B4-BE49-F238E27FC236}">
                <a16:creationId xmlns:a16="http://schemas.microsoft.com/office/drawing/2014/main" id="{D434D6C5-6FC7-376C-9978-6705B1B5AA1B}"/>
              </a:ext>
            </a:extLst>
          </p:cNvPr>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62" name="Freeform 294">
            <a:extLst>
              <a:ext uri="{FF2B5EF4-FFF2-40B4-BE49-F238E27FC236}">
                <a16:creationId xmlns:a16="http://schemas.microsoft.com/office/drawing/2014/main" id="{562C0FC6-6DAD-A915-82C2-EAD61A99B255}"/>
              </a:ext>
            </a:extLst>
          </p:cNvPr>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3" name="Freeform 294">
            <a:extLst>
              <a:ext uri="{FF2B5EF4-FFF2-40B4-BE49-F238E27FC236}">
                <a16:creationId xmlns:a16="http://schemas.microsoft.com/office/drawing/2014/main" id="{F95FC3E1-6F24-155A-E928-A6948712C5D6}"/>
              </a:ext>
            </a:extLst>
          </p:cNvPr>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4" name="Text Box 543">
            <a:extLst>
              <a:ext uri="{FF2B5EF4-FFF2-40B4-BE49-F238E27FC236}">
                <a16:creationId xmlns:a16="http://schemas.microsoft.com/office/drawing/2014/main" id="{3B29FD2E-6045-75BE-561F-4E0862454B1D}"/>
              </a:ext>
            </a:extLst>
          </p:cNvPr>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UE</a:t>
            </a:r>
            <a:endParaRPr kumimoji="1" lang="zh-CN" altLang="en-US" sz="1200" b="1" dirty="0">
              <a:latin typeface="微软雅黑" panose="020B0503020204020204" pitchFamily="34" charset="-122"/>
              <a:ea typeface="微软雅黑" panose="020B0503020204020204" pitchFamily="34" charset="-122"/>
            </a:endParaRPr>
          </a:p>
        </p:txBody>
      </p:sp>
      <p:sp>
        <p:nvSpPr>
          <p:cNvPr id="265" name="Text Box 546">
            <a:extLst>
              <a:ext uri="{FF2B5EF4-FFF2-40B4-BE49-F238E27FC236}">
                <a16:creationId xmlns:a16="http://schemas.microsoft.com/office/drawing/2014/main" id="{9CCA07C3-66B1-6381-63C7-2C71D44B02BA}"/>
              </a:ext>
            </a:extLst>
          </p:cNvPr>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266" name="Text Box 546">
            <a:extLst>
              <a:ext uri="{FF2B5EF4-FFF2-40B4-BE49-F238E27FC236}">
                <a16:creationId xmlns:a16="http://schemas.microsoft.com/office/drawing/2014/main" id="{824ECE04-DC99-0F3F-2A8A-CAAF3D05B1FA}"/>
              </a:ext>
            </a:extLst>
          </p:cNvPr>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267" name="肘形连接符 116">
            <a:extLst>
              <a:ext uri="{FF2B5EF4-FFF2-40B4-BE49-F238E27FC236}">
                <a16:creationId xmlns:a16="http://schemas.microsoft.com/office/drawing/2014/main" id="{E447EFED-354D-8F30-C878-54B641DECA52}"/>
              </a:ext>
            </a:extLst>
          </p:cNvPr>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268" name="直接连接符 267">
            <a:extLst>
              <a:ext uri="{FF2B5EF4-FFF2-40B4-BE49-F238E27FC236}">
                <a16:creationId xmlns:a16="http://schemas.microsoft.com/office/drawing/2014/main" id="{B0DBE609-CB7A-32CA-CEFB-B02182307385}"/>
              </a:ext>
            </a:extLst>
          </p:cNvPr>
          <p:cNvCxnSpPr>
            <a:stCxn id="292"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9" name="肘形连接符 118">
            <a:extLst>
              <a:ext uri="{FF2B5EF4-FFF2-40B4-BE49-F238E27FC236}">
                <a16:creationId xmlns:a16="http://schemas.microsoft.com/office/drawing/2014/main" id="{7ED63F37-357B-D51B-4BD3-8E125D4F3A58}"/>
              </a:ext>
            </a:extLst>
          </p:cNvPr>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0" name="肘形连接符 119">
            <a:extLst>
              <a:ext uri="{FF2B5EF4-FFF2-40B4-BE49-F238E27FC236}">
                <a16:creationId xmlns:a16="http://schemas.microsoft.com/office/drawing/2014/main" id="{567AD4A2-0B2D-1F3D-B43B-10CDE77DFBCF}"/>
              </a:ext>
            </a:extLst>
          </p:cNvPr>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1" name="肘形连接符 120">
            <a:extLst>
              <a:ext uri="{FF2B5EF4-FFF2-40B4-BE49-F238E27FC236}">
                <a16:creationId xmlns:a16="http://schemas.microsoft.com/office/drawing/2014/main" id="{A9803B6B-EB26-44B5-485D-B4930BC1AC5A}"/>
              </a:ext>
            </a:extLst>
          </p:cNvPr>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272" name="肘形连接符 121">
            <a:extLst>
              <a:ext uri="{FF2B5EF4-FFF2-40B4-BE49-F238E27FC236}">
                <a16:creationId xmlns:a16="http://schemas.microsoft.com/office/drawing/2014/main" id="{6D891FF3-F4D7-53A1-3F30-6014DBF254AC}"/>
              </a:ext>
            </a:extLst>
          </p:cNvPr>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grpSp>
        <p:nvGrpSpPr>
          <p:cNvPr id="273" name="组合 272">
            <a:extLst>
              <a:ext uri="{FF2B5EF4-FFF2-40B4-BE49-F238E27FC236}">
                <a16:creationId xmlns:a16="http://schemas.microsoft.com/office/drawing/2014/main" id="{6C1442AA-0B2C-9EC1-5608-7E736D468560}"/>
              </a:ext>
            </a:extLst>
          </p:cNvPr>
          <p:cNvGrpSpPr/>
          <p:nvPr/>
        </p:nvGrpSpPr>
        <p:grpSpPr>
          <a:xfrm>
            <a:off x="6782593" y="1090679"/>
            <a:ext cx="1491514" cy="732822"/>
            <a:chOff x="6691097" y="1239483"/>
            <a:chExt cx="1491514" cy="732822"/>
          </a:xfrm>
        </p:grpSpPr>
        <p:sp>
          <p:nvSpPr>
            <p:cNvPr id="274" name="Rectangle 539">
              <a:extLst>
                <a:ext uri="{FF2B5EF4-FFF2-40B4-BE49-F238E27FC236}">
                  <a16:creationId xmlns:a16="http://schemas.microsoft.com/office/drawing/2014/main" id="{8190EE75-B354-8A15-B68E-C3E78CDC6031}"/>
                </a:ext>
              </a:extLst>
            </p:cNvPr>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5" name="Text Box 546">
              <a:extLst>
                <a:ext uri="{FF2B5EF4-FFF2-40B4-BE49-F238E27FC236}">
                  <a16:creationId xmlns:a16="http://schemas.microsoft.com/office/drawing/2014/main" id="{F6A8C267-7923-81F7-2D1F-B68C5076A123}"/>
                </a:ext>
              </a:extLst>
            </p:cNvPr>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276" name="Text Box 546">
              <a:extLst>
                <a:ext uri="{FF2B5EF4-FFF2-40B4-BE49-F238E27FC236}">
                  <a16:creationId xmlns:a16="http://schemas.microsoft.com/office/drawing/2014/main" id="{E08D5D33-A4B9-0D7C-F4B1-ABF579A88865}"/>
                </a:ext>
              </a:extLst>
            </p:cNvPr>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277" name="直接连接符 276">
              <a:extLst>
                <a:ext uri="{FF2B5EF4-FFF2-40B4-BE49-F238E27FC236}">
                  <a16:creationId xmlns:a16="http://schemas.microsoft.com/office/drawing/2014/main" id="{15F5639E-865F-3B4A-13E0-2A7BC7BCF16B}"/>
                </a:ext>
              </a:extLst>
            </p:cNvPr>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8" name="直接连接符 277">
              <a:extLst>
                <a:ext uri="{FF2B5EF4-FFF2-40B4-BE49-F238E27FC236}">
                  <a16:creationId xmlns:a16="http://schemas.microsoft.com/office/drawing/2014/main" id="{4AA99AAA-CAAE-AE2B-29B7-3450F83F0177}"/>
                </a:ext>
              </a:extLst>
            </p:cNvPr>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279" name="Text Box 546">
              <a:extLst>
                <a:ext uri="{FF2B5EF4-FFF2-40B4-BE49-F238E27FC236}">
                  <a16:creationId xmlns:a16="http://schemas.microsoft.com/office/drawing/2014/main" id="{79CABFAD-531A-3AFF-8310-4A8C905786F9}"/>
                </a:ext>
              </a:extLst>
            </p:cNvPr>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280" name="直接连接符 279">
              <a:extLst>
                <a:ext uri="{FF2B5EF4-FFF2-40B4-BE49-F238E27FC236}">
                  <a16:creationId xmlns:a16="http://schemas.microsoft.com/office/drawing/2014/main" id="{09235B2A-F260-DBEE-E7E1-2C28A0326D64}"/>
                </a:ext>
              </a:extLst>
            </p:cNvPr>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281" name="直接连接符 280">
            <a:extLst>
              <a:ext uri="{FF2B5EF4-FFF2-40B4-BE49-F238E27FC236}">
                <a16:creationId xmlns:a16="http://schemas.microsoft.com/office/drawing/2014/main" id="{09ED5ADC-AC25-1B23-929E-C858323842FB}"/>
              </a:ext>
            </a:extLst>
          </p:cNvPr>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282" name="直接连接符 281">
            <a:extLst>
              <a:ext uri="{FF2B5EF4-FFF2-40B4-BE49-F238E27FC236}">
                <a16:creationId xmlns:a16="http://schemas.microsoft.com/office/drawing/2014/main" id="{0635734B-5BE0-F1D4-AADC-EB7CF940C58F}"/>
              </a:ext>
            </a:extLst>
          </p:cNvPr>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283" name="直接连接符 282">
            <a:extLst>
              <a:ext uri="{FF2B5EF4-FFF2-40B4-BE49-F238E27FC236}">
                <a16:creationId xmlns:a16="http://schemas.microsoft.com/office/drawing/2014/main" id="{085B591D-CA71-E7CD-0D9B-34B3ABB1CF45}"/>
              </a:ext>
            </a:extLst>
          </p:cNvPr>
          <p:cNvCxnSpPr>
            <a:cxnSpLocks/>
          </p:cNvCxnSpPr>
          <p:nvPr/>
        </p:nvCxnSpPr>
        <p:spPr>
          <a:xfrm>
            <a:off x="5020707" y="2619619"/>
            <a:ext cx="240866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4" name="组合 161">
            <a:extLst>
              <a:ext uri="{FF2B5EF4-FFF2-40B4-BE49-F238E27FC236}">
                <a16:creationId xmlns:a16="http://schemas.microsoft.com/office/drawing/2014/main" id="{04A9E5C9-6C7E-9D4D-D60A-F31DB99EAEAC}"/>
              </a:ext>
            </a:extLst>
          </p:cNvPr>
          <p:cNvGrpSpPr>
            <a:grpSpLocks/>
          </p:cNvGrpSpPr>
          <p:nvPr/>
        </p:nvGrpSpPr>
        <p:grpSpPr bwMode="auto">
          <a:xfrm>
            <a:off x="7132142" y="2172364"/>
            <a:ext cx="1370509" cy="767396"/>
            <a:chOff x="7236296" y="2033272"/>
            <a:chExt cx="1654150" cy="1035365"/>
          </a:xfrm>
        </p:grpSpPr>
        <p:graphicFrame>
          <p:nvGraphicFramePr>
            <p:cNvPr id="285" name="Object 425">
              <a:extLst>
                <a:ext uri="{FF2B5EF4-FFF2-40B4-BE49-F238E27FC236}">
                  <a16:creationId xmlns:a16="http://schemas.microsoft.com/office/drawing/2014/main" id="{84BB35E5-FE29-3305-035A-5079D72B0D1E}"/>
                </a:ext>
              </a:extLst>
            </p:cNvPr>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134" name="Object 425">
                          <a:extLst>
                            <a:ext uri="{FF2B5EF4-FFF2-40B4-BE49-F238E27FC236}">
                              <a16:creationId xmlns:a16="http://schemas.microsoft.com/office/drawing/2014/main" id="{42362068-1173-5634-BA69-0CE06F34E3B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86" name="Text Box 426">
              <a:extLst>
                <a:ext uri="{FF2B5EF4-FFF2-40B4-BE49-F238E27FC236}">
                  <a16:creationId xmlns:a16="http://schemas.microsoft.com/office/drawing/2014/main" id="{86D98D63-258E-F4B8-6F88-93BDB44EA1CD}"/>
                </a:ext>
              </a:extLst>
            </p:cNvPr>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287" name="单圆角矩形 135">
            <a:extLst>
              <a:ext uri="{FF2B5EF4-FFF2-40B4-BE49-F238E27FC236}">
                <a16:creationId xmlns:a16="http://schemas.microsoft.com/office/drawing/2014/main" id="{12FE9B54-2EE8-CDD4-8677-742FD89AF7F7}"/>
              </a:ext>
            </a:extLst>
          </p:cNvPr>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88" name="Text Box 544">
            <a:extLst>
              <a:ext uri="{FF2B5EF4-FFF2-40B4-BE49-F238E27FC236}">
                <a16:creationId xmlns:a16="http://schemas.microsoft.com/office/drawing/2014/main" id="{2E65D1F8-2A07-1395-8BEF-3536B1748638}"/>
              </a:ext>
            </a:extLst>
          </p:cNvPr>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89" name="Text Box 546">
            <a:extLst>
              <a:ext uri="{FF2B5EF4-FFF2-40B4-BE49-F238E27FC236}">
                <a16:creationId xmlns:a16="http://schemas.microsoft.com/office/drawing/2014/main" id="{7B94A410-9658-42F9-CEEC-C51B81D1C9BF}"/>
              </a:ext>
            </a:extLst>
          </p:cNvPr>
          <p:cNvSpPr txBox="1">
            <a:spLocks noChangeArrowheads="1"/>
          </p:cNvSpPr>
          <p:nvPr/>
        </p:nvSpPr>
        <p:spPr bwMode="auto">
          <a:xfrm>
            <a:off x="5949019" y="2110945"/>
            <a:ext cx="646331"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用户面</a:t>
            </a:r>
          </a:p>
        </p:txBody>
      </p:sp>
      <p:sp>
        <p:nvSpPr>
          <p:cNvPr id="290" name="单圆角矩形 138">
            <a:extLst>
              <a:ext uri="{FF2B5EF4-FFF2-40B4-BE49-F238E27FC236}">
                <a16:creationId xmlns:a16="http://schemas.microsoft.com/office/drawing/2014/main" id="{05C6E114-75B2-A2EC-6E13-08F717823B59}"/>
              </a:ext>
            </a:extLst>
          </p:cNvPr>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1" name="Text Box 544">
            <a:extLst>
              <a:ext uri="{FF2B5EF4-FFF2-40B4-BE49-F238E27FC236}">
                <a16:creationId xmlns:a16="http://schemas.microsoft.com/office/drawing/2014/main" id="{A39D6B4B-8ED3-F570-3835-264AC942941A}"/>
              </a:ext>
            </a:extLst>
          </p:cNvPr>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292" name="单圆角矩形 140">
            <a:extLst>
              <a:ext uri="{FF2B5EF4-FFF2-40B4-BE49-F238E27FC236}">
                <a16:creationId xmlns:a16="http://schemas.microsoft.com/office/drawing/2014/main" id="{4EB53795-8BC3-9656-534A-5FFF8FE8D9FE}"/>
              </a:ext>
            </a:extLst>
          </p:cNvPr>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3" name="Text Box 544">
            <a:extLst>
              <a:ext uri="{FF2B5EF4-FFF2-40B4-BE49-F238E27FC236}">
                <a16:creationId xmlns:a16="http://schemas.microsoft.com/office/drawing/2014/main" id="{3A9D7716-E8AA-A11E-22E5-B226813D66AB}"/>
              </a:ext>
            </a:extLst>
          </p:cNvPr>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sp>
        <p:nvSpPr>
          <p:cNvPr id="294" name="Text Box 546">
            <a:extLst>
              <a:ext uri="{FF2B5EF4-FFF2-40B4-BE49-F238E27FC236}">
                <a16:creationId xmlns:a16="http://schemas.microsoft.com/office/drawing/2014/main" id="{0A88DB7C-C268-6C79-4D24-7FCF9ED8E9C8}"/>
              </a:ext>
            </a:extLst>
          </p:cNvPr>
          <p:cNvSpPr txBox="1">
            <a:spLocks noChangeArrowheads="1"/>
          </p:cNvSpPr>
          <p:nvPr/>
        </p:nvSpPr>
        <p:spPr bwMode="auto">
          <a:xfrm>
            <a:off x="5922647" y="1755833"/>
            <a:ext cx="700465"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控制面</a:t>
            </a:r>
          </a:p>
        </p:txBody>
      </p:sp>
      <p:sp>
        <p:nvSpPr>
          <p:cNvPr id="295" name="单圆角矩形 143">
            <a:extLst>
              <a:ext uri="{FF2B5EF4-FFF2-40B4-BE49-F238E27FC236}">
                <a16:creationId xmlns:a16="http://schemas.microsoft.com/office/drawing/2014/main" id="{AA022642-52AD-FD5E-CE53-1952510253A6}"/>
              </a:ext>
            </a:extLst>
          </p:cNvPr>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6" name="Text Box 544">
            <a:extLst>
              <a:ext uri="{FF2B5EF4-FFF2-40B4-BE49-F238E27FC236}">
                <a16:creationId xmlns:a16="http://schemas.microsoft.com/office/drawing/2014/main" id="{D107FDBD-5F71-54A2-510B-7EA561B957E6}"/>
              </a:ext>
            </a:extLst>
          </p:cNvPr>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297" name="Text Box 546">
            <a:extLst>
              <a:ext uri="{FF2B5EF4-FFF2-40B4-BE49-F238E27FC236}">
                <a16:creationId xmlns:a16="http://schemas.microsoft.com/office/drawing/2014/main" id="{82ED160C-537F-9056-265A-C07D61F38563}"/>
              </a:ext>
            </a:extLst>
          </p:cNvPr>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298" name="直接连接符 297">
            <a:extLst>
              <a:ext uri="{FF2B5EF4-FFF2-40B4-BE49-F238E27FC236}">
                <a16:creationId xmlns:a16="http://schemas.microsoft.com/office/drawing/2014/main" id="{F9034CEB-EC32-F7B0-3E61-4EB95E75288F}"/>
              </a:ext>
            </a:extLst>
          </p:cNvPr>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9" name="直接连接符 298">
            <a:extLst>
              <a:ext uri="{FF2B5EF4-FFF2-40B4-BE49-F238E27FC236}">
                <a16:creationId xmlns:a16="http://schemas.microsoft.com/office/drawing/2014/main" id="{C211B269-8DEA-FC50-D46E-3D66502B53EA}"/>
              </a:ext>
            </a:extLst>
          </p:cNvPr>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300" name="Text Box 546">
            <a:extLst>
              <a:ext uri="{FF2B5EF4-FFF2-40B4-BE49-F238E27FC236}">
                <a16:creationId xmlns:a16="http://schemas.microsoft.com/office/drawing/2014/main" id="{BF19CA33-8FE2-A0DF-AA11-1A4AE31BEF41}"/>
              </a:ext>
            </a:extLst>
          </p:cNvPr>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301" name="直接连接符 300">
            <a:extLst>
              <a:ext uri="{FF2B5EF4-FFF2-40B4-BE49-F238E27FC236}">
                <a16:creationId xmlns:a16="http://schemas.microsoft.com/office/drawing/2014/main" id="{C1BEB94C-A863-020F-B5F4-06B90288CEBA}"/>
              </a:ext>
            </a:extLst>
          </p:cNvPr>
          <p:cNvCxnSpPr>
            <a:stCxn id="125" idx="1"/>
            <a:endCxn id="125" idx="3"/>
          </p:cNvCxnSpPr>
          <p:nvPr/>
        </p:nvCxnSpPr>
        <p:spPr>
          <a:xfrm>
            <a:off x="4172360" y="2088797"/>
            <a:ext cx="2326708" cy="0"/>
          </a:xfrm>
          <a:prstGeom prst="line">
            <a:avLst/>
          </a:prstGeom>
          <a:ln w="38100">
            <a:solidFill>
              <a:srgbClr val="C3E3F9"/>
            </a:solidFill>
            <a:prstDash val="solid"/>
          </a:ln>
        </p:spPr>
        <p:style>
          <a:lnRef idx="1">
            <a:schemeClr val="accent1"/>
          </a:lnRef>
          <a:fillRef idx="0">
            <a:schemeClr val="accent1"/>
          </a:fillRef>
          <a:effectRef idx="0">
            <a:schemeClr val="accent1"/>
          </a:effectRef>
          <a:fontRef idx="minor">
            <a:schemeClr val="tx1"/>
          </a:fontRef>
        </p:style>
      </p:cxnSp>
      <p:cxnSp>
        <p:nvCxnSpPr>
          <p:cNvPr id="302" name="直接连接符 301">
            <a:extLst>
              <a:ext uri="{FF2B5EF4-FFF2-40B4-BE49-F238E27FC236}">
                <a16:creationId xmlns:a16="http://schemas.microsoft.com/office/drawing/2014/main" id="{981606DC-EBBA-36A9-4FC5-9BAC2D301F95}"/>
              </a:ext>
            </a:extLst>
          </p:cNvPr>
          <p:cNvCxnSpPr>
            <a:stCxn id="292" idx="2"/>
            <a:endCxn id="287"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303" name="Text Box 546">
            <a:extLst>
              <a:ext uri="{FF2B5EF4-FFF2-40B4-BE49-F238E27FC236}">
                <a16:creationId xmlns:a16="http://schemas.microsoft.com/office/drawing/2014/main" id="{34D7A5E3-78DE-A64A-B8B6-58A54FA73F88}"/>
              </a:ext>
            </a:extLst>
          </p:cNvPr>
          <p:cNvSpPr txBox="1">
            <a:spLocks noChangeArrowheads="1"/>
          </p:cNvSpPr>
          <p:nvPr/>
        </p:nvSpPr>
        <p:spPr bwMode="auto">
          <a:xfrm>
            <a:off x="6511564" y="2360665"/>
            <a:ext cx="644727"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IP</a:t>
            </a:r>
            <a:r>
              <a:rPr kumimoji="1" lang="zh-CN" altLang="en-US" sz="1200" b="1" dirty="0">
                <a:latin typeface="微软雅黑" panose="020B0503020204020204" pitchFamily="34" charset="-122"/>
                <a:ea typeface="微软雅黑" panose="020B0503020204020204" pitchFamily="34" charset="-122"/>
              </a:rPr>
              <a:t>分组</a:t>
            </a:r>
          </a:p>
        </p:txBody>
      </p:sp>
    </p:spTree>
    <p:extLst>
      <p:ext uri="{BB962C8B-B14F-4D97-AF65-F5344CB8AC3E}">
        <p14:creationId xmlns:p14="http://schemas.microsoft.com/office/powerpoint/2010/main" val="574909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264"/>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265"/>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26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P spid="264" grpId="0"/>
      <p:bldP spid="265" grpId="0"/>
      <p:bldP spid="266"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控制面：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基站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负责无线资源的管理，执行由</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发起的寻呼信息的调度和传输，并为</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发往服务网关</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S-GW</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的数据选择路由</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t>
            </a: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数据面：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基站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在用户设备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与核心网之间传送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分组。</a:t>
            </a:r>
          </a:p>
        </p:txBody>
      </p:sp>
      <p:sp>
        <p:nvSpPr>
          <p:cNvPr id="3" name="圆角矩形 151">
            <a:extLst>
              <a:ext uri="{FF2B5EF4-FFF2-40B4-BE49-F238E27FC236}">
                <a16:creationId xmlns:a16="http://schemas.microsoft.com/office/drawing/2014/main" id="{F2F29CE0-BD53-64C1-05E8-2B252DB02F54}"/>
              </a:ext>
            </a:extLst>
          </p:cNvPr>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3" name="AutoShape 5">
            <a:extLst>
              <a:ext uri="{FF2B5EF4-FFF2-40B4-BE49-F238E27FC236}">
                <a16:creationId xmlns:a16="http://schemas.microsoft.com/office/drawing/2014/main" id="{C2466B85-FF2C-1F47-1208-BB0A9F196B9B}"/>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4" name="矩形 4">
            <a:extLst>
              <a:ext uri="{FF2B5EF4-FFF2-40B4-BE49-F238E27FC236}">
                <a16:creationId xmlns:a16="http://schemas.microsoft.com/office/drawing/2014/main" id="{BC8A6780-93A0-3544-2706-596AD21848EC}"/>
              </a:ext>
            </a:extLst>
          </p:cNvPr>
          <p:cNvSpPr>
            <a:spLocks noChangeArrowheads="1"/>
          </p:cNvSpPr>
          <p:nvPr/>
        </p:nvSpPr>
        <p:spPr bwMode="auto">
          <a:xfrm>
            <a:off x="635844" y="567754"/>
            <a:ext cx="1126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a:t>
            </a:r>
            <a:r>
              <a:rPr lang="zh-CN" altLang="en-US" sz="2000" b="1" dirty="0">
                <a:latin typeface="微软雅黑" pitchFamily="34" charset="-122"/>
                <a:ea typeface="微软雅黑" pitchFamily="34" charset="-122"/>
              </a:rPr>
              <a:t>架构</a:t>
            </a:r>
            <a:endParaRPr lang="zh-CN" altLang="en-US" sz="2000" b="1" dirty="0">
              <a:solidFill>
                <a:srgbClr val="0000CC"/>
              </a:solidFill>
              <a:latin typeface="微软雅黑" pitchFamily="34" charset="-122"/>
              <a:ea typeface="微软雅黑" pitchFamily="34" charset="-122"/>
            </a:endParaRPr>
          </a:p>
        </p:txBody>
      </p:sp>
      <p:sp>
        <p:nvSpPr>
          <p:cNvPr id="125" name="圆角矩形 4">
            <a:extLst>
              <a:ext uri="{FF2B5EF4-FFF2-40B4-BE49-F238E27FC236}">
                <a16:creationId xmlns:a16="http://schemas.microsoft.com/office/drawing/2014/main" id="{667B32EF-83BE-1004-F27B-3083C2206AF7}"/>
              </a:ext>
            </a:extLst>
          </p:cNvPr>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26" name="圆角矩形 5">
            <a:extLst>
              <a:ext uri="{FF2B5EF4-FFF2-40B4-BE49-F238E27FC236}">
                <a16:creationId xmlns:a16="http://schemas.microsoft.com/office/drawing/2014/main" id="{5D6B8D2F-6265-D35D-7257-51D20D0483F4}"/>
              </a:ext>
            </a:extLst>
          </p:cNvPr>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27" name="圆角矩形 8">
            <a:extLst>
              <a:ext uri="{FF2B5EF4-FFF2-40B4-BE49-F238E27FC236}">
                <a16:creationId xmlns:a16="http://schemas.microsoft.com/office/drawing/2014/main" id="{24CCD432-250B-41CB-316F-57DFC2A775EA}"/>
              </a:ext>
            </a:extLst>
          </p:cNvPr>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8" name="Group 114">
            <a:extLst>
              <a:ext uri="{FF2B5EF4-FFF2-40B4-BE49-F238E27FC236}">
                <a16:creationId xmlns:a16="http://schemas.microsoft.com/office/drawing/2014/main" id="{E5DC960C-9E84-A2CB-6233-98C6609EB1EE}"/>
              </a:ext>
            </a:extLst>
          </p:cNvPr>
          <p:cNvGrpSpPr>
            <a:grpSpLocks/>
          </p:cNvGrpSpPr>
          <p:nvPr/>
        </p:nvGrpSpPr>
        <p:grpSpPr bwMode="auto">
          <a:xfrm>
            <a:off x="3163549" y="1819267"/>
            <a:ext cx="357753" cy="747387"/>
            <a:chOff x="4608" y="700"/>
            <a:chExt cx="306" cy="553"/>
          </a:xfrm>
        </p:grpSpPr>
        <p:grpSp>
          <p:nvGrpSpPr>
            <p:cNvPr id="129" name="Group 115">
              <a:extLst>
                <a:ext uri="{FF2B5EF4-FFF2-40B4-BE49-F238E27FC236}">
                  <a16:creationId xmlns:a16="http://schemas.microsoft.com/office/drawing/2014/main" id="{A22A9832-03BA-CF9F-2D53-A877C1BCC25D}"/>
                </a:ext>
              </a:extLst>
            </p:cNvPr>
            <p:cNvGrpSpPr>
              <a:grpSpLocks/>
            </p:cNvGrpSpPr>
            <p:nvPr/>
          </p:nvGrpSpPr>
          <p:grpSpPr bwMode="auto">
            <a:xfrm>
              <a:off x="4694" y="784"/>
              <a:ext cx="134" cy="469"/>
              <a:chOff x="4740" y="784"/>
              <a:chExt cx="88" cy="692"/>
            </a:xfrm>
          </p:grpSpPr>
          <p:sp>
            <p:nvSpPr>
              <p:cNvPr id="169" name="Line 116">
                <a:extLst>
                  <a:ext uri="{FF2B5EF4-FFF2-40B4-BE49-F238E27FC236}">
                    <a16:creationId xmlns:a16="http://schemas.microsoft.com/office/drawing/2014/main" id="{0A8C75A4-8407-4F9B-2A4B-7673D45F230D}"/>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70" name="Group 117">
                <a:extLst>
                  <a:ext uri="{FF2B5EF4-FFF2-40B4-BE49-F238E27FC236}">
                    <a16:creationId xmlns:a16="http://schemas.microsoft.com/office/drawing/2014/main" id="{68748075-36A0-B70A-594F-1A4FB1F09005}"/>
                  </a:ext>
                </a:extLst>
              </p:cNvPr>
              <p:cNvGrpSpPr>
                <a:grpSpLocks/>
              </p:cNvGrpSpPr>
              <p:nvPr/>
            </p:nvGrpSpPr>
            <p:grpSpPr bwMode="auto">
              <a:xfrm>
                <a:off x="4740" y="784"/>
                <a:ext cx="88" cy="692"/>
                <a:chOff x="4740" y="784"/>
                <a:chExt cx="88" cy="692"/>
              </a:xfrm>
            </p:grpSpPr>
            <p:sp>
              <p:nvSpPr>
                <p:cNvPr id="171" name="Line 118">
                  <a:extLst>
                    <a:ext uri="{FF2B5EF4-FFF2-40B4-BE49-F238E27FC236}">
                      <a16:creationId xmlns:a16="http://schemas.microsoft.com/office/drawing/2014/main" id="{4825192C-7BB6-463F-002F-D240CF68983B}"/>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119">
                  <a:extLst>
                    <a:ext uri="{FF2B5EF4-FFF2-40B4-BE49-F238E27FC236}">
                      <a16:creationId xmlns:a16="http://schemas.microsoft.com/office/drawing/2014/main" id="{A3BD987E-3A7B-9165-C1CB-5171EB009835}"/>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120">
                  <a:extLst>
                    <a:ext uri="{FF2B5EF4-FFF2-40B4-BE49-F238E27FC236}">
                      <a16:creationId xmlns:a16="http://schemas.microsoft.com/office/drawing/2014/main" id="{879510E1-1955-728E-E80B-A51959E2655B}"/>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121">
                  <a:extLst>
                    <a:ext uri="{FF2B5EF4-FFF2-40B4-BE49-F238E27FC236}">
                      <a16:creationId xmlns:a16="http://schemas.microsoft.com/office/drawing/2014/main" id="{0BF51348-B7CD-6B88-285F-DA069A4B3AA4}"/>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122">
                  <a:extLst>
                    <a:ext uri="{FF2B5EF4-FFF2-40B4-BE49-F238E27FC236}">
                      <a16:creationId xmlns:a16="http://schemas.microsoft.com/office/drawing/2014/main" id="{C77152B4-AA22-98C5-A164-F13281B7BEEF}"/>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123">
                  <a:extLst>
                    <a:ext uri="{FF2B5EF4-FFF2-40B4-BE49-F238E27FC236}">
                      <a16:creationId xmlns:a16="http://schemas.microsoft.com/office/drawing/2014/main" id="{B574806F-2C8F-0DFA-8C69-578D212E8387}"/>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124">
                  <a:extLst>
                    <a:ext uri="{FF2B5EF4-FFF2-40B4-BE49-F238E27FC236}">
                      <a16:creationId xmlns:a16="http://schemas.microsoft.com/office/drawing/2014/main" id="{F02B8ECD-11B7-17F3-98DE-CD1277D68B43}"/>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125">
                  <a:extLst>
                    <a:ext uri="{FF2B5EF4-FFF2-40B4-BE49-F238E27FC236}">
                      <a16:creationId xmlns:a16="http://schemas.microsoft.com/office/drawing/2014/main" id="{4AE2AF55-7A0D-2A78-4FC8-07A1EF56E2EC}"/>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126">
                  <a:extLst>
                    <a:ext uri="{FF2B5EF4-FFF2-40B4-BE49-F238E27FC236}">
                      <a16:creationId xmlns:a16="http://schemas.microsoft.com/office/drawing/2014/main" id="{D1936436-DE2A-2DDC-4843-3DEEE0C749AD}"/>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127">
                  <a:extLst>
                    <a:ext uri="{FF2B5EF4-FFF2-40B4-BE49-F238E27FC236}">
                      <a16:creationId xmlns:a16="http://schemas.microsoft.com/office/drawing/2014/main" id="{BCC192AD-6AAB-0C29-3F4A-9353BE9FDB61}"/>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Line 128">
                  <a:extLst>
                    <a:ext uri="{FF2B5EF4-FFF2-40B4-BE49-F238E27FC236}">
                      <a16:creationId xmlns:a16="http://schemas.microsoft.com/office/drawing/2014/main" id="{897D4050-711C-EEA6-8660-E5B19B51250F}"/>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2" name="Line 129">
                  <a:extLst>
                    <a:ext uri="{FF2B5EF4-FFF2-40B4-BE49-F238E27FC236}">
                      <a16:creationId xmlns:a16="http://schemas.microsoft.com/office/drawing/2014/main" id="{0AECA4FF-9865-C131-81F3-46F443882CBE}"/>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3" name="Line 130">
                  <a:extLst>
                    <a:ext uri="{FF2B5EF4-FFF2-40B4-BE49-F238E27FC236}">
                      <a16:creationId xmlns:a16="http://schemas.microsoft.com/office/drawing/2014/main" id="{9F46523B-8C3B-72FA-521C-4FD6EC7EF2E0}"/>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4" name="Oval 131">
                  <a:extLst>
                    <a:ext uri="{FF2B5EF4-FFF2-40B4-BE49-F238E27FC236}">
                      <a16:creationId xmlns:a16="http://schemas.microsoft.com/office/drawing/2014/main" id="{B484720E-FBF9-A542-27CD-A65EAC8F3513}"/>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2" name="Group 132">
              <a:extLst>
                <a:ext uri="{FF2B5EF4-FFF2-40B4-BE49-F238E27FC236}">
                  <a16:creationId xmlns:a16="http://schemas.microsoft.com/office/drawing/2014/main" id="{B2A4B320-CDA1-79E9-FE14-738BC2C94C15}"/>
                </a:ext>
              </a:extLst>
            </p:cNvPr>
            <p:cNvGrpSpPr>
              <a:grpSpLocks/>
            </p:cNvGrpSpPr>
            <p:nvPr/>
          </p:nvGrpSpPr>
          <p:grpSpPr bwMode="auto">
            <a:xfrm>
              <a:off x="4608" y="700"/>
              <a:ext cx="306" cy="90"/>
              <a:chOff x="748" y="2251"/>
              <a:chExt cx="306" cy="90"/>
            </a:xfrm>
          </p:grpSpPr>
          <p:sp>
            <p:nvSpPr>
              <p:cNvPr id="163" name="AutoShape 133">
                <a:extLst>
                  <a:ext uri="{FF2B5EF4-FFF2-40B4-BE49-F238E27FC236}">
                    <a16:creationId xmlns:a16="http://schemas.microsoft.com/office/drawing/2014/main" id="{D61F6138-084D-449C-C06C-0DAD10ABB6E6}"/>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4" name="AutoShape 134">
                <a:extLst>
                  <a:ext uri="{FF2B5EF4-FFF2-40B4-BE49-F238E27FC236}">
                    <a16:creationId xmlns:a16="http://schemas.microsoft.com/office/drawing/2014/main" id="{4F3F6F49-B2B4-1C5B-475F-AB7F10507D76}"/>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5" name="AutoShape 135">
                <a:extLst>
                  <a:ext uri="{FF2B5EF4-FFF2-40B4-BE49-F238E27FC236}">
                    <a16:creationId xmlns:a16="http://schemas.microsoft.com/office/drawing/2014/main" id="{AFAE0C60-0108-0958-171D-83987B0D96EC}"/>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6" name="AutoShape 136">
                <a:extLst>
                  <a:ext uri="{FF2B5EF4-FFF2-40B4-BE49-F238E27FC236}">
                    <a16:creationId xmlns:a16="http://schemas.microsoft.com/office/drawing/2014/main" id="{98DB2442-35CB-468E-AB18-ED1EA18AA2C6}"/>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7" name="AutoShape 137">
                <a:extLst>
                  <a:ext uri="{FF2B5EF4-FFF2-40B4-BE49-F238E27FC236}">
                    <a16:creationId xmlns:a16="http://schemas.microsoft.com/office/drawing/2014/main" id="{D35C7228-7407-AC86-F1D9-F27BBD7E74FA}"/>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8" name="AutoShape 138">
                <a:extLst>
                  <a:ext uri="{FF2B5EF4-FFF2-40B4-BE49-F238E27FC236}">
                    <a16:creationId xmlns:a16="http://schemas.microsoft.com/office/drawing/2014/main" id="{919C82BA-9EEA-C1DF-2856-0B0CA377E397}"/>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5" name="Group 4">
            <a:extLst>
              <a:ext uri="{FF2B5EF4-FFF2-40B4-BE49-F238E27FC236}">
                <a16:creationId xmlns:a16="http://schemas.microsoft.com/office/drawing/2014/main" id="{1CB9F4DB-BA76-441E-8CCB-C4FEFD2E7B51}"/>
              </a:ext>
            </a:extLst>
          </p:cNvPr>
          <p:cNvGrpSpPr>
            <a:grpSpLocks/>
          </p:cNvGrpSpPr>
          <p:nvPr/>
        </p:nvGrpSpPr>
        <p:grpSpPr bwMode="auto">
          <a:xfrm>
            <a:off x="1359001" y="1337879"/>
            <a:ext cx="169670" cy="309548"/>
            <a:chOff x="4186" y="1736"/>
            <a:chExt cx="229" cy="461"/>
          </a:xfrm>
        </p:grpSpPr>
        <p:pic>
          <p:nvPicPr>
            <p:cNvPr id="186" name="Picture 5" descr="icon-mobile-phone">
              <a:extLst>
                <a:ext uri="{FF2B5EF4-FFF2-40B4-BE49-F238E27FC236}">
                  <a16:creationId xmlns:a16="http://schemas.microsoft.com/office/drawing/2014/main" id="{BAD32D0A-6D2F-C46D-A0E2-9DED3A0D2F5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7" name="Group 6">
              <a:extLst>
                <a:ext uri="{FF2B5EF4-FFF2-40B4-BE49-F238E27FC236}">
                  <a16:creationId xmlns:a16="http://schemas.microsoft.com/office/drawing/2014/main" id="{B83D2683-00F2-ABD3-DC4C-6B49A083A58C}"/>
                </a:ext>
              </a:extLst>
            </p:cNvPr>
            <p:cNvGrpSpPr>
              <a:grpSpLocks/>
            </p:cNvGrpSpPr>
            <p:nvPr/>
          </p:nvGrpSpPr>
          <p:grpSpPr bwMode="auto">
            <a:xfrm>
              <a:off x="4186" y="1736"/>
              <a:ext cx="198" cy="79"/>
              <a:chOff x="4513" y="1707"/>
              <a:chExt cx="198" cy="177"/>
            </a:xfrm>
          </p:grpSpPr>
          <p:sp>
            <p:nvSpPr>
              <p:cNvPr id="188" name="AutoShape 7">
                <a:extLst>
                  <a:ext uri="{FF2B5EF4-FFF2-40B4-BE49-F238E27FC236}">
                    <a16:creationId xmlns:a16="http://schemas.microsoft.com/office/drawing/2014/main" id="{627127E1-20E7-8D22-3872-292601D7642B}"/>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9" name="AutoShape 8">
                <a:extLst>
                  <a:ext uri="{FF2B5EF4-FFF2-40B4-BE49-F238E27FC236}">
                    <a16:creationId xmlns:a16="http://schemas.microsoft.com/office/drawing/2014/main" id="{B0DE15F0-B814-4DEC-5EC7-6403A45DEEC1}"/>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0" name="AutoShape 9">
                <a:extLst>
                  <a:ext uri="{FF2B5EF4-FFF2-40B4-BE49-F238E27FC236}">
                    <a16:creationId xmlns:a16="http://schemas.microsoft.com/office/drawing/2014/main" id="{4C5B4A65-2AAE-22C2-09DC-D8278DBF160E}"/>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1" name="Group 401">
            <a:extLst>
              <a:ext uri="{FF2B5EF4-FFF2-40B4-BE49-F238E27FC236}">
                <a16:creationId xmlns:a16="http://schemas.microsoft.com/office/drawing/2014/main" id="{118829BB-0677-EC20-CF10-7421A137758A}"/>
              </a:ext>
            </a:extLst>
          </p:cNvPr>
          <p:cNvGrpSpPr>
            <a:grpSpLocks/>
          </p:cNvGrpSpPr>
          <p:nvPr/>
        </p:nvGrpSpPr>
        <p:grpSpPr bwMode="auto">
          <a:xfrm>
            <a:off x="1322174" y="2246514"/>
            <a:ext cx="169670" cy="309548"/>
            <a:chOff x="4186" y="1736"/>
            <a:chExt cx="229" cy="461"/>
          </a:xfrm>
        </p:grpSpPr>
        <p:pic>
          <p:nvPicPr>
            <p:cNvPr id="192" name="Picture 402" descr="icon-mobile-phone">
              <a:extLst>
                <a:ext uri="{FF2B5EF4-FFF2-40B4-BE49-F238E27FC236}">
                  <a16:creationId xmlns:a16="http://schemas.microsoft.com/office/drawing/2014/main" id="{592C00E9-D4B2-D7A3-48A6-CFED7DAFB12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93" name="Group 403">
              <a:extLst>
                <a:ext uri="{FF2B5EF4-FFF2-40B4-BE49-F238E27FC236}">
                  <a16:creationId xmlns:a16="http://schemas.microsoft.com/office/drawing/2014/main" id="{8B3E0D2E-1C74-B4EF-B64F-33A61A4734A9}"/>
                </a:ext>
              </a:extLst>
            </p:cNvPr>
            <p:cNvGrpSpPr>
              <a:grpSpLocks/>
            </p:cNvGrpSpPr>
            <p:nvPr/>
          </p:nvGrpSpPr>
          <p:grpSpPr bwMode="auto">
            <a:xfrm>
              <a:off x="4186" y="1736"/>
              <a:ext cx="198" cy="79"/>
              <a:chOff x="4513" y="1707"/>
              <a:chExt cx="198" cy="177"/>
            </a:xfrm>
          </p:grpSpPr>
          <p:sp>
            <p:nvSpPr>
              <p:cNvPr id="194" name="AutoShape 404">
                <a:extLst>
                  <a:ext uri="{FF2B5EF4-FFF2-40B4-BE49-F238E27FC236}">
                    <a16:creationId xmlns:a16="http://schemas.microsoft.com/office/drawing/2014/main" id="{7C2919CC-7B9D-3222-5272-037983E3C7F9}"/>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5" name="AutoShape 405">
                <a:extLst>
                  <a:ext uri="{FF2B5EF4-FFF2-40B4-BE49-F238E27FC236}">
                    <a16:creationId xmlns:a16="http://schemas.microsoft.com/office/drawing/2014/main" id="{C97B3BE5-39CA-97AE-82A0-9EEB51D65421}"/>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6" name="AutoShape 406">
                <a:extLst>
                  <a:ext uri="{FF2B5EF4-FFF2-40B4-BE49-F238E27FC236}">
                    <a16:creationId xmlns:a16="http://schemas.microsoft.com/office/drawing/2014/main" id="{C2128391-A7DA-8727-BE89-9B25CD0759E6}"/>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197" name="Object 36">
            <a:hlinkClick r:id="" action="ppaction://ole?verb=0"/>
            <a:extLst>
              <a:ext uri="{FF2B5EF4-FFF2-40B4-BE49-F238E27FC236}">
                <a16:creationId xmlns:a16="http://schemas.microsoft.com/office/drawing/2014/main" id="{19F6444C-386E-9AB7-48ED-CD49181C1DF8}"/>
              </a:ext>
            </a:extLst>
          </p:cNvPr>
          <p:cNvGraphicFramePr>
            <a:graphicFrameLocks/>
          </p:cNvGraphicFramePr>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197" name="Object 36">
                        <a:hlinkClick r:id="" action="ppaction://ole?verb=0"/>
                        <a:extLst>
                          <a:ext uri="{FF2B5EF4-FFF2-40B4-BE49-F238E27FC236}">
                            <a16:creationId xmlns:a16="http://schemas.microsoft.com/office/drawing/2014/main" id="{39583952-9F7F-1D67-2637-E7F07941D006}"/>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198" name="直接连接符 197">
            <a:extLst>
              <a:ext uri="{FF2B5EF4-FFF2-40B4-BE49-F238E27FC236}">
                <a16:creationId xmlns:a16="http://schemas.microsoft.com/office/drawing/2014/main" id="{C56E9705-BBDE-7757-5FB7-C0B9D73A5E2D}"/>
              </a:ext>
            </a:extLst>
          </p:cNvPr>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sp>
        <p:nvSpPr>
          <p:cNvPr id="199" name="Text Box 546">
            <a:extLst>
              <a:ext uri="{FF2B5EF4-FFF2-40B4-BE49-F238E27FC236}">
                <a16:creationId xmlns:a16="http://schemas.microsoft.com/office/drawing/2014/main" id="{2FA4132D-25AE-F9E5-0C0C-59DA6BDE07A5}"/>
              </a:ext>
            </a:extLst>
          </p:cNvPr>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200" name="直接连接符 199">
            <a:extLst>
              <a:ext uri="{FF2B5EF4-FFF2-40B4-BE49-F238E27FC236}">
                <a16:creationId xmlns:a16="http://schemas.microsoft.com/office/drawing/2014/main" id="{8B3D4E0E-83A7-683F-E26A-BA884C475A84}"/>
              </a:ext>
            </a:extLst>
          </p:cNvPr>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1" name="直接连接符 200">
            <a:extLst>
              <a:ext uri="{FF2B5EF4-FFF2-40B4-BE49-F238E27FC236}">
                <a16:creationId xmlns:a16="http://schemas.microsoft.com/office/drawing/2014/main" id="{1AF81891-FFC7-11E4-00DC-D12FFC927044}"/>
              </a:ext>
            </a:extLst>
          </p:cNvPr>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02" name="Text Box 546">
            <a:extLst>
              <a:ext uri="{FF2B5EF4-FFF2-40B4-BE49-F238E27FC236}">
                <a16:creationId xmlns:a16="http://schemas.microsoft.com/office/drawing/2014/main" id="{758FCE6A-2EA6-6B36-BDE2-BDB3E8C64C6D}"/>
              </a:ext>
            </a:extLst>
          </p:cNvPr>
          <p:cNvSpPr txBox="1">
            <a:spLocks noChangeArrowheads="1"/>
          </p:cNvSpPr>
          <p:nvPr/>
        </p:nvSpPr>
        <p:spPr bwMode="auto">
          <a:xfrm>
            <a:off x="2386613" y="2924459"/>
            <a:ext cx="954107" cy="488019"/>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a:t>
            </a:r>
          </a:p>
        </p:txBody>
      </p:sp>
      <p:sp>
        <p:nvSpPr>
          <p:cNvPr id="203" name="Text Box 546">
            <a:extLst>
              <a:ext uri="{FF2B5EF4-FFF2-40B4-BE49-F238E27FC236}">
                <a16:creationId xmlns:a16="http://schemas.microsoft.com/office/drawing/2014/main" id="{BEB58D15-CE10-B3D5-F34A-14AEC6642178}"/>
              </a:ext>
            </a:extLst>
          </p:cNvPr>
          <p:cNvSpPr txBox="1">
            <a:spLocks noChangeArrowheads="1"/>
          </p:cNvSpPr>
          <p:nvPr/>
        </p:nvSpPr>
        <p:spPr bwMode="auto">
          <a:xfrm>
            <a:off x="4792896" y="2924459"/>
            <a:ext cx="954107" cy="488019"/>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a:t>
            </a:r>
          </a:p>
        </p:txBody>
      </p:sp>
      <p:cxnSp>
        <p:nvCxnSpPr>
          <p:cNvPr id="204" name="直接连接符 203">
            <a:extLst>
              <a:ext uri="{FF2B5EF4-FFF2-40B4-BE49-F238E27FC236}">
                <a16:creationId xmlns:a16="http://schemas.microsoft.com/office/drawing/2014/main" id="{081C0473-DC69-1916-9E09-1F49FEC54C1A}"/>
              </a:ext>
            </a:extLst>
          </p:cNvPr>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直接连接符 204">
            <a:extLst>
              <a:ext uri="{FF2B5EF4-FFF2-40B4-BE49-F238E27FC236}">
                <a16:creationId xmlns:a16="http://schemas.microsoft.com/office/drawing/2014/main" id="{E6A2BCC5-C724-46C0-8B41-D4C0DB7CF16A}"/>
              </a:ext>
            </a:extLst>
          </p:cNvPr>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直接连接符 205">
            <a:extLst>
              <a:ext uri="{FF2B5EF4-FFF2-40B4-BE49-F238E27FC236}">
                <a16:creationId xmlns:a16="http://schemas.microsoft.com/office/drawing/2014/main" id="{5BD006B9-329F-684A-1BCE-F8DED8B6EBC3}"/>
              </a:ext>
            </a:extLst>
          </p:cNvPr>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7" name="Group 114">
            <a:extLst>
              <a:ext uri="{FF2B5EF4-FFF2-40B4-BE49-F238E27FC236}">
                <a16:creationId xmlns:a16="http://schemas.microsoft.com/office/drawing/2014/main" id="{EF821EAB-B676-C100-4703-873AD8A7B6FF}"/>
              </a:ext>
            </a:extLst>
          </p:cNvPr>
          <p:cNvGrpSpPr>
            <a:grpSpLocks/>
          </p:cNvGrpSpPr>
          <p:nvPr/>
        </p:nvGrpSpPr>
        <p:grpSpPr bwMode="auto">
          <a:xfrm>
            <a:off x="2206034" y="2119399"/>
            <a:ext cx="357753" cy="747388"/>
            <a:chOff x="4608" y="700"/>
            <a:chExt cx="306" cy="553"/>
          </a:xfrm>
        </p:grpSpPr>
        <p:grpSp>
          <p:nvGrpSpPr>
            <p:cNvPr id="208" name="Group 115">
              <a:extLst>
                <a:ext uri="{FF2B5EF4-FFF2-40B4-BE49-F238E27FC236}">
                  <a16:creationId xmlns:a16="http://schemas.microsoft.com/office/drawing/2014/main" id="{4C1C650A-8654-3B0A-7F96-CD38DD93E949}"/>
                </a:ext>
              </a:extLst>
            </p:cNvPr>
            <p:cNvGrpSpPr>
              <a:grpSpLocks/>
            </p:cNvGrpSpPr>
            <p:nvPr/>
          </p:nvGrpSpPr>
          <p:grpSpPr bwMode="auto">
            <a:xfrm>
              <a:off x="4694" y="784"/>
              <a:ext cx="134" cy="469"/>
              <a:chOff x="4740" y="784"/>
              <a:chExt cx="88" cy="692"/>
            </a:xfrm>
          </p:grpSpPr>
          <p:sp>
            <p:nvSpPr>
              <p:cNvPr id="216" name="Line 116">
                <a:extLst>
                  <a:ext uri="{FF2B5EF4-FFF2-40B4-BE49-F238E27FC236}">
                    <a16:creationId xmlns:a16="http://schemas.microsoft.com/office/drawing/2014/main" id="{8844401F-F4C5-C422-4A7D-6E286280BBE5}"/>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17" name="Group 117">
                <a:extLst>
                  <a:ext uri="{FF2B5EF4-FFF2-40B4-BE49-F238E27FC236}">
                    <a16:creationId xmlns:a16="http://schemas.microsoft.com/office/drawing/2014/main" id="{331DC7FC-5B7A-FB3C-991B-433332ED929C}"/>
                  </a:ext>
                </a:extLst>
              </p:cNvPr>
              <p:cNvGrpSpPr>
                <a:grpSpLocks/>
              </p:cNvGrpSpPr>
              <p:nvPr/>
            </p:nvGrpSpPr>
            <p:grpSpPr bwMode="auto">
              <a:xfrm>
                <a:off x="4740" y="784"/>
                <a:ext cx="88" cy="692"/>
                <a:chOff x="4740" y="784"/>
                <a:chExt cx="88" cy="692"/>
              </a:xfrm>
            </p:grpSpPr>
            <p:sp>
              <p:nvSpPr>
                <p:cNvPr id="218" name="Line 118">
                  <a:extLst>
                    <a:ext uri="{FF2B5EF4-FFF2-40B4-BE49-F238E27FC236}">
                      <a16:creationId xmlns:a16="http://schemas.microsoft.com/office/drawing/2014/main" id="{B3B62121-3FEE-7DD1-E5D3-2584591A5168}"/>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9" name="Line 119">
                  <a:extLst>
                    <a:ext uri="{FF2B5EF4-FFF2-40B4-BE49-F238E27FC236}">
                      <a16:creationId xmlns:a16="http://schemas.microsoft.com/office/drawing/2014/main" id="{1C8E57BF-6D2E-AC5E-367E-D2EAD195793E}"/>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0" name="Line 120">
                  <a:extLst>
                    <a:ext uri="{FF2B5EF4-FFF2-40B4-BE49-F238E27FC236}">
                      <a16:creationId xmlns:a16="http://schemas.microsoft.com/office/drawing/2014/main" id="{92A7224C-7322-09EF-769D-86105C1516F9}"/>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1" name="Line 121">
                  <a:extLst>
                    <a:ext uri="{FF2B5EF4-FFF2-40B4-BE49-F238E27FC236}">
                      <a16:creationId xmlns:a16="http://schemas.microsoft.com/office/drawing/2014/main" id="{656F318E-1E11-C18B-CCE5-91F1F0EA06B7}"/>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2" name="Line 122">
                  <a:extLst>
                    <a:ext uri="{FF2B5EF4-FFF2-40B4-BE49-F238E27FC236}">
                      <a16:creationId xmlns:a16="http://schemas.microsoft.com/office/drawing/2014/main" id="{0E2B5376-32B4-32CD-1DE4-4C1B7C5ABFBC}"/>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3" name="Line 123">
                  <a:extLst>
                    <a:ext uri="{FF2B5EF4-FFF2-40B4-BE49-F238E27FC236}">
                      <a16:creationId xmlns:a16="http://schemas.microsoft.com/office/drawing/2014/main" id="{509A6B64-E6DD-BB3E-CCFE-2E492513339C}"/>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4" name="Line 124">
                  <a:extLst>
                    <a:ext uri="{FF2B5EF4-FFF2-40B4-BE49-F238E27FC236}">
                      <a16:creationId xmlns:a16="http://schemas.microsoft.com/office/drawing/2014/main" id="{95814024-06D9-D2C3-5184-618409517FBB}"/>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5" name="Line 125">
                  <a:extLst>
                    <a:ext uri="{FF2B5EF4-FFF2-40B4-BE49-F238E27FC236}">
                      <a16:creationId xmlns:a16="http://schemas.microsoft.com/office/drawing/2014/main" id="{29F9A8F0-15AA-4026-0D14-931A74D52730}"/>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6" name="Line 126">
                  <a:extLst>
                    <a:ext uri="{FF2B5EF4-FFF2-40B4-BE49-F238E27FC236}">
                      <a16:creationId xmlns:a16="http://schemas.microsoft.com/office/drawing/2014/main" id="{0B965AF2-4B49-FE37-9D48-067AB1F20CB5}"/>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7" name="Line 127">
                  <a:extLst>
                    <a:ext uri="{FF2B5EF4-FFF2-40B4-BE49-F238E27FC236}">
                      <a16:creationId xmlns:a16="http://schemas.microsoft.com/office/drawing/2014/main" id="{03EBEABB-1290-4579-2868-DEE68AD56266}"/>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8" name="Line 128">
                  <a:extLst>
                    <a:ext uri="{FF2B5EF4-FFF2-40B4-BE49-F238E27FC236}">
                      <a16:creationId xmlns:a16="http://schemas.microsoft.com/office/drawing/2014/main" id="{7169ADF2-0F36-F178-AE8D-16D1C2BEA289}"/>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9" name="Line 129">
                  <a:extLst>
                    <a:ext uri="{FF2B5EF4-FFF2-40B4-BE49-F238E27FC236}">
                      <a16:creationId xmlns:a16="http://schemas.microsoft.com/office/drawing/2014/main" id="{1E230650-4AF5-F618-1E51-A4423A418C58}"/>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0" name="Line 130">
                  <a:extLst>
                    <a:ext uri="{FF2B5EF4-FFF2-40B4-BE49-F238E27FC236}">
                      <a16:creationId xmlns:a16="http://schemas.microsoft.com/office/drawing/2014/main" id="{F57AD82B-C93D-96BE-CC90-AE9CBDE5B22D}"/>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1" name="Oval 131">
                  <a:extLst>
                    <a:ext uri="{FF2B5EF4-FFF2-40B4-BE49-F238E27FC236}">
                      <a16:creationId xmlns:a16="http://schemas.microsoft.com/office/drawing/2014/main" id="{A1E81548-8DA2-C225-288B-38BFDC9445F7}"/>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9" name="Group 132">
              <a:extLst>
                <a:ext uri="{FF2B5EF4-FFF2-40B4-BE49-F238E27FC236}">
                  <a16:creationId xmlns:a16="http://schemas.microsoft.com/office/drawing/2014/main" id="{79BDD5E4-17BE-84AA-6F79-3B4290F7D914}"/>
                </a:ext>
              </a:extLst>
            </p:cNvPr>
            <p:cNvGrpSpPr>
              <a:grpSpLocks/>
            </p:cNvGrpSpPr>
            <p:nvPr/>
          </p:nvGrpSpPr>
          <p:grpSpPr bwMode="auto">
            <a:xfrm>
              <a:off x="4608" y="700"/>
              <a:ext cx="306" cy="90"/>
              <a:chOff x="748" y="2251"/>
              <a:chExt cx="306" cy="90"/>
            </a:xfrm>
          </p:grpSpPr>
          <p:sp>
            <p:nvSpPr>
              <p:cNvPr id="210" name="AutoShape 133">
                <a:extLst>
                  <a:ext uri="{FF2B5EF4-FFF2-40B4-BE49-F238E27FC236}">
                    <a16:creationId xmlns:a16="http://schemas.microsoft.com/office/drawing/2014/main" id="{65036078-EA40-8BDF-3F12-9602C7471410}"/>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1" name="AutoShape 134">
                <a:extLst>
                  <a:ext uri="{FF2B5EF4-FFF2-40B4-BE49-F238E27FC236}">
                    <a16:creationId xmlns:a16="http://schemas.microsoft.com/office/drawing/2014/main" id="{511CC314-C7A2-7FBF-1B24-DC3B138057B6}"/>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2" name="AutoShape 135">
                <a:extLst>
                  <a:ext uri="{FF2B5EF4-FFF2-40B4-BE49-F238E27FC236}">
                    <a16:creationId xmlns:a16="http://schemas.microsoft.com/office/drawing/2014/main" id="{FD74E8DC-12A8-565F-E9B1-7653BCA22D2E}"/>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3" name="AutoShape 136">
                <a:extLst>
                  <a:ext uri="{FF2B5EF4-FFF2-40B4-BE49-F238E27FC236}">
                    <a16:creationId xmlns:a16="http://schemas.microsoft.com/office/drawing/2014/main" id="{E4096E8C-D952-5DBF-37AD-ADD64808643A}"/>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4" name="AutoShape 137">
                <a:extLst>
                  <a:ext uri="{FF2B5EF4-FFF2-40B4-BE49-F238E27FC236}">
                    <a16:creationId xmlns:a16="http://schemas.microsoft.com/office/drawing/2014/main" id="{5E2BAF40-57D9-26E7-4885-9DAC61354634}"/>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5" name="AutoShape 138">
                <a:extLst>
                  <a:ext uri="{FF2B5EF4-FFF2-40B4-BE49-F238E27FC236}">
                    <a16:creationId xmlns:a16="http://schemas.microsoft.com/office/drawing/2014/main" id="{F58976EB-E1A5-BCDF-87AE-7B89B91FEB27}"/>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2" name="Group 114">
            <a:extLst>
              <a:ext uri="{FF2B5EF4-FFF2-40B4-BE49-F238E27FC236}">
                <a16:creationId xmlns:a16="http://schemas.microsoft.com/office/drawing/2014/main" id="{CDA93AD7-3CA0-66C9-7CF1-3E09CA878A12}"/>
              </a:ext>
            </a:extLst>
          </p:cNvPr>
          <p:cNvGrpSpPr>
            <a:grpSpLocks/>
          </p:cNvGrpSpPr>
          <p:nvPr/>
        </p:nvGrpSpPr>
        <p:grpSpPr bwMode="auto">
          <a:xfrm>
            <a:off x="2515122" y="1337879"/>
            <a:ext cx="357753" cy="747388"/>
            <a:chOff x="4608" y="700"/>
            <a:chExt cx="306" cy="553"/>
          </a:xfrm>
        </p:grpSpPr>
        <p:grpSp>
          <p:nvGrpSpPr>
            <p:cNvPr id="233" name="Group 115">
              <a:extLst>
                <a:ext uri="{FF2B5EF4-FFF2-40B4-BE49-F238E27FC236}">
                  <a16:creationId xmlns:a16="http://schemas.microsoft.com/office/drawing/2014/main" id="{ABD19BC4-049E-62E2-7233-9C37AD6FAEFB}"/>
                </a:ext>
              </a:extLst>
            </p:cNvPr>
            <p:cNvGrpSpPr>
              <a:grpSpLocks/>
            </p:cNvGrpSpPr>
            <p:nvPr/>
          </p:nvGrpSpPr>
          <p:grpSpPr bwMode="auto">
            <a:xfrm>
              <a:off x="4694" y="784"/>
              <a:ext cx="134" cy="469"/>
              <a:chOff x="4740" y="784"/>
              <a:chExt cx="88" cy="692"/>
            </a:xfrm>
          </p:grpSpPr>
          <p:sp>
            <p:nvSpPr>
              <p:cNvPr id="241" name="Line 116">
                <a:extLst>
                  <a:ext uri="{FF2B5EF4-FFF2-40B4-BE49-F238E27FC236}">
                    <a16:creationId xmlns:a16="http://schemas.microsoft.com/office/drawing/2014/main" id="{EB16497F-54ED-04CA-9568-88399F8E45B6}"/>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2" name="Group 117">
                <a:extLst>
                  <a:ext uri="{FF2B5EF4-FFF2-40B4-BE49-F238E27FC236}">
                    <a16:creationId xmlns:a16="http://schemas.microsoft.com/office/drawing/2014/main" id="{EDE61062-EB7C-0159-7613-FA7E2EAAAB2A}"/>
                  </a:ext>
                </a:extLst>
              </p:cNvPr>
              <p:cNvGrpSpPr>
                <a:grpSpLocks/>
              </p:cNvGrpSpPr>
              <p:nvPr/>
            </p:nvGrpSpPr>
            <p:grpSpPr bwMode="auto">
              <a:xfrm>
                <a:off x="4740" y="784"/>
                <a:ext cx="88" cy="692"/>
                <a:chOff x="4740" y="784"/>
                <a:chExt cx="88" cy="692"/>
              </a:xfrm>
            </p:grpSpPr>
            <p:sp>
              <p:nvSpPr>
                <p:cNvPr id="243" name="Line 118">
                  <a:extLst>
                    <a:ext uri="{FF2B5EF4-FFF2-40B4-BE49-F238E27FC236}">
                      <a16:creationId xmlns:a16="http://schemas.microsoft.com/office/drawing/2014/main" id="{450FC6BF-BC6C-1379-FB94-A9C240F4F624}"/>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4" name="Line 119">
                  <a:extLst>
                    <a:ext uri="{FF2B5EF4-FFF2-40B4-BE49-F238E27FC236}">
                      <a16:creationId xmlns:a16="http://schemas.microsoft.com/office/drawing/2014/main" id="{C6A5829A-4754-A403-1511-49321AE5DED0}"/>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5" name="Line 120">
                  <a:extLst>
                    <a:ext uri="{FF2B5EF4-FFF2-40B4-BE49-F238E27FC236}">
                      <a16:creationId xmlns:a16="http://schemas.microsoft.com/office/drawing/2014/main" id="{A72EF1C4-9A72-55B4-71B4-C5C0D582E884}"/>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6" name="Line 121">
                  <a:extLst>
                    <a:ext uri="{FF2B5EF4-FFF2-40B4-BE49-F238E27FC236}">
                      <a16:creationId xmlns:a16="http://schemas.microsoft.com/office/drawing/2014/main" id="{B99965A2-2F85-CA33-E656-8F1830FB667A}"/>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7" name="Line 122">
                  <a:extLst>
                    <a:ext uri="{FF2B5EF4-FFF2-40B4-BE49-F238E27FC236}">
                      <a16:creationId xmlns:a16="http://schemas.microsoft.com/office/drawing/2014/main" id="{3D0787A4-4489-8DD9-85A5-185F4465F4BD}"/>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8" name="Line 123">
                  <a:extLst>
                    <a:ext uri="{FF2B5EF4-FFF2-40B4-BE49-F238E27FC236}">
                      <a16:creationId xmlns:a16="http://schemas.microsoft.com/office/drawing/2014/main" id="{B4CA91FD-1E91-B097-B8E6-818E0A7F291C}"/>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9" name="Line 124">
                  <a:extLst>
                    <a:ext uri="{FF2B5EF4-FFF2-40B4-BE49-F238E27FC236}">
                      <a16:creationId xmlns:a16="http://schemas.microsoft.com/office/drawing/2014/main" id="{45C7872D-8BFD-F1EA-0AF1-3962A52FA72B}"/>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0" name="Line 125">
                  <a:extLst>
                    <a:ext uri="{FF2B5EF4-FFF2-40B4-BE49-F238E27FC236}">
                      <a16:creationId xmlns:a16="http://schemas.microsoft.com/office/drawing/2014/main" id="{7F1F4494-7D75-4AE8-4597-7AE23CC53F02}"/>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1" name="Line 126">
                  <a:extLst>
                    <a:ext uri="{FF2B5EF4-FFF2-40B4-BE49-F238E27FC236}">
                      <a16:creationId xmlns:a16="http://schemas.microsoft.com/office/drawing/2014/main" id="{339422F8-A17F-1C86-571D-77019286DB98}"/>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2" name="Line 127">
                  <a:extLst>
                    <a:ext uri="{FF2B5EF4-FFF2-40B4-BE49-F238E27FC236}">
                      <a16:creationId xmlns:a16="http://schemas.microsoft.com/office/drawing/2014/main" id="{704F2A04-2D27-953D-899B-6EA4820F8DEB}"/>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3" name="Line 128">
                  <a:extLst>
                    <a:ext uri="{FF2B5EF4-FFF2-40B4-BE49-F238E27FC236}">
                      <a16:creationId xmlns:a16="http://schemas.microsoft.com/office/drawing/2014/main" id="{3E9C66EB-D39E-CD83-4585-DBBD9E68CC6D}"/>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4" name="Line 129">
                  <a:extLst>
                    <a:ext uri="{FF2B5EF4-FFF2-40B4-BE49-F238E27FC236}">
                      <a16:creationId xmlns:a16="http://schemas.microsoft.com/office/drawing/2014/main" id="{039BBE6E-08AA-CD0C-5A62-CD1F399A5B0F}"/>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5" name="Line 130">
                  <a:extLst>
                    <a:ext uri="{FF2B5EF4-FFF2-40B4-BE49-F238E27FC236}">
                      <a16:creationId xmlns:a16="http://schemas.microsoft.com/office/drawing/2014/main" id="{63E4B2CD-9D13-742C-C5E9-38A8923CA2A3}"/>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6" name="Oval 131">
                  <a:extLst>
                    <a:ext uri="{FF2B5EF4-FFF2-40B4-BE49-F238E27FC236}">
                      <a16:creationId xmlns:a16="http://schemas.microsoft.com/office/drawing/2014/main" id="{448E9238-5628-A00C-14F9-35011AEFD49F}"/>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4" name="Group 132">
              <a:extLst>
                <a:ext uri="{FF2B5EF4-FFF2-40B4-BE49-F238E27FC236}">
                  <a16:creationId xmlns:a16="http://schemas.microsoft.com/office/drawing/2014/main" id="{12C5B263-D060-38AC-BFDB-F80D2F5888CA}"/>
                </a:ext>
              </a:extLst>
            </p:cNvPr>
            <p:cNvGrpSpPr>
              <a:grpSpLocks/>
            </p:cNvGrpSpPr>
            <p:nvPr/>
          </p:nvGrpSpPr>
          <p:grpSpPr bwMode="auto">
            <a:xfrm>
              <a:off x="4608" y="700"/>
              <a:ext cx="306" cy="90"/>
              <a:chOff x="748" y="2251"/>
              <a:chExt cx="306" cy="90"/>
            </a:xfrm>
          </p:grpSpPr>
          <p:sp>
            <p:nvSpPr>
              <p:cNvPr id="235" name="AutoShape 133">
                <a:extLst>
                  <a:ext uri="{FF2B5EF4-FFF2-40B4-BE49-F238E27FC236}">
                    <a16:creationId xmlns:a16="http://schemas.microsoft.com/office/drawing/2014/main" id="{49939F66-2E3C-5B05-13D1-6FC61597B27F}"/>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6" name="AutoShape 134">
                <a:extLst>
                  <a:ext uri="{FF2B5EF4-FFF2-40B4-BE49-F238E27FC236}">
                    <a16:creationId xmlns:a16="http://schemas.microsoft.com/office/drawing/2014/main" id="{56E22782-1ABF-8749-965F-F8403E78C96D}"/>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7" name="AutoShape 135">
                <a:extLst>
                  <a:ext uri="{FF2B5EF4-FFF2-40B4-BE49-F238E27FC236}">
                    <a16:creationId xmlns:a16="http://schemas.microsoft.com/office/drawing/2014/main" id="{72A5A793-4750-03F6-ABD2-C49A0D1AFAC6}"/>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8" name="AutoShape 136">
                <a:extLst>
                  <a:ext uri="{FF2B5EF4-FFF2-40B4-BE49-F238E27FC236}">
                    <a16:creationId xmlns:a16="http://schemas.microsoft.com/office/drawing/2014/main" id="{126CB74B-FE14-1EE6-301F-D59956F10188}"/>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9" name="AutoShape 137">
                <a:extLst>
                  <a:ext uri="{FF2B5EF4-FFF2-40B4-BE49-F238E27FC236}">
                    <a16:creationId xmlns:a16="http://schemas.microsoft.com/office/drawing/2014/main" id="{A86CF169-2E56-D0C4-FDA7-6A243955D3DB}"/>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0" name="AutoShape 138">
                <a:extLst>
                  <a:ext uri="{FF2B5EF4-FFF2-40B4-BE49-F238E27FC236}">
                    <a16:creationId xmlns:a16="http://schemas.microsoft.com/office/drawing/2014/main" id="{C263F814-2715-415C-BF19-71B511510A80}"/>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257" name="Text Box 546">
            <a:extLst>
              <a:ext uri="{FF2B5EF4-FFF2-40B4-BE49-F238E27FC236}">
                <a16:creationId xmlns:a16="http://schemas.microsoft.com/office/drawing/2014/main" id="{D1EEC10D-544D-3A35-5461-2773B4F03220}"/>
              </a:ext>
            </a:extLst>
          </p:cNvPr>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58" name="Text Box 546">
            <a:extLst>
              <a:ext uri="{FF2B5EF4-FFF2-40B4-BE49-F238E27FC236}">
                <a16:creationId xmlns:a16="http://schemas.microsoft.com/office/drawing/2014/main" id="{95DB30C2-2008-B171-1998-FE7D098AD633}"/>
              </a:ext>
            </a:extLst>
          </p:cNvPr>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259" name="直接连接符 258">
            <a:extLst>
              <a:ext uri="{FF2B5EF4-FFF2-40B4-BE49-F238E27FC236}">
                <a16:creationId xmlns:a16="http://schemas.microsoft.com/office/drawing/2014/main" id="{0682C1AB-8FC8-912F-6DDF-2B4E33012030}"/>
              </a:ext>
            </a:extLst>
          </p:cNvPr>
          <p:cNvCxnSpPr>
            <a:stCxn id="24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0" name="直接连接符 259">
            <a:extLst>
              <a:ext uri="{FF2B5EF4-FFF2-40B4-BE49-F238E27FC236}">
                <a16:creationId xmlns:a16="http://schemas.microsoft.com/office/drawing/2014/main" id="{E9C44B9B-88C2-F90C-FF15-78324B85C6B3}"/>
              </a:ext>
            </a:extLst>
          </p:cNvPr>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1" name="直接连接符 260">
            <a:extLst>
              <a:ext uri="{FF2B5EF4-FFF2-40B4-BE49-F238E27FC236}">
                <a16:creationId xmlns:a16="http://schemas.microsoft.com/office/drawing/2014/main" id="{5DF5ADF0-21D0-4725-2551-DD60E9309DAE}"/>
              </a:ext>
            </a:extLst>
          </p:cNvPr>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62" name="Freeform 294">
            <a:extLst>
              <a:ext uri="{FF2B5EF4-FFF2-40B4-BE49-F238E27FC236}">
                <a16:creationId xmlns:a16="http://schemas.microsoft.com/office/drawing/2014/main" id="{5A568F95-6355-FA03-8769-38B7E8860A4A}"/>
              </a:ext>
            </a:extLst>
          </p:cNvPr>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3" name="Freeform 294">
            <a:extLst>
              <a:ext uri="{FF2B5EF4-FFF2-40B4-BE49-F238E27FC236}">
                <a16:creationId xmlns:a16="http://schemas.microsoft.com/office/drawing/2014/main" id="{6EE6F089-EEE8-4078-4EF5-6E407B01B704}"/>
              </a:ext>
            </a:extLst>
          </p:cNvPr>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4" name="Text Box 543">
            <a:extLst>
              <a:ext uri="{FF2B5EF4-FFF2-40B4-BE49-F238E27FC236}">
                <a16:creationId xmlns:a16="http://schemas.microsoft.com/office/drawing/2014/main" id="{417494AE-355A-F32C-E5DA-5F8EF6528DB9}"/>
              </a:ext>
            </a:extLst>
          </p:cNvPr>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UE</a:t>
            </a:r>
            <a:endParaRPr kumimoji="1" lang="zh-CN" altLang="en-US" sz="1200" b="1" dirty="0">
              <a:latin typeface="微软雅黑" panose="020B0503020204020204" pitchFamily="34" charset="-122"/>
              <a:ea typeface="微软雅黑" panose="020B0503020204020204" pitchFamily="34" charset="-122"/>
            </a:endParaRPr>
          </a:p>
        </p:txBody>
      </p:sp>
      <p:sp>
        <p:nvSpPr>
          <p:cNvPr id="265" name="Text Box 546">
            <a:extLst>
              <a:ext uri="{FF2B5EF4-FFF2-40B4-BE49-F238E27FC236}">
                <a16:creationId xmlns:a16="http://schemas.microsoft.com/office/drawing/2014/main" id="{23235441-E849-C865-0EB5-7CBF4F956041}"/>
              </a:ext>
            </a:extLst>
          </p:cNvPr>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266" name="Text Box 546">
            <a:extLst>
              <a:ext uri="{FF2B5EF4-FFF2-40B4-BE49-F238E27FC236}">
                <a16:creationId xmlns:a16="http://schemas.microsoft.com/office/drawing/2014/main" id="{F78B65A8-8E71-2F8A-FC57-0938C0B2DAB0}"/>
              </a:ext>
            </a:extLst>
          </p:cNvPr>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267" name="肘形连接符 116">
            <a:extLst>
              <a:ext uri="{FF2B5EF4-FFF2-40B4-BE49-F238E27FC236}">
                <a16:creationId xmlns:a16="http://schemas.microsoft.com/office/drawing/2014/main" id="{E7058E88-6C9B-AD26-3575-1C8BAD21E371}"/>
              </a:ext>
            </a:extLst>
          </p:cNvPr>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268" name="直接连接符 267">
            <a:extLst>
              <a:ext uri="{FF2B5EF4-FFF2-40B4-BE49-F238E27FC236}">
                <a16:creationId xmlns:a16="http://schemas.microsoft.com/office/drawing/2014/main" id="{CFD0C1A8-5F8A-BC59-A719-D55C2F304EC0}"/>
              </a:ext>
            </a:extLst>
          </p:cNvPr>
          <p:cNvCxnSpPr>
            <a:stCxn id="292"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9" name="肘形连接符 118">
            <a:extLst>
              <a:ext uri="{FF2B5EF4-FFF2-40B4-BE49-F238E27FC236}">
                <a16:creationId xmlns:a16="http://schemas.microsoft.com/office/drawing/2014/main" id="{CD88DCFD-49B5-BFD1-1FEA-BB2D3B3B024C}"/>
              </a:ext>
            </a:extLst>
          </p:cNvPr>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0" name="肘形连接符 119">
            <a:extLst>
              <a:ext uri="{FF2B5EF4-FFF2-40B4-BE49-F238E27FC236}">
                <a16:creationId xmlns:a16="http://schemas.microsoft.com/office/drawing/2014/main" id="{34A46EF4-7B81-EAFE-2AB4-AC65C09A1989}"/>
              </a:ext>
            </a:extLst>
          </p:cNvPr>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1" name="肘形连接符 120">
            <a:extLst>
              <a:ext uri="{FF2B5EF4-FFF2-40B4-BE49-F238E27FC236}">
                <a16:creationId xmlns:a16="http://schemas.microsoft.com/office/drawing/2014/main" id="{2185A79A-9F9E-B6C6-6FB7-A1D5147EC61A}"/>
              </a:ext>
            </a:extLst>
          </p:cNvPr>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272" name="肘形连接符 121">
            <a:extLst>
              <a:ext uri="{FF2B5EF4-FFF2-40B4-BE49-F238E27FC236}">
                <a16:creationId xmlns:a16="http://schemas.microsoft.com/office/drawing/2014/main" id="{5EB2583D-154B-001F-D3EC-43A416E7DD6B}"/>
              </a:ext>
            </a:extLst>
          </p:cNvPr>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grpSp>
        <p:nvGrpSpPr>
          <p:cNvPr id="273" name="组合 272">
            <a:extLst>
              <a:ext uri="{FF2B5EF4-FFF2-40B4-BE49-F238E27FC236}">
                <a16:creationId xmlns:a16="http://schemas.microsoft.com/office/drawing/2014/main" id="{2699A92C-BCB4-DD8C-C4FF-A4527DF7070C}"/>
              </a:ext>
            </a:extLst>
          </p:cNvPr>
          <p:cNvGrpSpPr/>
          <p:nvPr/>
        </p:nvGrpSpPr>
        <p:grpSpPr>
          <a:xfrm>
            <a:off x="6782593" y="1090679"/>
            <a:ext cx="1491514" cy="732822"/>
            <a:chOff x="6691097" y="1239483"/>
            <a:chExt cx="1491514" cy="732822"/>
          </a:xfrm>
        </p:grpSpPr>
        <p:sp>
          <p:nvSpPr>
            <p:cNvPr id="274" name="Rectangle 539">
              <a:extLst>
                <a:ext uri="{FF2B5EF4-FFF2-40B4-BE49-F238E27FC236}">
                  <a16:creationId xmlns:a16="http://schemas.microsoft.com/office/drawing/2014/main" id="{C2111B97-4799-59BE-E698-8E5CF2972958}"/>
                </a:ext>
              </a:extLst>
            </p:cNvPr>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5" name="Text Box 546">
              <a:extLst>
                <a:ext uri="{FF2B5EF4-FFF2-40B4-BE49-F238E27FC236}">
                  <a16:creationId xmlns:a16="http://schemas.microsoft.com/office/drawing/2014/main" id="{5E593B4A-08AC-48A8-7451-84A9CC09E425}"/>
                </a:ext>
              </a:extLst>
            </p:cNvPr>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276" name="Text Box 546">
              <a:extLst>
                <a:ext uri="{FF2B5EF4-FFF2-40B4-BE49-F238E27FC236}">
                  <a16:creationId xmlns:a16="http://schemas.microsoft.com/office/drawing/2014/main" id="{EC784E1B-78AE-551E-E204-D0A419874BDE}"/>
                </a:ext>
              </a:extLst>
            </p:cNvPr>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277" name="直接连接符 276">
              <a:extLst>
                <a:ext uri="{FF2B5EF4-FFF2-40B4-BE49-F238E27FC236}">
                  <a16:creationId xmlns:a16="http://schemas.microsoft.com/office/drawing/2014/main" id="{176A3EB3-91A0-A225-8FCF-F52FC8B0207C}"/>
                </a:ext>
              </a:extLst>
            </p:cNvPr>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8" name="直接连接符 277">
              <a:extLst>
                <a:ext uri="{FF2B5EF4-FFF2-40B4-BE49-F238E27FC236}">
                  <a16:creationId xmlns:a16="http://schemas.microsoft.com/office/drawing/2014/main" id="{A377BEA8-B914-D5CA-1378-2481EF27E2BF}"/>
                </a:ext>
              </a:extLst>
            </p:cNvPr>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279" name="Text Box 546">
              <a:extLst>
                <a:ext uri="{FF2B5EF4-FFF2-40B4-BE49-F238E27FC236}">
                  <a16:creationId xmlns:a16="http://schemas.microsoft.com/office/drawing/2014/main" id="{8C63D66F-D00A-0B95-F13C-1C5B2F924BC2}"/>
                </a:ext>
              </a:extLst>
            </p:cNvPr>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280" name="直接连接符 279">
              <a:extLst>
                <a:ext uri="{FF2B5EF4-FFF2-40B4-BE49-F238E27FC236}">
                  <a16:creationId xmlns:a16="http://schemas.microsoft.com/office/drawing/2014/main" id="{F25B20D6-CF34-26A0-A50A-6F6588528AFB}"/>
                </a:ext>
              </a:extLst>
            </p:cNvPr>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281" name="直接连接符 280">
            <a:extLst>
              <a:ext uri="{FF2B5EF4-FFF2-40B4-BE49-F238E27FC236}">
                <a16:creationId xmlns:a16="http://schemas.microsoft.com/office/drawing/2014/main" id="{B184FAAC-FBD3-9D82-75FA-C542091B141A}"/>
              </a:ext>
            </a:extLst>
          </p:cNvPr>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282" name="直接连接符 281">
            <a:extLst>
              <a:ext uri="{FF2B5EF4-FFF2-40B4-BE49-F238E27FC236}">
                <a16:creationId xmlns:a16="http://schemas.microsoft.com/office/drawing/2014/main" id="{81EEC103-F809-EFE5-B4C0-E13292F25040}"/>
              </a:ext>
            </a:extLst>
          </p:cNvPr>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283" name="直接连接符 282">
            <a:extLst>
              <a:ext uri="{FF2B5EF4-FFF2-40B4-BE49-F238E27FC236}">
                <a16:creationId xmlns:a16="http://schemas.microsoft.com/office/drawing/2014/main" id="{3F130512-5F27-C467-1E0C-0D052AC961E9}"/>
              </a:ext>
            </a:extLst>
          </p:cNvPr>
          <p:cNvCxnSpPr>
            <a:cxnSpLocks/>
          </p:cNvCxnSpPr>
          <p:nvPr/>
        </p:nvCxnSpPr>
        <p:spPr>
          <a:xfrm>
            <a:off x="5020707" y="2619619"/>
            <a:ext cx="240866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4" name="组合 161">
            <a:extLst>
              <a:ext uri="{FF2B5EF4-FFF2-40B4-BE49-F238E27FC236}">
                <a16:creationId xmlns:a16="http://schemas.microsoft.com/office/drawing/2014/main" id="{D55CB1A7-FCEE-8D21-146E-F6E2AB6E13A7}"/>
              </a:ext>
            </a:extLst>
          </p:cNvPr>
          <p:cNvGrpSpPr>
            <a:grpSpLocks/>
          </p:cNvGrpSpPr>
          <p:nvPr/>
        </p:nvGrpSpPr>
        <p:grpSpPr bwMode="auto">
          <a:xfrm>
            <a:off x="7132142" y="2172364"/>
            <a:ext cx="1370509" cy="767396"/>
            <a:chOff x="7236296" y="2033272"/>
            <a:chExt cx="1654150" cy="1035365"/>
          </a:xfrm>
        </p:grpSpPr>
        <p:graphicFrame>
          <p:nvGraphicFramePr>
            <p:cNvPr id="285" name="Object 425">
              <a:extLst>
                <a:ext uri="{FF2B5EF4-FFF2-40B4-BE49-F238E27FC236}">
                  <a16:creationId xmlns:a16="http://schemas.microsoft.com/office/drawing/2014/main" id="{2EAF4DE6-0E83-2A84-A92E-DB98E6CE37EB}"/>
                </a:ext>
              </a:extLst>
            </p:cNvPr>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285" name="Object 425">
                          <a:extLst>
                            <a:ext uri="{FF2B5EF4-FFF2-40B4-BE49-F238E27FC236}">
                              <a16:creationId xmlns:a16="http://schemas.microsoft.com/office/drawing/2014/main" id="{84BB35E5-FE29-3305-035A-5079D72B0D1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86" name="Text Box 426">
              <a:extLst>
                <a:ext uri="{FF2B5EF4-FFF2-40B4-BE49-F238E27FC236}">
                  <a16:creationId xmlns:a16="http://schemas.microsoft.com/office/drawing/2014/main" id="{325FEDC7-C22A-BDB1-75BF-6A230A76CCCB}"/>
                </a:ext>
              </a:extLst>
            </p:cNvPr>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287" name="单圆角矩形 135">
            <a:extLst>
              <a:ext uri="{FF2B5EF4-FFF2-40B4-BE49-F238E27FC236}">
                <a16:creationId xmlns:a16="http://schemas.microsoft.com/office/drawing/2014/main" id="{70557073-CD21-0491-CFDC-61C27C07CCFA}"/>
              </a:ext>
            </a:extLst>
          </p:cNvPr>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88" name="Text Box 544">
            <a:extLst>
              <a:ext uri="{FF2B5EF4-FFF2-40B4-BE49-F238E27FC236}">
                <a16:creationId xmlns:a16="http://schemas.microsoft.com/office/drawing/2014/main" id="{0CD229BC-1A5F-CDB1-72C3-7BEFCC48C82A}"/>
              </a:ext>
            </a:extLst>
          </p:cNvPr>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89" name="Text Box 546">
            <a:extLst>
              <a:ext uri="{FF2B5EF4-FFF2-40B4-BE49-F238E27FC236}">
                <a16:creationId xmlns:a16="http://schemas.microsoft.com/office/drawing/2014/main" id="{B7DBC15A-DB0E-05C5-8043-E4DE3C398F94}"/>
              </a:ext>
            </a:extLst>
          </p:cNvPr>
          <p:cNvSpPr txBox="1">
            <a:spLocks noChangeArrowheads="1"/>
          </p:cNvSpPr>
          <p:nvPr/>
        </p:nvSpPr>
        <p:spPr bwMode="auto">
          <a:xfrm>
            <a:off x="5949019" y="2110945"/>
            <a:ext cx="646331"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用户面</a:t>
            </a:r>
          </a:p>
        </p:txBody>
      </p:sp>
      <p:sp>
        <p:nvSpPr>
          <p:cNvPr id="290" name="单圆角矩形 138">
            <a:extLst>
              <a:ext uri="{FF2B5EF4-FFF2-40B4-BE49-F238E27FC236}">
                <a16:creationId xmlns:a16="http://schemas.microsoft.com/office/drawing/2014/main" id="{B55D57A4-7C01-423A-799E-05C7EF83A229}"/>
              </a:ext>
            </a:extLst>
          </p:cNvPr>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1" name="Text Box 544">
            <a:extLst>
              <a:ext uri="{FF2B5EF4-FFF2-40B4-BE49-F238E27FC236}">
                <a16:creationId xmlns:a16="http://schemas.microsoft.com/office/drawing/2014/main" id="{B060FB2A-0899-E5DE-BCB5-8836A0B4910B}"/>
              </a:ext>
            </a:extLst>
          </p:cNvPr>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292" name="单圆角矩形 140">
            <a:extLst>
              <a:ext uri="{FF2B5EF4-FFF2-40B4-BE49-F238E27FC236}">
                <a16:creationId xmlns:a16="http://schemas.microsoft.com/office/drawing/2014/main" id="{0D022367-F7EC-1801-C14B-F11DB8EBFD82}"/>
              </a:ext>
            </a:extLst>
          </p:cNvPr>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3" name="Text Box 544">
            <a:extLst>
              <a:ext uri="{FF2B5EF4-FFF2-40B4-BE49-F238E27FC236}">
                <a16:creationId xmlns:a16="http://schemas.microsoft.com/office/drawing/2014/main" id="{D8BFB5B0-1FA9-3F25-27C1-6CCEB1261633}"/>
              </a:ext>
            </a:extLst>
          </p:cNvPr>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sp>
        <p:nvSpPr>
          <p:cNvPr id="294" name="Text Box 546">
            <a:extLst>
              <a:ext uri="{FF2B5EF4-FFF2-40B4-BE49-F238E27FC236}">
                <a16:creationId xmlns:a16="http://schemas.microsoft.com/office/drawing/2014/main" id="{1B37AD83-6A1C-EEEA-EFF3-6121CD6D414E}"/>
              </a:ext>
            </a:extLst>
          </p:cNvPr>
          <p:cNvSpPr txBox="1">
            <a:spLocks noChangeArrowheads="1"/>
          </p:cNvSpPr>
          <p:nvPr/>
        </p:nvSpPr>
        <p:spPr bwMode="auto">
          <a:xfrm>
            <a:off x="5922647" y="1755833"/>
            <a:ext cx="700465"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控制面</a:t>
            </a:r>
          </a:p>
        </p:txBody>
      </p:sp>
      <p:sp>
        <p:nvSpPr>
          <p:cNvPr id="295" name="单圆角矩形 143">
            <a:extLst>
              <a:ext uri="{FF2B5EF4-FFF2-40B4-BE49-F238E27FC236}">
                <a16:creationId xmlns:a16="http://schemas.microsoft.com/office/drawing/2014/main" id="{46AF89AA-B157-78D3-8D82-4FA924C3F514}"/>
              </a:ext>
            </a:extLst>
          </p:cNvPr>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6" name="Text Box 544">
            <a:extLst>
              <a:ext uri="{FF2B5EF4-FFF2-40B4-BE49-F238E27FC236}">
                <a16:creationId xmlns:a16="http://schemas.microsoft.com/office/drawing/2014/main" id="{5B9168AB-D367-C633-C6DC-1DC61B65903A}"/>
              </a:ext>
            </a:extLst>
          </p:cNvPr>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297" name="Text Box 546">
            <a:extLst>
              <a:ext uri="{FF2B5EF4-FFF2-40B4-BE49-F238E27FC236}">
                <a16:creationId xmlns:a16="http://schemas.microsoft.com/office/drawing/2014/main" id="{19A486B3-751C-EEFC-C2C5-29FFBEC1A5CC}"/>
              </a:ext>
            </a:extLst>
          </p:cNvPr>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298" name="直接连接符 297">
            <a:extLst>
              <a:ext uri="{FF2B5EF4-FFF2-40B4-BE49-F238E27FC236}">
                <a16:creationId xmlns:a16="http://schemas.microsoft.com/office/drawing/2014/main" id="{0132EE92-D5A2-9F2D-9BA2-1134C0C1FF0A}"/>
              </a:ext>
            </a:extLst>
          </p:cNvPr>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9" name="直接连接符 298">
            <a:extLst>
              <a:ext uri="{FF2B5EF4-FFF2-40B4-BE49-F238E27FC236}">
                <a16:creationId xmlns:a16="http://schemas.microsoft.com/office/drawing/2014/main" id="{CE3039FD-6854-C547-0934-610BF1E3DD4E}"/>
              </a:ext>
            </a:extLst>
          </p:cNvPr>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300" name="Text Box 546">
            <a:extLst>
              <a:ext uri="{FF2B5EF4-FFF2-40B4-BE49-F238E27FC236}">
                <a16:creationId xmlns:a16="http://schemas.microsoft.com/office/drawing/2014/main" id="{A6C795F1-EDB5-960F-A0AD-754347C27F4E}"/>
              </a:ext>
            </a:extLst>
          </p:cNvPr>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301" name="直接连接符 300">
            <a:extLst>
              <a:ext uri="{FF2B5EF4-FFF2-40B4-BE49-F238E27FC236}">
                <a16:creationId xmlns:a16="http://schemas.microsoft.com/office/drawing/2014/main" id="{FFBA6CD2-8D28-D107-1899-D852DD25D160}"/>
              </a:ext>
            </a:extLst>
          </p:cNvPr>
          <p:cNvCxnSpPr>
            <a:stCxn id="125" idx="1"/>
            <a:endCxn id="125" idx="3"/>
          </p:cNvCxnSpPr>
          <p:nvPr/>
        </p:nvCxnSpPr>
        <p:spPr>
          <a:xfrm>
            <a:off x="4172360" y="2088797"/>
            <a:ext cx="2326708" cy="0"/>
          </a:xfrm>
          <a:prstGeom prst="line">
            <a:avLst/>
          </a:prstGeom>
          <a:ln w="38100">
            <a:solidFill>
              <a:srgbClr val="C3E3F9"/>
            </a:solidFill>
            <a:prstDash val="solid"/>
          </a:ln>
        </p:spPr>
        <p:style>
          <a:lnRef idx="1">
            <a:schemeClr val="accent1"/>
          </a:lnRef>
          <a:fillRef idx="0">
            <a:schemeClr val="accent1"/>
          </a:fillRef>
          <a:effectRef idx="0">
            <a:schemeClr val="accent1"/>
          </a:effectRef>
          <a:fontRef idx="minor">
            <a:schemeClr val="tx1"/>
          </a:fontRef>
        </p:style>
      </p:cxnSp>
      <p:cxnSp>
        <p:nvCxnSpPr>
          <p:cNvPr id="302" name="直接连接符 301">
            <a:extLst>
              <a:ext uri="{FF2B5EF4-FFF2-40B4-BE49-F238E27FC236}">
                <a16:creationId xmlns:a16="http://schemas.microsoft.com/office/drawing/2014/main" id="{0FCBD044-7DB5-8000-5604-6B25EE809907}"/>
              </a:ext>
            </a:extLst>
          </p:cNvPr>
          <p:cNvCxnSpPr>
            <a:stCxn id="292" idx="2"/>
            <a:endCxn id="287"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303" name="Text Box 546">
            <a:extLst>
              <a:ext uri="{FF2B5EF4-FFF2-40B4-BE49-F238E27FC236}">
                <a16:creationId xmlns:a16="http://schemas.microsoft.com/office/drawing/2014/main" id="{E621B9AB-A7D5-B42C-86F1-6C35ACB8321F}"/>
              </a:ext>
            </a:extLst>
          </p:cNvPr>
          <p:cNvSpPr txBox="1">
            <a:spLocks noChangeArrowheads="1"/>
          </p:cNvSpPr>
          <p:nvPr/>
        </p:nvSpPr>
        <p:spPr bwMode="auto">
          <a:xfrm>
            <a:off x="6511564" y="2360665"/>
            <a:ext cx="644727"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IP</a:t>
            </a:r>
            <a:r>
              <a:rPr kumimoji="1" lang="zh-CN" altLang="en-US" sz="1200" b="1" dirty="0">
                <a:latin typeface="微软雅黑" panose="020B0503020204020204" pitchFamily="34" charset="-122"/>
                <a:ea typeface="微软雅黑" panose="020B0503020204020204" pitchFamily="34" charset="-122"/>
              </a:rPr>
              <a:t>分组</a:t>
            </a:r>
          </a:p>
        </p:txBody>
      </p:sp>
    </p:spTree>
    <p:extLst>
      <p:ext uri="{BB962C8B-B14F-4D97-AF65-F5344CB8AC3E}">
        <p14:creationId xmlns:p14="http://schemas.microsoft.com/office/powerpoint/2010/main" val="2063996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53">
                                            <p:txEl>
                                              <p:pRg st="1" end="1"/>
                                            </p:txEl>
                                          </p:spTgt>
                                        </p:tgtEl>
                                        <p:attrNameLst>
                                          <p:attrName>style.visibility</p:attrName>
                                        </p:attrNameLst>
                                      </p:cBhvr>
                                      <p:to>
                                        <p:strVal val="visible"/>
                                      </p:to>
                                    </p:set>
                                  </p:childTnLst>
                                </p:cTn>
                              </p:par>
                              <p:par>
                                <p:cTn id="9" presetID="35" presetClass="emph" presetSubtype="0" repeatCount="3000" fill="hold" grpId="0" nodeType="withEffect">
                                  <p:stCondLst>
                                    <p:cond delay="0"/>
                                  </p:stCondLst>
                                  <p:childTnLst>
                                    <p:anim calcmode="discrete" valueType="str">
                                      <p:cBhvr>
                                        <p:cTn id="10" dur="1000" fill="hold"/>
                                        <p:tgtEl>
                                          <p:spTgt spid="264"/>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265"/>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0"/>
                                  </p:stCondLst>
                                  <p:childTnLst>
                                    <p:anim calcmode="discrete" valueType="str">
                                      <p:cBhvr>
                                        <p:cTn id="14" dur="1000" fill="hold"/>
                                        <p:tgtEl>
                                          <p:spTgt spid="26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P spid="264" grpId="0"/>
      <p:bldP spid="265" grpId="0"/>
      <p:bldP spid="266"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矩形 152"/>
          <p:cNvSpPr/>
          <p:nvPr/>
        </p:nvSpPr>
        <p:spPr>
          <a:xfrm>
            <a:off x="906780" y="3458093"/>
            <a:ext cx="7367327" cy="1102994"/>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分组数据网络网关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P-GW (Packet Data Network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GateWay</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：是核心网通向互联网的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网关路由器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边界路由器，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是核心网对外的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锚点</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(Anchor point)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。负责给所有用户设备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分配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地址</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和确保服务质量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QoS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的数据报在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封装到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GTP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隧道</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中，从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经</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S-GW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到达</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P-GW</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 name="圆角矩形 151">
            <a:extLst>
              <a:ext uri="{FF2B5EF4-FFF2-40B4-BE49-F238E27FC236}">
                <a16:creationId xmlns:a16="http://schemas.microsoft.com/office/drawing/2014/main" id="{2D802D85-3934-2B70-0412-D1573E322BD2}"/>
              </a:ext>
            </a:extLst>
          </p:cNvPr>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3" name="AutoShape 5">
            <a:extLst>
              <a:ext uri="{FF2B5EF4-FFF2-40B4-BE49-F238E27FC236}">
                <a16:creationId xmlns:a16="http://schemas.microsoft.com/office/drawing/2014/main" id="{14AA5E6D-9212-CCDE-143B-3D133793AEC1}"/>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4" name="矩形 4">
            <a:extLst>
              <a:ext uri="{FF2B5EF4-FFF2-40B4-BE49-F238E27FC236}">
                <a16:creationId xmlns:a16="http://schemas.microsoft.com/office/drawing/2014/main" id="{D0946709-154C-A09F-654C-646649A0A84E}"/>
              </a:ext>
            </a:extLst>
          </p:cNvPr>
          <p:cNvSpPr>
            <a:spLocks noChangeArrowheads="1"/>
          </p:cNvSpPr>
          <p:nvPr/>
        </p:nvSpPr>
        <p:spPr bwMode="auto">
          <a:xfrm>
            <a:off x="635844" y="567754"/>
            <a:ext cx="1126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a:t>
            </a:r>
            <a:r>
              <a:rPr lang="zh-CN" altLang="en-US" sz="2000" b="1" dirty="0">
                <a:latin typeface="微软雅黑" pitchFamily="34" charset="-122"/>
                <a:ea typeface="微软雅黑" pitchFamily="34" charset="-122"/>
              </a:rPr>
              <a:t>架构</a:t>
            </a:r>
            <a:endParaRPr lang="zh-CN" altLang="en-US" sz="2000" b="1" dirty="0">
              <a:solidFill>
                <a:srgbClr val="0000CC"/>
              </a:solidFill>
              <a:latin typeface="微软雅黑" pitchFamily="34" charset="-122"/>
              <a:ea typeface="微软雅黑" pitchFamily="34" charset="-122"/>
            </a:endParaRPr>
          </a:p>
        </p:txBody>
      </p:sp>
      <p:sp>
        <p:nvSpPr>
          <p:cNvPr id="125" name="圆角矩形 4">
            <a:extLst>
              <a:ext uri="{FF2B5EF4-FFF2-40B4-BE49-F238E27FC236}">
                <a16:creationId xmlns:a16="http://schemas.microsoft.com/office/drawing/2014/main" id="{3BB789C9-C46E-96DF-C42E-74D115BBB940}"/>
              </a:ext>
            </a:extLst>
          </p:cNvPr>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26" name="圆角矩形 5">
            <a:extLst>
              <a:ext uri="{FF2B5EF4-FFF2-40B4-BE49-F238E27FC236}">
                <a16:creationId xmlns:a16="http://schemas.microsoft.com/office/drawing/2014/main" id="{2019A54D-E621-A6FB-FE69-2A44D889F396}"/>
              </a:ext>
            </a:extLst>
          </p:cNvPr>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27" name="圆角矩形 8">
            <a:extLst>
              <a:ext uri="{FF2B5EF4-FFF2-40B4-BE49-F238E27FC236}">
                <a16:creationId xmlns:a16="http://schemas.microsoft.com/office/drawing/2014/main" id="{4EAB9EA2-6104-9237-446D-CE9CB9D12039}"/>
              </a:ext>
            </a:extLst>
          </p:cNvPr>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8" name="Group 114">
            <a:extLst>
              <a:ext uri="{FF2B5EF4-FFF2-40B4-BE49-F238E27FC236}">
                <a16:creationId xmlns:a16="http://schemas.microsoft.com/office/drawing/2014/main" id="{FAE2648C-C568-9907-2585-72E137D12457}"/>
              </a:ext>
            </a:extLst>
          </p:cNvPr>
          <p:cNvGrpSpPr>
            <a:grpSpLocks/>
          </p:cNvGrpSpPr>
          <p:nvPr/>
        </p:nvGrpSpPr>
        <p:grpSpPr bwMode="auto">
          <a:xfrm>
            <a:off x="3163549" y="1819267"/>
            <a:ext cx="357753" cy="747387"/>
            <a:chOff x="4608" y="700"/>
            <a:chExt cx="306" cy="553"/>
          </a:xfrm>
        </p:grpSpPr>
        <p:grpSp>
          <p:nvGrpSpPr>
            <p:cNvPr id="129" name="Group 115">
              <a:extLst>
                <a:ext uri="{FF2B5EF4-FFF2-40B4-BE49-F238E27FC236}">
                  <a16:creationId xmlns:a16="http://schemas.microsoft.com/office/drawing/2014/main" id="{FA65B11C-87EF-A21B-6DD3-C75BE55E7EE4}"/>
                </a:ext>
              </a:extLst>
            </p:cNvPr>
            <p:cNvGrpSpPr>
              <a:grpSpLocks/>
            </p:cNvGrpSpPr>
            <p:nvPr/>
          </p:nvGrpSpPr>
          <p:grpSpPr bwMode="auto">
            <a:xfrm>
              <a:off x="4694" y="784"/>
              <a:ext cx="134" cy="469"/>
              <a:chOff x="4740" y="784"/>
              <a:chExt cx="88" cy="692"/>
            </a:xfrm>
          </p:grpSpPr>
          <p:sp>
            <p:nvSpPr>
              <p:cNvPr id="169" name="Line 116">
                <a:extLst>
                  <a:ext uri="{FF2B5EF4-FFF2-40B4-BE49-F238E27FC236}">
                    <a16:creationId xmlns:a16="http://schemas.microsoft.com/office/drawing/2014/main" id="{57B5BA24-CFBF-59E3-0346-E1F0BB192263}"/>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70" name="Group 117">
                <a:extLst>
                  <a:ext uri="{FF2B5EF4-FFF2-40B4-BE49-F238E27FC236}">
                    <a16:creationId xmlns:a16="http://schemas.microsoft.com/office/drawing/2014/main" id="{75590786-3605-62A5-EB10-124B0894C70A}"/>
                  </a:ext>
                </a:extLst>
              </p:cNvPr>
              <p:cNvGrpSpPr>
                <a:grpSpLocks/>
              </p:cNvGrpSpPr>
              <p:nvPr/>
            </p:nvGrpSpPr>
            <p:grpSpPr bwMode="auto">
              <a:xfrm>
                <a:off x="4740" y="784"/>
                <a:ext cx="88" cy="692"/>
                <a:chOff x="4740" y="784"/>
                <a:chExt cx="88" cy="692"/>
              </a:xfrm>
            </p:grpSpPr>
            <p:sp>
              <p:nvSpPr>
                <p:cNvPr id="171" name="Line 118">
                  <a:extLst>
                    <a:ext uri="{FF2B5EF4-FFF2-40B4-BE49-F238E27FC236}">
                      <a16:creationId xmlns:a16="http://schemas.microsoft.com/office/drawing/2014/main" id="{E671F317-E28C-0844-79B9-A5AA80BFC870}"/>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119">
                  <a:extLst>
                    <a:ext uri="{FF2B5EF4-FFF2-40B4-BE49-F238E27FC236}">
                      <a16:creationId xmlns:a16="http://schemas.microsoft.com/office/drawing/2014/main" id="{CFA67ECC-5194-28A6-5D96-6206F6F717FF}"/>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120">
                  <a:extLst>
                    <a:ext uri="{FF2B5EF4-FFF2-40B4-BE49-F238E27FC236}">
                      <a16:creationId xmlns:a16="http://schemas.microsoft.com/office/drawing/2014/main" id="{F61B0AEE-EA1A-D0E8-6725-690F170F02E7}"/>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121">
                  <a:extLst>
                    <a:ext uri="{FF2B5EF4-FFF2-40B4-BE49-F238E27FC236}">
                      <a16:creationId xmlns:a16="http://schemas.microsoft.com/office/drawing/2014/main" id="{E7D41585-9988-5D1E-1D5F-CBD95F14E648}"/>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122">
                  <a:extLst>
                    <a:ext uri="{FF2B5EF4-FFF2-40B4-BE49-F238E27FC236}">
                      <a16:creationId xmlns:a16="http://schemas.microsoft.com/office/drawing/2014/main" id="{653E8AA5-7AC7-CFD0-395B-CCC4243A015C}"/>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123">
                  <a:extLst>
                    <a:ext uri="{FF2B5EF4-FFF2-40B4-BE49-F238E27FC236}">
                      <a16:creationId xmlns:a16="http://schemas.microsoft.com/office/drawing/2014/main" id="{86A0616B-2F8C-D128-BBBE-9341FE1E00BA}"/>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124">
                  <a:extLst>
                    <a:ext uri="{FF2B5EF4-FFF2-40B4-BE49-F238E27FC236}">
                      <a16:creationId xmlns:a16="http://schemas.microsoft.com/office/drawing/2014/main" id="{63D9312E-8158-DEE9-8530-0C5CFFA86CD1}"/>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125">
                  <a:extLst>
                    <a:ext uri="{FF2B5EF4-FFF2-40B4-BE49-F238E27FC236}">
                      <a16:creationId xmlns:a16="http://schemas.microsoft.com/office/drawing/2014/main" id="{90849BA7-3A53-1723-322C-68F8885BE9DC}"/>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126">
                  <a:extLst>
                    <a:ext uri="{FF2B5EF4-FFF2-40B4-BE49-F238E27FC236}">
                      <a16:creationId xmlns:a16="http://schemas.microsoft.com/office/drawing/2014/main" id="{ED19BAEB-5D02-D322-9765-0F2711B35BAB}"/>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127">
                  <a:extLst>
                    <a:ext uri="{FF2B5EF4-FFF2-40B4-BE49-F238E27FC236}">
                      <a16:creationId xmlns:a16="http://schemas.microsoft.com/office/drawing/2014/main" id="{B257B0A4-4F70-449D-39F7-C50E1BD4F23D}"/>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Line 128">
                  <a:extLst>
                    <a:ext uri="{FF2B5EF4-FFF2-40B4-BE49-F238E27FC236}">
                      <a16:creationId xmlns:a16="http://schemas.microsoft.com/office/drawing/2014/main" id="{2A707A5E-0EC1-8D92-05A1-A350E0E61D46}"/>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2" name="Line 129">
                  <a:extLst>
                    <a:ext uri="{FF2B5EF4-FFF2-40B4-BE49-F238E27FC236}">
                      <a16:creationId xmlns:a16="http://schemas.microsoft.com/office/drawing/2014/main" id="{4AEC48BF-414B-F772-E52F-DBABB02F68C8}"/>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3" name="Line 130">
                  <a:extLst>
                    <a:ext uri="{FF2B5EF4-FFF2-40B4-BE49-F238E27FC236}">
                      <a16:creationId xmlns:a16="http://schemas.microsoft.com/office/drawing/2014/main" id="{2DFE7502-2450-97A7-EACF-93BE9569229D}"/>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4" name="Oval 131">
                  <a:extLst>
                    <a:ext uri="{FF2B5EF4-FFF2-40B4-BE49-F238E27FC236}">
                      <a16:creationId xmlns:a16="http://schemas.microsoft.com/office/drawing/2014/main" id="{71003A2F-9CE1-3166-5DCB-B3D23A95155E}"/>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2" name="Group 132">
              <a:extLst>
                <a:ext uri="{FF2B5EF4-FFF2-40B4-BE49-F238E27FC236}">
                  <a16:creationId xmlns:a16="http://schemas.microsoft.com/office/drawing/2014/main" id="{15C0C9C4-4AED-FD77-194E-405EF73AC45F}"/>
                </a:ext>
              </a:extLst>
            </p:cNvPr>
            <p:cNvGrpSpPr>
              <a:grpSpLocks/>
            </p:cNvGrpSpPr>
            <p:nvPr/>
          </p:nvGrpSpPr>
          <p:grpSpPr bwMode="auto">
            <a:xfrm>
              <a:off x="4608" y="700"/>
              <a:ext cx="306" cy="90"/>
              <a:chOff x="748" y="2251"/>
              <a:chExt cx="306" cy="90"/>
            </a:xfrm>
          </p:grpSpPr>
          <p:sp>
            <p:nvSpPr>
              <p:cNvPr id="163" name="AutoShape 133">
                <a:extLst>
                  <a:ext uri="{FF2B5EF4-FFF2-40B4-BE49-F238E27FC236}">
                    <a16:creationId xmlns:a16="http://schemas.microsoft.com/office/drawing/2014/main" id="{36BC3F6B-63FD-4662-4515-9D64120B54E3}"/>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4" name="AutoShape 134">
                <a:extLst>
                  <a:ext uri="{FF2B5EF4-FFF2-40B4-BE49-F238E27FC236}">
                    <a16:creationId xmlns:a16="http://schemas.microsoft.com/office/drawing/2014/main" id="{1399FA78-742C-798D-2359-5E40B410F071}"/>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5" name="AutoShape 135">
                <a:extLst>
                  <a:ext uri="{FF2B5EF4-FFF2-40B4-BE49-F238E27FC236}">
                    <a16:creationId xmlns:a16="http://schemas.microsoft.com/office/drawing/2014/main" id="{149CB073-8650-8A06-4FD4-E9D4E01FA440}"/>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6" name="AutoShape 136">
                <a:extLst>
                  <a:ext uri="{FF2B5EF4-FFF2-40B4-BE49-F238E27FC236}">
                    <a16:creationId xmlns:a16="http://schemas.microsoft.com/office/drawing/2014/main" id="{BE713E88-9785-7B71-6D86-278FF207841F}"/>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7" name="AutoShape 137">
                <a:extLst>
                  <a:ext uri="{FF2B5EF4-FFF2-40B4-BE49-F238E27FC236}">
                    <a16:creationId xmlns:a16="http://schemas.microsoft.com/office/drawing/2014/main" id="{5109807F-D56D-8ACD-A259-F05462319045}"/>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8" name="AutoShape 138">
                <a:extLst>
                  <a:ext uri="{FF2B5EF4-FFF2-40B4-BE49-F238E27FC236}">
                    <a16:creationId xmlns:a16="http://schemas.microsoft.com/office/drawing/2014/main" id="{4FA787F3-F5C7-82DE-2E6D-30713F30F9DD}"/>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5" name="Group 4">
            <a:extLst>
              <a:ext uri="{FF2B5EF4-FFF2-40B4-BE49-F238E27FC236}">
                <a16:creationId xmlns:a16="http://schemas.microsoft.com/office/drawing/2014/main" id="{8328CE0A-C9A7-1C05-7745-CB42460E4917}"/>
              </a:ext>
            </a:extLst>
          </p:cNvPr>
          <p:cNvGrpSpPr>
            <a:grpSpLocks/>
          </p:cNvGrpSpPr>
          <p:nvPr/>
        </p:nvGrpSpPr>
        <p:grpSpPr bwMode="auto">
          <a:xfrm>
            <a:off x="1359001" y="1337879"/>
            <a:ext cx="169670" cy="309548"/>
            <a:chOff x="4186" y="1736"/>
            <a:chExt cx="229" cy="461"/>
          </a:xfrm>
        </p:grpSpPr>
        <p:pic>
          <p:nvPicPr>
            <p:cNvPr id="186" name="Picture 5" descr="icon-mobile-phone">
              <a:extLst>
                <a:ext uri="{FF2B5EF4-FFF2-40B4-BE49-F238E27FC236}">
                  <a16:creationId xmlns:a16="http://schemas.microsoft.com/office/drawing/2014/main" id="{8D7E1D3D-359D-B9AB-A028-25E9250F399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7" name="Group 6">
              <a:extLst>
                <a:ext uri="{FF2B5EF4-FFF2-40B4-BE49-F238E27FC236}">
                  <a16:creationId xmlns:a16="http://schemas.microsoft.com/office/drawing/2014/main" id="{70CC2922-F1A8-AD7A-A567-423F3A245388}"/>
                </a:ext>
              </a:extLst>
            </p:cNvPr>
            <p:cNvGrpSpPr>
              <a:grpSpLocks/>
            </p:cNvGrpSpPr>
            <p:nvPr/>
          </p:nvGrpSpPr>
          <p:grpSpPr bwMode="auto">
            <a:xfrm>
              <a:off x="4186" y="1736"/>
              <a:ext cx="198" cy="79"/>
              <a:chOff x="4513" y="1707"/>
              <a:chExt cx="198" cy="177"/>
            </a:xfrm>
          </p:grpSpPr>
          <p:sp>
            <p:nvSpPr>
              <p:cNvPr id="188" name="AutoShape 7">
                <a:extLst>
                  <a:ext uri="{FF2B5EF4-FFF2-40B4-BE49-F238E27FC236}">
                    <a16:creationId xmlns:a16="http://schemas.microsoft.com/office/drawing/2014/main" id="{BE3A6065-1E36-097C-C71E-067BC9C37AC1}"/>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9" name="AutoShape 8">
                <a:extLst>
                  <a:ext uri="{FF2B5EF4-FFF2-40B4-BE49-F238E27FC236}">
                    <a16:creationId xmlns:a16="http://schemas.microsoft.com/office/drawing/2014/main" id="{74019B2F-8C2C-9C65-BC45-2C651C4606CC}"/>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0" name="AutoShape 9">
                <a:extLst>
                  <a:ext uri="{FF2B5EF4-FFF2-40B4-BE49-F238E27FC236}">
                    <a16:creationId xmlns:a16="http://schemas.microsoft.com/office/drawing/2014/main" id="{80DBDF6E-1E7B-116D-BF77-E0D6D66301F0}"/>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1" name="Group 401">
            <a:extLst>
              <a:ext uri="{FF2B5EF4-FFF2-40B4-BE49-F238E27FC236}">
                <a16:creationId xmlns:a16="http://schemas.microsoft.com/office/drawing/2014/main" id="{7FCBD533-B743-D509-0852-9364389E6820}"/>
              </a:ext>
            </a:extLst>
          </p:cNvPr>
          <p:cNvGrpSpPr>
            <a:grpSpLocks/>
          </p:cNvGrpSpPr>
          <p:nvPr/>
        </p:nvGrpSpPr>
        <p:grpSpPr bwMode="auto">
          <a:xfrm>
            <a:off x="1322174" y="2246514"/>
            <a:ext cx="169670" cy="309548"/>
            <a:chOff x="4186" y="1736"/>
            <a:chExt cx="229" cy="461"/>
          </a:xfrm>
        </p:grpSpPr>
        <p:pic>
          <p:nvPicPr>
            <p:cNvPr id="192" name="Picture 402" descr="icon-mobile-phone">
              <a:extLst>
                <a:ext uri="{FF2B5EF4-FFF2-40B4-BE49-F238E27FC236}">
                  <a16:creationId xmlns:a16="http://schemas.microsoft.com/office/drawing/2014/main" id="{85249EE6-4957-8DCA-92C6-595E56EE693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93" name="Group 403">
              <a:extLst>
                <a:ext uri="{FF2B5EF4-FFF2-40B4-BE49-F238E27FC236}">
                  <a16:creationId xmlns:a16="http://schemas.microsoft.com/office/drawing/2014/main" id="{D5C38D7D-528D-5E81-8EFE-2FB9794DA70A}"/>
                </a:ext>
              </a:extLst>
            </p:cNvPr>
            <p:cNvGrpSpPr>
              <a:grpSpLocks/>
            </p:cNvGrpSpPr>
            <p:nvPr/>
          </p:nvGrpSpPr>
          <p:grpSpPr bwMode="auto">
            <a:xfrm>
              <a:off x="4186" y="1736"/>
              <a:ext cx="198" cy="79"/>
              <a:chOff x="4513" y="1707"/>
              <a:chExt cx="198" cy="177"/>
            </a:xfrm>
          </p:grpSpPr>
          <p:sp>
            <p:nvSpPr>
              <p:cNvPr id="194" name="AutoShape 404">
                <a:extLst>
                  <a:ext uri="{FF2B5EF4-FFF2-40B4-BE49-F238E27FC236}">
                    <a16:creationId xmlns:a16="http://schemas.microsoft.com/office/drawing/2014/main" id="{C49EDCF9-2348-4602-3B1B-D7FDD95A0AFE}"/>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5" name="AutoShape 405">
                <a:extLst>
                  <a:ext uri="{FF2B5EF4-FFF2-40B4-BE49-F238E27FC236}">
                    <a16:creationId xmlns:a16="http://schemas.microsoft.com/office/drawing/2014/main" id="{361ABED6-E639-4747-3584-B1A5E4669420}"/>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6" name="AutoShape 406">
                <a:extLst>
                  <a:ext uri="{FF2B5EF4-FFF2-40B4-BE49-F238E27FC236}">
                    <a16:creationId xmlns:a16="http://schemas.microsoft.com/office/drawing/2014/main" id="{2B9CB9D3-AC00-0AF4-3C6A-505695DCE415}"/>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197" name="Object 36">
            <a:hlinkClick r:id="" action="ppaction://ole?verb=0"/>
            <a:extLst>
              <a:ext uri="{FF2B5EF4-FFF2-40B4-BE49-F238E27FC236}">
                <a16:creationId xmlns:a16="http://schemas.microsoft.com/office/drawing/2014/main" id="{4D642C11-671B-C149-3E7D-0105CB2D4F93}"/>
              </a:ext>
            </a:extLst>
          </p:cNvPr>
          <p:cNvGraphicFramePr>
            <a:graphicFrameLocks/>
          </p:cNvGraphicFramePr>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197" name="Object 36">
                        <a:hlinkClick r:id="" action="ppaction://ole?verb=0"/>
                        <a:extLst>
                          <a:ext uri="{FF2B5EF4-FFF2-40B4-BE49-F238E27FC236}">
                            <a16:creationId xmlns:a16="http://schemas.microsoft.com/office/drawing/2014/main" id="{19F6444C-386E-9AB7-48ED-CD49181C1DF8}"/>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198" name="直接连接符 197">
            <a:extLst>
              <a:ext uri="{FF2B5EF4-FFF2-40B4-BE49-F238E27FC236}">
                <a16:creationId xmlns:a16="http://schemas.microsoft.com/office/drawing/2014/main" id="{C31958C4-08F6-B4F8-3F76-BED0E063999F}"/>
              </a:ext>
            </a:extLst>
          </p:cNvPr>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sp>
        <p:nvSpPr>
          <p:cNvPr id="199" name="Text Box 546">
            <a:extLst>
              <a:ext uri="{FF2B5EF4-FFF2-40B4-BE49-F238E27FC236}">
                <a16:creationId xmlns:a16="http://schemas.microsoft.com/office/drawing/2014/main" id="{00837C8E-C55E-D6AA-B636-4EF62C212377}"/>
              </a:ext>
            </a:extLst>
          </p:cNvPr>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200" name="直接连接符 199">
            <a:extLst>
              <a:ext uri="{FF2B5EF4-FFF2-40B4-BE49-F238E27FC236}">
                <a16:creationId xmlns:a16="http://schemas.microsoft.com/office/drawing/2014/main" id="{41529D48-E8F7-8E12-D545-03F0AAD9F57F}"/>
              </a:ext>
            </a:extLst>
          </p:cNvPr>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1" name="直接连接符 200">
            <a:extLst>
              <a:ext uri="{FF2B5EF4-FFF2-40B4-BE49-F238E27FC236}">
                <a16:creationId xmlns:a16="http://schemas.microsoft.com/office/drawing/2014/main" id="{29E43824-0DAB-AC85-B8D9-7ACE4AA65890}"/>
              </a:ext>
            </a:extLst>
          </p:cNvPr>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02" name="Text Box 546">
            <a:extLst>
              <a:ext uri="{FF2B5EF4-FFF2-40B4-BE49-F238E27FC236}">
                <a16:creationId xmlns:a16="http://schemas.microsoft.com/office/drawing/2014/main" id="{EBB2BD35-2332-54B0-4326-FCFEB4A7B9EA}"/>
              </a:ext>
            </a:extLst>
          </p:cNvPr>
          <p:cNvSpPr txBox="1">
            <a:spLocks noChangeArrowheads="1"/>
          </p:cNvSpPr>
          <p:nvPr/>
        </p:nvSpPr>
        <p:spPr bwMode="auto">
          <a:xfrm>
            <a:off x="2386613" y="2924459"/>
            <a:ext cx="954107" cy="488019"/>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a:t>
            </a:r>
          </a:p>
        </p:txBody>
      </p:sp>
      <p:sp>
        <p:nvSpPr>
          <p:cNvPr id="203" name="Text Box 546">
            <a:extLst>
              <a:ext uri="{FF2B5EF4-FFF2-40B4-BE49-F238E27FC236}">
                <a16:creationId xmlns:a16="http://schemas.microsoft.com/office/drawing/2014/main" id="{00B3135F-C72C-6C24-1208-D2A48598D087}"/>
              </a:ext>
            </a:extLst>
          </p:cNvPr>
          <p:cNvSpPr txBox="1">
            <a:spLocks noChangeArrowheads="1"/>
          </p:cNvSpPr>
          <p:nvPr/>
        </p:nvSpPr>
        <p:spPr bwMode="auto">
          <a:xfrm>
            <a:off x="4792896" y="2924459"/>
            <a:ext cx="954107" cy="488019"/>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a:t>
            </a:r>
          </a:p>
        </p:txBody>
      </p:sp>
      <p:cxnSp>
        <p:nvCxnSpPr>
          <p:cNvPr id="204" name="直接连接符 203">
            <a:extLst>
              <a:ext uri="{FF2B5EF4-FFF2-40B4-BE49-F238E27FC236}">
                <a16:creationId xmlns:a16="http://schemas.microsoft.com/office/drawing/2014/main" id="{A988B446-7455-8A6E-47B8-684212B93557}"/>
              </a:ext>
            </a:extLst>
          </p:cNvPr>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直接连接符 204">
            <a:extLst>
              <a:ext uri="{FF2B5EF4-FFF2-40B4-BE49-F238E27FC236}">
                <a16:creationId xmlns:a16="http://schemas.microsoft.com/office/drawing/2014/main" id="{A3A85D8B-E06B-0C35-8AC9-53DD5918CE58}"/>
              </a:ext>
            </a:extLst>
          </p:cNvPr>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直接连接符 205">
            <a:extLst>
              <a:ext uri="{FF2B5EF4-FFF2-40B4-BE49-F238E27FC236}">
                <a16:creationId xmlns:a16="http://schemas.microsoft.com/office/drawing/2014/main" id="{C2702682-1C16-581F-FC4A-F56C54AF72C3}"/>
              </a:ext>
            </a:extLst>
          </p:cNvPr>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7" name="Group 114">
            <a:extLst>
              <a:ext uri="{FF2B5EF4-FFF2-40B4-BE49-F238E27FC236}">
                <a16:creationId xmlns:a16="http://schemas.microsoft.com/office/drawing/2014/main" id="{6D02320F-F8E5-3DA8-3686-456692D0EA59}"/>
              </a:ext>
            </a:extLst>
          </p:cNvPr>
          <p:cNvGrpSpPr>
            <a:grpSpLocks/>
          </p:cNvGrpSpPr>
          <p:nvPr/>
        </p:nvGrpSpPr>
        <p:grpSpPr bwMode="auto">
          <a:xfrm>
            <a:off x="2206034" y="2119399"/>
            <a:ext cx="357753" cy="747388"/>
            <a:chOff x="4608" y="700"/>
            <a:chExt cx="306" cy="553"/>
          </a:xfrm>
        </p:grpSpPr>
        <p:grpSp>
          <p:nvGrpSpPr>
            <p:cNvPr id="208" name="Group 115">
              <a:extLst>
                <a:ext uri="{FF2B5EF4-FFF2-40B4-BE49-F238E27FC236}">
                  <a16:creationId xmlns:a16="http://schemas.microsoft.com/office/drawing/2014/main" id="{35CE31E9-95DE-908C-2A38-72568CE2AE4D}"/>
                </a:ext>
              </a:extLst>
            </p:cNvPr>
            <p:cNvGrpSpPr>
              <a:grpSpLocks/>
            </p:cNvGrpSpPr>
            <p:nvPr/>
          </p:nvGrpSpPr>
          <p:grpSpPr bwMode="auto">
            <a:xfrm>
              <a:off x="4694" y="784"/>
              <a:ext cx="134" cy="469"/>
              <a:chOff x="4740" y="784"/>
              <a:chExt cx="88" cy="692"/>
            </a:xfrm>
          </p:grpSpPr>
          <p:sp>
            <p:nvSpPr>
              <p:cNvPr id="216" name="Line 116">
                <a:extLst>
                  <a:ext uri="{FF2B5EF4-FFF2-40B4-BE49-F238E27FC236}">
                    <a16:creationId xmlns:a16="http://schemas.microsoft.com/office/drawing/2014/main" id="{3FC0FA63-267D-F6D4-38CA-6F949BDD6FAA}"/>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17" name="Group 117">
                <a:extLst>
                  <a:ext uri="{FF2B5EF4-FFF2-40B4-BE49-F238E27FC236}">
                    <a16:creationId xmlns:a16="http://schemas.microsoft.com/office/drawing/2014/main" id="{32DD96A2-C71A-4AF8-6B47-FFC3BD66C4F3}"/>
                  </a:ext>
                </a:extLst>
              </p:cNvPr>
              <p:cNvGrpSpPr>
                <a:grpSpLocks/>
              </p:cNvGrpSpPr>
              <p:nvPr/>
            </p:nvGrpSpPr>
            <p:grpSpPr bwMode="auto">
              <a:xfrm>
                <a:off x="4740" y="784"/>
                <a:ext cx="88" cy="692"/>
                <a:chOff x="4740" y="784"/>
                <a:chExt cx="88" cy="692"/>
              </a:xfrm>
            </p:grpSpPr>
            <p:sp>
              <p:nvSpPr>
                <p:cNvPr id="218" name="Line 118">
                  <a:extLst>
                    <a:ext uri="{FF2B5EF4-FFF2-40B4-BE49-F238E27FC236}">
                      <a16:creationId xmlns:a16="http://schemas.microsoft.com/office/drawing/2014/main" id="{F23C1098-867C-098B-61B9-AD2A4E7EDC02}"/>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9" name="Line 119">
                  <a:extLst>
                    <a:ext uri="{FF2B5EF4-FFF2-40B4-BE49-F238E27FC236}">
                      <a16:creationId xmlns:a16="http://schemas.microsoft.com/office/drawing/2014/main" id="{63B232E3-5572-AABE-2BF4-0D73CF9CD0E6}"/>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0" name="Line 120">
                  <a:extLst>
                    <a:ext uri="{FF2B5EF4-FFF2-40B4-BE49-F238E27FC236}">
                      <a16:creationId xmlns:a16="http://schemas.microsoft.com/office/drawing/2014/main" id="{6286BAB8-3C08-D94D-5E3A-234E78FA79D3}"/>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1" name="Line 121">
                  <a:extLst>
                    <a:ext uri="{FF2B5EF4-FFF2-40B4-BE49-F238E27FC236}">
                      <a16:creationId xmlns:a16="http://schemas.microsoft.com/office/drawing/2014/main" id="{69CAD5BF-9A21-7214-DD00-929164BFAA87}"/>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2" name="Line 122">
                  <a:extLst>
                    <a:ext uri="{FF2B5EF4-FFF2-40B4-BE49-F238E27FC236}">
                      <a16:creationId xmlns:a16="http://schemas.microsoft.com/office/drawing/2014/main" id="{B8E4ACD1-DE86-1D19-7A17-C8BE43FAEA78}"/>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3" name="Line 123">
                  <a:extLst>
                    <a:ext uri="{FF2B5EF4-FFF2-40B4-BE49-F238E27FC236}">
                      <a16:creationId xmlns:a16="http://schemas.microsoft.com/office/drawing/2014/main" id="{6EA550B1-6E82-CA1D-CE46-BAE92935F083}"/>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4" name="Line 124">
                  <a:extLst>
                    <a:ext uri="{FF2B5EF4-FFF2-40B4-BE49-F238E27FC236}">
                      <a16:creationId xmlns:a16="http://schemas.microsoft.com/office/drawing/2014/main" id="{68778EE5-3414-563F-5069-4E187CF832E4}"/>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5" name="Line 125">
                  <a:extLst>
                    <a:ext uri="{FF2B5EF4-FFF2-40B4-BE49-F238E27FC236}">
                      <a16:creationId xmlns:a16="http://schemas.microsoft.com/office/drawing/2014/main" id="{4FA73A3D-502B-8C1E-05D8-3A00D13B33FB}"/>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6" name="Line 126">
                  <a:extLst>
                    <a:ext uri="{FF2B5EF4-FFF2-40B4-BE49-F238E27FC236}">
                      <a16:creationId xmlns:a16="http://schemas.microsoft.com/office/drawing/2014/main" id="{A298277E-DA07-C0BE-FCFB-CC5503DD174C}"/>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7" name="Line 127">
                  <a:extLst>
                    <a:ext uri="{FF2B5EF4-FFF2-40B4-BE49-F238E27FC236}">
                      <a16:creationId xmlns:a16="http://schemas.microsoft.com/office/drawing/2014/main" id="{E05587A5-682A-BECC-F3B9-4976004633A9}"/>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8" name="Line 128">
                  <a:extLst>
                    <a:ext uri="{FF2B5EF4-FFF2-40B4-BE49-F238E27FC236}">
                      <a16:creationId xmlns:a16="http://schemas.microsoft.com/office/drawing/2014/main" id="{21A7559C-0982-2F2A-793B-7A072B02AD8D}"/>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9" name="Line 129">
                  <a:extLst>
                    <a:ext uri="{FF2B5EF4-FFF2-40B4-BE49-F238E27FC236}">
                      <a16:creationId xmlns:a16="http://schemas.microsoft.com/office/drawing/2014/main" id="{1FE97373-147E-490D-0203-D6B19991D6C7}"/>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0" name="Line 130">
                  <a:extLst>
                    <a:ext uri="{FF2B5EF4-FFF2-40B4-BE49-F238E27FC236}">
                      <a16:creationId xmlns:a16="http://schemas.microsoft.com/office/drawing/2014/main" id="{C3EA172C-FC02-E6A3-D978-49F37A29AC2F}"/>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1" name="Oval 131">
                  <a:extLst>
                    <a:ext uri="{FF2B5EF4-FFF2-40B4-BE49-F238E27FC236}">
                      <a16:creationId xmlns:a16="http://schemas.microsoft.com/office/drawing/2014/main" id="{8CDB2ADA-EE43-7D3E-001D-C3AE235EE3BF}"/>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9" name="Group 132">
              <a:extLst>
                <a:ext uri="{FF2B5EF4-FFF2-40B4-BE49-F238E27FC236}">
                  <a16:creationId xmlns:a16="http://schemas.microsoft.com/office/drawing/2014/main" id="{3B8BCA62-8DD6-88AD-B066-732FCD54599E}"/>
                </a:ext>
              </a:extLst>
            </p:cNvPr>
            <p:cNvGrpSpPr>
              <a:grpSpLocks/>
            </p:cNvGrpSpPr>
            <p:nvPr/>
          </p:nvGrpSpPr>
          <p:grpSpPr bwMode="auto">
            <a:xfrm>
              <a:off x="4608" y="700"/>
              <a:ext cx="306" cy="90"/>
              <a:chOff x="748" y="2251"/>
              <a:chExt cx="306" cy="90"/>
            </a:xfrm>
          </p:grpSpPr>
          <p:sp>
            <p:nvSpPr>
              <p:cNvPr id="210" name="AutoShape 133">
                <a:extLst>
                  <a:ext uri="{FF2B5EF4-FFF2-40B4-BE49-F238E27FC236}">
                    <a16:creationId xmlns:a16="http://schemas.microsoft.com/office/drawing/2014/main" id="{B9ED69B2-B4AE-77E2-D2A9-008547FCB076}"/>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1" name="AutoShape 134">
                <a:extLst>
                  <a:ext uri="{FF2B5EF4-FFF2-40B4-BE49-F238E27FC236}">
                    <a16:creationId xmlns:a16="http://schemas.microsoft.com/office/drawing/2014/main" id="{9EFCB6FD-DD68-ED59-68AB-552E38D5B60A}"/>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2" name="AutoShape 135">
                <a:extLst>
                  <a:ext uri="{FF2B5EF4-FFF2-40B4-BE49-F238E27FC236}">
                    <a16:creationId xmlns:a16="http://schemas.microsoft.com/office/drawing/2014/main" id="{1CAE91CB-75D8-F31C-ABC4-336A75B197F0}"/>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3" name="AutoShape 136">
                <a:extLst>
                  <a:ext uri="{FF2B5EF4-FFF2-40B4-BE49-F238E27FC236}">
                    <a16:creationId xmlns:a16="http://schemas.microsoft.com/office/drawing/2014/main" id="{60B554D4-A6BA-3EAB-77E6-537164D58CDD}"/>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4" name="AutoShape 137">
                <a:extLst>
                  <a:ext uri="{FF2B5EF4-FFF2-40B4-BE49-F238E27FC236}">
                    <a16:creationId xmlns:a16="http://schemas.microsoft.com/office/drawing/2014/main" id="{3AE91BC8-6504-0862-3722-C965F84AD821}"/>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5" name="AutoShape 138">
                <a:extLst>
                  <a:ext uri="{FF2B5EF4-FFF2-40B4-BE49-F238E27FC236}">
                    <a16:creationId xmlns:a16="http://schemas.microsoft.com/office/drawing/2014/main" id="{3BF8F000-F042-1AD8-F414-1D54AB27F9F9}"/>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2" name="Group 114">
            <a:extLst>
              <a:ext uri="{FF2B5EF4-FFF2-40B4-BE49-F238E27FC236}">
                <a16:creationId xmlns:a16="http://schemas.microsoft.com/office/drawing/2014/main" id="{39BF1252-BC33-E03D-7306-74E8B10878FE}"/>
              </a:ext>
            </a:extLst>
          </p:cNvPr>
          <p:cNvGrpSpPr>
            <a:grpSpLocks/>
          </p:cNvGrpSpPr>
          <p:nvPr/>
        </p:nvGrpSpPr>
        <p:grpSpPr bwMode="auto">
          <a:xfrm>
            <a:off x="2515122" y="1337879"/>
            <a:ext cx="357753" cy="747388"/>
            <a:chOff x="4608" y="700"/>
            <a:chExt cx="306" cy="553"/>
          </a:xfrm>
        </p:grpSpPr>
        <p:grpSp>
          <p:nvGrpSpPr>
            <p:cNvPr id="233" name="Group 115">
              <a:extLst>
                <a:ext uri="{FF2B5EF4-FFF2-40B4-BE49-F238E27FC236}">
                  <a16:creationId xmlns:a16="http://schemas.microsoft.com/office/drawing/2014/main" id="{FD353BCF-20A6-D54C-3EA8-FF69440496F5}"/>
                </a:ext>
              </a:extLst>
            </p:cNvPr>
            <p:cNvGrpSpPr>
              <a:grpSpLocks/>
            </p:cNvGrpSpPr>
            <p:nvPr/>
          </p:nvGrpSpPr>
          <p:grpSpPr bwMode="auto">
            <a:xfrm>
              <a:off x="4694" y="784"/>
              <a:ext cx="134" cy="469"/>
              <a:chOff x="4740" y="784"/>
              <a:chExt cx="88" cy="692"/>
            </a:xfrm>
          </p:grpSpPr>
          <p:sp>
            <p:nvSpPr>
              <p:cNvPr id="241" name="Line 116">
                <a:extLst>
                  <a:ext uri="{FF2B5EF4-FFF2-40B4-BE49-F238E27FC236}">
                    <a16:creationId xmlns:a16="http://schemas.microsoft.com/office/drawing/2014/main" id="{26480DAA-D55A-2899-C4EF-C7B18DBAEF1F}"/>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2" name="Group 117">
                <a:extLst>
                  <a:ext uri="{FF2B5EF4-FFF2-40B4-BE49-F238E27FC236}">
                    <a16:creationId xmlns:a16="http://schemas.microsoft.com/office/drawing/2014/main" id="{3EE31DDB-2E88-E700-C1E2-95BE2C77707C}"/>
                  </a:ext>
                </a:extLst>
              </p:cNvPr>
              <p:cNvGrpSpPr>
                <a:grpSpLocks/>
              </p:cNvGrpSpPr>
              <p:nvPr/>
            </p:nvGrpSpPr>
            <p:grpSpPr bwMode="auto">
              <a:xfrm>
                <a:off x="4740" y="784"/>
                <a:ext cx="88" cy="692"/>
                <a:chOff x="4740" y="784"/>
                <a:chExt cx="88" cy="692"/>
              </a:xfrm>
            </p:grpSpPr>
            <p:sp>
              <p:nvSpPr>
                <p:cNvPr id="243" name="Line 118">
                  <a:extLst>
                    <a:ext uri="{FF2B5EF4-FFF2-40B4-BE49-F238E27FC236}">
                      <a16:creationId xmlns:a16="http://schemas.microsoft.com/office/drawing/2014/main" id="{9E99D450-47E7-40CD-2B32-4C7BBE7F45DC}"/>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4" name="Line 119">
                  <a:extLst>
                    <a:ext uri="{FF2B5EF4-FFF2-40B4-BE49-F238E27FC236}">
                      <a16:creationId xmlns:a16="http://schemas.microsoft.com/office/drawing/2014/main" id="{2A3922A9-0ADE-22F8-502A-D734507164DD}"/>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5" name="Line 120">
                  <a:extLst>
                    <a:ext uri="{FF2B5EF4-FFF2-40B4-BE49-F238E27FC236}">
                      <a16:creationId xmlns:a16="http://schemas.microsoft.com/office/drawing/2014/main" id="{064EEFB3-1276-9F1E-7329-164AFF41B133}"/>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6" name="Line 121">
                  <a:extLst>
                    <a:ext uri="{FF2B5EF4-FFF2-40B4-BE49-F238E27FC236}">
                      <a16:creationId xmlns:a16="http://schemas.microsoft.com/office/drawing/2014/main" id="{04B468CA-B9DF-94FF-F2B3-B74C07287B0B}"/>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7" name="Line 122">
                  <a:extLst>
                    <a:ext uri="{FF2B5EF4-FFF2-40B4-BE49-F238E27FC236}">
                      <a16:creationId xmlns:a16="http://schemas.microsoft.com/office/drawing/2014/main" id="{1D3E7291-7247-373C-D8A1-F1AD580F1AF9}"/>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8" name="Line 123">
                  <a:extLst>
                    <a:ext uri="{FF2B5EF4-FFF2-40B4-BE49-F238E27FC236}">
                      <a16:creationId xmlns:a16="http://schemas.microsoft.com/office/drawing/2014/main" id="{7D08BA5F-A4F3-75F2-BFDD-450B6B56C4C1}"/>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9" name="Line 124">
                  <a:extLst>
                    <a:ext uri="{FF2B5EF4-FFF2-40B4-BE49-F238E27FC236}">
                      <a16:creationId xmlns:a16="http://schemas.microsoft.com/office/drawing/2014/main" id="{B44846D0-FB9C-2149-50D9-2CF7F576710C}"/>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0" name="Line 125">
                  <a:extLst>
                    <a:ext uri="{FF2B5EF4-FFF2-40B4-BE49-F238E27FC236}">
                      <a16:creationId xmlns:a16="http://schemas.microsoft.com/office/drawing/2014/main" id="{7FE2436D-501F-308F-2EEF-1C2C26E7198C}"/>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1" name="Line 126">
                  <a:extLst>
                    <a:ext uri="{FF2B5EF4-FFF2-40B4-BE49-F238E27FC236}">
                      <a16:creationId xmlns:a16="http://schemas.microsoft.com/office/drawing/2014/main" id="{719B30D7-FFCC-2F35-7EDE-6E091D8A3FA4}"/>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2" name="Line 127">
                  <a:extLst>
                    <a:ext uri="{FF2B5EF4-FFF2-40B4-BE49-F238E27FC236}">
                      <a16:creationId xmlns:a16="http://schemas.microsoft.com/office/drawing/2014/main" id="{2F56E2F2-F17E-24B4-563B-E8706DD5C18C}"/>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3" name="Line 128">
                  <a:extLst>
                    <a:ext uri="{FF2B5EF4-FFF2-40B4-BE49-F238E27FC236}">
                      <a16:creationId xmlns:a16="http://schemas.microsoft.com/office/drawing/2014/main" id="{4126EF63-900B-FA04-3417-4AC651B2DCCF}"/>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4" name="Line 129">
                  <a:extLst>
                    <a:ext uri="{FF2B5EF4-FFF2-40B4-BE49-F238E27FC236}">
                      <a16:creationId xmlns:a16="http://schemas.microsoft.com/office/drawing/2014/main" id="{5FB23C70-CB2E-50C3-1670-1E09FFD65E3E}"/>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5" name="Line 130">
                  <a:extLst>
                    <a:ext uri="{FF2B5EF4-FFF2-40B4-BE49-F238E27FC236}">
                      <a16:creationId xmlns:a16="http://schemas.microsoft.com/office/drawing/2014/main" id="{3F144A97-E00C-73C2-3FC5-600006F8684F}"/>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6" name="Oval 131">
                  <a:extLst>
                    <a:ext uri="{FF2B5EF4-FFF2-40B4-BE49-F238E27FC236}">
                      <a16:creationId xmlns:a16="http://schemas.microsoft.com/office/drawing/2014/main" id="{16BD708D-85D4-280F-F283-E415FE686A89}"/>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4" name="Group 132">
              <a:extLst>
                <a:ext uri="{FF2B5EF4-FFF2-40B4-BE49-F238E27FC236}">
                  <a16:creationId xmlns:a16="http://schemas.microsoft.com/office/drawing/2014/main" id="{0AE54DAB-5DA0-DC8D-5AA1-6789E868FAFC}"/>
                </a:ext>
              </a:extLst>
            </p:cNvPr>
            <p:cNvGrpSpPr>
              <a:grpSpLocks/>
            </p:cNvGrpSpPr>
            <p:nvPr/>
          </p:nvGrpSpPr>
          <p:grpSpPr bwMode="auto">
            <a:xfrm>
              <a:off x="4608" y="700"/>
              <a:ext cx="306" cy="90"/>
              <a:chOff x="748" y="2251"/>
              <a:chExt cx="306" cy="90"/>
            </a:xfrm>
          </p:grpSpPr>
          <p:sp>
            <p:nvSpPr>
              <p:cNvPr id="235" name="AutoShape 133">
                <a:extLst>
                  <a:ext uri="{FF2B5EF4-FFF2-40B4-BE49-F238E27FC236}">
                    <a16:creationId xmlns:a16="http://schemas.microsoft.com/office/drawing/2014/main" id="{D191FE91-DFFB-4ACD-5FA4-653707E04D56}"/>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6" name="AutoShape 134">
                <a:extLst>
                  <a:ext uri="{FF2B5EF4-FFF2-40B4-BE49-F238E27FC236}">
                    <a16:creationId xmlns:a16="http://schemas.microsoft.com/office/drawing/2014/main" id="{491E6373-A45A-6F57-EC95-CB803EB17CCA}"/>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7" name="AutoShape 135">
                <a:extLst>
                  <a:ext uri="{FF2B5EF4-FFF2-40B4-BE49-F238E27FC236}">
                    <a16:creationId xmlns:a16="http://schemas.microsoft.com/office/drawing/2014/main" id="{B470811F-EDB3-72B4-CEB4-8BCAE2DC5607}"/>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8" name="AutoShape 136">
                <a:extLst>
                  <a:ext uri="{FF2B5EF4-FFF2-40B4-BE49-F238E27FC236}">
                    <a16:creationId xmlns:a16="http://schemas.microsoft.com/office/drawing/2014/main" id="{141FC671-AA11-9CDF-590F-83470758E7D9}"/>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9" name="AutoShape 137">
                <a:extLst>
                  <a:ext uri="{FF2B5EF4-FFF2-40B4-BE49-F238E27FC236}">
                    <a16:creationId xmlns:a16="http://schemas.microsoft.com/office/drawing/2014/main" id="{6E5B717B-E4CC-9BEB-730F-38E36B4CD467}"/>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0" name="AutoShape 138">
                <a:extLst>
                  <a:ext uri="{FF2B5EF4-FFF2-40B4-BE49-F238E27FC236}">
                    <a16:creationId xmlns:a16="http://schemas.microsoft.com/office/drawing/2014/main" id="{A83F5DB7-3F03-ABD8-8A62-186CEEEA43E6}"/>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257" name="Text Box 546">
            <a:extLst>
              <a:ext uri="{FF2B5EF4-FFF2-40B4-BE49-F238E27FC236}">
                <a16:creationId xmlns:a16="http://schemas.microsoft.com/office/drawing/2014/main" id="{320D5717-E725-4CD1-0B1B-50A747F8BA9F}"/>
              </a:ext>
            </a:extLst>
          </p:cNvPr>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58" name="Text Box 546">
            <a:extLst>
              <a:ext uri="{FF2B5EF4-FFF2-40B4-BE49-F238E27FC236}">
                <a16:creationId xmlns:a16="http://schemas.microsoft.com/office/drawing/2014/main" id="{35B31A88-1B06-54E9-9475-161047024261}"/>
              </a:ext>
            </a:extLst>
          </p:cNvPr>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259" name="直接连接符 258">
            <a:extLst>
              <a:ext uri="{FF2B5EF4-FFF2-40B4-BE49-F238E27FC236}">
                <a16:creationId xmlns:a16="http://schemas.microsoft.com/office/drawing/2014/main" id="{68A4658F-FB84-0830-F955-DA166E8E181A}"/>
              </a:ext>
            </a:extLst>
          </p:cNvPr>
          <p:cNvCxnSpPr>
            <a:stCxn id="24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0" name="直接连接符 259">
            <a:extLst>
              <a:ext uri="{FF2B5EF4-FFF2-40B4-BE49-F238E27FC236}">
                <a16:creationId xmlns:a16="http://schemas.microsoft.com/office/drawing/2014/main" id="{00B44DF8-C2A0-5C3D-92F7-CC706A1D9D49}"/>
              </a:ext>
            </a:extLst>
          </p:cNvPr>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1" name="直接连接符 260">
            <a:extLst>
              <a:ext uri="{FF2B5EF4-FFF2-40B4-BE49-F238E27FC236}">
                <a16:creationId xmlns:a16="http://schemas.microsoft.com/office/drawing/2014/main" id="{8A07D8AD-6A5B-D9AF-B8D8-CF431BA4F5CA}"/>
              </a:ext>
            </a:extLst>
          </p:cNvPr>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62" name="Freeform 294">
            <a:extLst>
              <a:ext uri="{FF2B5EF4-FFF2-40B4-BE49-F238E27FC236}">
                <a16:creationId xmlns:a16="http://schemas.microsoft.com/office/drawing/2014/main" id="{B50A78C2-6626-0901-344B-FC9BFC265FF1}"/>
              </a:ext>
            </a:extLst>
          </p:cNvPr>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3" name="Freeform 294">
            <a:extLst>
              <a:ext uri="{FF2B5EF4-FFF2-40B4-BE49-F238E27FC236}">
                <a16:creationId xmlns:a16="http://schemas.microsoft.com/office/drawing/2014/main" id="{B5F569C7-DA49-FF82-4E31-B8EB8F5AB114}"/>
              </a:ext>
            </a:extLst>
          </p:cNvPr>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4" name="Text Box 543">
            <a:extLst>
              <a:ext uri="{FF2B5EF4-FFF2-40B4-BE49-F238E27FC236}">
                <a16:creationId xmlns:a16="http://schemas.microsoft.com/office/drawing/2014/main" id="{A649A3CD-935E-B2B6-0DC0-6E4F2E79F467}"/>
              </a:ext>
            </a:extLst>
          </p:cNvPr>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UE</a:t>
            </a:r>
            <a:endParaRPr kumimoji="1" lang="zh-CN" altLang="en-US" sz="1200" b="1" dirty="0">
              <a:latin typeface="微软雅黑" panose="020B0503020204020204" pitchFamily="34" charset="-122"/>
              <a:ea typeface="微软雅黑" panose="020B0503020204020204" pitchFamily="34" charset="-122"/>
            </a:endParaRPr>
          </a:p>
        </p:txBody>
      </p:sp>
      <p:sp>
        <p:nvSpPr>
          <p:cNvPr id="265" name="Text Box 546">
            <a:extLst>
              <a:ext uri="{FF2B5EF4-FFF2-40B4-BE49-F238E27FC236}">
                <a16:creationId xmlns:a16="http://schemas.microsoft.com/office/drawing/2014/main" id="{08F53CFF-3518-18AD-483F-AC61B01DE133}"/>
              </a:ext>
            </a:extLst>
          </p:cNvPr>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266" name="Text Box 546">
            <a:extLst>
              <a:ext uri="{FF2B5EF4-FFF2-40B4-BE49-F238E27FC236}">
                <a16:creationId xmlns:a16="http://schemas.microsoft.com/office/drawing/2014/main" id="{24E64BCB-F125-3170-5C07-C0A4FA4E065B}"/>
              </a:ext>
            </a:extLst>
          </p:cNvPr>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267" name="肘形连接符 116">
            <a:extLst>
              <a:ext uri="{FF2B5EF4-FFF2-40B4-BE49-F238E27FC236}">
                <a16:creationId xmlns:a16="http://schemas.microsoft.com/office/drawing/2014/main" id="{845235DF-5748-9840-038E-FDEF0A1EFA41}"/>
              </a:ext>
            </a:extLst>
          </p:cNvPr>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268" name="直接连接符 267">
            <a:extLst>
              <a:ext uri="{FF2B5EF4-FFF2-40B4-BE49-F238E27FC236}">
                <a16:creationId xmlns:a16="http://schemas.microsoft.com/office/drawing/2014/main" id="{C7177CA7-2A0B-9F0C-2531-95CB640A4252}"/>
              </a:ext>
            </a:extLst>
          </p:cNvPr>
          <p:cNvCxnSpPr>
            <a:stCxn id="292"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9" name="肘形连接符 118">
            <a:extLst>
              <a:ext uri="{FF2B5EF4-FFF2-40B4-BE49-F238E27FC236}">
                <a16:creationId xmlns:a16="http://schemas.microsoft.com/office/drawing/2014/main" id="{72612BA0-008D-6212-5859-3145ABA04D11}"/>
              </a:ext>
            </a:extLst>
          </p:cNvPr>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0" name="肘形连接符 119">
            <a:extLst>
              <a:ext uri="{FF2B5EF4-FFF2-40B4-BE49-F238E27FC236}">
                <a16:creationId xmlns:a16="http://schemas.microsoft.com/office/drawing/2014/main" id="{9772B691-B9E7-6A7E-92FD-041F4AAFED0F}"/>
              </a:ext>
            </a:extLst>
          </p:cNvPr>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1" name="肘形连接符 120">
            <a:extLst>
              <a:ext uri="{FF2B5EF4-FFF2-40B4-BE49-F238E27FC236}">
                <a16:creationId xmlns:a16="http://schemas.microsoft.com/office/drawing/2014/main" id="{35AAA085-BF79-0931-A2E7-A427E1834997}"/>
              </a:ext>
            </a:extLst>
          </p:cNvPr>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272" name="肘形连接符 121">
            <a:extLst>
              <a:ext uri="{FF2B5EF4-FFF2-40B4-BE49-F238E27FC236}">
                <a16:creationId xmlns:a16="http://schemas.microsoft.com/office/drawing/2014/main" id="{2B40A6F7-220C-E5A8-5163-3E1DB3A8C99D}"/>
              </a:ext>
            </a:extLst>
          </p:cNvPr>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grpSp>
        <p:nvGrpSpPr>
          <p:cNvPr id="273" name="组合 272">
            <a:extLst>
              <a:ext uri="{FF2B5EF4-FFF2-40B4-BE49-F238E27FC236}">
                <a16:creationId xmlns:a16="http://schemas.microsoft.com/office/drawing/2014/main" id="{7766907A-517B-BD9D-674A-CD46472F75C7}"/>
              </a:ext>
            </a:extLst>
          </p:cNvPr>
          <p:cNvGrpSpPr/>
          <p:nvPr/>
        </p:nvGrpSpPr>
        <p:grpSpPr>
          <a:xfrm>
            <a:off x="6782593" y="1090679"/>
            <a:ext cx="1491514" cy="732822"/>
            <a:chOff x="6691097" y="1239483"/>
            <a:chExt cx="1491514" cy="732822"/>
          </a:xfrm>
        </p:grpSpPr>
        <p:sp>
          <p:nvSpPr>
            <p:cNvPr id="274" name="Rectangle 539">
              <a:extLst>
                <a:ext uri="{FF2B5EF4-FFF2-40B4-BE49-F238E27FC236}">
                  <a16:creationId xmlns:a16="http://schemas.microsoft.com/office/drawing/2014/main" id="{20339236-2BC0-851C-DF5C-79D19275DAAC}"/>
                </a:ext>
              </a:extLst>
            </p:cNvPr>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5" name="Text Box 546">
              <a:extLst>
                <a:ext uri="{FF2B5EF4-FFF2-40B4-BE49-F238E27FC236}">
                  <a16:creationId xmlns:a16="http://schemas.microsoft.com/office/drawing/2014/main" id="{D2332A76-803F-8D15-2642-C5DAA4DA1DB3}"/>
                </a:ext>
              </a:extLst>
            </p:cNvPr>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276" name="Text Box 546">
              <a:extLst>
                <a:ext uri="{FF2B5EF4-FFF2-40B4-BE49-F238E27FC236}">
                  <a16:creationId xmlns:a16="http://schemas.microsoft.com/office/drawing/2014/main" id="{A2006ACE-0E80-8C21-B4BA-7C1C0D63E8AF}"/>
                </a:ext>
              </a:extLst>
            </p:cNvPr>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277" name="直接连接符 276">
              <a:extLst>
                <a:ext uri="{FF2B5EF4-FFF2-40B4-BE49-F238E27FC236}">
                  <a16:creationId xmlns:a16="http://schemas.microsoft.com/office/drawing/2014/main" id="{FF8DBBAD-DB29-7A7D-DF3C-A99F018E6BC3}"/>
                </a:ext>
              </a:extLst>
            </p:cNvPr>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8" name="直接连接符 277">
              <a:extLst>
                <a:ext uri="{FF2B5EF4-FFF2-40B4-BE49-F238E27FC236}">
                  <a16:creationId xmlns:a16="http://schemas.microsoft.com/office/drawing/2014/main" id="{7FDBE67D-3167-D595-09AD-284F7CD0C274}"/>
                </a:ext>
              </a:extLst>
            </p:cNvPr>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279" name="Text Box 546">
              <a:extLst>
                <a:ext uri="{FF2B5EF4-FFF2-40B4-BE49-F238E27FC236}">
                  <a16:creationId xmlns:a16="http://schemas.microsoft.com/office/drawing/2014/main" id="{369D5A01-5F9A-D1C0-FC70-F47C8AEF9E43}"/>
                </a:ext>
              </a:extLst>
            </p:cNvPr>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280" name="直接连接符 279">
              <a:extLst>
                <a:ext uri="{FF2B5EF4-FFF2-40B4-BE49-F238E27FC236}">
                  <a16:creationId xmlns:a16="http://schemas.microsoft.com/office/drawing/2014/main" id="{4221CF3A-0658-E8EC-28D4-DB53C1DF92D9}"/>
                </a:ext>
              </a:extLst>
            </p:cNvPr>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281" name="直接连接符 280">
            <a:extLst>
              <a:ext uri="{FF2B5EF4-FFF2-40B4-BE49-F238E27FC236}">
                <a16:creationId xmlns:a16="http://schemas.microsoft.com/office/drawing/2014/main" id="{8F800F68-5E01-9B41-3499-A04D59762320}"/>
              </a:ext>
            </a:extLst>
          </p:cNvPr>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282" name="直接连接符 281">
            <a:extLst>
              <a:ext uri="{FF2B5EF4-FFF2-40B4-BE49-F238E27FC236}">
                <a16:creationId xmlns:a16="http://schemas.microsoft.com/office/drawing/2014/main" id="{B5E56778-0710-4052-5F2C-CF63DB3CACFC}"/>
              </a:ext>
            </a:extLst>
          </p:cNvPr>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283" name="直接连接符 282">
            <a:extLst>
              <a:ext uri="{FF2B5EF4-FFF2-40B4-BE49-F238E27FC236}">
                <a16:creationId xmlns:a16="http://schemas.microsoft.com/office/drawing/2014/main" id="{69AD27EE-999C-48EA-D67B-56FFDF47B619}"/>
              </a:ext>
            </a:extLst>
          </p:cNvPr>
          <p:cNvCxnSpPr>
            <a:cxnSpLocks/>
          </p:cNvCxnSpPr>
          <p:nvPr/>
        </p:nvCxnSpPr>
        <p:spPr>
          <a:xfrm>
            <a:off x="5020707" y="2619619"/>
            <a:ext cx="240866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4" name="组合 161">
            <a:extLst>
              <a:ext uri="{FF2B5EF4-FFF2-40B4-BE49-F238E27FC236}">
                <a16:creationId xmlns:a16="http://schemas.microsoft.com/office/drawing/2014/main" id="{FB4E25E6-CDB9-62E3-9560-E9E818243D41}"/>
              </a:ext>
            </a:extLst>
          </p:cNvPr>
          <p:cNvGrpSpPr>
            <a:grpSpLocks/>
          </p:cNvGrpSpPr>
          <p:nvPr/>
        </p:nvGrpSpPr>
        <p:grpSpPr bwMode="auto">
          <a:xfrm>
            <a:off x="7132142" y="2172364"/>
            <a:ext cx="1370509" cy="767396"/>
            <a:chOff x="7236296" y="2033272"/>
            <a:chExt cx="1654150" cy="1035365"/>
          </a:xfrm>
        </p:grpSpPr>
        <p:graphicFrame>
          <p:nvGraphicFramePr>
            <p:cNvPr id="285" name="Object 425">
              <a:extLst>
                <a:ext uri="{FF2B5EF4-FFF2-40B4-BE49-F238E27FC236}">
                  <a16:creationId xmlns:a16="http://schemas.microsoft.com/office/drawing/2014/main" id="{9BEE3C12-1227-0851-0C80-513DCDC7920B}"/>
                </a:ext>
              </a:extLst>
            </p:cNvPr>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285" name="Object 425">
                          <a:extLst>
                            <a:ext uri="{FF2B5EF4-FFF2-40B4-BE49-F238E27FC236}">
                              <a16:creationId xmlns:a16="http://schemas.microsoft.com/office/drawing/2014/main" id="{2EAF4DE6-0E83-2A84-A92E-DB98E6CE37E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86" name="Text Box 426">
              <a:extLst>
                <a:ext uri="{FF2B5EF4-FFF2-40B4-BE49-F238E27FC236}">
                  <a16:creationId xmlns:a16="http://schemas.microsoft.com/office/drawing/2014/main" id="{8C305040-6B6A-D9E9-C375-291EA7D3F6E7}"/>
                </a:ext>
              </a:extLst>
            </p:cNvPr>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287" name="单圆角矩形 135">
            <a:extLst>
              <a:ext uri="{FF2B5EF4-FFF2-40B4-BE49-F238E27FC236}">
                <a16:creationId xmlns:a16="http://schemas.microsoft.com/office/drawing/2014/main" id="{E08542EA-FFD8-776E-761E-FA5685FEE33A}"/>
              </a:ext>
            </a:extLst>
          </p:cNvPr>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88" name="Text Box 544">
            <a:extLst>
              <a:ext uri="{FF2B5EF4-FFF2-40B4-BE49-F238E27FC236}">
                <a16:creationId xmlns:a16="http://schemas.microsoft.com/office/drawing/2014/main" id="{460C46DA-076B-B1BE-7BCF-99398E9FEFF7}"/>
              </a:ext>
            </a:extLst>
          </p:cNvPr>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89" name="Text Box 546">
            <a:extLst>
              <a:ext uri="{FF2B5EF4-FFF2-40B4-BE49-F238E27FC236}">
                <a16:creationId xmlns:a16="http://schemas.microsoft.com/office/drawing/2014/main" id="{09BD3CBD-DBDB-940D-BF9A-7ECCE777A8C9}"/>
              </a:ext>
            </a:extLst>
          </p:cNvPr>
          <p:cNvSpPr txBox="1">
            <a:spLocks noChangeArrowheads="1"/>
          </p:cNvSpPr>
          <p:nvPr/>
        </p:nvSpPr>
        <p:spPr bwMode="auto">
          <a:xfrm>
            <a:off x="5949019" y="2110945"/>
            <a:ext cx="646331"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用户面</a:t>
            </a:r>
          </a:p>
        </p:txBody>
      </p:sp>
      <p:sp>
        <p:nvSpPr>
          <p:cNvPr id="290" name="单圆角矩形 138">
            <a:extLst>
              <a:ext uri="{FF2B5EF4-FFF2-40B4-BE49-F238E27FC236}">
                <a16:creationId xmlns:a16="http://schemas.microsoft.com/office/drawing/2014/main" id="{ED6755B8-E748-3044-1D81-882CDA55BB7B}"/>
              </a:ext>
            </a:extLst>
          </p:cNvPr>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1" name="Text Box 544">
            <a:extLst>
              <a:ext uri="{FF2B5EF4-FFF2-40B4-BE49-F238E27FC236}">
                <a16:creationId xmlns:a16="http://schemas.microsoft.com/office/drawing/2014/main" id="{2ED1D09D-5934-3CE1-E5FB-1DB254051CE1}"/>
              </a:ext>
            </a:extLst>
          </p:cNvPr>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292" name="单圆角矩形 140">
            <a:extLst>
              <a:ext uri="{FF2B5EF4-FFF2-40B4-BE49-F238E27FC236}">
                <a16:creationId xmlns:a16="http://schemas.microsoft.com/office/drawing/2014/main" id="{5DD2E40A-9E96-32B7-071D-BFCC55EEA559}"/>
              </a:ext>
            </a:extLst>
          </p:cNvPr>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3" name="Text Box 544">
            <a:extLst>
              <a:ext uri="{FF2B5EF4-FFF2-40B4-BE49-F238E27FC236}">
                <a16:creationId xmlns:a16="http://schemas.microsoft.com/office/drawing/2014/main" id="{3A54A8E7-08FE-4CE3-B4C0-5A9FCDE48725}"/>
              </a:ext>
            </a:extLst>
          </p:cNvPr>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sp>
        <p:nvSpPr>
          <p:cNvPr id="294" name="Text Box 546">
            <a:extLst>
              <a:ext uri="{FF2B5EF4-FFF2-40B4-BE49-F238E27FC236}">
                <a16:creationId xmlns:a16="http://schemas.microsoft.com/office/drawing/2014/main" id="{53A12008-92E0-0B75-95C7-92A009D25F48}"/>
              </a:ext>
            </a:extLst>
          </p:cNvPr>
          <p:cNvSpPr txBox="1">
            <a:spLocks noChangeArrowheads="1"/>
          </p:cNvSpPr>
          <p:nvPr/>
        </p:nvSpPr>
        <p:spPr bwMode="auto">
          <a:xfrm>
            <a:off x="5922647" y="1755833"/>
            <a:ext cx="700465"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控制面</a:t>
            </a:r>
          </a:p>
        </p:txBody>
      </p:sp>
      <p:sp>
        <p:nvSpPr>
          <p:cNvPr id="295" name="单圆角矩形 143">
            <a:extLst>
              <a:ext uri="{FF2B5EF4-FFF2-40B4-BE49-F238E27FC236}">
                <a16:creationId xmlns:a16="http://schemas.microsoft.com/office/drawing/2014/main" id="{DB8ECB0C-2F28-D10B-E93F-E92E9EC7826F}"/>
              </a:ext>
            </a:extLst>
          </p:cNvPr>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6" name="Text Box 544">
            <a:extLst>
              <a:ext uri="{FF2B5EF4-FFF2-40B4-BE49-F238E27FC236}">
                <a16:creationId xmlns:a16="http://schemas.microsoft.com/office/drawing/2014/main" id="{434C71A5-C6EE-FC1A-3E3F-A01866341824}"/>
              </a:ext>
            </a:extLst>
          </p:cNvPr>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297" name="Text Box 546">
            <a:extLst>
              <a:ext uri="{FF2B5EF4-FFF2-40B4-BE49-F238E27FC236}">
                <a16:creationId xmlns:a16="http://schemas.microsoft.com/office/drawing/2014/main" id="{BD7308B2-9BAE-67E5-2B70-1149A314DEAA}"/>
              </a:ext>
            </a:extLst>
          </p:cNvPr>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298" name="直接连接符 297">
            <a:extLst>
              <a:ext uri="{FF2B5EF4-FFF2-40B4-BE49-F238E27FC236}">
                <a16:creationId xmlns:a16="http://schemas.microsoft.com/office/drawing/2014/main" id="{91A40E2F-E701-4A34-8FED-B936053FC1F3}"/>
              </a:ext>
            </a:extLst>
          </p:cNvPr>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9" name="直接连接符 298">
            <a:extLst>
              <a:ext uri="{FF2B5EF4-FFF2-40B4-BE49-F238E27FC236}">
                <a16:creationId xmlns:a16="http://schemas.microsoft.com/office/drawing/2014/main" id="{DDBE5DB4-36FF-955C-37E1-EEDE412C95A4}"/>
              </a:ext>
            </a:extLst>
          </p:cNvPr>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300" name="Text Box 546">
            <a:extLst>
              <a:ext uri="{FF2B5EF4-FFF2-40B4-BE49-F238E27FC236}">
                <a16:creationId xmlns:a16="http://schemas.microsoft.com/office/drawing/2014/main" id="{D146774C-633A-78B0-1240-680068D3C1DF}"/>
              </a:ext>
            </a:extLst>
          </p:cNvPr>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301" name="直接连接符 300">
            <a:extLst>
              <a:ext uri="{FF2B5EF4-FFF2-40B4-BE49-F238E27FC236}">
                <a16:creationId xmlns:a16="http://schemas.microsoft.com/office/drawing/2014/main" id="{044F3BB3-D93A-E935-2455-AF279FB8E727}"/>
              </a:ext>
            </a:extLst>
          </p:cNvPr>
          <p:cNvCxnSpPr>
            <a:stCxn id="125" idx="1"/>
            <a:endCxn id="125" idx="3"/>
          </p:cNvCxnSpPr>
          <p:nvPr/>
        </p:nvCxnSpPr>
        <p:spPr>
          <a:xfrm>
            <a:off x="4172360" y="2088797"/>
            <a:ext cx="2326708" cy="0"/>
          </a:xfrm>
          <a:prstGeom prst="line">
            <a:avLst/>
          </a:prstGeom>
          <a:ln w="38100">
            <a:solidFill>
              <a:srgbClr val="C3E3F9"/>
            </a:solidFill>
            <a:prstDash val="solid"/>
          </a:ln>
        </p:spPr>
        <p:style>
          <a:lnRef idx="1">
            <a:schemeClr val="accent1"/>
          </a:lnRef>
          <a:fillRef idx="0">
            <a:schemeClr val="accent1"/>
          </a:fillRef>
          <a:effectRef idx="0">
            <a:schemeClr val="accent1"/>
          </a:effectRef>
          <a:fontRef idx="minor">
            <a:schemeClr val="tx1"/>
          </a:fontRef>
        </p:style>
      </p:cxnSp>
      <p:cxnSp>
        <p:nvCxnSpPr>
          <p:cNvPr id="302" name="直接连接符 301">
            <a:extLst>
              <a:ext uri="{FF2B5EF4-FFF2-40B4-BE49-F238E27FC236}">
                <a16:creationId xmlns:a16="http://schemas.microsoft.com/office/drawing/2014/main" id="{0321A114-C0E8-0918-0B8A-086C795C2E30}"/>
              </a:ext>
            </a:extLst>
          </p:cNvPr>
          <p:cNvCxnSpPr>
            <a:stCxn id="292" idx="2"/>
            <a:endCxn id="287"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303" name="Text Box 546">
            <a:extLst>
              <a:ext uri="{FF2B5EF4-FFF2-40B4-BE49-F238E27FC236}">
                <a16:creationId xmlns:a16="http://schemas.microsoft.com/office/drawing/2014/main" id="{5D60D26D-5285-606C-85A7-C890BBD7A90B}"/>
              </a:ext>
            </a:extLst>
          </p:cNvPr>
          <p:cNvSpPr txBox="1">
            <a:spLocks noChangeArrowheads="1"/>
          </p:cNvSpPr>
          <p:nvPr/>
        </p:nvSpPr>
        <p:spPr bwMode="auto">
          <a:xfrm>
            <a:off x="6511564" y="2360665"/>
            <a:ext cx="644727"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IP</a:t>
            </a:r>
            <a:r>
              <a:rPr kumimoji="1" lang="zh-CN" altLang="en-US" sz="1200" b="1" dirty="0">
                <a:latin typeface="微软雅黑" panose="020B0503020204020204" pitchFamily="34" charset="-122"/>
                <a:ea typeface="微软雅黑" panose="020B0503020204020204" pitchFamily="34" charset="-122"/>
              </a:rPr>
              <a:t>分组</a:t>
            </a:r>
          </a:p>
        </p:txBody>
      </p:sp>
    </p:spTree>
    <p:extLst>
      <p:ext uri="{BB962C8B-B14F-4D97-AF65-F5344CB8AC3E}">
        <p14:creationId xmlns:p14="http://schemas.microsoft.com/office/powerpoint/2010/main" val="239049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264"/>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265"/>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26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P spid="264" grpId="0"/>
      <p:bldP spid="265" grpId="0"/>
      <p:bldP spid="266"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矩形 152"/>
          <p:cNvSpPr/>
          <p:nvPr/>
        </p:nvSpPr>
        <p:spPr>
          <a:xfrm>
            <a:off x="785676" y="3458093"/>
            <a:ext cx="7754556" cy="1323439"/>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服务网关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S-GW (Serving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GateWay</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是无线接入网与核心网之间的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网关路由器。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负责用户面的数据分组的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转发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路由，</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起到路由器的作用。还负责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以及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P-GW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隧道管理。</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是用户面中移动性的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锚点。</a:t>
            </a:r>
            <a:endPar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P-GW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可以在</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同一个或不同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物理节点实现。</a:t>
            </a:r>
          </a:p>
        </p:txBody>
      </p:sp>
      <p:sp>
        <p:nvSpPr>
          <p:cNvPr id="3" name="圆角矩形 151">
            <a:extLst>
              <a:ext uri="{FF2B5EF4-FFF2-40B4-BE49-F238E27FC236}">
                <a16:creationId xmlns:a16="http://schemas.microsoft.com/office/drawing/2014/main" id="{62DE9134-4F73-0C98-A7B0-018BE9CBB760}"/>
              </a:ext>
            </a:extLst>
          </p:cNvPr>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3" name="AutoShape 5">
            <a:extLst>
              <a:ext uri="{FF2B5EF4-FFF2-40B4-BE49-F238E27FC236}">
                <a16:creationId xmlns:a16="http://schemas.microsoft.com/office/drawing/2014/main" id="{9F5BFDFE-B0B7-C2FD-BE0C-DECA293BAEB8}"/>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4" name="矩形 4">
            <a:extLst>
              <a:ext uri="{FF2B5EF4-FFF2-40B4-BE49-F238E27FC236}">
                <a16:creationId xmlns:a16="http://schemas.microsoft.com/office/drawing/2014/main" id="{95EFF7D2-4FAB-8D55-9374-B4D4622661DE}"/>
              </a:ext>
            </a:extLst>
          </p:cNvPr>
          <p:cNvSpPr>
            <a:spLocks noChangeArrowheads="1"/>
          </p:cNvSpPr>
          <p:nvPr/>
        </p:nvSpPr>
        <p:spPr bwMode="auto">
          <a:xfrm>
            <a:off x="635844" y="567754"/>
            <a:ext cx="1126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a:t>
            </a:r>
            <a:r>
              <a:rPr lang="zh-CN" altLang="en-US" sz="2000" b="1" dirty="0">
                <a:latin typeface="微软雅黑" pitchFamily="34" charset="-122"/>
                <a:ea typeface="微软雅黑" pitchFamily="34" charset="-122"/>
              </a:rPr>
              <a:t>架构</a:t>
            </a:r>
            <a:endParaRPr lang="zh-CN" altLang="en-US" sz="2000" b="1" dirty="0">
              <a:solidFill>
                <a:srgbClr val="0000CC"/>
              </a:solidFill>
              <a:latin typeface="微软雅黑" pitchFamily="34" charset="-122"/>
              <a:ea typeface="微软雅黑" pitchFamily="34" charset="-122"/>
            </a:endParaRPr>
          </a:p>
        </p:txBody>
      </p:sp>
      <p:sp>
        <p:nvSpPr>
          <p:cNvPr id="125" name="圆角矩形 4">
            <a:extLst>
              <a:ext uri="{FF2B5EF4-FFF2-40B4-BE49-F238E27FC236}">
                <a16:creationId xmlns:a16="http://schemas.microsoft.com/office/drawing/2014/main" id="{E16D43E8-0286-C897-3CD7-3B2F7C1452B3}"/>
              </a:ext>
            </a:extLst>
          </p:cNvPr>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26" name="圆角矩形 5">
            <a:extLst>
              <a:ext uri="{FF2B5EF4-FFF2-40B4-BE49-F238E27FC236}">
                <a16:creationId xmlns:a16="http://schemas.microsoft.com/office/drawing/2014/main" id="{8561EC9B-788A-CEE1-FF71-86D8CCB493A1}"/>
              </a:ext>
            </a:extLst>
          </p:cNvPr>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27" name="圆角矩形 8">
            <a:extLst>
              <a:ext uri="{FF2B5EF4-FFF2-40B4-BE49-F238E27FC236}">
                <a16:creationId xmlns:a16="http://schemas.microsoft.com/office/drawing/2014/main" id="{9464AC7D-C1FE-DB9B-BB74-9EE7229FB32A}"/>
              </a:ext>
            </a:extLst>
          </p:cNvPr>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8" name="Group 114">
            <a:extLst>
              <a:ext uri="{FF2B5EF4-FFF2-40B4-BE49-F238E27FC236}">
                <a16:creationId xmlns:a16="http://schemas.microsoft.com/office/drawing/2014/main" id="{8DE1A797-249E-CA72-AD6C-ED36E4B44D8B}"/>
              </a:ext>
            </a:extLst>
          </p:cNvPr>
          <p:cNvGrpSpPr>
            <a:grpSpLocks/>
          </p:cNvGrpSpPr>
          <p:nvPr/>
        </p:nvGrpSpPr>
        <p:grpSpPr bwMode="auto">
          <a:xfrm>
            <a:off x="3163549" y="1819267"/>
            <a:ext cx="357753" cy="747387"/>
            <a:chOff x="4608" y="700"/>
            <a:chExt cx="306" cy="553"/>
          </a:xfrm>
        </p:grpSpPr>
        <p:grpSp>
          <p:nvGrpSpPr>
            <p:cNvPr id="129" name="Group 115">
              <a:extLst>
                <a:ext uri="{FF2B5EF4-FFF2-40B4-BE49-F238E27FC236}">
                  <a16:creationId xmlns:a16="http://schemas.microsoft.com/office/drawing/2014/main" id="{DE4F82B3-1CDF-FD2B-83F0-5AA088795A92}"/>
                </a:ext>
              </a:extLst>
            </p:cNvPr>
            <p:cNvGrpSpPr>
              <a:grpSpLocks/>
            </p:cNvGrpSpPr>
            <p:nvPr/>
          </p:nvGrpSpPr>
          <p:grpSpPr bwMode="auto">
            <a:xfrm>
              <a:off x="4694" y="784"/>
              <a:ext cx="134" cy="469"/>
              <a:chOff x="4740" y="784"/>
              <a:chExt cx="88" cy="692"/>
            </a:xfrm>
          </p:grpSpPr>
          <p:sp>
            <p:nvSpPr>
              <p:cNvPr id="169" name="Line 116">
                <a:extLst>
                  <a:ext uri="{FF2B5EF4-FFF2-40B4-BE49-F238E27FC236}">
                    <a16:creationId xmlns:a16="http://schemas.microsoft.com/office/drawing/2014/main" id="{F8CD45E0-DE55-C3F6-373B-673A56898E54}"/>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70" name="Group 117">
                <a:extLst>
                  <a:ext uri="{FF2B5EF4-FFF2-40B4-BE49-F238E27FC236}">
                    <a16:creationId xmlns:a16="http://schemas.microsoft.com/office/drawing/2014/main" id="{7DDB6674-D28C-7138-6244-9635D9613E09}"/>
                  </a:ext>
                </a:extLst>
              </p:cNvPr>
              <p:cNvGrpSpPr>
                <a:grpSpLocks/>
              </p:cNvGrpSpPr>
              <p:nvPr/>
            </p:nvGrpSpPr>
            <p:grpSpPr bwMode="auto">
              <a:xfrm>
                <a:off x="4740" y="784"/>
                <a:ext cx="88" cy="692"/>
                <a:chOff x="4740" y="784"/>
                <a:chExt cx="88" cy="692"/>
              </a:xfrm>
            </p:grpSpPr>
            <p:sp>
              <p:nvSpPr>
                <p:cNvPr id="171" name="Line 118">
                  <a:extLst>
                    <a:ext uri="{FF2B5EF4-FFF2-40B4-BE49-F238E27FC236}">
                      <a16:creationId xmlns:a16="http://schemas.microsoft.com/office/drawing/2014/main" id="{9839FEDC-F8A6-0287-E39B-045503E83EE7}"/>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119">
                  <a:extLst>
                    <a:ext uri="{FF2B5EF4-FFF2-40B4-BE49-F238E27FC236}">
                      <a16:creationId xmlns:a16="http://schemas.microsoft.com/office/drawing/2014/main" id="{EE761170-6000-B5F1-F873-D57D6D640B82}"/>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120">
                  <a:extLst>
                    <a:ext uri="{FF2B5EF4-FFF2-40B4-BE49-F238E27FC236}">
                      <a16:creationId xmlns:a16="http://schemas.microsoft.com/office/drawing/2014/main" id="{7F20DB10-E5E5-7481-83F3-986BC08704F8}"/>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121">
                  <a:extLst>
                    <a:ext uri="{FF2B5EF4-FFF2-40B4-BE49-F238E27FC236}">
                      <a16:creationId xmlns:a16="http://schemas.microsoft.com/office/drawing/2014/main" id="{98C2D77F-0936-17DF-12B5-838C941AAB7A}"/>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122">
                  <a:extLst>
                    <a:ext uri="{FF2B5EF4-FFF2-40B4-BE49-F238E27FC236}">
                      <a16:creationId xmlns:a16="http://schemas.microsoft.com/office/drawing/2014/main" id="{148834CA-FDF0-841C-DBA4-0F36F3BB6DDA}"/>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123">
                  <a:extLst>
                    <a:ext uri="{FF2B5EF4-FFF2-40B4-BE49-F238E27FC236}">
                      <a16:creationId xmlns:a16="http://schemas.microsoft.com/office/drawing/2014/main" id="{FD7FB9E6-4741-DC82-BD5E-BC5B048129C9}"/>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124">
                  <a:extLst>
                    <a:ext uri="{FF2B5EF4-FFF2-40B4-BE49-F238E27FC236}">
                      <a16:creationId xmlns:a16="http://schemas.microsoft.com/office/drawing/2014/main" id="{417799B1-7C5B-BC2A-0493-0C6D93460708}"/>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125">
                  <a:extLst>
                    <a:ext uri="{FF2B5EF4-FFF2-40B4-BE49-F238E27FC236}">
                      <a16:creationId xmlns:a16="http://schemas.microsoft.com/office/drawing/2014/main" id="{46A4C3F3-8C90-02B2-C888-854CFC83F281}"/>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126">
                  <a:extLst>
                    <a:ext uri="{FF2B5EF4-FFF2-40B4-BE49-F238E27FC236}">
                      <a16:creationId xmlns:a16="http://schemas.microsoft.com/office/drawing/2014/main" id="{E2B2D894-E311-4764-FF0C-52951887E448}"/>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127">
                  <a:extLst>
                    <a:ext uri="{FF2B5EF4-FFF2-40B4-BE49-F238E27FC236}">
                      <a16:creationId xmlns:a16="http://schemas.microsoft.com/office/drawing/2014/main" id="{ACF4AA47-E05C-7AAC-FAD8-F219CB7200C5}"/>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Line 128">
                  <a:extLst>
                    <a:ext uri="{FF2B5EF4-FFF2-40B4-BE49-F238E27FC236}">
                      <a16:creationId xmlns:a16="http://schemas.microsoft.com/office/drawing/2014/main" id="{643B3FA6-0126-E407-0493-3DEC4E0A2464}"/>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2" name="Line 129">
                  <a:extLst>
                    <a:ext uri="{FF2B5EF4-FFF2-40B4-BE49-F238E27FC236}">
                      <a16:creationId xmlns:a16="http://schemas.microsoft.com/office/drawing/2014/main" id="{1C73A702-DA75-95A4-3E39-AC00E86A3B41}"/>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3" name="Line 130">
                  <a:extLst>
                    <a:ext uri="{FF2B5EF4-FFF2-40B4-BE49-F238E27FC236}">
                      <a16:creationId xmlns:a16="http://schemas.microsoft.com/office/drawing/2014/main" id="{ADDE9EB2-1D74-1CD8-D824-115A9D40DDF0}"/>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4" name="Oval 131">
                  <a:extLst>
                    <a:ext uri="{FF2B5EF4-FFF2-40B4-BE49-F238E27FC236}">
                      <a16:creationId xmlns:a16="http://schemas.microsoft.com/office/drawing/2014/main" id="{BECE4EE0-1528-6C93-B77E-C6ACA9A0B8F5}"/>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54" name="Group 132">
              <a:extLst>
                <a:ext uri="{FF2B5EF4-FFF2-40B4-BE49-F238E27FC236}">
                  <a16:creationId xmlns:a16="http://schemas.microsoft.com/office/drawing/2014/main" id="{6686E763-B40B-A543-34DB-4F3783AA3EBB}"/>
                </a:ext>
              </a:extLst>
            </p:cNvPr>
            <p:cNvGrpSpPr>
              <a:grpSpLocks/>
            </p:cNvGrpSpPr>
            <p:nvPr/>
          </p:nvGrpSpPr>
          <p:grpSpPr bwMode="auto">
            <a:xfrm>
              <a:off x="4608" y="700"/>
              <a:ext cx="306" cy="90"/>
              <a:chOff x="748" y="2251"/>
              <a:chExt cx="306" cy="90"/>
            </a:xfrm>
          </p:grpSpPr>
          <p:sp>
            <p:nvSpPr>
              <p:cNvPr id="163" name="AutoShape 133">
                <a:extLst>
                  <a:ext uri="{FF2B5EF4-FFF2-40B4-BE49-F238E27FC236}">
                    <a16:creationId xmlns:a16="http://schemas.microsoft.com/office/drawing/2014/main" id="{0A2391B6-26CA-7A6B-0BD7-9F733009AF40}"/>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4" name="AutoShape 134">
                <a:extLst>
                  <a:ext uri="{FF2B5EF4-FFF2-40B4-BE49-F238E27FC236}">
                    <a16:creationId xmlns:a16="http://schemas.microsoft.com/office/drawing/2014/main" id="{2E139332-6AFA-6DE9-BBB7-FD91A011A77E}"/>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5" name="AutoShape 135">
                <a:extLst>
                  <a:ext uri="{FF2B5EF4-FFF2-40B4-BE49-F238E27FC236}">
                    <a16:creationId xmlns:a16="http://schemas.microsoft.com/office/drawing/2014/main" id="{61D09186-DCAD-A453-F92F-913DC4A45BC2}"/>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6" name="AutoShape 136">
                <a:extLst>
                  <a:ext uri="{FF2B5EF4-FFF2-40B4-BE49-F238E27FC236}">
                    <a16:creationId xmlns:a16="http://schemas.microsoft.com/office/drawing/2014/main" id="{F68E442F-C3B5-1AB2-C18D-D341846CA6EB}"/>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7" name="AutoShape 137">
                <a:extLst>
                  <a:ext uri="{FF2B5EF4-FFF2-40B4-BE49-F238E27FC236}">
                    <a16:creationId xmlns:a16="http://schemas.microsoft.com/office/drawing/2014/main" id="{370B443E-B2D1-1E05-831E-3E721A5F8A4B}"/>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8" name="AutoShape 138">
                <a:extLst>
                  <a:ext uri="{FF2B5EF4-FFF2-40B4-BE49-F238E27FC236}">
                    <a16:creationId xmlns:a16="http://schemas.microsoft.com/office/drawing/2014/main" id="{E29439EE-DAC2-909B-1032-7A18567280FA}"/>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5" name="Group 4">
            <a:extLst>
              <a:ext uri="{FF2B5EF4-FFF2-40B4-BE49-F238E27FC236}">
                <a16:creationId xmlns:a16="http://schemas.microsoft.com/office/drawing/2014/main" id="{3D7C41D7-03C7-33B2-9762-2DF3CC7E86A7}"/>
              </a:ext>
            </a:extLst>
          </p:cNvPr>
          <p:cNvGrpSpPr>
            <a:grpSpLocks/>
          </p:cNvGrpSpPr>
          <p:nvPr/>
        </p:nvGrpSpPr>
        <p:grpSpPr bwMode="auto">
          <a:xfrm>
            <a:off x="1359001" y="1337879"/>
            <a:ext cx="169670" cy="309548"/>
            <a:chOff x="4186" y="1736"/>
            <a:chExt cx="229" cy="461"/>
          </a:xfrm>
        </p:grpSpPr>
        <p:pic>
          <p:nvPicPr>
            <p:cNvPr id="186" name="Picture 5" descr="icon-mobile-phone">
              <a:extLst>
                <a:ext uri="{FF2B5EF4-FFF2-40B4-BE49-F238E27FC236}">
                  <a16:creationId xmlns:a16="http://schemas.microsoft.com/office/drawing/2014/main" id="{B970D4E7-89E5-06EE-22BF-6D61F859FEE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7" name="Group 6">
              <a:extLst>
                <a:ext uri="{FF2B5EF4-FFF2-40B4-BE49-F238E27FC236}">
                  <a16:creationId xmlns:a16="http://schemas.microsoft.com/office/drawing/2014/main" id="{DAB655B4-ABE5-353A-8D85-B49F6B57F6C0}"/>
                </a:ext>
              </a:extLst>
            </p:cNvPr>
            <p:cNvGrpSpPr>
              <a:grpSpLocks/>
            </p:cNvGrpSpPr>
            <p:nvPr/>
          </p:nvGrpSpPr>
          <p:grpSpPr bwMode="auto">
            <a:xfrm>
              <a:off x="4186" y="1736"/>
              <a:ext cx="198" cy="79"/>
              <a:chOff x="4513" y="1707"/>
              <a:chExt cx="198" cy="177"/>
            </a:xfrm>
          </p:grpSpPr>
          <p:sp>
            <p:nvSpPr>
              <p:cNvPr id="188" name="AutoShape 7">
                <a:extLst>
                  <a:ext uri="{FF2B5EF4-FFF2-40B4-BE49-F238E27FC236}">
                    <a16:creationId xmlns:a16="http://schemas.microsoft.com/office/drawing/2014/main" id="{2BC8FAE0-4B61-0B6C-8370-DD53C34536AF}"/>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9" name="AutoShape 8">
                <a:extLst>
                  <a:ext uri="{FF2B5EF4-FFF2-40B4-BE49-F238E27FC236}">
                    <a16:creationId xmlns:a16="http://schemas.microsoft.com/office/drawing/2014/main" id="{8D633225-A2D2-5CFC-0320-D0AB59FC4208}"/>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0" name="AutoShape 9">
                <a:extLst>
                  <a:ext uri="{FF2B5EF4-FFF2-40B4-BE49-F238E27FC236}">
                    <a16:creationId xmlns:a16="http://schemas.microsoft.com/office/drawing/2014/main" id="{14220CDB-E56F-4DEB-0222-1495C052012C}"/>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1" name="Group 401">
            <a:extLst>
              <a:ext uri="{FF2B5EF4-FFF2-40B4-BE49-F238E27FC236}">
                <a16:creationId xmlns:a16="http://schemas.microsoft.com/office/drawing/2014/main" id="{C4AB29D1-FF94-D1FA-2511-73152B90374A}"/>
              </a:ext>
            </a:extLst>
          </p:cNvPr>
          <p:cNvGrpSpPr>
            <a:grpSpLocks/>
          </p:cNvGrpSpPr>
          <p:nvPr/>
        </p:nvGrpSpPr>
        <p:grpSpPr bwMode="auto">
          <a:xfrm>
            <a:off x="1322174" y="2246514"/>
            <a:ext cx="169670" cy="309548"/>
            <a:chOff x="4186" y="1736"/>
            <a:chExt cx="229" cy="461"/>
          </a:xfrm>
        </p:grpSpPr>
        <p:pic>
          <p:nvPicPr>
            <p:cNvPr id="192" name="Picture 402" descr="icon-mobile-phone">
              <a:extLst>
                <a:ext uri="{FF2B5EF4-FFF2-40B4-BE49-F238E27FC236}">
                  <a16:creationId xmlns:a16="http://schemas.microsoft.com/office/drawing/2014/main" id="{F04CE0D3-652D-9AC0-6F8F-9AAEA52CC61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93" name="Group 403">
              <a:extLst>
                <a:ext uri="{FF2B5EF4-FFF2-40B4-BE49-F238E27FC236}">
                  <a16:creationId xmlns:a16="http://schemas.microsoft.com/office/drawing/2014/main" id="{756ACE0D-89C5-48F0-49BE-E3ECF71CD8F6}"/>
                </a:ext>
              </a:extLst>
            </p:cNvPr>
            <p:cNvGrpSpPr>
              <a:grpSpLocks/>
            </p:cNvGrpSpPr>
            <p:nvPr/>
          </p:nvGrpSpPr>
          <p:grpSpPr bwMode="auto">
            <a:xfrm>
              <a:off x="4186" y="1736"/>
              <a:ext cx="198" cy="79"/>
              <a:chOff x="4513" y="1707"/>
              <a:chExt cx="198" cy="177"/>
            </a:xfrm>
          </p:grpSpPr>
          <p:sp>
            <p:nvSpPr>
              <p:cNvPr id="194" name="AutoShape 404">
                <a:extLst>
                  <a:ext uri="{FF2B5EF4-FFF2-40B4-BE49-F238E27FC236}">
                    <a16:creationId xmlns:a16="http://schemas.microsoft.com/office/drawing/2014/main" id="{AFAE9099-F575-411B-DC8C-A32AD8BF1462}"/>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5" name="AutoShape 405">
                <a:extLst>
                  <a:ext uri="{FF2B5EF4-FFF2-40B4-BE49-F238E27FC236}">
                    <a16:creationId xmlns:a16="http://schemas.microsoft.com/office/drawing/2014/main" id="{F6AD75D0-8A54-001C-3D26-BF9494B5678D}"/>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6" name="AutoShape 406">
                <a:extLst>
                  <a:ext uri="{FF2B5EF4-FFF2-40B4-BE49-F238E27FC236}">
                    <a16:creationId xmlns:a16="http://schemas.microsoft.com/office/drawing/2014/main" id="{FE27CD2E-12A1-319A-3095-73BA9CE1C87A}"/>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197" name="Object 36">
            <a:hlinkClick r:id="" action="ppaction://ole?verb=0"/>
            <a:extLst>
              <a:ext uri="{FF2B5EF4-FFF2-40B4-BE49-F238E27FC236}">
                <a16:creationId xmlns:a16="http://schemas.microsoft.com/office/drawing/2014/main" id="{AC692BAB-9F83-2CCD-7B1A-9C8572994AD3}"/>
              </a:ext>
            </a:extLst>
          </p:cNvPr>
          <p:cNvGraphicFramePr>
            <a:graphicFrameLocks/>
          </p:cNvGraphicFramePr>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197" name="Object 36">
                        <a:hlinkClick r:id="" action="ppaction://ole?verb=0"/>
                        <a:extLst>
                          <a:ext uri="{FF2B5EF4-FFF2-40B4-BE49-F238E27FC236}">
                            <a16:creationId xmlns:a16="http://schemas.microsoft.com/office/drawing/2014/main" id="{19F6444C-386E-9AB7-48ED-CD49181C1DF8}"/>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198" name="直接连接符 197">
            <a:extLst>
              <a:ext uri="{FF2B5EF4-FFF2-40B4-BE49-F238E27FC236}">
                <a16:creationId xmlns:a16="http://schemas.microsoft.com/office/drawing/2014/main" id="{62265E1A-0069-E2D1-4907-DB7D11B496AF}"/>
              </a:ext>
            </a:extLst>
          </p:cNvPr>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sp>
        <p:nvSpPr>
          <p:cNvPr id="199" name="Text Box 546">
            <a:extLst>
              <a:ext uri="{FF2B5EF4-FFF2-40B4-BE49-F238E27FC236}">
                <a16:creationId xmlns:a16="http://schemas.microsoft.com/office/drawing/2014/main" id="{25321BD4-784A-876B-C428-AC80448FBAC6}"/>
              </a:ext>
            </a:extLst>
          </p:cNvPr>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200" name="直接连接符 199">
            <a:extLst>
              <a:ext uri="{FF2B5EF4-FFF2-40B4-BE49-F238E27FC236}">
                <a16:creationId xmlns:a16="http://schemas.microsoft.com/office/drawing/2014/main" id="{91B36133-F0DC-470F-D1BF-F093D103A085}"/>
              </a:ext>
            </a:extLst>
          </p:cNvPr>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1" name="直接连接符 200">
            <a:extLst>
              <a:ext uri="{FF2B5EF4-FFF2-40B4-BE49-F238E27FC236}">
                <a16:creationId xmlns:a16="http://schemas.microsoft.com/office/drawing/2014/main" id="{B563D02C-764D-11EF-B51E-F5E53445DC22}"/>
              </a:ext>
            </a:extLst>
          </p:cNvPr>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02" name="Text Box 546">
            <a:extLst>
              <a:ext uri="{FF2B5EF4-FFF2-40B4-BE49-F238E27FC236}">
                <a16:creationId xmlns:a16="http://schemas.microsoft.com/office/drawing/2014/main" id="{4291B386-A096-7447-381B-5FAB0AB65318}"/>
              </a:ext>
            </a:extLst>
          </p:cNvPr>
          <p:cNvSpPr txBox="1">
            <a:spLocks noChangeArrowheads="1"/>
          </p:cNvSpPr>
          <p:nvPr/>
        </p:nvSpPr>
        <p:spPr bwMode="auto">
          <a:xfrm>
            <a:off x="2386613" y="2924459"/>
            <a:ext cx="954107" cy="488019"/>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a:t>
            </a:r>
          </a:p>
        </p:txBody>
      </p:sp>
      <p:sp>
        <p:nvSpPr>
          <p:cNvPr id="203" name="Text Box 546">
            <a:extLst>
              <a:ext uri="{FF2B5EF4-FFF2-40B4-BE49-F238E27FC236}">
                <a16:creationId xmlns:a16="http://schemas.microsoft.com/office/drawing/2014/main" id="{6D8DB660-F2B1-D834-A361-80963F0F5B6F}"/>
              </a:ext>
            </a:extLst>
          </p:cNvPr>
          <p:cNvSpPr txBox="1">
            <a:spLocks noChangeArrowheads="1"/>
          </p:cNvSpPr>
          <p:nvPr/>
        </p:nvSpPr>
        <p:spPr bwMode="auto">
          <a:xfrm>
            <a:off x="4792896" y="2924459"/>
            <a:ext cx="954107" cy="488019"/>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a:t>
            </a:r>
          </a:p>
        </p:txBody>
      </p:sp>
      <p:cxnSp>
        <p:nvCxnSpPr>
          <p:cNvPr id="204" name="直接连接符 203">
            <a:extLst>
              <a:ext uri="{FF2B5EF4-FFF2-40B4-BE49-F238E27FC236}">
                <a16:creationId xmlns:a16="http://schemas.microsoft.com/office/drawing/2014/main" id="{DE9A7D49-F2EC-4240-3F7D-FBD231DBA0BB}"/>
              </a:ext>
            </a:extLst>
          </p:cNvPr>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直接连接符 204">
            <a:extLst>
              <a:ext uri="{FF2B5EF4-FFF2-40B4-BE49-F238E27FC236}">
                <a16:creationId xmlns:a16="http://schemas.microsoft.com/office/drawing/2014/main" id="{CE12D9FB-F12B-FDD7-B500-F8926A4C4465}"/>
              </a:ext>
            </a:extLst>
          </p:cNvPr>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直接连接符 205">
            <a:extLst>
              <a:ext uri="{FF2B5EF4-FFF2-40B4-BE49-F238E27FC236}">
                <a16:creationId xmlns:a16="http://schemas.microsoft.com/office/drawing/2014/main" id="{5A49F58D-7CA1-6225-9A50-F8DCCA566B04}"/>
              </a:ext>
            </a:extLst>
          </p:cNvPr>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7" name="Group 114">
            <a:extLst>
              <a:ext uri="{FF2B5EF4-FFF2-40B4-BE49-F238E27FC236}">
                <a16:creationId xmlns:a16="http://schemas.microsoft.com/office/drawing/2014/main" id="{C1A96EDA-249B-C537-3DF6-E1D6425F8E8E}"/>
              </a:ext>
            </a:extLst>
          </p:cNvPr>
          <p:cNvGrpSpPr>
            <a:grpSpLocks/>
          </p:cNvGrpSpPr>
          <p:nvPr/>
        </p:nvGrpSpPr>
        <p:grpSpPr bwMode="auto">
          <a:xfrm>
            <a:off x="2206034" y="2119399"/>
            <a:ext cx="357753" cy="747388"/>
            <a:chOff x="4608" y="700"/>
            <a:chExt cx="306" cy="553"/>
          </a:xfrm>
        </p:grpSpPr>
        <p:grpSp>
          <p:nvGrpSpPr>
            <p:cNvPr id="208" name="Group 115">
              <a:extLst>
                <a:ext uri="{FF2B5EF4-FFF2-40B4-BE49-F238E27FC236}">
                  <a16:creationId xmlns:a16="http://schemas.microsoft.com/office/drawing/2014/main" id="{AF279438-D139-B634-0372-98670860D412}"/>
                </a:ext>
              </a:extLst>
            </p:cNvPr>
            <p:cNvGrpSpPr>
              <a:grpSpLocks/>
            </p:cNvGrpSpPr>
            <p:nvPr/>
          </p:nvGrpSpPr>
          <p:grpSpPr bwMode="auto">
            <a:xfrm>
              <a:off x="4694" y="784"/>
              <a:ext cx="134" cy="469"/>
              <a:chOff x="4740" y="784"/>
              <a:chExt cx="88" cy="692"/>
            </a:xfrm>
          </p:grpSpPr>
          <p:sp>
            <p:nvSpPr>
              <p:cNvPr id="216" name="Line 116">
                <a:extLst>
                  <a:ext uri="{FF2B5EF4-FFF2-40B4-BE49-F238E27FC236}">
                    <a16:creationId xmlns:a16="http://schemas.microsoft.com/office/drawing/2014/main" id="{BF736980-1A9E-927C-7EE4-7FB99233E924}"/>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17" name="Group 117">
                <a:extLst>
                  <a:ext uri="{FF2B5EF4-FFF2-40B4-BE49-F238E27FC236}">
                    <a16:creationId xmlns:a16="http://schemas.microsoft.com/office/drawing/2014/main" id="{D46DCD7D-0D13-4598-083D-43FC7BF15857}"/>
                  </a:ext>
                </a:extLst>
              </p:cNvPr>
              <p:cNvGrpSpPr>
                <a:grpSpLocks/>
              </p:cNvGrpSpPr>
              <p:nvPr/>
            </p:nvGrpSpPr>
            <p:grpSpPr bwMode="auto">
              <a:xfrm>
                <a:off x="4740" y="784"/>
                <a:ext cx="88" cy="692"/>
                <a:chOff x="4740" y="784"/>
                <a:chExt cx="88" cy="692"/>
              </a:xfrm>
            </p:grpSpPr>
            <p:sp>
              <p:nvSpPr>
                <p:cNvPr id="218" name="Line 118">
                  <a:extLst>
                    <a:ext uri="{FF2B5EF4-FFF2-40B4-BE49-F238E27FC236}">
                      <a16:creationId xmlns:a16="http://schemas.microsoft.com/office/drawing/2014/main" id="{E44636B2-ED80-0A36-ED78-0F879ECF1196}"/>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9" name="Line 119">
                  <a:extLst>
                    <a:ext uri="{FF2B5EF4-FFF2-40B4-BE49-F238E27FC236}">
                      <a16:creationId xmlns:a16="http://schemas.microsoft.com/office/drawing/2014/main" id="{1C6030E3-FA30-944C-1FEF-8B86410F2B8F}"/>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0" name="Line 120">
                  <a:extLst>
                    <a:ext uri="{FF2B5EF4-FFF2-40B4-BE49-F238E27FC236}">
                      <a16:creationId xmlns:a16="http://schemas.microsoft.com/office/drawing/2014/main" id="{5A65853D-769C-8931-AA61-1D314BC4311E}"/>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1" name="Line 121">
                  <a:extLst>
                    <a:ext uri="{FF2B5EF4-FFF2-40B4-BE49-F238E27FC236}">
                      <a16:creationId xmlns:a16="http://schemas.microsoft.com/office/drawing/2014/main" id="{E43594E3-EBC8-8DAA-9F65-B33F8351112E}"/>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2" name="Line 122">
                  <a:extLst>
                    <a:ext uri="{FF2B5EF4-FFF2-40B4-BE49-F238E27FC236}">
                      <a16:creationId xmlns:a16="http://schemas.microsoft.com/office/drawing/2014/main" id="{5F8071DB-E7BB-E2F3-844E-A51CC9CEAD57}"/>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3" name="Line 123">
                  <a:extLst>
                    <a:ext uri="{FF2B5EF4-FFF2-40B4-BE49-F238E27FC236}">
                      <a16:creationId xmlns:a16="http://schemas.microsoft.com/office/drawing/2014/main" id="{0420501B-5968-4BF2-04E7-C8356CEF002C}"/>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4" name="Line 124">
                  <a:extLst>
                    <a:ext uri="{FF2B5EF4-FFF2-40B4-BE49-F238E27FC236}">
                      <a16:creationId xmlns:a16="http://schemas.microsoft.com/office/drawing/2014/main" id="{152514D8-2BE4-538A-9FD8-598DE086666A}"/>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5" name="Line 125">
                  <a:extLst>
                    <a:ext uri="{FF2B5EF4-FFF2-40B4-BE49-F238E27FC236}">
                      <a16:creationId xmlns:a16="http://schemas.microsoft.com/office/drawing/2014/main" id="{9F80E611-77E3-1CC5-A24A-04373CED00B6}"/>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6" name="Line 126">
                  <a:extLst>
                    <a:ext uri="{FF2B5EF4-FFF2-40B4-BE49-F238E27FC236}">
                      <a16:creationId xmlns:a16="http://schemas.microsoft.com/office/drawing/2014/main" id="{6ED7B2D4-DDCA-2578-76A2-2898381C9F47}"/>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7" name="Line 127">
                  <a:extLst>
                    <a:ext uri="{FF2B5EF4-FFF2-40B4-BE49-F238E27FC236}">
                      <a16:creationId xmlns:a16="http://schemas.microsoft.com/office/drawing/2014/main" id="{61C1A9E8-0815-3950-F182-638E5D1C43DB}"/>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8" name="Line 128">
                  <a:extLst>
                    <a:ext uri="{FF2B5EF4-FFF2-40B4-BE49-F238E27FC236}">
                      <a16:creationId xmlns:a16="http://schemas.microsoft.com/office/drawing/2014/main" id="{47AB21C6-9A0D-3DA2-D794-7F9A14A8F77E}"/>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9" name="Line 129">
                  <a:extLst>
                    <a:ext uri="{FF2B5EF4-FFF2-40B4-BE49-F238E27FC236}">
                      <a16:creationId xmlns:a16="http://schemas.microsoft.com/office/drawing/2014/main" id="{5FC78251-5247-EBC0-D3F5-7566E9CAF7F9}"/>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0" name="Line 130">
                  <a:extLst>
                    <a:ext uri="{FF2B5EF4-FFF2-40B4-BE49-F238E27FC236}">
                      <a16:creationId xmlns:a16="http://schemas.microsoft.com/office/drawing/2014/main" id="{70299D4A-ED35-0947-4EF6-351A539A2F48}"/>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1" name="Oval 131">
                  <a:extLst>
                    <a:ext uri="{FF2B5EF4-FFF2-40B4-BE49-F238E27FC236}">
                      <a16:creationId xmlns:a16="http://schemas.microsoft.com/office/drawing/2014/main" id="{85812CB1-D0D1-6CDA-8BAE-D895ECC5009C}"/>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9" name="Group 132">
              <a:extLst>
                <a:ext uri="{FF2B5EF4-FFF2-40B4-BE49-F238E27FC236}">
                  <a16:creationId xmlns:a16="http://schemas.microsoft.com/office/drawing/2014/main" id="{EA2E5958-7F4A-DF73-2E13-091C61C725A5}"/>
                </a:ext>
              </a:extLst>
            </p:cNvPr>
            <p:cNvGrpSpPr>
              <a:grpSpLocks/>
            </p:cNvGrpSpPr>
            <p:nvPr/>
          </p:nvGrpSpPr>
          <p:grpSpPr bwMode="auto">
            <a:xfrm>
              <a:off x="4608" y="700"/>
              <a:ext cx="306" cy="90"/>
              <a:chOff x="748" y="2251"/>
              <a:chExt cx="306" cy="90"/>
            </a:xfrm>
          </p:grpSpPr>
          <p:sp>
            <p:nvSpPr>
              <p:cNvPr id="210" name="AutoShape 133">
                <a:extLst>
                  <a:ext uri="{FF2B5EF4-FFF2-40B4-BE49-F238E27FC236}">
                    <a16:creationId xmlns:a16="http://schemas.microsoft.com/office/drawing/2014/main" id="{6B57B630-FADD-FAF0-EEE2-77719C39FAC3}"/>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1" name="AutoShape 134">
                <a:extLst>
                  <a:ext uri="{FF2B5EF4-FFF2-40B4-BE49-F238E27FC236}">
                    <a16:creationId xmlns:a16="http://schemas.microsoft.com/office/drawing/2014/main" id="{67D770FE-5633-6EE1-1DDD-1D45EA985712}"/>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2" name="AutoShape 135">
                <a:extLst>
                  <a:ext uri="{FF2B5EF4-FFF2-40B4-BE49-F238E27FC236}">
                    <a16:creationId xmlns:a16="http://schemas.microsoft.com/office/drawing/2014/main" id="{C00F8172-621F-71C3-C8E9-481E98FB3F27}"/>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3" name="AutoShape 136">
                <a:extLst>
                  <a:ext uri="{FF2B5EF4-FFF2-40B4-BE49-F238E27FC236}">
                    <a16:creationId xmlns:a16="http://schemas.microsoft.com/office/drawing/2014/main" id="{F4EB60CB-5922-24F1-FE9E-732D74AB56D9}"/>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4" name="AutoShape 137">
                <a:extLst>
                  <a:ext uri="{FF2B5EF4-FFF2-40B4-BE49-F238E27FC236}">
                    <a16:creationId xmlns:a16="http://schemas.microsoft.com/office/drawing/2014/main" id="{F4B32A47-4F0F-D812-A696-7B0276270BD4}"/>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5" name="AutoShape 138">
                <a:extLst>
                  <a:ext uri="{FF2B5EF4-FFF2-40B4-BE49-F238E27FC236}">
                    <a16:creationId xmlns:a16="http://schemas.microsoft.com/office/drawing/2014/main" id="{FD079132-B2B0-8299-A531-B772862BDDB8}"/>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2" name="Group 114">
            <a:extLst>
              <a:ext uri="{FF2B5EF4-FFF2-40B4-BE49-F238E27FC236}">
                <a16:creationId xmlns:a16="http://schemas.microsoft.com/office/drawing/2014/main" id="{D183A997-7CEF-5991-C1D5-366837AF6E3C}"/>
              </a:ext>
            </a:extLst>
          </p:cNvPr>
          <p:cNvGrpSpPr>
            <a:grpSpLocks/>
          </p:cNvGrpSpPr>
          <p:nvPr/>
        </p:nvGrpSpPr>
        <p:grpSpPr bwMode="auto">
          <a:xfrm>
            <a:off x="2515122" y="1337879"/>
            <a:ext cx="357753" cy="747388"/>
            <a:chOff x="4608" y="700"/>
            <a:chExt cx="306" cy="553"/>
          </a:xfrm>
        </p:grpSpPr>
        <p:grpSp>
          <p:nvGrpSpPr>
            <p:cNvPr id="233" name="Group 115">
              <a:extLst>
                <a:ext uri="{FF2B5EF4-FFF2-40B4-BE49-F238E27FC236}">
                  <a16:creationId xmlns:a16="http://schemas.microsoft.com/office/drawing/2014/main" id="{C5A904CF-A47E-6E06-F8DF-31673F3D9A0D}"/>
                </a:ext>
              </a:extLst>
            </p:cNvPr>
            <p:cNvGrpSpPr>
              <a:grpSpLocks/>
            </p:cNvGrpSpPr>
            <p:nvPr/>
          </p:nvGrpSpPr>
          <p:grpSpPr bwMode="auto">
            <a:xfrm>
              <a:off x="4694" y="784"/>
              <a:ext cx="134" cy="469"/>
              <a:chOff x="4740" y="784"/>
              <a:chExt cx="88" cy="692"/>
            </a:xfrm>
          </p:grpSpPr>
          <p:sp>
            <p:nvSpPr>
              <p:cNvPr id="241" name="Line 116">
                <a:extLst>
                  <a:ext uri="{FF2B5EF4-FFF2-40B4-BE49-F238E27FC236}">
                    <a16:creationId xmlns:a16="http://schemas.microsoft.com/office/drawing/2014/main" id="{38BA2782-3AA6-A2E4-2728-3E77D5898178}"/>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2" name="Group 117">
                <a:extLst>
                  <a:ext uri="{FF2B5EF4-FFF2-40B4-BE49-F238E27FC236}">
                    <a16:creationId xmlns:a16="http://schemas.microsoft.com/office/drawing/2014/main" id="{30517D90-9221-E517-9CED-C8D9A435F4B7}"/>
                  </a:ext>
                </a:extLst>
              </p:cNvPr>
              <p:cNvGrpSpPr>
                <a:grpSpLocks/>
              </p:cNvGrpSpPr>
              <p:nvPr/>
            </p:nvGrpSpPr>
            <p:grpSpPr bwMode="auto">
              <a:xfrm>
                <a:off x="4740" y="784"/>
                <a:ext cx="88" cy="692"/>
                <a:chOff x="4740" y="784"/>
                <a:chExt cx="88" cy="692"/>
              </a:xfrm>
            </p:grpSpPr>
            <p:sp>
              <p:nvSpPr>
                <p:cNvPr id="243" name="Line 118">
                  <a:extLst>
                    <a:ext uri="{FF2B5EF4-FFF2-40B4-BE49-F238E27FC236}">
                      <a16:creationId xmlns:a16="http://schemas.microsoft.com/office/drawing/2014/main" id="{6223E893-ACDA-0ABC-093D-CBC0B23DFC0E}"/>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4" name="Line 119">
                  <a:extLst>
                    <a:ext uri="{FF2B5EF4-FFF2-40B4-BE49-F238E27FC236}">
                      <a16:creationId xmlns:a16="http://schemas.microsoft.com/office/drawing/2014/main" id="{AE7B7DD1-802A-F939-7F0C-070E17FA590B}"/>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5" name="Line 120">
                  <a:extLst>
                    <a:ext uri="{FF2B5EF4-FFF2-40B4-BE49-F238E27FC236}">
                      <a16:creationId xmlns:a16="http://schemas.microsoft.com/office/drawing/2014/main" id="{DEB2BE03-CED4-88EE-5EDA-085A0A4C6ABF}"/>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6" name="Line 121">
                  <a:extLst>
                    <a:ext uri="{FF2B5EF4-FFF2-40B4-BE49-F238E27FC236}">
                      <a16:creationId xmlns:a16="http://schemas.microsoft.com/office/drawing/2014/main" id="{864544CA-8C2E-9186-A04E-1E5F26E5DCDF}"/>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7" name="Line 122">
                  <a:extLst>
                    <a:ext uri="{FF2B5EF4-FFF2-40B4-BE49-F238E27FC236}">
                      <a16:creationId xmlns:a16="http://schemas.microsoft.com/office/drawing/2014/main" id="{06378335-70A5-30BA-3CF8-816545B958C9}"/>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8" name="Line 123">
                  <a:extLst>
                    <a:ext uri="{FF2B5EF4-FFF2-40B4-BE49-F238E27FC236}">
                      <a16:creationId xmlns:a16="http://schemas.microsoft.com/office/drawing/2014/main" id="{68BEA5A5-DC28-0776-8939-A7420C5D5B57}"/>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9" name="Line 124">
                  <a:extLst>
                    <a:ext uri="{FF2B5EF4-FFF2-40B4-BE49-F238E27FC236}">
                      <a16:creationId xmlns:a16="http://schemas.microsoft.com/office/drawing/2014/main" id="{A7ED3017-4366-25AC-DCF7-F02B3013A5D0}"/>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0" name="Line 125">
                  <a:extLst>
                    <a:ext uri="{FF2B5EF4-FFF2-40B4-BE49-F238E27FC236}">
                      <a16:creationId xmlns:a16="http://schemas.microsoft.com/office/drawing/2014/main" id="{BDB361C4-8666-6E56-51E3-2359D5564368}"/>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1" name="Line 126">
                  <a:extLst>
                    <a:ext uri="{FF2B5EF4-FFF2-40B4-BE49-F238E27FC236}">
                      <a16:creationId xmlns:a16="http://schemas.microsoft.com/office/drawing/2014/main" id="{5EB0833F-1FD1-5488-8AB4-219C609B7CAD}"/>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2" name="Line 127">
                  <a:extLst>
                    <a:ext uri="{FF2B5EF4-FFF2-40B4-BE49-F238E27FC236}">
                      <a16:creationId xmlns:a16="http://schemas.microsoft.com/office/drawing/2014/main" id="{7223E4F5-47A8-62E3-987B-D8800CE81E02}"/>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3" name="Line 128">
                  <a:extLst>
                    <a:ext uri="{FF2B5EF4-FFF2-40B4-BE49-F238E27FC236}">
                      <a16:creationId xmlns:a16="http://schemas.microsoft.com/office/drawing/2014/main" id="{1B533F1A-D185-9871-8855-97D3B2CDC731}"/>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4" name="Line 129">
                  <a:extLst>
                    <a:ext uri="{FF2B5EF4-FFF2-40B4-BE49-F238E27FC236}">
                      <a16:creationId xmlns:a16="http://schemas.microsoft.com/office/drawing/2014/main" id="{393D5FA0-86BC-09C2-9083-B594E0E4769E}"/>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5" name="Line 130">
                  <a:extLst>
                    <a:ext uri="{FF2B5EF4-FFF2-40B4-BE49-F238E27FC236}">
                      <a16:creationId xmlns:a16="http://schemas.microsoft.com/office/drawing/2014/main" id="{49D07B5B-1ADA-C1E8-1D3F-7516A3A9880E}"/>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6" name="Oval 131">
                  <a:extLst>
                    <a:ext uri="{FF2B5EF4-FFF2-40B4-BE49-F238E27FC236}">
                      <a16:creationId xmlns:a16="http://schemas.microsoft.com/office/drawing/2014/main" id="{359E0AA9-7D44-BF2C-B010-D47BB427314F}"/>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4" name="Group 132">
              <a:extLst>
                <a:ext uri="{FF2B5EF4-FFF2-40B4-BE49-F238E27FC236}">
                  <a16:creationId xmlns:a16="http://schemas.microsoft.com/office/drawing/2014/main" id="{05D084BE-12C8-0751-B9F8-06E48F1CF774}"/>
                </a:ext>
              </a:extLst>
            </p:cNvPr>
            <p:cNvGrpSpPr>
              <a:grpSpLocks/>
            </p:cNvGrpSpPr>
            <p:nvPr/>
          </p:nvGrpSpPr>
          <p:grpSpPr bwMode="auto">
            <a:xfrm>
              <a:off x="4608" y="700"/>
              <a:ext cx="306" cy="90"/>
              <a:chOff x="748" y="2251"/>
              <a:chExt cx="306" cy="90"/>
            </a:xfrm>
          </p:grpSpPr>
          <p:sp>
            <p:nvSpPr>
              <p:cNvPr id="235" name="AutoShape 133">
                <a:extLst>
                  <a:ext uri="{FF2B5EF4-FFF2-40B4-BE49-F238E27FC236}">
                    <a16:creationId xmlns:a16="http://schemas.microsoft.com/office/drawing/2014/main" id="{C626FCE0-BA8C-2A49-9A5D-7D4961EA70EF}"/>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6" name="AutoShape 134">
                <a:extLst>
                  <a:ext uri="{FF2B5EF4-FFF2-40B4-BE49-F238E27FC236}">
                    <a16:creationId xmlns:a16="http://schemas.microsoft.com/office/drawing/2014/main" id="{B75251DF-04F2-DF33-EAF3-AC491070092F}"/>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7" name="AutoShape 135">
                <a:extLst>
                  <a:ext uri="{FF2B5EF4-FFF2-40B4-BE49-F238E27FC236}">
                    <a16:creationId xmlns:a16="http://schemas.microsoft.com/office/drawing/2014/main" id="{15772BB4-2CC1-D61F-9E2A-1E84F45C6B2A}"/>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8" name="AutoShape 136">
                <a:extLst>
                  <a:ext uri="{FF2B5EF4-FFF2-40B4-BE49-F238E27FC236}">
                    <a16:creationId xmlns:a16="http://schemas.microsoft.com/office/drawing/2014/main" id="{AA3ACD95-663F-105F-730C-3B59DE2807DD}"/>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9" name="AutoShape 137">
                <a:extLst>
                  <a:ext uri="{FF2B5EF4-FFF2-40B4-BE49-F238E27FC236}">
                    <a16:creationId xmlns:a16="http://schemas.microsoft.com/office/drawing/2014/main" id="{EE9E245E-2B66-CFF1-DAAF-0518DEF4C754}"/>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0" name="AutoShape 138">
                <a:extLst>
                  <a:ext uri="{FF2B5EF4-FFF2-40B4-BE49-F238E27FC236}">
                    <a16:creationId xmlns:a16="http://schemas.microsoft.com/office/drawing/2014/main" id="{2798CE65-04A7-BA2E-7DAD-4704414469BD}"/>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257" name="Text Box 546">
            <a:extLst>
              <a:ext uri="{FF2B5EF4-FFF2-40B4-BE49-F238E27FC236}">
                <a16:creationId xmlns:a16="http://schemas.microsoft.com/office/drawing/2014/main" id="{46308AAD-336A-AFFE-EE9B-51428A7E61EA}"/>
              </a:ext>
            </a:extLst>
          </p:cNvPr>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58" name="Text Box 546">
            <a:extLst>
              <a:ext uri="{FF2B5EF4-FFF2-40B4-BE49-F238E27FC236}">
                <a16:creationId xmlns:a16="http://schemas.microsoft.com/office/drawing/2014/main" id="{7D07A602-A512-0A9F-64CF-19C061EAF284}"/>
              </a:ext>
            </a:extLst>
          </p:cNvPr>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259" name="直接连接符 258">
            <a:extLst>
              <a:ext uri="{FF2B5EF4-FFF2-40B4-BE49-F238E27FC236}">
                <a16:creationId xmlns:a16="http://schemas.microsoft.com/office/drawing/2014/main" id="{B6BCF5DD-8E7B-65B2-63D7-EB183E7A3F25}"/>
              </a:ext>
            </a:extLst>
          </p:cNvPr>
          <p:cNvCxnSpPr>
            <a:stCxn id="24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0" name="直接连接符 259">
            <a:extLst>
              <a:ext uri="{FF2B5EF4-FFF2-40B4-BE49-F238E27FC236}">
                <a16:creationId xmlns:a16="http://schemas.microsoft.com/office/drawing/2014/main" id="{FC117428-CD0B-BEEB-4771-44F7724FE40B}"/>
              </a:ext>
            </a:extLst>
          </p:cNvPr>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1" name="直接连接符 260">
            <a:extLst>
              <a:ext uri="{FF2B5EF4-FFF2-40B4-BE49-F238E27FC236}">
                <a16:creationId xmlns:a16="http://schemas.microsoft.com/office/drawing/2014/main" id="{0AA8CDF5-BA31-7428-6AD2-F60E5D67565B}"/>
              </a:ext>
            </a:extLst>
          </p:cNvPr>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62" name="Freeform 294">
            <a:extLst>
              <a:ext uri="{FF2B5EF4-FFF2-40B4-BE49-F238E27FC236}">
                <a16:creationId xmlns:a16="http://schemas.microsoft.com/office/drawing/2014/main" id="{A9FB2736-CBA8-1B05-C60E-C693AA60A663}"/>
              </a:ext>
            </a:extLst>
          </p:cNvPr>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3" name="Freeform 294">
            <a:extLst>
              <a:ext uri="{FF2B5EF4-FFF2-40B4-BE49-F238E27FC236}">
                <a16:creationId xmlns:a16="http://schemas.microsoft.com/office/drawing/2014/main" id="{EAB9B63A-6516-5620-4AAE-16EFB2ADBB4F}"/>
              </a:ext>
            </a:extLst>
          </p:cNvPr>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4" name="Text Box 543">
            <a:extLst>
              <a:ext uri="{FF2B5EF4-FFF2-40B4-BE49-F238E27FC236}">
                <a16:creationId xmlns:a16="http://schemas.microsoft.com/office/drawing/2014/main" id="{6E558B08-2173-5C33-16ED-DB8DCD3EACE8}"/>
              </a:ext>
            </a:extLst>
          </p:cNvPr>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UE</a:t>
            </a:r>
            <a:endParaRPr kumimoji="1" lang="zh-CN" altLang="en-US" sz="1200" b="1" dirty="0">
              <a:latin typeface="微软雅黑" panose="020B0503020204020204" pitchFamily="34" charset="-122"/>
              <a:ea typeface="微软雅黑" panose="020B0503020204020204" pitchFamily="34" charset="-122"/>
            </a:endParaRPr>
          </a:p>
        </p:txBody>
      </p:sp>
      <p:sp>
        <p:nvSpPr>
          <p:cNvPr id="265" name="Text Box 546">
            <a:extLst>
              <a:ext uri="{FF2B5EF4-FFF2-40B4-BE49-F238E27FC236}">
                <a16:creationId xmlns:a16="http://schemas.microsoft.com/office/drawing/2014/main" id="{2BD70E72-70BF-B9D2-26B2-2680B6EC4D06}"/>
              </a:ext>
            </a:extLst>
          </p:cNvPr>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266" name="Text Box 546">
            <a:extLst>
              <a:ext uri="{FF2B5EF4-FFF2-40B4-BE49-F238E27FC236}">
                <a16:creationId xmlns:a16="http://schemas.microsoft.com/office/drawing/2014/main" id="{A35F0EDB-1222-32F2-0F90-DA5C699C24EC}"/>
              </a:ext>
            </a:extLst>
          </p:cNvPr>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267" name="肘形连接符 116">
            <a:extLst>
              <a:ext uri="{FF2B5EF4-FFF2-40B4-BE49-F238E27FC236}">
                <a16:creationId xmlns:a16="http://schemas.microsoft.com/office/drawing/2014/main" id="{855FF133-359A-1331-5F77-3F387D0F16BE}"/>
              </a:ext>
            </a:extLst>
          </p:cNvPr>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268" name="直接连接符 267">
            <a:extLst>
              <a:ext uri="{FF2B5EF4-FFF2-40B4-BE49-F238E27FC236}">
                <a16:creationId xmlns:a16="http://schemas.microsoft.com/office/drawing/2014/main" id="{DCAFE02B-4A3D-304D-DCD4-69A1A428ACBC}"/>
              </a:ext>
            </a:extLst>
          </p:cNvPr>
          <p:cNvCxnSpPr>
            <a:stCxn id="292"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9" name="肘形连接符 118">
            <a:extLst>
              <a:ext uri="{FF2B5EF4-FFF2-40B4-BE49-F238E27FC236}">
                <a16:creationId xmlns:a16="http://schemas.microsoft.com/office/drawing/2014/main" id="{6D049140-6EAD-D548-6CD3-E0D3DE7B7163}"/>
              </a:ext>
            </a:extLst>
          </p:cNvPr>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0" name="肘形连接符 119">
            <a:extLst>
              <a:ext uri="{FF2B5EF4-FFF2-40B4-BE49-F238E27FC236}">
                <a16:creationId xmlns:a16="http://schemas.microsoft.com/office/drawing/2014/main" id="{68460CF3-3E89-B72D-28DD-D3F6F3C123D2}"/>
              </a:ext>
            </a:extLst>
          </p:cNvPr>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1" name="肘形连接符 120">
            <a:extLst>
              <a:ext uri="{FF2B5EF4-FFF2-40B4-BE49-F238E27FC236}">
                <a16:creationId xmlns:a16="http://schemas.microsoft.com/office/drawing/2014/main" id="{C1609830-DC71-B509-F369-82A5AEF280CD}"/>
              </a:ext>
            </a:extLst>
          </p:cNvPr>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272" name="肘形连接符 121">
            <a:extLst>
              <a:ext uri="{FF2B5EF4-FFF2-40B4-BE49-F238E27FC236}">
                <a16:creationId xmlns:a16="http://schemas.microsoft.com/office/drawing/2014/main" id="{D6B5B447-2C4D-820D-9506-49063778866C}"/>
              </a:ext>
            </a:extLst>
          </p:cNvPr>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grpSp>
        <p:nvGrpSpPr>
          <p:cNvPr id="273" name="组合 272">
            <a:extLst>
              <a:ext uri="{FF2B5EF4-FFF2-40B4-BE49-F238E27FC236}">
                <a16:creationId xmlns:a16="http://schemas.microsoft.com/office/drawing/2014/main" id="{960541BF-F97E-E614-595D-C725F070751C}"/>
              </a:ext>
            </a:extLst>
          </p:cNvPr>
          <p:cNvGrpSpPr/>
          <p:nvPr/>
        </p:nvGrpSpPr>
        <p:grpSpPr>
          <a:xfrm>
            <a:off x="6782593" y="1090679"/>
            <a:ext cx="1491514" cy="732822"/>
            <a:chOff x="6691097" y="1239483"/>
            <a:chExt cx="1491514" cy="732822"/>
          </a:xfrm>
        </p:grpSpPr>
        <p:sp>
          <p:nvSpPr>
            <p:cNvPr id="274" name="Rectangle 539">
              <a:extLst>
                <a:ext uri="{FF2B5EF4-FFF2-40B4-BE49-F238E27FC236}">
                  <a16:creationId xmlns:a16="http://schemas.microsoft.com/office/drawing/2014/main" id="{B0A1DB73-8EC0-B4F7-F0E3-92C0DC49E603}"/>
                </a:ext>
              </a:extLst>
            </p:cNvPr>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5" name="Text Box 546">
              <a:extLst>
                <a:ext uri="{FF2B5EF4-FFF2-40B4-BE49-F238E27FC236}">
                  <a16:creationId xmlns:a16="http://schemas.microsoft.com/office/drawing/2014/main" id="{B977FB31-84C6-22C1-714F-59DDBFBC0C31}"/>
                </a:ext>
              </a:extLst>
            </p:cNvPr>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276" name="Text Box 546">
              <a:extLst>
                <a:ext uri="{FF2B5EF4-FFF2-40B4-BE49-F238E27FC236}">
                  <a16:creationId xmlns:a16="http://schemas.microsoft.com/office/drawing/2014/main" id="{B57C08F7-E56C-1CA4-4553-9AFA4D2393A8}"/>
                </a:ext>
              </a:extLst>
            </p:cNvPr>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277" name="直接连接符 276">
              <a:extLst>
                <a:ext uri="{FF2B5EF4-FFF2-40B4-BE49-F238E27FC236}">
                  <a16:creationId xmlns:a16="http://schemas.microsoft.com/office/drawing/2014/main" id="{AC511256-85FF-6376-91D8-0F22C161FC88}"/>
                </a:ext>
              </a:extLst>
            </p:cNvPr>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8" name="直接连接符 277">
              <a:extLst>
                <a:ext uri="{FF2B5EF4-FFF2-40B4-BE49-F238E27FC236}">
                  <a16:creationId xmlns:a16="http://schemas.microsoft.com/office/drawing/2014/main" id="{2587BB32-C8CB-3FA8-A5C4-EFCC964DBE43}"/>
                </a:ext>
              </a:extLst>
            </p:cNvPr>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279" name="Text Box 546">
              <a:extLst>
                <a:ext uri="{FF2B5EF4-FFF2-40B4-BE49-F238E27FC236}">
                  <a16:creationId xmlns:a16="http://schemas.microsoft.com/office/drawing/2014/main" id="{0A936FD8-3719-80F7-D60D-9C42DB8CD84D}"/>
                </a:ext>
              </a:extLst>
            </p:cNvPr>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280" name="直接连接符 279">
              <a:extLst>
                <a:ext uri="{FF2B5EF4-FFF2-40B4-BE49-F238E27FC236}">
                  <a16:creationId xmlns:a16="http://schemas.microsoft.com/office/drawing/2014/main" id="{BA6E938F-97D9-8CFA-4530-8C829ED31623}"/>
                </a:ext>
              </a:extLst>
            </p:cNvPr>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281" name="直接连接符 280">
            <a:extLst>
              <a:ext uri="{FF2B5EF4-FFF2-40B4-BE49-F238E27FC236}">
                <a16:creationId xmlns:a16="http://schemas.microsoft.com/office/drawing/2014/main" id="{22997702-15E1-BA06-AAC5-51D2DA01A14D}"/>
              </a:ext>
            </a:extLst>
          </p:cNvPr>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282" name="直接连接符 281">
            <a:extLst>
              <a:ext uri="{FF2B5EF4-FFF2-40B4-BE49-F238E27FC236}">
                <a16:creationId xmlns:a16="http://schemas.microsoft.com/office/drawing/2014/main" id="{A7BB22BB-F7AF-4A23-89AB-87C9938048C9}"/>
              </a:ext>
            </a:extLst>
          </p:cNvPr>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283" name="直接连接符 282">
            <a:extLst>
              <a:ext uri="{FF2B5EF4-FFF2-40B4-BE49-F238E27FC236}">
                <a16:creationId xmlns:a16="http://schemas.microsoft.com/office/drawing/2014/main" id="{3D5735BF-2DFC-9B2E-AF8F-B62D8258EEF1}"/>
              </a:ext>
            </a:extLst>
          </p:cNvPr>
          <p:cNvCxnSpPr>
            <a:cxnSpLocks/>
          </p:cNvCxnSpPr>
          <p:nvPr/>
        </p:nvCxnSpPr>
        <p:spPr>
          <a:xfrm>
            <a:off x="5020707" y="2619619"/>
            <a:ext cx="240866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4" name="组合 161">
            <a:extLst>
              <a:ext uri="{FF2B5EF4-FFF2-40B4-BE49-F238E27FC236}">
                <a16:creationId xmlns:a16="http://schemas.microsoft.com/office/drawing/2014/main" id="{EAED9D6A-DB8D-21F1-D0FF-7534E49A764B}"/>
              </a:ext>
            </a:extLst>
          </p:cNvPr>
          <p:cNvGrpSpPr>
            <a:grpSpLocks/>
          </p:cNvGrpSpPr>
          <p:nvPr/>
        </p:nvGrpSpPr>
        <p:grpSpPr bwMode="auto">
          <a:xfrm>
            <a:off x="7132142" y="2172364"/>
            <a:ext cx="1370509" cy="767396"/>
            <a:chOff x="7236296" y="2033272"/>
            <a:chExt cx="1654150" cy="1035365"/>
          </a:xfrm>
        </p:grpSpPr>
        <p:graphicFrame>
          <p:nvGraphicFramePr>
            <p:cNvPr id="285" name="Object 425">
              <a:extLst>
                <a:ext uri="{FF2B5EF4-FFF2-40B4-BE49-F238E27FC236}">
                  <a16:creationId xmlns:a16="http://schemas.microsoft.com/office/drawing/2014/main" id="{9F08CA92-96FD-1F3E-E4FF-F738CF086DE3}"/>
                </a:ext>
              </a:extLst>
            </p:cNvPr>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285" name="Object 425">
                          <a:extLst>
                            <a:ext uri="{FF2B5EF4-FFF2-40B4-BE49-F238E27FC236}">
                              <a16:creationId xmlns:a16="http://schemas.microsoft.com/office/drawing/2014/main" id="{2EAF4DE6-0E83-2A84-A92E-DB98E6CE37E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86" name="Text Box 426">
              <a:extLst>
                <a:ext uri="{FF2B5EF4-FFF2-40B4-BE49-F238E27FC236}">
                  <a16:creationId xmlns:a16="http://schemas.microsoft.com/office/drawing/2014/main" id="{AD8D2BC9-B789-666D-E761-F254A96A87A1}"/>
                </a:ext>
              </a:extLst>
            </p:cNvPr>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287" name="单圆角矩形 135">
            <a:extLst>
              <a:ext uri="{FF2B5EF4-FFF2-40B4-BE49-F238E27FC236}">
                <a16:creationId xmlns:a16="http://schemas.microsoft.com/office/drawing/2014/main" id="{EA08FC9B-8AEE-7E1F-A157-2C3D95B157FE}"/>
              </a:ext>
            </a:extLst>
          </p:cNvPr>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88" name="Text Box 544">
            <a:extLst>
              <a:ext uri="{FF2B5EF4-FFF2-40B4-BE49-F238E27FC236}">
                <a16:creationId xmlns:a16="http://schemas.microsoft.com/office/drawing/2014/main" id="{D96BDF19-1AF8-234D-056D-1B76278A8BC1}"/>
              </a:ext>
            </a:extLst>
          </p:cNvPr>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89" name="Text Box 546">
            <a:extLst>
              <a:ext uri="{FF2B5EF4-FFF2-40B4-BE49-F238E27FC236}">
                <a16:creationId xmlns:a16="http://schemas.microsoft.com/office/drawing/2014/main" id="{346B3EBE-6C39-3091-4674-D94DEBE17EA5}"/>
              </a:ext>
            </a:extLst>
          </p:cNvPr>
          <p:cNvSpPr txBox="1">
            <a:spLocks noChangeArrowheads="1"/>
          </p:cNvSpPr>
          <p:nvPr/>
        </p:nvSpPr>
        <p:spPr bwMode="auto">
          <a:xfrm>
            <a:off x="5949019" y="2110945"/>
            <a:ext cx="646331"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用户面</a:t>
            </a:r>
          </a:p>
        </p:txBody>
      </p:sp>
      <p:sp>
        <p:nvSpPr>
          <p:cNvPr id="290" name="单圆角矩形 138">
            <a:extLst>
              <a:ext uri="{FF2B5EF4-FFF2-40B4-BE49-F238E27FC236}">
                <a16:creationId xmlns:a16="http://schemas.microsoft.com/office/drawing/2014/main" id="{FF56D3CF-FEFA-E7C6-C296-915F99C479AB}"/>
              </a:ext>
            </a:extLst>
          </p:cNvPr>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1" name="Text Box 544">
            <a:extLst>
              <a:ext uri="{FF2B5EF4-FFF2-40B4-BE49-F238E27FC236}">
                <a16:creationId xmlns:a16="http://schemas.microsoft.com/office/drawing/2014/main" id="{EF2A4FE9-5C15-8BDF-953C-14E665B8A59D}"/>
              </a:ext>
            </a:extLst>
          </p:cNvPr>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292" name="单圆角矩形 140">
            <a:extLst>
              <a:ext uri="{FF2B5EF4-FFF2-40B4-BE49-F238E27FC236}">
                <a16:creationId xmlns:a16="http://schemas.microsoft.com/office/drawing/2014/main" id="{DBA4FE3A-6562-65DE-ABA9-A919408C266E}"/>
              </a:ext>
            </a:extLst>
          </p:cNvPr>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3" name="Text Box 544">
            <a:extLst>
              <a:ext uri="{FF2B5EF4-FFF2-40B4-BE49-F238E27FC236}">
                <a16:creationId xmlns:a16="http://schemas.microsoft.com/office/drawing/2014/main" id="{8336D2AF-55D4-229A-AE09-89BC066C7621}"/>
              </a:ext>
            </a:extLst>
          </p:cNvPr>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sp>
        <p:nvSpPr>
          <p:cNvPr id="294" name="Text Box 546">
            <a:extLst>
              <a:ext uri="{FF2B5EF4-FFF2-40B4-BE49-F238E27FC236}">
                <a16:creationId xmlns:a16="http://schemas.microsoft.com/office/drawing/2014/main" id="{0CEFEC5D-971F-4163-2E6D-039C31832F77}"/>
              </a:ext>
            </a:extLst>
          </p:cNvPr>
          <p:cNvSpPr txBox="1">
            <a:spLocks noChangeArrowheads="1"/>
          </p:cNvSpPr>
          <p:nvPr/>
        </p:nvSpPr>
        <p:spPr bwMode="auto">
          <a:xfrm>
            <a:off x="5922647" y="1755833"/>
            <a:ext cx="700465"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控制面</a:t>
            </a:r>
          </a:p>
        </p:txBody>
      </p:sp>
      <p:sp>
        <p:nvSpPr>
          <p:cNvPr id="295" name="单圆角矩形 143">
            <a:extLst>
              <a:ext uri="{FF2B5EF4-FFF2-40B4-BE49-F238E27FC236}">
                <a16:creationId xmlns:a16="http://schemas.microsoft.com/office/drawing/2014/main" id="{B1F7E5AA-CA1B-0F2D-6287-85769C30F5E8}"/>
              </a:ext>
            </a:extLst>
          </p:cNvPr>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6" name="Text Box 544">
            <a:extLst>
              <a:ext uri="{FF2B5EF4-FFF2-40B4-BE49-F238E27FC236}">
                <a16:creationId xmlns:a16="http://schemas.microsoft.com/office/drawing/2014/main" id="{93EDA5E0-6B8F-7BC2-1902-CF72385CE69B}"/>
              </a:ext>
            </a:extLst>
          </p:cNvPr>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297" name="Text Box 546">
            <a:extLst>
              <a:ext uri="{FF2B5EF4-FFF2-40B4-BE49-F238E27FC236}">
                <a16:creationId xmlns:a16="http://schemas.microsoft.com/office/drawing/2014/main" id="{B881DBB3-CF4B-F9C4-AC0A-DF0BD01B6AFE}"/>
              </a:ext>
            </a:extLst>
          </p:cNvPr>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298" name="直接连接符 297">
            <a:extLst>
              <a:ext uri="{FF2B5EF4-FFF2-40B4-BE49-F238E27FC236}">
                <a16:creationId xmlns:a16="http://schemas.microsoft.com/office/drawing/2014/main" id="{4C3CA3E6-4B75-3180-57ED-091DFCE52B06}"/>
              </a:ext>
            </a:extLst>
          </p:cNvPr>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9" name="直接连接符 298">
            <a:extLst>
              <a:ext uri="{FF2B5EF4-FFF2-40B4-BE49-F238E27FC236}">
                <a16:creationId xmlns:a16="http://schemas.microsoft.com/office/drawing/2014/main" id="{DEB4ED44-619B-10D0-159F-DBCB1CE674C3}"/>
              </a:ext>
            </a:extLst>
          </p:cNvPr>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300" name="Text Box 546">
            <a:extLst>
              <a:ext uri="{FF2B5EF4-FFF2-40B4-BE49-F238E27FC236}">
                <a16:creationId xmlns:a16="http://schemas.microsoft.com/office/drawing/2014/main" id="{4D3BC61F-238C-F471-1F1B-2B9B1BDC484A}"/>
              </a:ext>
            </a:extLst>
          </p:cNvPr>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301" name="直接连接符 300">
            <a:extLst>
              <a:ext uri="{FF2B5EF4-FFF2-40B4-BE49-F238E27FC236}">
                <a16:creationId xmlns:a16="http://schemas.microsoft.com/office/drawing/2014/main" id="{B465B3DB-EB10-A93D-FD68-9D7EABAB2021}"/>
              </a:ext>
            </a:extLst>
          </p:cNvPr>
          <p:cNvCxnSpPr>
            <a:stCxn id="125" idx="1"/>
            <a:endCxn id="125" idx="3"/>
          </p:cNvCxnSpPr>
          <p:nvPr/>
        </p:nvCxnSpPr>
        <p:spPr>
          <a:xfrm>
            <a:off x="4172360" y="2088797"/>
            <a:ext cx="2326708" cy="0"/>
          </a:xfrm>
          <a:prstGeom prst="line">
            <a:avLst/>
          </a:prstGeom>
          <a:ln w="38100">
            <a:solidFill>
              <a:srgbClr val="C3E3F9"/>
            </a:solidFill>
            <a:prstDash val="solid"/>
          </a:ln>
        </p:spPr>
        <p:style>
          <a:lnRef idx="1">
            <a:schemeClr val="accent1"/>
          </a:lnRef>
          <a:fillRef idx="0">
            <a:schemeClr val="accent1"/>
          </a:fillRef>
          <a:effectRef idx="0">
            <a:schemeClr val="accent1"/>
          </a:effectRef>
          <a:fontRef idx="minor">
            <a:schemeClr val="tx1"/>
          </a:fontRef>
        </p:style>
      </p:cxnSp>
      <p:cxnSp>
        <p:nvCxnSpPr>
          <p:cNvPr id="302" name="直接连接符 301">
            <a:extLst>
              <a:ext uri="{FF2B5EF4-FFF2-40B4-BE49-F238E27FC236}">
                <a16:creationId xmlns:a16="http://schemas.microsoft.com/office/drawing/2014/main" id="{33BD0BF4-E36D-1177-85EA-46F3C933DE4C}"/>
              </a:ext>
            </a:extLst>
          </p:cNvPr>
          <p:cNvCxnSpPr>
            <a:stCxn id="292" idx="2"/>
            <a:endCxn id="287"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303" name="Text Box 546">
            <a:extLst>
              <a:ext uri="{FF2B5EF4-FFF2-40B4-BE49-F238E27FC236}">
                <a16:creationId xmlns:a16="http://schemas.microsoft.com/office/drawing/2014/main" id="{21B0B8F2-3A04-3964-E32D-308D773E290F}"/>
              </a:ext>
            </a:extLst>
          </p:cNvPr>
          <p:cNvSpPr txBox="1">
            <a:spLocks noChangeArrowheads="1"/>
          </p:cNvSpPr>
          <p:nvPr/>
        </p:nvSpPr>
        <p:spPr bwMode="auto">
          <a:xfrm>
            <a:off x="6511564" y="2360665"/>
            <a:ext cx="644727"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IP</a:t>
            </a:r>
            <a:r>
              <a:rPr kumimoji="1" lang="zh-CN" altLang="en-US" sz="1200" b="1" dirty="0">
                <a:latin typeface="微软雅黑" panose="020B0503020204020204" pitchFamily="34" charset="-122"/>
                <a:ea typeface="微软雅黑" panose="020B0503020204020204" pitchFamily="34" charset="-122"/>
              </a:rPr>
              <a:t>分组</a:t>
            </a:r>
          </a:p>
        </p:txBody>
      </p:sp>
    </p:spTree>
    <p:extLst>
      <p:ext uri="{BB962C8B-B14F-4D97-AF65-F5344CB8AC3E}">
        <p14:creationId xmlns:p14="http://schemas.microsoft.com/office/powerpoint/2010/main" val="3391979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3">
                                            <p:txEl>
                                              <p:pRg st="1" end="1"/>
                                            </p:txEl>
                                          </p:spTgt>
                                        </p:tgtEl>
                                        <p:attrNameLst>
                                          <p:attrName>style.visibility</p:attrName>
                                        </p:attrNameLst>
                                      </p:cBhvr>
                                      <p:to>
                                        <p:strVal val="visible"/>
                                      </p:to>
                                    </p:set>
                                  </p:childTnLst>
                                </p:cTn>
                              </p:par>
                              <p:par>
                                <p:cTn id="11" presetID="35" presetClass="emph" presetSubtype="0" repeatCount="3000" fill="hold" grpId="0" nodeType="withEffect">
                                  <p:stCondLst>
                                    <p:cond delay="0"/>
                                  </p:stCondLst>
                                  <p:childTnLst>
                                    <p:anim calcmode="discrete" valueType="str">
                                      <p:cBhvr>
                                        <p:cTn id="12" dur="1000" fill="hold"/>
                                        <p:tgtEl>
                                          <p:spTgt spid="264"/>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0"/>
                                  </p:stCondLst>
                                  <p:childTnLst>
                                    <p:anim calcmode="discrete" valueType="str">
                                      <p:cBhvr>
                                        <p:cTn id="14" dur="1000" fill="hold"/>
                                        <p:tgtEl>
                                          <p:spTgt spid="265"/>
                                        </p:tgtEl>
                                        <p:attrNameLst>
                                          <p:attrName>style.visibility</p:attrName>
                                        </p:attrNameLst>
                                      </p:cBhvr>
                                      <p:tavLst>
                                        <p:tav tm="0">
                                          <p:val>
                                            <p:strVal val="hidden"/>
                                          </p:val>
                                        </p:tav>
                                        <p:tav tm="50000">
                                          <p:val>
                                            <p:strVal val="visible"/>
                                          </p:val>
                                        </p:tav>
                                      </p:tavLst>
                                    </p:anim>
                                  </p:childTnLst>
                                </p:cTn>
                              </p:par>
                              <p:par>
                                <p:cTn id="15" presetID="35" presetClass="emph" presetSubtype="0" repeatCount="3000" fill="hold" grpId="0" nodeType="withEffect">
                                  <p:stCondLst>
                                    <p:cond delay="0"/>
                                  </p:stCondLst>
                                  <p:childTnLst>
                                    <p:anim calcmode="discrete" valueType="str">
                                      <p:cBhvr>
                                        <p:cTn id="16" dur="1000" fill="hold"/>
                                        <p:tgtEl>
                                          <p:spTgt spid="26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P spid="264" grpId="0"/>
      <p:bldP spid="265" grpId="0"/>
      <p:bldP spid="266"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矩形 152"/>
          <p:cNvSpPr/>
          <p:nvPr/>
        </p:nvSpPr>
        <p:spPr>
          <a:xfrm>
            <a:off x="785676" y="3458093"/>
            <a:ext cx="7754556" cy="707886"/>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归属用户服务器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HSS (Home Subscriber Server)</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中心数据库，</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存储网络运营商所保存的用户基本数据。</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 name="圆角矩形 151">
            <a:extLst>
              <a:ext uri="{FF2B5EF4-FFF2-40B4-BE49-F238E27FC236}">
                <a16:creationId xmlns:a16="http://schemas.microsoft.com/office/drawing/2014/main" id="{B4D50CB8-D7DC-3934-6855-B8625A2CA016}"/>
              </a:ext>
            </a:extLst>
          </p:cNvPr>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3" name="AutoShape 5">
            <a:extLst>
              <a:ext uri="{FF2B5EF4-FFF2-40B4-BE49-F238E27FC236}">
                <a16:creationId xmlns:a16="http://schemas.microsoft.com/office/drawing/2014/main" id="{20C412CA-54EB-4AC0-924B-70ED164BDBFE}"/>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4" name="矩形 4">
            <a:extLst>
              <a:ext uri="{FF2B5EF4-FFF2-40B4-BE49-F238E27FC236}">
                <a16:creationId xmlns:a16="http://schemas.microsoft.com/office/drawing/2014/main" id="{32843029-0076-DB9A-E42E-BD23507FE9BF}"/>
              </a:ext>
            </a:extLst>
          </p:cNvPr>
          <p:cNvSpPr>
            <a:spLocks noChangeArrowheads="1"/>
          </p:cNvSpPr>
          <p:nvPr/>
        </p:nvSpPr>
        <p:spPr bwMode="auto">
          <a:xfrm>
            <a:off x="635844" y="567754"/>
            <a:ext cx="1126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a:t>
            </a:r>
            <a:r>
              <a:rPr lang="zh-CN" altLang="en-US" sz="2000" b="1" dirty="0">
                <a:latin typeface="微软雅黑" pitchFamily="34" charset="-122"/>
                <a:ea typeface="微软雅黑" pitchFamily="34" charset="-122"/>
              </a:rPr>
              <a:t>架构</a:t>
            </a:r>
            <a:endParaRPr lang="zh-CN" altLang="en-US" sz="2000" b="1" dirty="0">
              <a:solidFill>
                <a:srgbClr val="0000CC"/>
              </a:solidFill>
              <a:latin typeface="微软雅黑" pitchFamily="34" charset="-122"/>
              <a:ea typeface="微软雅黑" pitchFamily="34" charset="-122"/>
            </a:endParaRPr>
          </a:p>
        </p:txBody>
      </p:sp>
      <p:sp>
        <p:nvSpPr>
          <p:cNvPr id="125" name="圆角矩形 4">
            <a:extLst>
              <a:ext uri="{FF2B5EF4-FFF2-40B4-BE49-F238E27FC236}">
                <a16:creationId xmlns:a16="http://schemas.microsoft.com/office/drawing/2014/main" id="{AB3B277C-6FBC-DA80-F908-C6A9B2E855DA}"/>
              </a:ext>
            </a:extLst>
          </p:cNvPr>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26" name="圆角矩形 5">
            <a:extLst>
              <a:ext uri="{FF2B5EF4-FFF2-40B4-BE49-F238E27FC236}">
                <a16:creationId xmlns:a16="http://schemas.microsoft.com/office/drawing/2014/main" id="{73E85044-FC12-D4CE-1E64-EBC740678A3E}"/>
              </a:ext>
            </a:extLst>
          </p:cNvPr>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27" name="圆角矩形 8">
            <a:extLst>
              <a:ext uri="{FF2B5EF4-FFF2-40B4-BE49-F238E27FC236}">
                <a16:creationId xmlns:a16="http://schemas.microsoft.com/office/drawing/2014/main" id="{A6416958-2090-9BA3-3E20-AEB201E2E5F4}"/>
              </a:ext>
            </a:extLst>
          </p:cNvPr>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8" name="Group 114">
            <a:extLst>
              <a:ext uri="{FF2B5EF4-FFF2-40B4-BE49-F238E27FC236}">
                <a16:creationId xmlns:a16="http://schemas.microsoft.com/office/drawing/2014/main" id="{D6DC09D0-26A4-31A0-3CF1-D067CA61130E}"/>
              </a:ext>
            </a:extLst>
          </p:cNvPr>
          <p:cNvGrpSpPr>
            <a:grpSpLocks/>
          </p:cNvGrpSpPr>
          <p:nvPr/>
        </p:nvGrpSpPr>
        <p:grpSpPr bwMode="auto">
          <a:xfrm>
            <a:off x="3163549" y="1819267"/>
            <a:ext cx="357753" cy="747387"/>
            <a:chOff x="4608" y="700"/>
            <a:chExt cx="306" cy="553"/>
          </a:xfrm>
        </p:grpSpPr>
        <p:grpSp>
          <p:nvGrpSpPr>
            <p:cNvPr id="129" name="Group 115">
              <a:extLst>
                <a:ext uri="{FF2B5EF4-FFF2-40B4-BE49-F238E27FC236}">
                  <a16:creationId xmlns:a16="http://schemas.microsoft.com/office/drawing/2014/main" id="{963376E2-A201-FBD3-E89E-FFA675040637}"/>
                </a:ext>
              </a:extLst>
            </p:cNvPr>
            <p:cNvGrpSpPr>
              <a:grpSpLocks/>
            </p:cNvGrpSpPr>
            <p:nvPr/>
          </p:nvGrpSpPr>
          <p:grpSpPr bwMode="auto">
            <a:xfrm>
              <a:off x="4694" y="784"/>
              <a:ext cx="134" cy="469"/>
              <a:chOff x="4740" y="784"/>
              <a:chExt cx="88" cy="692"/>
            </a:xfrm>
          </p:grpSpPr>
          <p:sp>
            <p:nvSpPr>
              <p:cNvPr id="169" name="Line 116">
                <a:extLst>
                  <a:ext uri="{FF2B5EF4-FFF2-40B4-BE49-F238E27FC236}">
                    <a16:creationId xmlns:a16="http://schemas.microsoft.com/office/drawing/2014/main" id="{9D402451-CDE3-5E4B-26A0-EBFD51B75AC2}"/>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70" name="Group 117">
                <a:extLst>
                  <a:ext uri="{FF2B5EF4-FFF2-40B4-BE49-F238E27FC236}">
                    <a16:creationId xmlns:a16="http://schemas.microsoft.com/office/drawing/2014/main" id="{60AB7956-35C1-0021-30CC-9C08EE780F59}"/>
                  </a:ext>
                </a:extLst>
              </p:cNvPr>
              <p:cNvGrpSpPr>
                <a:grpSpLocks/>
              </p:cNvGrpSpPr>
              <p:nvPr/>
            </p:nvGrpSpPr>
            <p:grpSpPr bwMode="auto">
              <a:xfrm>
                <a:off x="4740" y="784"/>
                <a:ext cx="88" cy="692"/>
                <a:chOff x="4740" y="784"/>
                <a:chExt cx="88" cy="692"/>
              </a:xfrm>
            </p:grpSpPr>
            <p:sp>
              <p:nvSpPr>
                <p:cNvPr id="171" name="Line 118">
                  <a:extLst>
                    <a:ext uri="{FF2B5EF4-FFF2-40B4-BE49-F238E27FC236}">
                      <a16:creationId xmlns:a16="http://schemas.microsoft.com/office/drawing/2014/main" id="{9B4EBA1A-2879-A3A2-4A97-4900C85CCEAD}"/>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119">
                  <a:extLst>
                    <a:ext uri="{FF2B5EF4-FFF2-40B4-BE49-F238E27FC236}">
                      <a16:creationId xmlns:a16="http://schemas.microsoft.com/office/drawing/2014/main" id="{946345D3-26B7-F4A8-6E7D-3DA1F19F1BCB}"/>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120">
                  <a:extLst>
                    <a:ext uri="{FF2B5EF4-FFF2-40B4-BE49-F238E27FC236}">
                      <a16:creationId xmlns:a16="http://schemas.microsoft.com/office/drawing/2014/main" id="{50C111C9-1954-506D-71C9-BED7D498B1C4}"/>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121">
                  <a:extLst>
                    <a:ext uri="{FF2B5EF4-FFF2-40B4-BE49-F238E27FC236}">
                      <a16:creationId xmlns:a16="http://schemas.microsoft.com/office/drawing/2014/main" id="{06A32A70-0A91-9A8A-1231-59A8D73E1BB5}"/>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122">
                  <a:extLst>
                    <a:ext uri="{FF2B5EF4-FFF2-40B4-BE49-F238E27FC236}">
                      <a16:creationId xmlns:a16="http://schemas.microsoft.com/office/drawing/2014/main" id="{1907DA55-21C1-F35A-9C12-5C78F8BF07EF}"/>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123">
                  <a:extLst>
                    <a:ext uri="{FF2B5EF4-FFF2-40B4-BE49-F238E27FC236}">
                      <a16:creationId xmlns:a16="http://schemas.microsoft.com/office/drawing/2014/main" id="{0703733E-6892-F018-7808-330615E4A065}"/>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124">
                  <a:extLst>
                    <a:ext uri="{FF2B5EF4-FFF2-40B4-BE49-F238E27FC236}">
                      <a16:creationId xmlns:a16="http://schemas.microsoft.com/office/drawing/2014/main" id="{A6782269-2BED-36BA-28B3-387F8E2E835E}"/>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125">
                  <a:extLst>
                    <a:ext uri="{FF2B5EF4-FFF2-40B4-BE49-F238E27FC236}">
                      <a16:creationId xmlns:a16="http://schemas.microsoft.com/office/drawing/2014/main" id="{2356A810-C1D4-3068-13C7-86D7D7313260}"/>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126">
                  <a:extLst>
                    <a:ext uri="{FF2B5EF4-FFF2-40B4-BE49-F238E27FC236}">
                      <a16:creationId xmlns:a16="http://schemas.microsoft.com/office/drawing/2014/main" id="{2F2BF49D-385F-3636-5F74-032413DF42AF}"/>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127">
                  <a:extLst>
                    <a:ext uri="{FF2B5EF4-FFF2-40B4-BE49-F238E27FC236}">
                      <a16:creationId xmlns:a16="http://schemas.microsoft.com/office/drawing/2014/main" id="{D146C105-B72B-286D-C507-E9F04C03FB47}"/>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Line 128">
                  <a:extLst>
                    <a:ext uri="{FF2B5EF4-FFF2-40B4-BE49-F238E27FC236}">
                      <a16:creationId xmlns:a16="http://schemas.microsoft.com/office/drawing/2014/main" id="{B477FCE8-8A09-D7AF-3FD1-15A72512DFB1}"/>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2" name="Line 129">
                  <a:extLst>
                    <a:ext uri="{FF2B5EF4-FFF2-40B4-BE49-F238E27FC236}">
                      <a16:creationId xmlns:a16="http://schemas.microsoft.com/office/drawing/2014/main" id="{3F9FAC53-DDA4-4737-E028-33F69ABB0A84}"/>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3" name="Line 130">
                  <a:extLst>
                    <a:ext uri="{FF2B5EF4-FFF2-40B4-BE49-F238E27FC236}">
                      <a16:creationId xmlns:a16="http://schemas.microsoft.com/office/drawing/2014/main" id="{4CAEC495-ADF9-18BA-0063-D1EAF0251BCB}"/>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4" name="Oval 131">
                  <a:extLst>
                    <a:ext uri="{FF2B5EF4-FFF2-40B4-BE49-F238E27FC236}">
                      <a16:creationId xmlns:a16="http://schemas.microsoft.com/office/drawing/2014/main" id="{8F8DD337-9901-1FB2-EB8A-289BE2DECAE9}"/>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54" name="Group 132">
              <a:extLst>
                <a:ext uri="{FF2B5EF4-FFF2-40B4-BE49-F238E27FC236}">
                  <a16:creationId xmlns:a16="http://schemas.microsoft.com/office/drawing/2014/main" id="{49DD09C7-BD47-B49D-6C88-2F94A7A249E8}"/>
                </a:ext>
              </a:extLst>
            </p:cNvPr>
            <p:cNvGrpSpPr>
              <a:grpSpLocks/>
            </p:cNvGrpSpPr>
            <p:nvPr/>
          </p:nvGrpSpPr>
          <p:grpSpPr bwMode="auto">
            <a:xfrm>
              <a:off x="4608" y="700"/>
              <a:ext cx="306" cy="90"/>
              <a:chOff x="748" y="2251"/>
              <a:chExt cx="306" cy="90"/>
            </a:xfrm>
          </p:grpSpPr>
          <p:sp>
            <p:nvSpPr>
              <p:cNvPr id="163" name="AutoShape 133">
                <a:extLst>
                  <a:ext uri="{FF2B5EF4-FFF2-40B4-BE49-F238E27FC236}">
                    <a16:creationId xmlns:a16="http://schemas.microsoft.com/office/drawing/2014/main" id="{81FFCF6C-85D0-A71C-1F1B-591ABA0AF40A}"/>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4" name="AutoShape 134">
                <a:extLst>
                  <a:ext uri="{FF2B5EF4-FFF2-40B4-BE49-F238E27FC236}">
                    <a16:creationId xmlns:a16="http://schemas.microsoft.com/office/drawing/2014/main" id="{FC613F26-7B1F-DC4A-26B9-73A68EFB5B9C}"/>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5" name="AutoShape 135">
                <a:extLst>
                  <a:ext uri="{FF2B5EF4-FFF2-40B4-BE49-F238E27FC236}">
                    <a16:creationId xmlns:a16="http://schemas.microsoft.com/office/drawing/2014/main" id="{86B1B5F8-5908-73A9-5AEC-D29779C2D539}"/>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6" name="AutoShape 136">
                <a:extLst>
                  <a:ext uri="{FF2B5EF4-FFF2-40B4-BE49-F238E27FC236}">
                    <a16:creationId xmlns:a16="http://schemas.microsoft.com/office/drawing/2014/main" id="{C2D6CF26-2AE7-6F6A-440A-FEF0FF027877}"/>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7" name="AutoShape 137">
                <a:extLst>
                  <a:ext uri="{FF2B5EF4-FFF2-40B4-BE49-F238E27FC236}">
                    <a16:creationId xmlns:a16="http://schemas.microsoft.com/office/drawing/2014/main" id="{8BD0B68A-1A2E-6184-E006-B3178FC9CD87}"/>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8" name="AutoShape 138">
                <a:extLst>
                  <a:ext uri="{FF2B5EF4-FFF2-40B4-BE49-F238E27FC236}">
                    <a16:creationId xmlns:a16="http://schemas.microsoft.com/office/drawing/2014/main" id="{2314CC2F-4D9A-2A68-2296-F9A5366B9C27}"/>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5" name="Group 4">
            <a:extLst>
              <a:ext uri="{FF2B5EF4-FFF2-40B4-BE49-F238E27FC236}">
                <a16:creationId xmlns:a16="http://schemas.microsoft.com/office/drawing/2014/main" id="{3EFDF5B4-89E7-87E2-F72C-7B75BE216513}"/>
              </a:ext>
            </a:extLst>
          </p:cNvPr>
          <p:cNvGrpSpPr>
            <a:grpSpLocks/>
          </p:cNvGrpSpPr>
          <p:nvPr/>
        </p:nvGrpSpPr>
        <p:grpSpPr bwMode="auto">
          <a:xfrm>
            <a:off x="1359001" y="1337879"/>
            <a:ext cx="169670" cy="309548"/>
            <a:chOff x="4186" y="1736"/>
            <a:chExt cx="229" cy="461"/>
          </a:xfrm>
        </p:grpSpPr>
        <p:pic>
          <p:nvPicPr>
            <p:cNvPr id="186" name="Picture 5" descr="icon-mobile-phone">
              <a:extLst>
                <a:ext uri="{FF2B5EF4-FFF2-40B4-BE49-F238E27FC236}">
                  <a16:creationId xmlns:a16="http://schemas.microsoft.com/office/drawing/2014/main" id="{4480045D-ADDF-EA58-3459-D45071815F7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7" name="Group 6">
              <a:extLst>
                <a:ext uri="{FF2B5EF4-FFF2-40B4-BE49-F238E27FC236}">
                  <a16:creationId xmlns:a16="http://schemas.microsoft.com/office/drawing/2014/main" id="{8A86E74B-38A2-1E96-EAAF-AB830CFA1274}"/>
                </a:ext>
              </a:extLst>
            </p:cNvPr>
            <p:cNvGrpSpPr>
              <a:grpSpLocks/>
            </p:cNvGrpSpPr>
            <p:nvPr/>
          </p:nvGrpSpPr>
          <p:grpSpPr bwMode="auto">
            <a:xfrm>
              <a:off x="4186" y="1736"/>
              <a:ext cx="198" cy="79"/>
              <a:chOff x="4513" y="1707"/>
              <a:chExt cx="198" cy="177"/>
            </a:xfrm>
          </p:grpSpPr>
          <p:sp>
            <p:nvSpPr>
              <p:cNvPr id="188" name="AutoShape 7">
                <a:extLst>
                  <a:ext uri="{FF2B5EF4-FFF2-40B4-BE49-F238E27FC236}">
                    <a16:creationId xmlns:a16="http://schemas.microsoft.com/office/drawing/2014/main" id="{726EEA1C-FDA2-5A36-8D00-62182FC8B014}"/>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9" name="AutoShape 8">
                <a:extLst>
                  <a:ext uri="{FF2B5EF4-FFF2-40B4-BE49-F238E27FC236}">
                    <a16:creationId xmlns:a16="http://schemas.microsoft.com/office/drawing/2014/main" id="{6CBE852E-A7D0-63AE-7B1F-07F212A3656A}"/>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0" name="AutoShape 9">
                <a:extLst>
                  <a:ext uri="{FF2B5EF4-FFF2-40B4-BE49-F238E27FC236}">
                    <a16:creationId xmlns:a16="http://schemas.microsoft.com/office/drawing/2014/main" id="{D7B73E88-07E7-4F14-07A0-8C87AFB765B6}"/>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1" name="Group 401">
            <a:extLst>
              <a:ext uri="{FF2B5EF4-FFF2-40B4-BE49-F238E27FC236}">
                <a16:creationId xmlns:a16="http://schemas.microsoft.com/office/drawing/2014/main" id="{BD037E5B-4620-DB7B-E8F3-E50EA82B370E}"/>
              </a:ext>
            </a:extLst>
          </p:cNvPr>
          <p:cNvGrpSpPr>
            <a:grpSpLocks/>
          </p:cNvGrpSpPr>
          <p:nvPr/>
        </p:nvGrpSpPr>
        <p:grpSpPr bwMode="auto">
          <a:xfrm>
            <a:off x="1322174" y="2246514"/>
            <a:ext cx="169670" cy="309548"/>
            <a:chOff x="4186" y="1736"/>
            <a:chExt cx="229" cy="461"/>
          </a:xfrm>
        </p:grpSpPr>
        <p:pic>
          <p:nvPicPr>
            <p:cNvPr id="192" name="Picture 402" descr="icon-mobile-phone">
              <a:extLst>
                <a:ext uri="{FF2B5EF4-FFF2-40B4-BE49-F238E27FC236}">
                  <a16:creationId xmlns:a16="http://schemas.microsoft.com/office/drawing/2014/main" id="{FC997788-AEA9-29DC-0689-7B645F2452A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93" name="Group 403">
              <a:extLst>
                <a:ext uri="{FF2B5EF4-FFF2-40B4-BE49-F238E27FC236}">
                  <a16:creationId xmlns:a16="http://schemas.microsoft.com/office/drawing/2014/main" id="{09F7EAD8-96F6-F544-7473-074FB4E33666}"/>
                </a:ext>
              </a:extLst>
            </p:cNvPr>
            <p:cNvGrpSpPr>
              <a:grpSpLocks/>
            </p:cNvGrpSpPr>
            <p:nvPr/>
          </p:nvGrpSpPr>
          <p:grpSpPr bwMode="auto">
            <a:xfrm>
              <a:off x="4186" y="1736"/>
              <a:ext cx="198" cy="79"/>
              <a:chOff x="4513" y="1707"/>
              <a:chExt cx="198" cy="177"/>
            </a:xfrm>
          </p:grpSpPr>
          <p:sp>
            <p:nvSpPr>
              <p:cNvPr id="194" name="AutoShape 404">
                <a:extLst>
                  <a:ext uri="{FF2B5EF4-FFF2-40B4-BE49-F238E27FC236}">
                    <a16:creationId xmlns:a16="http://schemas.microsoft.com/office/drawing/2014/main" id="{82C69FA4-2F75-49B0-62EC-CC549524022E}"/>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5" name="AutoShape 405">
                <a:extLst>
                  <a:ext uri="{FF2B5EF4-FFF2-40B4-BE49-F238E27FC236}">
                    <a16:creationId xmlns:a16="http://schemas.microsoft.com/office/drawing/2014/main" id="{6C3D1E2E-00D7-F0F1-149C-726B6C3E0247}"/>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6" name="AutoShape 406">
                <a:extLst>
                  <a:ext uri="{FF2B5EF4-FFF2-40B4-BE49-F238E27FC236}">
                    <a16:creationId xmlns:a16="http://schemas.microsoft.com/office/drawing/2014/main" id="{C9A805DA-BB08-6992-7267-C9168CB4CF97}"/>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197" name="Object 36">
            <a:hlinkClick r:id="" action="ppaction://ole?verb=0"/>
            <a:extLst>
              <a:ext uri="{FF2B5EF4-FFF2-40B4-BE49-F238E27FC236}">
                <a16:creationId xmlns:a16="http://schemas.microsoft.com/office/drawing/2014/main" id="{901FA8A7-EDAB-B5C0-C3FB-4FF24C4E0878}"/>
              </a:ext>
            </a:extLst>
          </p:cNvPr>
          <p:cNvGraphicFramePr>
            <a:graphicFrameLocks/>
          </p:cNvGraphicFramePr>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197" name="Object 36">
                        <a:hlinkClick r:id="" action="ppaction://ole?verb=0"/>
                        <a:extLst>
                          <a:ext uri="{FF2B5EF4-FFF2-40B4-BE49-F238E27FC236}">
                            <a16:creationId xmlns:a16="http://schemas.microsoft.com/office/drawing/2014/main" id="{19F6444C-386E-9AB7-48ED-CD49181C1DF8}"/>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198" name="直接连接符 197">
            <a:extLst>
              <a:ext uri="{FF2B5EF4-FFF2-40B4-BE49-F238E27FC236}">
                <a16:creationId xmlns:a16="http://schemas.microsoft.com/office/drawing/2014/main" id="{BDB370AC-5262-B5E2-6A40-C09AE17E7D75}"/>
              </a:ext>
            </a:extLst>
          </p:cNvPr>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sp>
        <p:nvSpPr>
          <p:cNvPr id="199" name="Text Box 546">
            <a:extLst>
              <a:ext uri="{FF2B5EF4-FFF2-40B4-BE49-F238E27FC236}">
                <a16:creationId xmlns:a16="http://schemas.microsoft.com/office/drawing/2014/main" id="{628723AC-C57A-92DF-C902-3F4F15E83DCA}"/>
              </a:ext>
            </a:extLst>
          </p:cNvPr>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200" name="直接连接符 199">
            <a:extLst>
              <a:ext uri="{FF2B5EF4-FFF2-40B4-BE49-F238E27FC236}">
                <a16:creationId xmlns:a16="http://schemas.microsoft.com/office/drawing/2014/main" id="{DEC3CFA6-C552-7A72-18D4-D899D5C6D925}"/>
              </a:ext>
            </a:extLst>
          </p:cNvPr>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1" name="直接连接符 200">
            <a:extLst>
              <a:ext uri="{FF2B5EF4-FFF2-40B4-BE49-F238E27FC236}">
                <a16:creationId xmlns:a16="http://schemas.microsoft.com/office/drawing/2014/main" id="{60340F3D-F17F-5B22-4BA4-3FE0C03B8512}"/>
              </a:ext>
            </a:extLst>
          </p:cNvPr>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02" name="Text Box 546">
            <a:extLst>
              <a:ext uri="{FF2B5EF4-FFF2-40B4-BE49-F238E27FC236}">
                <a16:creationId xmlns:a16="http://schemas.microsoft.com/office/drawing/2014/main" id="{96E56F2B-B1B4-2C8A-D786-13BCF68BFE58}"/>
              </a:ext>
            </a:extLst>
          </p:cNvPr>
          <p:cNvSpPr txBox="1">
            <a:spLocks noChangeArrowheads="1"/>
          </p:cNvSpPr>
          <p:nvPr/>
        </p:nvSpPr>
        <p:spPr bwMode="auto">
          <a:xfrm>
            <a:off x="2386613" y="2924459"/>
            <a:ext cx="954107" cy="488019"/>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a:t>
            </a:r>
          </a:p>
        </p:txBody>
      </p:sp>
      <p:sp>
        <p:nvSpPr>
          <p:cNvPr id="203" name="Text Box 546">
            <a:extLst>
              <a:ext uri="{FF2B5EF4-FFF2-40B4-BE49-F238E27FC236}">
                <a16:creationId xmlns:a16="http://schemas.microsoft.com/office/drawing/2014/main" id="{188487FB-2C0F-A5D5-045E-6404809824A0}"/>
              </a:ext>
            </a:extLst>
          </p:cNvPr>
          <p:cNvSpPr txBox="1">
            <a:spLocks noChangeArrowheads="1"/>
          </p:cNvSpPr>
          <p:nvPr/>
        </p:nvSpPr>
        <p:spPr bwMode="auto">
          <a:xfrm>
            <a:off x="4792896" y="2924459"/>
            <a:ext cx="954107" cy="488019"/>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a:t>
            </a:r>
          </a:p>
        </p:txBody>
      </p:sp>
      <p:cxnSp>
        <p:nvCxnSpPr>
          <p:cNvPr id="204" name="直接连接符 203">
            <a:extLst>
              <a:ext uri="{FF2B5EF4-FFF2-40B4-BE49-F238E27FC236}">
                <a16:creationId xmlns:a16="http://schemas.microsoft.com/office/drawing/2014/main" id="{967F0A9E-DF2C-E8BF-0482-8FFAF8FC05C3}"/>
              </a:ext>
            </a:extLst>
          </p:cNvPr>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直接连接符 204">
            <a:extLst>
              <a:ext uri="{FF2B5EF4-FFF2-40B4-BE49-F238E27FC236}">
                <a16:creationId xmlns:a16="http://schemas.microsoft.com/office/drawing/2014/main" id="{FF51F34F-6F60-9D8E-8D16-0E8E09C1F380}"/>
              </a:ext>
            </a:extLst>
          </p:cNvPr>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直接连接符 205">
            <a:extLst>
              <a:ext uri="{FF2B5EF4-FFF2-40B4-BE49-F238E27FC236}">
                <a16:creationId xmlns:a16="http://schemas.microsoft.com/office/drawing/2014/main" id="{34F59501-324B-856F-F778-DE0F4FB1A7CD}"/>
              </a:ext>
            </a:extLst>
          </p:cNvPr>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7" name="Group 114">
            <a:extLst>
              <a:ext uri="{FF2B5EF4-FFF2-40B4-BE49-F238E27FC236}">
                <a16:creationId xmlns:a16="http://schemas.microsoft.com/office/drawing/2014/main" id="{E5CD4E0D-13FE-5AAF-A36B-6F36B142E99E}"/>
              </a:ext>
            </a:extLst>
          </p:cNvPr>
          <p:cNvGrpSpPr>
            <a:grpSpLocks/>
          </p:cNvGrpSpPr>
          <p:nvPr/>
        </p:nvGrpSpPr>
        <p:grpSpPr bwMode="auto">
          <a:xfrm>
            <a:off x="2206034" y="2119399"/>
            <a:ext cx="357753" cy="747388"/>
            <a:chOff x="4608" y="700"/>
            <a:chExt cx="306" cy="553"/>
          </a:xfrm>
        </p:grpSpPr>
        <p:grpSp>
          <p:nvGrpSpPr>
            <p:cNvPr id="208" name="Group 115">
              <a:extLst>
                <a:ext uri="{FF2B5EF4-FFF2-40B4-BE49-F238E27FC236}">
                  <a16:creationId xmlns:a16="http://schemas.microsoft.com/office/drawing/2014/main" id="{A17B82EA-49F6-9EC3-14F8-8F120FC36011}"/>
                </a:ext>
              </a:extLst>
            </p:cNvPr>
            <p:cNvGrpSpPr>
              <a:grpSpLocks/>
            </p:cNvGrpSpPr>
            <p:nvPr/>
          </p:nvGrpSpPr>
          <p:grpSpPr bwMode="auto">
            <a:xfrm>
              <a:off x="4694" y="784"/>
              <a:ext cx="134" cy="469"/>
              <a:chOff x="4740" y="784"/>
              <a:chExt cx="88" cy="692"/>
            </a:xfrm>
          </p:grpSpPr>
          <p:sp>
            <p:nvSpPr>
              <p:cNvPr id="216" name="Line 116">
                <a:extLst>
                  <a:ext uri="{FF2B5EF4-FFF2-40B4-BE49-F238E27FC236}">
                    <a16:creationId xmlns:a16="http://schemas.microsoft.com/office/drawing/2014/main" id="{A27CB7A6-0733-B27D-41E7-FC86498DE8EE}"/>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17" name="Group 117">
                <a:extLst>
                  <a:ext uri="{FF2B5EF4-FFF2-40B4-BE49-F238E27FC236}">
                    <a16:creationId xmlns:a16="http://schemas.microsoft.com/office/drawing/2014/main" id="{EA52CC99-25DB-1274-C9D9-31F4496A2D41}"/>
                  </a:ext>
                </a:extLst>
              </p:cNvPr>
              <p:cNvGrpSpPr>
                <a:grpSpLocks/>
              </p:cNvGrpSpPr>
              <p:nvPr/>
            </p:nvGrpSpPr>
            <p:grpSpPr bwMode="auto">
              <a:xfrm>
                <a:off x="4740" y="784"/>
                <a:ext cx="88" cy="692"/>
                <a:chOff x="4740" y="784"/>
                <a:chExt cx="88" cy="692"/>
              </a:xfrm>
            </p:grpSpPr>
            <p:sp>
              <p:nvSpPr>
                <p:cNvPr id="218" name="Line 118">
                  <a:extLst>
                    <a:ext uri="{FF2B5EF4-FFF2-40B4-BE49-F238E27FC236}">
                      <a16:creationId xmlns:a16="http://schemas.microsoft.com/office/drawing/2014/main" id="{76474EF2-FEFE-9D59-5A25-E9D578F9D9B6}"/>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9" name="Line 119">
                  <a:extLst>
                    <a:ext uri="{FF2B5EF4-FFF2-40B4-BE49-F238E27FC236}">
                      <a16:creationId xmlns:a16="http://schemas.microsoft.com/office/drawing/2014/main" id="{4DC6F67C-4096-CDE5-797C-6DC8E193F0E5}"/>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0" name="Line 120">
                  <a:extLst>
                    <a:ext uri="{FF2B5EF4-FFF2-40B4-BE49-F238E27FC236}">
                      <a16:creationId xmlns:a16="http://schemas.microsoft.com/office/drawing/2014/main" id="{EA14BEC6-1755-BBD1-C088-1DBC062E0492}"/>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1" name="Line 121">
                  <a:extLst>
                    <a:ext uri="{FF2B5EF4-FFF2-40B4-BE49-F238E27FC236}">
                      <a16:creationId xmlns:a16="http://schemas.microsoft.com/office/drawing/2014/main" id="{F2F54C3B-A8B8-86E8-F34F-09E944A39D95}"/>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2" name="Line 122">
                  <a:extLst>
                    <a:ext uri="{FF2B5EF4-FFF2-40B4-BE49-F238E27FC236}">
                      <a16:creationId xmlns:a16="http://schemas.microsoft.com/office/drawing/2014/main" id="{F1F7AEEE-B0B7-7611-2407-57E57388396F}"/>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3" name="Line 123">
                  <a:extLst>
                    <a:ext uri="{FF2B5EF4-FFF2-40B4-BE49-F238E27FC236}">
                      <a16:creationId xmlns:a16="http://schemas.microsoft.com/office/drawing/2014/main" id="{046AD05F-F8C8-8A3C-CF10-87A5A915BECD}"/>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4" name="Line 124">
                  <a:extLst>
                    <a:ext uri="{FF2B5EF4-FFF2-40B4-BE49-F238E27FC236}">
                      <a16:creationId xmlns:a16="http://schemas.microsoft.com/office/drawing/2014/main" id="{021B6223-5668-C660-D5A1-5B3BFDB6C65D}"/>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5" name="Line 125">
                  <a:extLst>
                    <a:ext uri="{FF2B5EF4-FFF2-40B4-BE49-F238E27FC236}">
                      <a16:creationId xmlns:a16="http://schemas.microsoft.com/office/drawing/2014/main" id="{9A39FC0B-DA3A-3A75-6C43-C75BED094FCA}"/>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6" name="Line 126">
                  <a:extLst>
                    <a:ext uri="{FF2B5EF4-FFF2-40B4-BE49-F238E27FC236}">
                      <a16:creationId xmlns:a16="http://schemas.microsoft.com/office/drawing/2014/main" id="{69C9424B-4872-E07F-35F8-CDF8C0F9BDE3}"/>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7" name="Line 127">
                  <a:extLst>
                    <a:ext uri="{FF2B5EF4-FFF2-40B4-BE49-F238E27FC236}">
                      <a16:creationId xmlns:a16="http://schemas.microsoft.com/office/drawing/2014/main" id="{0702FA77-B859-57DB-0061-2A7CB0FC01B6}"/>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8" name="Line 128">
                  <a:extLst>
                    <a:ext uri="{FF2B5EF4-FFF2-40B4-BE49-F238E27FC236}">
                      <a16:creationId xmlns:a16="http://schemas.microsoft.com/office/drawing/2014/main" id="{44E80B55-67C3-96A0-8AD9-49D8DFB0E2FE}"/>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9" name="Line 129">
                  <a:extLst>
                    <a:ext uri="{FF2B5EF4-FFF2-40B4-BE49-F238E27FC236}">
                      <a16:creationId xmlns:a16="http://schemas.microsoft.com/office/drawing/2014/main" id="{384E140C-CC0C-56BB-CC14-9775A20BDEF1}"/>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0" name="Line 130">
                  <a:extLst>
                    <a:ext uri="{FF2B5EF4-FFF2-40B4-BE49-F238E27FC236}">
                      <a16:creationId xmlns:a16="http://schemas.microsoft.com/office/drawing/2014/main" id="{BEE6C3A6-B490-332C-0B36-2B3840AD49F4}"/>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1" name="Oval 131">
                  <a:extLst>
                    <a:ext uri="{FF2B5EF4-FFF2-40B4-BE49-F238E27FC236}">
                      <a16:creationId xmlns:a16="http://schemas.microsoft.com/office/drawing/2014/main" id="{EFD0433E-3A7B-0DD1-50DF-84C98240A3BA}"/>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9" name="Group 132">
              <a:extLst>
                <a:ext uri="{FF2B5EF4-FFF2-40B4-BE49-F238E27FC236}">
                  <a16:creationId xmlns:a16="http://schemas.microsoft.com/office/drawing/2014/main" id="{FE03D275-C346-F636-04F2-6672576835FC}"/>
                </a:ext>
              </a:extLst>
            </p:cNvPr>
            <p:cNvGrpSpPr>
              <a:grpSpLocks/>
            </p:cNvGrpSpPr>
            <p:nvPr/>
          </p:nvGrpSpPr>
          <p:grpSpPr bwMode="auto">
            <a:xfrm>
              <a:off x="4608" y="700"/>
              <a:ext cx="306" cy="90"/>
              <a:chOff x="748" y="2251"/>
              <a:chExt cx="306" cy="90"/>
            </a:xfrm>
          </p:grpSpPr>
          <p:sp>
            <p:nvSpPr>
              <p:cNvPr id="210" name="AutoShape 133">
                <a:extLst>
                  <a:ext uri="{FF2B5EF4-FFF2-40B4-BE49-F238E27FC236}">
                    <a16:creationId xmlns:a16="http://schemas.microsoft.com/office/drawing/2014/main" id="{50F068EB-CE77-9107-B14D-0A0887B75183}"/>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1" name="AutoShape 134">
                <a:extLst>
                  <a:ext uri="{FF2B5EF4-FFF2-40B4-BE49-F238E27FC236}">
                    <a16:creationId xmlns:a16="http://schemas.microsoft.com/office/drawing/2014/main" id="{A8BD6830-C653-3356-F9DB-962BF0250B69}"/>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2" name="AutoShape 135">
                <a:extLst>
                  <a:ext uri="{FF2B5EF4-FFF2-40B4-BE49-F238E27FC236}">
                    <a16:creationId xmlns:a16="http://schemas.microsoft.com/office/drawing/2014/main" id="{8871C89B-C569-DD5E-70F8-63EFA87495FE}"/>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3" name="AutoShape 136">
                <a:extLst>
                  <a:ext uri="{FF2B5EF4-FFF2-40B4-BE49-F238E27FC236}">
                    <a16:creationId xmlns:a16="http://schemas.microsoft.com/office/drawing/2014/main" id="{7BC0C2B9-8DAE-F3D3-4DB2-F0541DF61719}"/>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4" name="AutoShape 137">
                <a:extLst>
                  <a:ext uri="{FF2B5EF4-FFF2-40B4-BE49-F238E27FC236}">
                    <a16:creationId xmlns:a16="http://schemas.microsoft.com/office/drawing/2014/main" id="{3A9BB695-2B93-979A-0780-CCB1008EA0EA}"/>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5" name="AutoShape 138">
                <a:extLst>
                  <a:ext uri="{FF2B5EF4-FFF2-40B4-BE49-F238E27FC236}">
                    <a16:creationId xmlns:a16="http://schemas.microsoft.com/office/drawing/2014/main" id="{BAC9FFD6-0F47-2F4A-11DC-4EB6D4CB4DEF}"/>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2" name="Group 114">
            <a:extLst>
              <a:ext uri="{FF2B5EF4-FFF2-40B4-BE49-F238E27FC236}">
                <a16:creationId xmlns:a16="http://schemas.microsoft.com/office/drawing/2014/main" id="{3CA20542-2A58-D499-2FFD-CA95A5648426}"/>
              </a:ext>
            </a:extLst>
          </p:cNvPr>
          <p:cNvGrpSpPr>
            <a:grpSpLocks/>
          </p:cNvGrpSpPr>
          <p:nvPr/>
        </p:nvGrpSpPr>
        <p:grpSpPr bwMode="auto">
          <a:xfrm>
            <a:off x="2515122" y="1337879"/>
            <a:ext cx="357753" cy="747388"/>
            <a:chOff x="4608" y="700"/>
            <a:chExt cx="306" cy="553"/>
          </a:xfrm>
        </p:grpSpPr>
        <p:grpSp>
          <p:nvGrpSpPr>
            <p:cNvPr id="233" name="Group 115">
              <a:extLst>
                <a:ext uri="{FF2B5EF4-FFF2-40B4-BE49-F238E27FC236}">
                  <a16:creationId xmlns:a16="http://schemas.microsoft.com/office/drawing/2014/main" id="{CF65FACF-C4D3-4BB8-3354-427D4620F5C1}"/>
                </a:ext>
              </a:extLst>
            </p:cNvPr>
            <p:cNvGrpSpPr>
              <a:grpSpLocks/>
            </p:cNvGrpSpPr>
            <p:nvPr/>
          </p:nvGrpSpPr>
          <p:grpSpPr bwMode="auto">
            <a:xfrm>
              <a:off x="4694" y="784"/>
              <a:ext cx="134" cy="469"/>
              <a:chOff x="4740" y="784"/>
              <a:chExt cx="88" cy="692"/>
            </a:xfrm>
          </p:grpSpPr>
          <p:sp>
            <p:nvSpPr>
              <p:cNvPr id="241" name="Line 116">
                <a:extLst>
                  <a:ext uri="{FF2B5EF4-FFF2-40B4-BE49-F238E27FC236}">
                    <a16:creationId xmlns:a16="http://schemas.microsoft.com/office/drawing/2014/main" id="{D2C9AFE1-C733-851E-F008-3A332C91AB27}"/>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2" name="Group 117">
                <a:extLst>
                  <a:ext uri="{FF2B5EF4-FFF2-40B4-BE49-F238E27FC236}">
                    <a16:creationId xmlns:a16="http://schemas.microsoft.com/office/drawing/2014/main" id="{76576E8B-F0C5-BC21-A956-05A51F72DC0F}"/>
                  </a:ext>
                </a:extLst>
              </p:cNvPr>
              <p:cNvGrpSpPr>
                <a:grpSpLocks/>
              </p:cNvGrpSpPr>
              <p:nvPr/>
            </p:nvGrpSpPr>
            <p:grpSpPr bwMode="auto">
              <a:xfrm>
                <a:off x="4740" y="784"/>
                <a:ext cx="88" cy="692"/>
                <a:chOff x="4740" y="784"/>
                <a:chExt cx="88" cy="692"/>
              </a:xfrm>
            </p:grpSpPr>
            <p:sp>
              <p:nvSpPr>
                <p:cNvPr id="243" name="Line 118">
                  <a:extLst>
                    <a:ext uri="{FF2B5EF4-FFF2-40B4-BE49-F238E27FC236}">
                      <a16:creationId xmlns:a16="http://schemas.microsoft.com/office/drawing/2014/main" id="{9C5FC34C-5520-EAB1-7C18-119159BEFD5F}"/>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4" name="Line 119">
                  <a:extLst>
                    <a:ext uri="{FF2B5EF4-FFF2-40B4-BE49-F238E27FC236}">
                      <a16:creationId xmlns:a16="http://schemas.microsoft.com/office/drawing/2014/main" id="{D0779907-0557-F8E3-F823-468CEC03826A}"/>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5" name="Line 120">
                  <a:extLst>
                    <a:ext uri="{FF2B5EF4-FFF2-40B4-BE49-F238E27FC236}">
                      <a16:creationId xmlns:a16="http://schemas.microsoft.com/office/drawing/2014/main" id="{7B54288C-9961-7C26-C900-BBD7ED34E7B1}"/>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6" name="Line 121">
                  <a:extLst>
                    <a:ext uri="{FF2B5EF4-FFF2-40B4-BE49-F238E27FC236}">
                      <a16:creationId xmlns:a16="http://schemas.microsoft.com/office/drawing/2014/main" id="{36ED25E1-0896-63C8-9C5E-5D3C52EA1084}"/>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7" name="Line 122">
                  <a:extLst>
                    <a:ext uri="{FF2B5EF4-FFF2-40B4-BE49-F238E27FC236}">
                      <a16:creationId xmlns:a16="http://schemas.microsoft.com/office/drawing/2014/main" id="{9FB19122-2F71-4E98-0062-D0646886E67A}"/>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8" name="Line 123">
                  <a:extLst>
                    <a:ext uri="{FF2B5EF4-FFF2-40B4-BE49-F238E27FC236}">
                      <a16:creationId xmlns:a16="http://schemas.microsoft.com/office/drawing/2014/main" id="{2E4F5CDC-9750-73A2-20CC-C01EC53ADEF3}"/>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9" name="Line 124">
                  <a:extLst>
                    <a:ext uri="{FF2B5EF4-FFF2-40B4-BE49-F238E27FC236}">
                      <a16:creationId xmlns:a16="http://schemas.microsoft.com/office/drawing/2014/main" id="{7B66BC89-1F1B-1C09-0483-EA1BD27FF108}"/>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0" name="Line 125">
                  <a:extLst>
                    <a:ext uri="{FF2B5EF4-FFF2-40B4-BE49-F238E27FC236}">
                      <a16:creationId xmlns:a16="http://schemas.microsoft.com/office/drawing/2014/main" id="{A4E761EB-20C7-1D9A-95BD-82DFDA4BDDCD}"/>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1" name="Line 126">
                  <a:extLst>
                    <a:ext uri="{FF2B5EF4-FFF2-40B4-BE49-F238E27FC236}">
                      <a16:creationId xmlns:a16="http://schemas.microsoft.com/office/drawing/2014/main" id="{68075C09-FDD7-D1D1-A312-069BE476B2F5}"/>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2" name="Line 127">
                  <a:extLst>
                    <a:ext uri="{FF2B5EF4-FFF2-40B4-BE49-F238E27FC236}">
                      <a16:creationId xmlns:a16="http://schemas.microsoft.com/office/drawing/2014/main" id="{1A66948D-D787-0594-5914-AE86DB70D41C}"/>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3" name="Line 128">
                  <a:extLst>
                    <a:ext uri="{FF2B5EF4-FFF2-40B4-BE49-F238E27FC236}">
                      <a16:creationId xmlns:a16="http://schemas.microsoft.com/office/drawing/2014/main" id="{84FBF0E0-512E-9B01-8CC2-8BAB2414FC39}"/>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4" name="Line 129">
                  <a:extLst>
                    <a:ext uri="{FF2B5EF4-FFF2-40B4-BE49-F238E27FC236}">
                      <a16:creationId xmlns:a16="http://schemas.microsoft.com/office/drawing/2014/main" id="{464903E6-073C-5BB0-4372-AA36DE3A51E3}"/>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5" name="Line 130">
                  <a:extLst>
                    <a:ext uri="{FF2B5EF4-FFF2-40B4-BE49-F238E27FC236}">
                      <a16:creationId xmlns:a16="http://schemas.microsoft.com/office/drawing/2014/main" id="{E666F997-DAD7-1C24-BB33-A8AE2EC325DA}"/>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6" name="Oval 131">
                  <a:extLst>
                    <a:ext uri="{FF2B5EF4-FFF2-40B4-BE49-F238E27FC236}">
                      <a16:creationId xmlns:a16="http://schemas.microsoft.com/office/drawing/2014/main" id="{F50626CF-EA43-747F-BEB3-F3B9A4E10A4D}"/>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4" name="Group 132">
              <a:extLst>
                <a:ext uri="{FF2B5EF4-FFF2-40B4-BE49-F238E27FC236}">
                  <a16:creationId xmlns:a16="http://schemas.microsoft.com/office/drawing/2014/main" id="{108AAA17-3EA3-568D-E639-DFF9AA643604}"/>
                </a:ext>
              </a:extLst>
            </p:cNvPr>
            <p:cNvGrpSpPr>
              <a:grpSpLocks/>
            </p:cNvGrpSpPr>
            <p:nvPr/>
          </p:nvGrpSpPr>
          <p:grpSpPr bwMode="auto">
            <a:xfrm>
              <a:off x="4608" y="700"/>
              <a:ext cx="306" cy="90"/>
              <a:chOff x="748" y="2251"/>
              <a:chExt cx="306" cy="90"/>
            </a:xfrm>
          </p:grpSpPr>
          <p:sp>
            <p:nvSpPr>
              <p:cNvPr id="235" name="AutoShape 133">
                <a:extLst>
                  <a:ext uri="{FF2B5EF4-FFF2-40B4-BE49-F238E27FC236}">
                    <a16:creationId xmlns:a16="http://schemas.microsoft.com/office/drawing/2014/main" id="{7326C63D-4F23-08A2-DEAE-10480ACBCD75}"/>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6" name="AutoShape 134">
                <a:extLst>
                  <a:ext uri="{FF2B5EF4-FFF2-40B4-BE49-F238E27FC236}">
                    <a16:creationId xmlns:a16="http://schemas.microsoft.com/office/drawing/2014/main" id="{F9CBD463-AC67-6BAA-B670-B2F26B0AEBCA}"/>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7" name="AutoShape 135">
                <a:extLst>
                  <a:ext uri="{FF2B5EF4-FFF2-40B4-BE49-F238E27FC236}">
                    <a16:creationId xmlns:a16="http://schemas.microsoft.com/office/drawing/2014/main" id="{D230FF3E-9260-8CDA-EB27-18F47F4CD014}"/>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8" name="AutoShape 136">
                <a:extLst>
                  <a:ext uri="{FF2B5EF4-FFF2-40B4-BE49-F238E27FC236}">
                    <a16:creationId xmlns:a16="http://schemas.microsoft.com/office/drawing/2014/main" id="{039F495F-9DB9-313A-B2AE-7CC1093D36DF}"/>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9" name="AutoShape 137">
                <a:extLst>
                  <a:ext uri="{FF2B5EF4-FFF2-40B4-BE49-F238E27FC236}">
                    <a16:creationId xmlns:a16="http://schemas.microsoft.com/office/drawing/2014/main" id="{950C5DD0-6E41-1C5A-25DD-ACC016972691}"/>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0" name="AutoShape 138">
                <a:extLst>
                  <a:ext uri="{FF2B5EF4-FFF2-40B4-BE49-F238E27FC236}">
                    <a16:creationId xmlns:a16="http://schemas.microsoft.com/office/drawing/2014/main" id="{9F97117B-5FFF-90E5-AF3A-CD11627ACCF4}"/>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257" name="Text Box 546">
            <a:extLst>
              <a:ext uri="{FF2B5EF4-FFF2-40B4-BE49-F238E27FC236}">
                <a16:creationId xmlns:a16="http://schemas.microsoft.com/office/drawing/2014/main" id="{CD1619F2-1812-1534-0FD9-BB9974D863AB}"/>
              </a:ext>
            </a:extLst>
          </p:cNvPr>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58" name="Text Box 546">
            <a:extLst>
              <a:ext uri="{FF2B5EF4-FFF2-40B4-BE49-F238E27FC236}">
                <a16:creationId xmlns:a16="http://schemas.microsoft.com/office/drawing/2014/main" id="{E9ADE5E6-814D-A09C-9CE8-0E1CEED90D11}"/>
              </a:ext>
            </a:extLst>
          </p:cNvPr>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259" name="直接连接符 258">
            <a:extLst>
              <a:ext uri="{FF2B5EF4-FFF2-40B4-BE49-F238E27FC236}">
                <a16:creationId xmlns:a16="http://schemas.microsoft.com/office/drawing/2014/main" id="{FEF22073-7F2A-1431-D7B7-320D7A8B2CA9}"/>
              </a:ext>
            </a:extLst>
          </p:cNvPr>
          <p:cNvCxnSpPr>
            <a:stCxn id="24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0" name="直接连接符 259">
            <a:extLst>
              <a:ext uri="{FF2B5EF4-FFF2-40B4-BE49-F238E27FC236}">
                <a16:creationId xmlns:a16="http://schemas.microsoft.com/office/drawing/2014/main" id="{27776B0C-0203-C12E-EB9F-4B84C469BC68}"/>
              </a:ext>
            </a:extLst>
          </p:cNvPr>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1" name="直接连接符 260">
            <a:extLst>
              <a:ext uri="{FF2B5EF4-FFF2-40B4-BE49-F238E27FC236}">
                <a16:creationId xmlns:a16="http://schemas.microsoft.com/office/drawing/2014/main" id="{786F63FD-F3FB-7152-648D-A0C7F8043A80}"/>
              </a:ext>
            </a:extLst>
          </p:cNvPr>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62" name="Freeform 294">
            <a:extLst>
              <a:ext uri="{FF2B5EF4-FFF2-40B4-BE49-F238E27FC236}">
                <a16:creationId xmlns:a16="http://schemas.microsoft.com/office/drawing/2014/main" id="{B3430237-1571-44F3-2F97-231A1A579335}"/>
              </a:ext>
            </a:extLst>
          </p:cNvPr>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3" name="Freeform 294">
            <a:extLst>
              <a:ext uri="{FF2B5EF4-FFF2-40B4-BE49-F238E27FC236}">
                <a16:creationId xmlns:a16="http://schemas.microsoft.com/office/drawing/2014/main" id="{4F09A0A1-C0B1-DD9A-7FD7-5500AE5C0EA6}"/>
              </a:ext>
            </a:extLst>
          </p:cNvPr>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4" name="Text Box 543">
            <a:extLst>
              <a:ext uri="{FF2B5EF4-FFF2-40B4-BE49-F238E27FC236}">
                <a16:creationId xmlns:a16="http://schemas.microsoft.com/office/drawing/2014/main" id="{CC67581A-376F-6C09-4A2A-71D105DEE085}"/>
              </a:ext>
            </a:extLst>
          </p:cNvPr>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UE</a:t>
            </a:r>
            <a:endParaRPr kumimoji="1" lang="zh-CN" altLang="en-US" sz="1200" b="1" dirty="0">
              <a:latin typeface="微软雅黑" panose="020B0503020204020204" pitchFamily="34" charset="-122"/>
              <a:ea typeface="微软雅黑" panose="020B0503020204020204" pitchFamily="34" charset="-122"/>
            </a:endParaRPr>
          </a:p>
        </p:txBody>
      </p:sp>
      <p:sp>
        <p:nvSpPr>
          <p:cNvPr id="265" name="Text Box 546">
            <a:extLst>
              <a:ext uri="{FF2B5EF4-FFF2-40B4-BE49-F238E27FC236}">
                <a16:creationId xmlns:a16="http://schemas.microsoft.com/office/drawing/2014/main" id="{1298F548-04D8-4328-8174-009CC21C9DB9}"/>
              </a:ext>
            </a:extLst>
          </p:cNvPr>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266" name="Text Box 546">
            <a:extLst>
              <a:ext uri="{FF2B5EF4-FFF2-40B4-BE49-F238E27FC236}">
                <a16:creationId xmlns:a16="http://schemas.microsoft.com/office/drawing/2014/main" id="{679C91EF-EAE0-06DB-93BE-868362321417}"/>
              </a:ext>
            </a:extLst>
          </p:cNvPr>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267" name="肘形连接符 116">
            <a:extLst>
              <a:ext uri="{FF2B5EF4-FFF2-40B4-BE49-F238E27FC236}">
                <a16:creationId xmlns:a16="http://schemas.microsoft.com/office/drawing/2014/main" id="{7D1BB7A3-0650-4FA6-A64B-C9EB0BE839E7}"/>
              </a:ext>
            </a:extLst>
          </p:cNvPr>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268" name="直接连接符 267">
            <a:extLst>
              <a:ext uri="{FF2B5EF4-FFF2-40B4-BE49-F238E27FC236}">
                <a16:creationId xmlns:a16="http://schemas.microsoft.com/office/drawing/2014/main" id="{BB7EC307-A118-A69E-8CC0-523CE22370F1}"/>
              </a:ext>
            </a:extLst>
          </p:cNvPr>
          <p:cNvCxnSpPr>
            <a:stCxn id="292"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9" name="肘形连接符 118">
            <a:extLst>
              <a:ext uri="{FF2B5EF4-FFF2-40B4-BE49-F238E27FC236}">
                <a16:creationId xmlns:a16="http://schemas.microsoft.com/office/drawing/2014/main" id="{2A50FC6A-665F-6CA5-DC8E-2C62C48A92BE}"/>
              </a:ext>
            </a:extLst>
          </p:cNvPr>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0" name="肘形连接符 119">
            <a:extLst>
              <a:ext uri="{FF2B5EF4-FFF2-40B4-BE49-F238E27FC236}">
                <a16:creationId xmlns:a16="http://schemas.microsoft.com/office/drawing/2014/main" id="{0E857B2D-D38B-BA2D-B991-D9DCEB4EAA1C}"/>
              </a:ext>
            </a:extLst>
          </p:cNvPr>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1" name="肘形连接符 120">
            <a:extLst>
              <a:ext uri="{FF2B5EF4-FFF2-40B4-BE49-F238E27FC236}">
                <a16:creationId xmlns:a16="http://schemas.microsoft.com/office/drawing/2014/main" id="{62DDDC70-B24C-D113-1A09-6B0EB136281A}"/>
              </a:ext>
            </a:extLst>
          </p:cNvPr>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272" name="肘形连接符 121">
            <a:extLst>
              <a:ext uri="{FF2B5EF4-FFF2-40B4-BE49-F238E27FC236}">
                <a16:creationId xmlns:a16="http://schemas.microsoft.com/office/drawing/2014/main" id="{D24CCB66-0598-CE07-CEE4-407E218141B1}"/>
              </a:ext>
            </a:extLst>
          </p:cNvPr>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grpSp>
        <p:nvGrpSpPr>
          <p:cNvPr id="273" name="组合 272">
            <a:extLst>
              <a:ext uri="{FF2B5EF4-FFF2-40B4-BE49-F238E27FC236}">
                <a16:creationId xmlns:a16="http://schemas.microsoft.com/office/drawing/2014/main" id="{AE5E6333-57B4-460B-5CCD-2EFECEC14F1E}"/>
              </a:ext>
            </a:extLst>
          </p:cNvPr>
          <p:cNvGrpSpPr/>
          <p:nvPr/>
        </p:nvGrpSpPr>
        <p:grpSpPr>
          <a:xfrm>
            <a:off x="6782593" y="1090679"/>
            <a:ext cx="1491514" cy="732822"/>
            <a:chOff x="6691097" y="1239483"/>
            <a:chExt cx="1491514" cy="732822"/>
          </a:xfrm>
        </p:grpSpPr>
        <p:sp>
          <p:nvSpPr>
            <p:cNvPr id="274" name="Rectangle 539">
              <a:extLst>
                <a:ext uri="{FF2B5EF4-FFF2-40B4-BE49-F238E27FC236}">
                  <a16:creationId xmlns:a16="http://schemas.microsoft.com/office/drawing/2014/main" id="{0F7EFFEF-ED82-9448-D7E5-5E8ADF7DF996}"/>
                </a:ext>
              </a:extLst>
            </p:cNvPr>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5" name="Text Box 546">
              <a:extLst>
                <a:ext uri="{FF2B5EF4-FFF2-40B4-BE49-F238E27FC236}">
                  <a16:creationId xmlns:a16="http://schemas.microsoft.com/office/drawing/2014/main" id="{C4DA50BC-CA76-E8A6-E5E9-AD4FF2745FAF}"/>
                </a:ext>
              </a:extLst>
            </p:cNvPr>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276" name="Text Box 546">
              <a:extLst>
                <a:ext uri="{FF2B5EF4-FFF2-40B4-BE49-F238E27FC236}">
                  <a16:creationId xmlns:a16="http://schemas.microsoft.com/office/drawing/2014/main" id="{A5652FEC-F076-C6A0-A6A1-0712A77E0779}"/>
                </a:ext>
              </a:extLst>
            </p:cNvPr>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277" name="直接连接符 276">
              <a:extLst>
                <a:ext uri="{FF2B5EF4-FFF2-40B4-BE49-F238E27FC236}">
                  <a16:creationId xmlns:a16="http://schemas.microsoft.com/office/drawing/2014/main" id="{96DCFD3E-6BD6-2C47-1824-E2E92C3A6585}"/>
                </a:ext>
              </a:extLst>
            </p:cNvPr>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8" name="直接连接符 277">
              <a:extLst>
                <a:ext uri="{FF2B5EF4-FFF2-40B4-BE49-F238E27FC236}">
                  <a16:creationId xmlns:a16="http://schemas.microsoft.com/office/drawing/2014/main" id="{ED54655D-BA32-D6DC-C169-56D156C71A8B}"/>
                </a:ext>
              </a:extLst>
            </p:cNvPr>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279" name="Text Box 546">
              <a:extLst>
                <a:ext uri="{FF2B5EF4-FFF2-40B4-BE49-F238E27FC236}">
                  <a16:creationId xmlns:a16="http://schemas.microsoft.com/office/drawing/2014/main" id="{726E4893-5632-7743-081D-CC759BFAA0C8}"/>
                </a:ext>
              </a:extLst>
            </p:cNvPr>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280" name="直接连接符 279">
              <a:extLst>
                <a:ext uri="{FF2B5EF4-FFF2-40B4-BE49-F238E27FC236}">
                  <a16:creationId xmlns:a16="http://schemas.microsoft.com/office/drawing/2014/main" id="{508A230A-39CF-5911-9B06-0767FF6DE389}"/>
                </a:ext>
              </a:extLst>
            </p:cNvPr>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281" name="直接连接符 280">
            <a:extLst>
              <a:ext uri="{FF2B5EF4-FFF2-40B4-BE49-F238E27FC236}">
                <a16:creationId xmlns:a16="http://schemas.microsoft.com/office/drawing/2014/main" id="{1D65C774-2C59-84B6-F881-B67819646804}"/>
              </a:ext>
            </a:extLst>
          </p:cNvPr>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282" name="直接连接符 281">
            <a:extLst>
              <a:ext uri="{FF2B5EF4-FFF2-40B4-BE49-F238E27FC236}">
                <a16:creationId xmlns:a16="http://schemas.microsoft.com/office/drawing/2014/main" id="{3D262B7E-CE6B-CCA7-2FEC-8145243AA995}"/>
              </a:ext>
            </a:extLst>
          </p:cNvPr>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283" name="直接连接符 282">
            <a:extLst>
              <a:ext uri="{FF2B5EF4-FFF2-40B4-BE49-F238E27FC236}">
                <a16:creationId xmlns:a16="http://schemas.microsoft.com/office/drawing/2014/main" id="{102D10EE-CD3B-16C0-260A-FE1C3117504B}"/>
              </a:ext>
            </a:extLst>
          </p:cNvPr>
          <p:cNvCxnSpPr>
            <a:cxnSpLocks/>
          </p:cNvCxnSpPr>
          <p:nvPr/>
        </p:nvCxnSpPr>
        <p:spPr>
          <a:xfrm>
            <a:off x="5020707" y="2619619"/>
            <a:ext cx="240866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4" name="组合 161">
            <a:extLst>
              <a:ext uri="{FF2B5EF4-FFF2-40B4-BE49-F238E27FC236}">
                <a16:creationId xmlns:a16="http://schemas.microsoft.com/office/drawing/2014/main" id="{C00E2081-B0F2-0BB1-AD26-2E7D113D7871}"/>
              </a:ext>
            </a:extLst>
          </p:cNvPr>
          <p:cNvGrpSpPr>
            <a:grpSpLocks/>
          </p:cNvGrpSpPr>
          <p:nvPr/>
        </p:nvGrpSpPr>
        <p:grpSpPr bwMode="auto">
          <a:xfrm>
            <a:off x="7132142" y="2172364"/>
            <a:ext cx="1370509" cy="767396"/>
            <a:chOff x="7236296" y="2033272"/>
            <a:chExt cx="1654150" cy="1035365"/>
          </a:xfrm>
        </p:grpSpPr>
        <p:graphicFrame>
          <p:nvGraphicFramePr>
            <p:cNvPr id="285" name="Object 425">
              <a:extLst>
                <a:ext uri="{FF2B5EF4-FFF2-40B4-BE49-F238E27FC236}">
                  <a16:creationId xmlns:a16="http://schemas.microsoft.com/office/drawing/2014/main" id="{6BDCDE5B-1B26-91B1-8203-90F0561960C9}"/>
                </a:ext>
              </a:extLst>
            </p:cNvPr>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285" name="Object 425">
                          <a:extLst>
                            <a:ext uri="{FF2B5EF4-FFF2-40B4-BE49-F238E27FC236}">
                              <a16:creationId xmlns:a16="http://schemas.microsoft.com/office/drawing/2014/main" id="{2EAF4DE6-0E83-2A84-A92E-DB98E6CE37E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86" name="Text Box 426">
              <a:extLst>
                <a:ext uri="{FF2B5EF4-FFF2-40B4-BE49-F238E27FC236}">
                  <a16:creationId xmlns:a16="http://schemas.microsoft.com/office/drawing/2014/main" id="{102389EE-30D7-890D-58C2-82C2C245B784}"/>
                </a:ext>
              </a:extLst>
            </p:cNvPr>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287" name="单圆角矩形 135">
            <a:extLst>
              <a:ext uri="{FF2B5EF4-FFF2-40B4-BE49-F238E27FC236}">
                <a16:creationId xmlns:a16="http://schemas.microsoft.com/office/drawing/2014/main" id="{EE59EEF2-26AC-8FF7-428E-C06BF49C95A8}"/>
              </a:ext>
            </a:extLst>
          </p:cNvPr>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88" name="Text Box 544">
            <a:extLst>
              <a:ext uri="{FF2B5EF4-FFF2-40B4-BE49-F238E27FC236}">
                <a16:creationId xmlns:a16="http://schemas.microsoft.com/office/drawing/2014/main" id="{8BD9CA0E-F461-0B54-5592-F3DF52696350}"/>
              </a:ext>
            </a:extLst>
          </p:cNvPr>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89" name="Text Box 546">
            <a:extLst>
              <a:ext uri="{FF2B5EF4-FFF2-40B4-BE49-F238E27FC236}">
                <a16:creationId xmlns:a16="http://schemas.microsoft.com/office/drawing/2014/main" id="{4FE74267-6DF1-A2B6-3197-C9F3FB736A0C}"/>
              </a:ext>
            </a:extLst>
          </p:cNvPr>
          <p:cNvSpPr txBox="1">
            <a:spLocks noChangeArrowheads="1"/>
          </p:cNvSpPr>
          <p:nvPr/>
        </p:nvSpPr>
        <p:spPr bwMode="auto">
          <a:xfrm>
            <a:off x="5949019" y="2110945"/>
            <a:ext cx="646331"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用户面</a:t>
            </a:r>
          </a:p>
        </p:txBody>
      </p:sp>
      <p:sp>
        <p:nvSpPr>
          <p:cNvPr id="290" name="单圆角矩形 138">
            <a:extLst>
              <a:ext uri="{FF2B5EF4-FFF2-40B4-BE49-F238E27FC236}">
                <a16:creationId xmlns:a16="http://schemas.microsoft.com/office/drawing/2014/main" id="{53B61D61-CECE-FDD8-30C0-2B8D42F44CFA}"/>
              </a:ext>
            </a:extLst>
          </p:cNvPr>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1" name="Text Box 544">
            <a:extLst>
              <a:ext uri="{FF2B5EF4-FFF2-40B4-BE49-F238E27FC236}">
                <a16:creationId xmlns:a16="http://schemas.microsoft.com/office/drawing/2014/main" id="{F81AABA4-0070-E8D0-7696-6AB9528AE641}"/>
              </a:ext>
            </a:extLst>
          </p:cNvPr>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292" name="单圆角矩形 140">
            <a:extLst>
              <a:ext uri="{FF2B5EF4-FFF2-40B4-BE49-F238E27FC236}">
                <a16:creationId xmlns:a16="http://schemas.microsoft.com/office/drawing/2014/main" id="{4DF6C896-2FB9-F77E-1981-B995CC1563D2}"/>
              </a:ext>
            </a:extLst>
          </p:cNvPr>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3" name="Text Box 544">
            <a:extLst>
              <a:ext uri="{FF2B5EF4-FFF2-40B4-BE49-F238E27FC236}">
                <a16:creationId xmlns:a16="http://schemas.microsoft.com/office/drawing/2014/main" id="{96D34CA8-1B51-3267-858B-132DA617FAAC}"/>
              </a:ext>
            </a:extLst>
          </p:cNvPr>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sp>
        <p:nvSpPr>
          <p:cNvPr id="294" name="Text Box 546">
            <a:extLst>
              <a:ext uri="{FF2B5EF4-FFF2-40B4-BE49-F238E27FC236}">
                <a16:creationId xmlns:a16="http://schemas.microsoft.com/office/drawing/2014/main" id="{1FC20A4F-FC52-2CAA-7E40-66D303B496C9}"/>
              </a:ext>
            </a:extLst>
          </p:cNvPr>
          <p:cNvSpPr txBox="1">
            <a:spLocks noChangeArrowheads="1"/>
          </p:cNvSpPr>
          <p:nvPr/>
        </p:nvSpPr>
        <p:spPr bwMode="auto">
          <a:xfrm>
            <a:off x="5922647" y="1755833"/>
            <a:ext cx="700465"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控制面</a:t>
            </a:r>
          </a:p>
        </p:txBody>
      </p:sp>
      <p:sp>
        <p:nvSpPr>
          <p:cNvPr id="295" name="单圆角矩形 143">
            <a:extLst>
              <a:ext uri="{FF2B5EF4-FFF2-40B4-BE49-F238E27FC236}">
                <a16:creationId xmlns:a16="http://schemas.microsoft.com/office/drawing/2014/main" id="{0BF664EA-A7DC-F320-B0AD-A75BF91121AF}"/>
              </a:ext>
            </a:extLst>
          </p:cNvPr>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6" name="Text Box 544">
            <a:extLst>
              <a:ext uri="{FF2B5EF4-FFF2-40B4-BE49-F238E27FC236}">
                <a16:creationId xmlns:a16="http://schemas.microsoft.com/office/drawing/2014/main" id="{E44EB8FB-93E2-FE65-BF89-B8F6E2723E0D}"/>
              </a:ext>
            </a:extLst>
          </p:cNvPr>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297" name="Text Box 546">
            <a:extLst>
              <a:ext uri="{FF2B5EF4-FFF2-40B4-BE49-F238E27FC236}">
                <a16:creationId xmlns:a16="http://schemas.microsoft.com/office/drawing/2014/main" id="{FB27B555-1289-DACE-5B35-FC2C788E3839}"/>
              </a:ext>
            </a:extLst>
          </p:cNvPr>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298" name="直接连接符 297">
            <a:extLst>
              <a:ext uri="{FF2B5EF4-FFF2-40B4-BE49-F238E27FC236}">
                <a16:creationId xmlns:a16="http://schemas.microsoft.com/office/drawing/2014/main" id="{0F725C3C-4F19-2326-95FC-9B4B53E5A831}"/>
              </a:ext>
            </a:extLst>
          </p:cNvPr>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9" name="直接连接符 298">
            <a:extLst>
              <a:ext uri="{FF2B5EF4-FFF2-40B4-BE49-F238E27FC236}">
                <a16:creationId xmlns:a16="http://schemas.microsoft.com/office/drawing/2014/main" id="{A94DF9BD-9EC2-66C0-85BB-E8CAB858C726}"/>
              </a:ext>
            </a:extLst>
          </p:cNvPr>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300" name="Text Box 546">
            <a:extLst>
              <a:ext uri="{FF2B5EF4-FFF2-40B4-BE49-F238E27FC236}">
                <a16:creationId xmlns:a16="http://schemas.microsoft.com/office/drawing/2014/main" id="{DE0AFAAA-17D7-9B83-3AA8-F8D8886DDB54}"/>
              </a:ext>
            </a:extLst>
          </p:cNvPr>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301" name="直接连接符 300">
            <a:extLst>
              <a:ext uri="{FF2B5EF4-FFF2-40B4-BE49-F238E27FC236}">
                <a16:creationId xmlns:a16="http://schemas.microsoft.com/office/drawing/2014/main" id="{E762EF5E-766C-4768-E025-F63A915F4019}"/>
              </a:ext>
            </a:extLst>
          </p:cNvPr>
          <p:cNvCxnSpPr>
            <a:stCxn id="125" idx="1"/>
            <a:endCxn id="125" idx="3"/>
          </p:cNvCxnSpPr>
          <p:nvPr/>
        </p:nvCxnSpPr>
        <p:spPr>
          <a:xfrm>
            <a:off x="4172360" y="2088797"/>
            <a:ext cx="2326708" cy="0"/>
          </a:xfrm>
          <a:prstGeom prst="line">
            <a:avLst/>
          </a:prstGeom>
          <a:ln w="38100">
            <a:solidFill>
              <a:srgbClr val="C3E3F9"/>
            </a:solidFill>
            <a:prstDash val="solid"/>
          </a:ln>
        </p:spPr>
        <p:style>
          <a:lnRef idx="1">
            <a:schemeClr val="accent1"/>
          </a:lnRef>
          <a:fillRef idx="0">
            <a:schemeClr val="accent1"/>
          </a:fillRef>
          <a:effectRef idx="0">
            <a:schemeClr val="accent1"/>
          </a:effectRef>
          <a:fontRef idx="minor">
            <a:schemeClr val="tx1"/>
          </a:fontRef>
        </p:style>
      </p:cxnSp>
      <p:cxnSp>
        <p:nvCxnSpPr>
          <p:cNvPr id="302" name="直接连接符 301">
            <a:extLst>
              <a:ext uri="{FF2B5EF4-FFF2-40B4-BE49-F238E27FC236}">
                <a16:creationId xmlns:a16="http://schemas.microsoft.com/office/drawing/2014/main" id="{E844A6DF-2F6D-812C-62A9-E043AEAFD09E}"/>
              </a:ext>
            </a:extLst>
          </p:cNvPr>
          <p:cNvCxnSpPr>
            <a:stCxn id="292" idx="2"/>
            <a:endCxn id="287"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303" name="Text Box 546">
            <a:extLst>
              <a:ext uri="{FF2B5EF4-FFF2-40B4-BE49-F238E27FC236}">
                <a16:creationId xmlns:a16="http://schemas.microsoft.com/office/drawing/2014/main" id="{D4E2BDCF-32F8-122B-50BB-1166AC368D9B}"/>
              </a:ext>
            </a:extLst>
          </p:cNvPr>
          <p:cNvSpPr txBox="1">
            <a:spLocks noChangeArrowheads="1"/>
          </p:cNvSpPr>
          <p:nvPr/>
        </p:nvSpPr>
        <p:spPr bwMode="auto">
          <a:xfrm>
            <a:off x="6511564" y="2360665"/>
            <a:ext cx="644727"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IP</a:t>
            </a:r>
            <a:r>
              <a:rPr kumimoji="1" lang="zh-CN" altLang="en-US" sz="1200" b="1" dirty="0">
                <a:latin typeface="微软雅黑" panose="020B0503020204020204" pitchFamily="34" charset="-122"/>
                <a:ea typeface="微软雅黑" panose="020B0503020204020204" pitchFamily="34" charset="-122"/>
              </a:rPr>
              <a:t>分组</a:t>
            </a:r>
          </a:p>
        </p:txBody>
      </p:sp>
    </p:spTree>
    <p:extLst>
      <p:ext uri="{BB962C8B-B14F-4D97-AF65-F5344CB8AC3E}">
        <p14:creationId xmlns:p14="http://schemas.microsoft.com/office/powerpoint/2010/main" val="586295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264"/>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265"/>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26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P spid="264" grpId="0"/>
      <p:bldP spid="265" grpId="0"/>
      <p:bldP spid="266"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移动性管理实体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MME (Mobility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Manegement</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 Entity)</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信令实体，</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负责基站与核心网之间以及用户与核心网之间的所有</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信令交换。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大的核心网需要有多个</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来处理大量的信令交换。</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必须从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HSS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获得用户的有关信息。</a:t>
            </a:r>
          </a:p>
        </p:txBody>
      </p:sp>
      <p:sp>
        <p:nvSpPr>
          <p:cNvPr id="3" name="圆角矩形 151">
            <a:extLst>
              <a:ext uri="{FF2B5EF4-FFF2-40B4-BE49-F238E27FC236}">
                <a16:creationId xmlns:a16="http://schemas.microsoft.com/office/drawing/2014/main" id="{E63953F3-5628-AE9D-A99F-0006E8982A46}"/>
              </a:ext>
            </a:extLst>
          </p:cNvPr>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3" name="AutoShape 5">
            <a:extLst>
              <a:ext uri="{FF2B5EF4-FFF2-40B4-BE49-F238E27FC236}">
                <a16:creationId xmlns:a16="http://schemas.microsoft.com/office/drawing/2014/main" id="{3F608DC7-3667-0432-BCEB-C8F875E744FA}"/>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4" name="矩形 4">
            <a:extLst>
              <a:ext uri="{FF2B5EF4-FFF2-40B4-BE49-F238E27FC236}">
                <a16:creationId xmlns:a16="http://schemas.microsoft.com/office/drawing/2014/main" id="{160282BF-7A47-5974-D791-6BE099AA9E5A}"/>
              </a:ext>
            </a:extLst>
          </p:cNvPr>
          <p:cNvSpPr>
            <a:spLocks noChangeArrowheads="1"/>
          </p:cNvSpPr>
          <p:nvPr/>
        </p:nvSpPr>
        <p:spPr bwMode="auto">
          <a:xfrm>
            <a:off x="635844" y="567754"/>
            <a:ext cx="1126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a:t>
            </a:r>
            <a:r>
              <a:rPr lang="zh-CN" altLang="en-US" sz="2000" b="1" dirty="0">
                <a:latin typeface="微软雅黑" pitchFamily="34" charset="-122"/>
                <a:ea typeface="微软雅黑" pitchFamily="34" charset="-122"/>
              </a:rPr>
              <a:t>架构</a:t>
            </a:r>
            <a:endParaRPr lang="zh-CN" altLang="en-US" sz="2000" b="1" dirty="0">
              <a:solidFill>
                <a:srgbClr val="0000CC"/>
              </a:solidFill>
              <a:latin typeface="微软雅黑" pitchFamily="34" charset="-122"/>
              <a:ea typeface="微软雅黑" pitchFamily="34" charset="-122"/>
            </a:endParaRPr>
          </a:p>
        </p:txBody>
      </p:sp>
      <p:sp>
        <p:nvSpPr>
          <p:cNvPr id="125" name="圆角矩形 4">
            <a:extLst>
              <a:ext uri="{FF2B5EF4-FFF2-40B4-BE49-F238E27FC236}">
                <a16:creationId xmlns:a16="http://schemas.microsoft.com/office/drawing/2014/main" id="{B985B7CE-C696-481B-8360-F04B24EEB636}"/>
              </a:ext>
            </a:extLst>
          </p:cNvPr>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26" name="圆角矩形 5">
            <a:extLst>
              <a:ext uri="{FF2B5EF4-FFF2-40B4-BE49-F238E27FC236}">
                <a16:creationId xmlns:a16="http://schemas.microsoft.com/office/drawing/2014/main" id="{5890D6EA-FFF2-2E7A-1EFB-C104BFFD9FCA}"/>
              </a:ext>
            </a:extLst>
          </p:cNvPr>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27" name="圆角矩形 8">
            <a:extLst>
              <a:ext uri="{FF2B5EF4-FFF2-40B4-BE49-F238E27FC236}">
                <a16:creationId xmlns:a16="http://schemas.microsoft.com/office/drawing/2014/main" id="{3C68F44D-D5A8-2989-F9C5-A065BB4D272E}"/>
              </a:ext>
            </a:extLst>
          </p:cNvPr>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8" name="Group 114">
            <a:extLst>
              <a:ext uri="{FF2B5EF4-FFF2-40B4-BE49-F238E27FC236}">
                <a16:creationId xmlns:a16="http://schemas.microsoft.com/office/drawing/2014/main" id="{2937D5C5-2918-58E3-3400-5D8C37BC5854}"/>
              </a:ext>
            </a:extLst>
          </p:cNvPr>
          <p:cNvGrpSpPr>
            <a:grpSpLocks/>
          </p:cNvGrpSpPr>
          <p:nvPr/>
        </p:nvGrpSpPr>
        <p:grpSpPr bwMode="auto">
          <a:xfrm>
            <a:off x="3163549" y="1819267"/>
            <a:ext cx="357753" cy="747387"/>
            <a:chOff x="4608" y="700"/>
            <a:chExt cx="306" cy="553"/>
          </a:xfrm>
        </p:grpSpPr>
        <p:grpSp>
          <p:nvGrpSpPr>
            <p:cNvPr id="129" name="Group 115">
              <a:extLst>
                <a:ext uri="{FF2B5EF4-FFF2-40B4-BE49-F238E27FC236}">
                  <a16:creationId xmlns:a16="http://schemas.microsoft.com/office/drawing/2014/main" id="{69958C00-A6DC-AA9F-0811-1DA8476F1E1E}"/>
                </a:ext>
              </a:extLst>
            </p:cNvPr>
            <p:cNvGrpSpPr>
              <a:grpSpLocks/>
            </p:cNvGrpSpPr>
            <p:nvPr/>
          </p:nvGrpSpPr>
          <p:grpSpPr bwMode="auto">
            <a:xfrm>
              <a:off x="4694" y="784"/>
              <a:ext cx="134" cy="469"/>
              <a:chOff x="4740" y="784"/>
              <a:chExt cx="88" cy="692"/>
            </a:xfrm>
          </p:grpSpPr>
          <p:sp>
            <p:nvSpPr>
              <p:cNvPr id="169" name="Line 116">
                <a:extLst>
                  <a:ext uri="{FF2B5EF4-FFF2-40B4-BE49-F238E27FC236}">
                    <a16:creationId xmlns:a16="http://schemas.microsoft.com/office/drawing/2014/main" id="{FF1115A1-3117-62A9-D121-2789C08966A0}"/>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70" name="Group 117">
                <a:extLst>
                  <a:ext uri="{FF2B5EF4-FFF2-40B4-BE49-F238E27FC236}">
                    <a16:creationId xmlns:a16="http://schemas.microsoft.com/office/drawing/2014/main" id="{CD8F83C8-D9C3-06DB-925B-603B103A2D0E}"/>
                  </a:ext>
                </a:extLst>
              </p:cNvPr>
              <p:cNvGrpSpPr>
                <a:grpSpLocks/>
              </p:cNvGrpSpPr>
              <p:nvPr/>
            </p:nvGrpSpPr>
            <p:grpSpPr bwMode="auto">
              <a:xfrm>
                <a:off x="4740" y="784"/>
                <a:ext cx="88" cy="692"/>
                <a:chOff x="4740" y="784"/>
                <a:chExt cx="88" cy="692"/>
              </a:xfrm>
            </p:grpSpPr>
            <p:sp>
              <p:nvSpPr>
                <p:cNvPr id="171" name="Line 118">
                  <a:extLst>
                    <a:ext uri="{FF2B5EF4-FFF2-40B4-BE49-F238E27FC236}">
                      <a16:creationId xmlns:a16="http://schemas.microsoft.com/office/drawing/2014/main" id="{0D3E8389-2B95-6856-0AAF-CB5DBD92ADE3}"/>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119">
                  <a:extLst>
                    <a:ext uri="{FF2B5EF4-FFF2-40B4-BE49-F238E27FC236}">
                      <a16:creationId xmlns:a16="http://schemas.microsoft.com/office/drawing/2014/main" id="{7C2A450E-1A0E-B20E-8326-A38400110813}"/>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120">
                  <a:extLst>
                    <a:ext uri="{FF2B5EF4-FFF2-40B4-BE49-F238E27FC236}">
                      <a16:creationId xmlns:a16="http://schemas.microsoft.com/office/drawing/2014/main" id="{5AFDEAA8-6466-9843-E127-5E8FDD8ED992}"/>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121">
                  <a:extLst>
                    <a:ext uri="{FF2B5EF4-FFF2-40B4-BE49-F238E27FC236}">
                      <a16:creationId xmlns:a16="http://schemas.microsoft.com/office/drawing/2014/main" id="{D962D060-4D42-9CE9-FB41-49B2D210ADA2}"/>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122">
                  <a:extLst>
                    <a:ext uri="{FF2B5EF4-FFF2-40B4-BE49-F238E27FC236}">
                      <a16:creationId xmlns:a16="http://schemas.microsoft.com/office/drawing/2014/main" id="{941B3C64-1053-CC55-5070-4CB568E05E71}"/>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123">
                  <a:extLst>
                    <a:ext uri="{FF2B5EF4-FFF2-40B4-BE49-F238E27FC236}">
                      <a16:creationId xmlns:a16="http://schemas.microsoft.com/office/drawing/2014/main" id="{29D08BAF-FA50-99C3-C8E6-C7373A18B6D5}"/>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124">
                  <a:extLst>
                    <a:ext uri="{FF2B5EF4-FFF2-40B4-BE49-F238E27FC236}">
                      <a16:creationId xmlns:a16="http://schemas.microsoft.com/office/drawing/2014/main" id="{09B23677-DF97-3849-B09F-2139F7AEFE6C}"/>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125">
                  <a:extLst>
                    <a:ext uri="{FF2B5EF4-FFF2-40B4-BE49-F238E27FC236}">
                      <a16:creationId xmlns:a16="http://schemas.microsoft.com/office/drawing/2014/main" id="{3BCAF6D7-DC1B-D7F8-C4C2-C2F298E06752}"/>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126">
                  <a:extLst>
                    <a:ext uri="{FF2B5EF4-FFF2-40B4-BE49-F238E27FC236}">
                      <a16:creationId xmlns:a16="http://schemas.microsoft.com/office/drawing/2014/main" id="{4EBF2B69-068F-DEFC-C6D2-11D51740BBB5}"/>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127">
                  <a:extLst>
                    <a:ext uri="{FF2B5EF4-FFF2-40B4-BE49-F238E27FC236}">
                      <a16:creationId xmlns:a16="http://schemas.microsoft.com/office/drawing/2014/main" id="{DB3771D7-29E5-0292-7168-5593DC8FA8DA}"/>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Line 128">
                  <a:extLst>
                    <a:ext uri="{FF2B5EF4-FFF2-40B4-BE49-F238E27FC236}">
                      <a16:creationId xmlns:a16="http://schemas.microsoft.com/office/drawing/2014/main" id="{11E513B6-F33A-6B3B-4502-75959086A176}"/>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2" name="Line 129">
                  <a:extLst>
                    <a:ext uri="{FF2B5EF4-FFF2-40B4-BE49-F238E27FC236}">
                      <a16:creationId xmlns:a16="http://schemas.microsoft.com/office/drawing/2014/main" id="{DCF9523A-94B8-FE4C-E341-9E6EC4B62E80}"/>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3" name="Line 130">
                  <a:extLst>
                    <a:ext uri="{FF2B5EF4-FFF2-40B4-BE49-F238E27FC236}">
                      <a16:creationId xmlns:a16="http://schemas.microsoft.com/office/drawing/2014/main" id="{1BB60975-7CF3-A674-DCCA-E9F0B89DA1A2}"/>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4" name="Oval 131">
                  <a:extLst>
                    <a:ext uri="{FF2B5EF4-FFF2-40B4-BE49-F238E27FC236}">
                      <a16:creationId xmlns:a16="http://schemas.microsoft.com/office/drawing/2014/main" id="{AE8328B0-B120-3A18-102C-5E27B0D369B4}"/>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54" name="Group 132">
              <a:extLst>
                <a:ext uri="{FF2B5EF4-FFF2-40B4-BE49-F238E27FC236}">
                  <a16:creationId xmlns:a16="http://schemas.microsoft.com/office/drawing/2014/main" id="{5C4D3B5D-1E12-42B1-D560-5509032A69D0}"/>
                </a:ext>
              </a:extLst>
            </p:cNvPr>
            <p:cNvGrpSpPr>
              <a:grpSpLocks/>
            </p:cNvGrpSpPr>
            <p:nvPr/>
          </p:nvGrpSpPr>
          <p:grpSpPr bwMode="auto">
            <a:xfrm>
              <a:off x="4608" y="700"/>
              <a:ext cx="306" cy="90"/>
              <a:chOff x="748" y="2251"/>
              <a:chExt cx="306" cy="90"/>
            </a:xfrm>
          </p:grpSpPr>
          <p:sp>
            <p:nvSpPr>
              <p:cNvPr id="163" name="AutoShape 133">
                <a:extLst>
                  <a:ext uri="{FF2B5EF4-FFF2-40B4-BE49-F238E27FC236}">
                    <a16:creationId xmlns:a16="http://schemas.microsoft.com/office/drawing/2014/main" id="{7C8AA472-0A44-8739-B0BD-430C0B93CFE1}"/>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4" name="AutoShape 134">
                <a:extLst>
                  <a:ext uri="{FF2B5EF4-FFF2-40B4-BE49-F238E27FC236}">
                    <a16:creationId xmlns:a16="http://schemas.microsoft.com/office/drawing/2014/main" id="{9D7C4396-0F74-EC93-EAF9-AD6F6B0EDAC1}"/>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5" name="AutoShape 135">
                <a:extLst>
                  <a:ext uri="{FF2B5EF4-FFF2-40B4-BE49-F238E27FC236}">
                    <a16:creationId xmlns:a16="http://schemas.microsoft.com/office/drawing/2014/main" id="{029F7AC1-637E-605D-5077-5EBA0269BE60}"/>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6" name="AutoShape 136">
                <a:extLst>
                  <a:ext uri="{FF2B5EF4-FFF2-40B4-BE49-F238E27FC236}">
                    <a16:creationId xmlns:a16="http://schemas.microsoft.com/office/drawing/2014/main" id="{DC5959C1-8F20-5003-9D00-371DEA355496}"/>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7" name="AutoShape 137">
                <a:extLst>
                  <a:ext uri="{FF2B5EF4-FFF2-40B4-BE49-F238E27FC236}">
                    <a16:creationId xmlns:a16="http://schemas.microsoft.com/office/drawing/2014/main" id="{5AC6DA99-7DFA-1D2C-6BF5-545FA9930C53}"/>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8" name="AutoShape 138">
                <a:extLst>
                  <a:ext uri="{FF2B5EF4-FFF2-40B4-BE49-F238E27FC236}">
                    <a16:creationId xmlns:a16="http://schemas.microsoft.com/office/drawing/2014/main" id="{D17AF5F7-E9FD-35F6-FE1C-73E1C40D32B8}"/>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5" name="Group 4">
            <a:extLst>
              <a:ext uri="{FF2B5EF4-FFF2-40B4-BE49-F238E27FC236}">
                <a16:creationId xmlns:a16="http://schemas.microsoft.com/office/drawing/2014/main" id="{6AC846B2-5FAC-6C04-04F7-FAE75967B044}"/>
              </a:ext>
            </a:extLst>
          </p:cNvPr>
          <p:cNvGrpSpPr>
            <a:grpSpLocks/>
          </p:cNvGrpSpPr>
          <p:nvPr/>
        </p:nvGrpSpPr>
        <p:grpSpPr bwMode="auto">
          <a:xfrm>
            <a:off x="1359001" y="1337879"/>
            <a:ext cx="169670" cy="309548"/>
            <a:chOff x="4186" y="1736"/>
            <a:chExt cx="229" cy="461"/>
          </a:xfrm>
        </p:grpSpPr>
        <p:pic>
          <p:nvPicPr>
            <p:cNvPr id="186" name="Picture 5" descr="icon-mobile-phone">
              <a:extLst>
                <a:ext uri="{FF2B5EF4-FFF2-40B4-BE49-F238E27FC236}">
                  <a16:creationId xmlns:a16="http://schemas.microsoft.com/office/drawing/2014/main" id="{9EC9B0D7-FA04-305B-91C7-3034B4D47A4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7" name="Group 6">
              <a:extLst>
                <a:ext uri="{FF2B5EF4-FFF2-40B4-BE49-F238E27FC236}">
                  <a16:creationId xmlns:a16="http://schemas.microsoft.com/office/drawing/2014/main" id="{B9E96598-C8E8-45E0-7FEE-6F0BA095636E}"/>
                </a:ext>
              </a:extLst>
            </p:cNvPr>
            <p:cNvGrpSpPr>
              <a:grpSpLocks/>
            </p:cNvGrpSpPr>
            <p:nvPr/>
          </p:nvGrpSpPr>
          <p:grpSpPr bwMode="auto">
            <a:xfrm>
              <a:off x="4186" y="1736"/>
              <a:ext cx="198" cy="79"/>
              <a:chOff x="4513" y="1707"/>
              <a:chExt cx="198" cy="177"/>
            </a:xfrm>
          </p:grpSpPr>
          <p:sp>
            <p:nvSpPr>
              <p:cNvPr id="188" name="AutoShape 7">
                <a:extLst>
                  <a:ext uri="{FF2B5EF4-FFF2-40B4-BE49-F238E27FC236}">
                    <a16:creationId xmlns:a16="http://schemas.microsoft.com/office/drawing/2014/main" id="{64D7AD9F-7C24-2698-92CE-B56DBCFB643C}"/>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9" name="AutoShape 8">
                <a:extLst>
                  <a:ext uri="{FF2B5EF4-FFF2-40B4-BE49-F238E27FC236}">
                    <a16:creationId xmlns:a16="http://schemas.microsoft.com/office/drawing/2014/main" id="{220F7E06-691B-967F-C024-AC2457B19A38}"/>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0" name="AutoShape 9">
                <a:extLst>
                  <a:ext uri="{FF2B5EF4-FFF2-40B4-BE49-F238E27FC236}">
                    <a16:creationId xmlns:a16="http://schemas.microsoft.com/office/drawing/2014/main" id="{805FDEEA-E385-B2AC-5D05-4CF233F8A75B}"/>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1" name="Group 401">
            <a:extLst>
              <a:ext uri="{FF2B5EF4-FFF2-40B4-BE49-F238E27FC236}">
                <a16:creationId xmlns:a16="http://schemas.microsoft.com/office/drawing/2014/main" id="{F3BFE1F2-7B8F-F7B8-C184-393CC34D7E34}"/>
              </a:ext>
            </a:extLst>
          </p:cNvPr>
          <p:cNvGrpSpPr>
            <a:grpSpLocks/>
          </p:cNvGrpSpPr>
          <p:nvPr/>
        </p:nvGrpSpPr>
        <p:grpSpPr bwMode="auto">
          <a:xfrm>
            <a:off x="1322174" y="2246514"/>
            <a:ext cx="169670" cy="309548"/>
            <a:chOff x="4186" y="1736"/>
            <a:chExt cx="229" cy="461"/>
          </a:xfrm>
        </p:grpSpPr>
        <p:pic>
          <p:nvPicPr>
            <p:cNvPr id="192" name="Picture 402" descr="icon-mobile-phone">
              <a:extLst>
                <a:ext uri="{FF2B5EF4-FFF2-40B4-BE49-F238E27FC236}">
                  <a16:creationId xmlns:a16="http://schemas.microsoft.com/office/drawing/2014/main" id="{6486FDE2-D1A5-B023-F16C-DA312A6885C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93" name="Group 403">
              <a:extLst>
                <a:ext uri="{FF2B5EF4-FFF2-40B4-BE49-F238E27FC236}">
                  <a16:creationId xmlns:a16="http://schemas.microsoft.com/office/drawing/2014/main" id="{ED8DFA0E-B3B1-50FD-1E93-3225E11A81E3}"/>
                </a:ext>
              </a:extLst>
            </p:cNvPr>
            <p:cNvGrpSpPr>
              <a:grpSpLocks/>
            </p:cNvGrpSpPr>
            <p:nvPr/>
          </p:nvGrpSpPr>
          <p:grpSpPr bwMode="auto">
            <a:xfrm>
              <a:off x="4186" y="1736"/>
              <a:ext cx="198" cy="79"/>
              <a:chOff x="4513" y="1707"/>
              <a:chExt cx="198" cy="177"/>
            </a:xfrm>
          </p:grpSpPr>
          <p:sp>
            <p:nvSpPr>
              <p:cNvPr id="194" name="AutoShape 404">
                <a:extLst>
                  <a:ext uri="{FF2B5EF4-FFF2-40B4-BE49-F238E27FC236}">
                    <a16:creationId xmlns:a16="http://schemas.microsoft.com/office/drawing/2014/main" id="{C23E4049-3A78-66E1-D497-58FE54B0F776}"/>
                  </a:ext>
                </a:extLst>
              </p:cNvPr>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5" name="AutoShape 405">
                <a:extLst>
                  <a:ext uri="{FF2B5EF4-FFF2-40B4-BE49-F238E27FC236}">
                    <a16:creationId xmlns:a16="http://schemas.microsoft.com/office/drawing/2014/main" id="{8A85338F-F7A7-E2AA-9AE0-4FD37D9E4EF6}"/>
                  </a:ext>
                </a:extLst>
              </p:cNvPr>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6" name="AutoShape 406">
                <a:extLst>
                  <a:ext uri="{FF2B5EF4-FFF2-40B4-BE49-F238E27FC236}">
                    <a16:creationId xmlns:a16="http://schemas.microsoft.com/office/drawing/2014/main" id="{D1F40526-966E-73F7-309B-3C76CCACCA4A}"/>
                  </a:ext>
                </a:extLst>
              </p:cNvPr>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197" name="Object 36">
            <a:hlinkClick r:id="" action="ppaction://ole?verb=0"/>
            <a:extLst>
              <a:ext uri="{FF2B5EF4-FFF2-40B4-BE49-F238E27FC236}">
                <a16:creationId xmlns:a16="http://schemas.microsoft.com/office/drawing/2014/main" id="{04BD3408-956E-DC17-BB27-63DB69A5980D}"/>
              </a:ext>
            </a:extLst>
          </p:cNvPr>
          <p:cNvGraphicFramePr>
            <a:graphicFrameLocks/>
          </p:cNvGraphicFramePr>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197" name="Object 36">
                        <a:hlinkClick r:id="" action="ppaction://ole?verb=0"/>
                        <a:extLst>
                          <a:ext uri="{FF2B5EF4-FFF2-40B4-BE49-F238E27FC236}">
                            <a16:creationId xmlns:a16="http://schemas.microsoft.com/office/drawing/2014/main" id="{19F6444C-386E-9AB7-48ED-CD49181C1DF8}"/>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198" name="直接连接符 197">
            <a:extLst>
              <a:ext uri="{FF2B5EF4-FFF2-40B4-BE49-F238E27FC236}">
                <a16:creationId xmlns:a16="http://schemas.microsoft.com/office/drawing/2014/main" id="{5E38A86D-E139-EFE8-4B3A-3618CADE66B2}"/>
              </a:ext>
            </a:extLst>
          </p:cNvPr>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sp>
        <p:nvSpPr>
          <p:cNvPr id="199" name="Text Box 546">
            <a:extLst>
              <a:ext uri="{FF2B5EF4-FFF2-40B4-BE49-F238E27FC236}">
                <a16:creationId xmlns:a16="http://schemas.microsoft.com/office/drawing/2014/main" id="{D7BE705C-D707-CB04-34A6-11DE310DF2E5}"/>
              </a:ext>
            </a:extLst>
          </p:cNvPr>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200" name="直接连接符 199">
            <a:extLst>
              <a:ext uri="{FF2B5EF4-FFF2-40B4-BE49-F238E27FC236}">
                <a16:creationId xmlns:a16="http://schemas.microsoft.com/office/drawing/2014/main" id="{5615E8E1-1097-94AF-9C89-C0E54C9DD7B7}"/>
              </a:ext>
            </a:extLst>
          </p:cNvPr>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1" name="直接连接符 200">
            <a:extLst>
              <a:ext uri="{FF2B5EF4-FFF2-40B4-BE49-F238E27FC236}">
                <a16:creationId xmlns:a16="http://schemas.microsoft.com/office/drawing/2014/main" id="{BA3AEA58-9BFB-CB4E-52D4-845D7E43135A}"/>
              </a:ext>
            </a:extLst>
          </p:cNvPr>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02" name="Text Box 546">
            <a:extLst>
              <a:ext uri="{FF2B5EF4-FFF2-40B4-BE49-F238E27FC236}">
                <a16:creationId xmlns:a16="http://schemas.microsoft.com/office/drawing/2014/main" id="{E158C739-B6E9-8905-B444-27B339ADF5B3}"/>
              </a:ext>
            </a:extLst>
          </p:cNvPr>
          <p:cNvSpPr txBox="1">
            <a:spLocks noChangeArrowheads="1"/>
          </p:cNvSpPr>
          <p:nvPr/>
        </p:nvSpPr>
        <p:spPr bwMode="auto">
          <a:xfrm>
            <a:off x="2386613" y="2924459"/>
            <a:ext cx="954107" cy="488019"/>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a:t>
            </a:r>
          </a:p>
        </p:txBody>
      </p:sp>
      <p:sp>
        <p:nvSpPr>
          <p:cNvPr id="203" name="Text Box 546">
            <a:extLst>
              <a:ext uri="{FF2B5EF4-FFF2-40B4-BE49-F238E27FC236}">
                <a16:creationId xmlns:a16="http://schemas.microsoft.com/office/drawing/2014/main" id="{1106DCA4-AEE9-633D-AF57-D4FB14353D8B}"/>
              </a:ext>
            </a:extLst>
          </p:cNvPr>
          <p:cNvSpPr txBox="1">
            <a:spLocks noChangeArrowheads="1"/>
          </p:cNvSpPr>
          <p:nvPr/>
        </p:nvSpPr>
        <p:spPr bwMode="auto">
          <a:xfrm>
            <a:off x="4792896" y="2924459"/>
            <a:ext cx="954107" cy="488019"/>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a:t>
            </a:r>
          </a:p>
        </p:txBody>
      </p:sp>
      <p:cxnSp>
        <p:nvCxnSpPr>
          <p:cNvPr id="204" name="直接连接符 203">
            <a:extLst>
              <a:ext uri="{FF2B5EF4-FFF2-40B4-BE49-F238E27FC236}">
                <a16:creationId xmlns:a16="http://schemas.microsoft.com/office/drawing/2014/main" id="{DFAD44D4-596D-2EB5-B975-EA4B37B551CC}"/>
              </a:ext>
            </a:extLst>
          </p:cNvPr>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直接连接符 204">
            <a:extLst>
              <a:ext uri="{FF2B5EF4-FFF2-40B4-BE49-F238E27FC236}">
                <a16:creationId xmlns:a16="http://schemas.microsoft.com/office/drawing/2014/main" id="{B3253AD0-F8C0-320D-367C-8991EEAAF086}"/>
              </a:ext>
            </a:extLst>
          </p:cNvPr>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直接连接符 205">
            <a:extLst>
              <a:ext uri="{FF2B5EF4-FFF2-40B4-BE49-F238E27FC236}">
                <a16:creationId xmlns:a16="http://schemas.microsoft.com/office/drawing/2014/main" id="{C55B0F00-A60C-3C1B-21CC-AC68BF787C92}"/>
              </a:ext>
            </a:extLst>
          </p:cNvPr>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7" name="Group 114">
            <a:extLst>
              <a:ext uri="{FF2B5EF4-FFF2-40B4-BE49-F238E27FC236}">
                <a16:creationId xmlns:a16="http://schemas.microsoft.com/office/drawing/2014/main" id="{797086B1-D642-4870-65E9-76E339590BDE}"/>
              </a:ext>
            </a:extLst>
          </p:cNvPr>
          <p:cNvGrpSpPr>
            <a:grpSpLocks/>
          </p:cNvGrpSpPr>
          <p:nvPr/>
        </p:nvGrpSpPr>
        <p:grpSpPr bwMode="auto">
          <a:xfrm>
            <a:off x="2206034" y="2119399"/>
            <a:ext cx="357753" cy="747388"/>
            <a:chOff x="4608" y="700"/>
            <a:chExt cx="306" cy="553"/>
          </a:xfrm>
        </p:grpSpPr>
        <p:grpSp>
          <p:nvGrpSpPr>
            <p:cNvPr id="208" name="Group 115">
              <a:extLst>
                <a:ext uri="{FF2B5EF4-FFF2-40B4-BE49-F238E27FC236}">
                  <a16:creationId xmlns:a16="http://schemas.microsoft.com/office/drawing/2014/main" id="{54AB7449-9B3D-7FB2-921A-56C396910FC3}"/>
                </a:ext>
              </a:extLst>
            </p:cNvPr>
            <p:cNvGrpSpPr>
              <a:grpSpLocks/>
            </p:cNvGrpSpPr>
            <p:nvPr/>
          </p:nvGrpSpPr>
          <p:grpSpPr bwMode="auto">
            <a:xfrm>
              <a:off x="4694" y="784"/>
              <a:ext cx="134" cy="469"/>
              <a:chOff x="4740" y="784"/>
              <a:chExt cx="88" cy="692"/>
            </a:xfrm>
          </p:grpSpPr>
          <p:sp>
            <p:nvSpPr>
              <p:cNvPr id="216" name="Line 116">
                <a:extLst>
                  <a:ext uri="{FF2B5EF4-FFF2-40B4-BE49-F238E27FC236}">
                    <a16:creationId xmlns:a16="http://schemas.microsoft.com/office/drawing/2014/main" id="{A2A1F4AF-AC09-AA70-3BC4-27A89A235F2C}"/>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17" name="Group 117">
                <a:extLst>
                  <a:ext uri="{FF2B5EF4-FFF2-40B4-BE49-F238E27FC236}">
                    <a16:creationId xmlns:a16="http://schemas.microsoft.com/office/drawing/2014/main" id="{FD480697-F862-442E-FED9-696FD4F133F2}"/>
                  </a:ext>
                </a:extLst>
              </p:cNvPr>
              <p:cNvGrpSpPr>
                <a:grpSpLocks/>
              </p:cNvGrpSpPr>
              <p:nvPr/>
            </p:nvGrpSpPr>
            <p:grpSpPr bwMode="auto">
              <a:xfrm>
                <a:off x="4740" y="784"/>
                <a:ext cx="88" cy="692"/>
                <a:chOff x="4740" y="784"/>
                <a:chExt cx="88" cy="692"/>
              </a:xfrm>
            </p:grpSpPr>
            <p:sp>
              <p:nvSpPr>
                <p:cNvPr id="218" name="Line 118">
                  <a:extLst>
                    <a:ext uri="{FF2B5EF4-FFF2-40B4-BE49-F238E27FC236}">
                      <a16:creationId xmlns:a16="http://schemas.microsoft.com/office/drawing/2014/main" id="{FBF9FAE6-D81F-B2D4-101E-3FA44BE614C3}"/>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9" name="Line 119">
                  <a:extLst>
                    <a:ext uri="{FF2B5EF4-FFF2-40B4-BE49-F238E27FC236}">
                      <a16:creationId xmlns:a16="http://schemas.microsoft.com/office/drawing/2014/main" id="{DF71E256-1B0A-B798-524C-73DF83D25CAE}"/>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0" name="Line 120">
                  <a:extLst>
                    <a:ext uri="{FF2B5EF4-FFF2-40B4-BE49-F238E27FC236}">
                      <a16:creationId xmlns:a16="http://schemas.microsoft.com/office/drawing/2014/main" id="{C840FBC7-CDB8-1851-FBAB-61B69D9BFB3E}"/>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1" name="Line 121">
                  <a:extLst>
                    <a:ext uri="{FF2B5EF4-FFF2-40B4-BE49-F238E27FC236}">
                      <a16:creationId xmlns:a16="http://schemas.microsoft.com/office/drawing/2014/main" id="{E6049C9F-8CE1-7F15-BB7D-759B5738CDA4}"/>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2" name="Line 122">
                  <a:extLst>
                    <a:ext uri="{FF2B5EF4-FFF2-40B4-BE49-F238E27FC236}">
                      <a16:creationId xmlns:a16="http://schemas.microsoft.com/office/drawing/2014/main" id="{472CC423-EE83-B57D-8B1A-DFE6A411CF9A}"/>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3" name="Line 123">
                  <a:extLst>
                    <a:ext uri="{FF2B5EF4-FFF2-40B4-BE49-F238E27FC236}">
                      <a16:creationId xmlns:a16="http://schemas.microsoft.com/office/drawing/2014/main" id="{260D2143-75D6-4100-8808-34E386447BE8}"/>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4" name="Line 124">
                  <a:extLst>
                    <a:ext uri="{FF2B5EF4-FFF2-40B4-BE49-F238E27FC236}">
                      <a16:creationId xmlns:a16="http://schemas.microsoft.com/office/drawing/2014/main" id="{2D2B5B59-7984-7A7C-6310-946B1E1437E9}"/>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5" name="Line 125">
                  <a:extLst>
                    <a:ext uri="{FF2B5EF4-FFF2-40B4-BE49-F238E27FC236}">
                      <a16:creationId xmlns:a16="http://schemas.microsoft.com/office/drawing/2014/main" id="{EBDC9415-1507-48E7-ECC3-38AFE441336A}"/>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6" name="Line 126">
                  <a:extLst>
                    <a:ext uri="{FF2B5EF4-FFF2-40B4-BE49-F238E27FC236}">
                      <a16:creationId xmlns:a16="http://schemas.microsoft.com/office/drawing/2014/main" id="{46B99FC1-64C0-164E-68C0-EDBBF8884E24}"/>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7" name="Line 127">
                  <a:extLst>
                    <a:ext uri="{FF2B5EF4-FFF2-40B4-BE49-F238E27FC236}">
                      <a16:creationId xmlns:a16="http://schemas.microsoft.com/office/drawing/2014/main" id="{9F51A158-C712-A096-C677-DCF78BA2951B}"/>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8" name="Line 128">
                  <a:extLst>
                    <a:ext uri="{FF2B5EF4-FFF2-40B4-BE49-F238E27FC236}">
                      <a16:creationId xmlns:a16="http://schemas.microsoft.com/office/drawing/2014/main" id="{A9F73F74-7D6E-E04D-8F90-5F028FF3F501}"/>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9" name="Line 129">
                  <a:extLst>
                    <a:ext uri="{FF2B5EF4-FFF2-40B4-BE49-F238E27FC236}">
                      <a16:creationId xmlns:a16="http://schemas.microsoft.com/office/drawing/2014/main" id="{31C29E02-0CEC-AE43-7125-F26511828F56}"/>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0" name="Line 130">
                  <a:extLst>
                    <a:ext uri="{FF2B5EF4-FFF2-40B4-BE49-F238E27FC236}">
                      <a16:creationId xmlns:a16="http://schemas.microsoft.com/office/drawing/2014/main" id="{3A02BED6-C6EF-6323-3DD3-C1664F88A076}"/>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1" name="Oval 131">
                  <a:extLst>
                    <a:ext uri="{FF2B5EF4-FFF2-40B4-BE49-F238E27FC236}">
                      <a16:creationId xmlns:a16="http://schemas.microsoft.com/office/drawing/2014/main" id="{489779D4-B66E-537D-B1EF-ADEF45D0D65E}"/>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9" name="Group 132">
              <a:extLst>
                <a:ext uri="{FF2B5EF4-FFF2-40B4-BE49-F238E27FC236}">
                  <a16:creationId xmlns:a16="http://schemas.microsoft.com/office/drawing/2014/main" id="{909EBBB7-8665-D136-8A3D-92D02AD32291}"/>
                </a:ext>
              </a:extLst>
            </p:cNvPr>
            <p:cNvGrpSpPr>
              <a:grpSpLocks/>
            </p:cNvGrpSpPr>
            <p:nvPr/>
          </p:nvGrpSpPr>
          <p:grpSpPr bwMode="auto">
            <a:xfrm>
              <a:off x="4608" y="700"/>
              <a:ext cx="306" cy="90"/>
              <a:chOff x="748" y="2251"/>
              <a:chExt cx="306" cy="90"/>
            </a:xfrm>
          </p:grpSpPr>
          <p:sp>
            <p:nvSpPr>
              <p:cNvPr id="210" name="AutoShape 133">
                <a:extLst>
                  <a:ext uri="{FF2B5EF4-FFF2-40B4-BE49-F238E27FC236}">
                    <a16:creationId xmlns:a16="http://schemas.microsoft.com/office/drawing/2014/main" id="{B06C4D8F-8766-BC08-094C-FA5578B896DC}"/>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1" name="AutoShape 134">
                <a:extLst>
                  <a:ext uri="{FF2B5EF4-FFF2-40B4-BE49-F238E27FC236}">
                    <a16:creationId xmlns:a16="http://schemas.microsoft.com/office/drawing/2014/main" id="{23351390-3C70-C616-53D9-1033ED835E92}"/>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2" name="AutoShape 135">
                <a:extLst>
                  <a:ext uri="{FF2B5EF4-FFF2-40B4-BE49-F238E27FC236}">
                    <a16:creationId xmlns:a16="http://schemas.microsoft.com/office/drawing/2014/main" id="{9AECE334-CE06-960D-3051-52CB38F6B5BD}"/>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3" name="AutoShape 136">
                <a:extLst>
                  <a:ext uri="{FF2B5EF4-FFF2-40B4-BE49-F238E27FC236}">
                    <a16:creationId xmlns:a16="http://schemas.microsoft.com/office/drawing/2014/main" id="{4FD0BB4A-1B21-B7D1-C80B-940F867A8368}"/>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4" name="AutoShape 137">
                <a:extLst>
                  <a:ext uri="{FF2B5EF4-FFF2-40B4-BE49-F238E27FC236}">
                    <a16:creationId xmlns:a16="http://schemas.microsoft.com/office/drawing/2014/main" id="{E09C08A4-387F-8576-83F2-A4A651A5C142}"/>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5" name="AutoShape 138">
                <a:extLst>
                  <a:ext uri="{FF2B5EF4-FFF2-40B4-BE49-F238E27FC236}">
                    <a16:creationId xmlns:a16="http://schemas.microsoft.com/office/drawing/2014/main" id="{C6B38F14-077D-1543-1157-30B64E1878B2}"/>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2" name="Group 114">
            <a:extLst>
              <a:ext uri="{FF2B5EF4-FFF2-40B4-BE49-F238E27FC236}">
                <a16:creationId xmlns:a16="http://schemas.microsoft.com/office/drawing/2014/main" id="{A74B63AE-12F8-0533-24C8-1422089710ED}"/>
              </a:ext>
            </a:extLst>
          </p:cNvPr>
          <p:cNvGrpSpPr>
            <a:grpSpLocks/>
          </p:cNvGrpSpPr>
          <p:nvPr/>
        </p:nvGrpSpPr>
        <p:grpSpPr bwMode="auto">
          <a:xfrm>
            <a:off x="2515122" y="1337879"/>
            <a:ext cx="357753" cy="747388"/>
            <a:chOff x="4608" y="700"/>
            <a:chExt cx="306" cy="553"/>
          </a:xfrm>
        </p:grpSpPr>
        <p:grpSp>
          <p:nvGrpSpPr>
            <p:cNvPr id="233" name="Group 115">
              <a:extLst>
                <a:ext uri="{FF2B5EF4-FFF2-40B4-BE49-F238E27FC236}">
                  <a16:creationId xmlns:a16="http://schemas.microsoft.com/office/drawing/2014/main" id="{1B1DE96C-6F9A-53AE-28DC-1901B04B63CA}"/>
                </a:ext>
              </a:extLst>
            </p:cNvPr>
            <p:cNvGrpSpPr>
              <a:grpSpLocks/>
            </p:cNvGrpSpPr>
            <p:nvPr/>
          </p:nvGrpSpPr>
          <p:grpSpPr bwMode="auto">
            <a:xfrm>
              <a:off x="4694" y="784"/>
              <a:ext cx="134" cy="469"/>
              <a:chOff x="4740" y="784"/>
              <a:chExt cx="88" cy="692"/>
            </a:xfrm>
          </p:grpSpPr>
          <p:sp>
            <p:nvSpPr>
              <p:cNvPr id="241" name="Line 116">
                <a:extLst>
                  <a:ext uri="{FF2B5EF4-FFF2-40B4-BE49-F238E27FC236}">
                    <a16:creationId xmlns:a16="http://schemas.microsoft.com/office/drawing/2014/main" id="{EBA9A88F-06FD-92D3-6C31-31157DA1F4ED}"/>
                  </a:ext>
                </a:extLst>
              </p:cNvPr>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2" name="Group 117">
                <a:extLst>
                  <a:ext uri="{FF2B5EF4-FFF2-40B4-BE49-F238E27FC236}">
                    <a16:creationId xmlns:a16="http://schemas.microsoft.com/office/drawing/2014/main" id="{85E76D46-0A0D-D90E-20B5-054A1AD36687}"/>
                  </a:ext>
                </a:extLst>
              </p:cNvPr>
              <p:cNvGrpSpPr>
                <a:grpSpLocks/>
              </p:cNvGrpSpPr>
              <p:nvPr/>
            </p:nvGrpSpPr>
            <p:grpSpPr bwMode="auto">
              <a:xfrm>
                <a:off x="4740" y="784"/>
                <a:ext cx="88" cy="692"/>
                <a:chOff x="4740" y="784"/>
                <a:chExt cx="88" cy="692"/>
              </a:xfrm>
            </p:grpSpPr>
            <p:sp>
              <p:nvSpPr>
                <p:cNvPr id="243" name="Line 118">
                  <a:extLst>
                    <a:ext uri="{FF2B5EF4-FFF2-40B4-BE49-F238E27FC236}">
                      <a16:creationId xmlns:a16="http://schemas.microsoft.com/office/drawing/2014/main" id="{38FCC0CD-5B2E-7D98-260C-F08BB432E1FB}"/>
                    </a:ext>
                  </a:extLst>
                </p:cNvPr>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4" name="Line 119">
                  <a:extLst>
                    <a:ext uri="{FF2B5EF4-FFF2-40B4-BE49-F238E27FC236}">
                      <a16:creationId xmlns:a16="http://schemas.microsoft.com/office/drawing/2014/main" id="{DA07CC93-F767-8069-F56F-3D9C02F94DCD}"/>
                    </a:ext>
                  </a:extLst>
                </p:cNvPr>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5" name="Line 120">
                  <a:extLst>
                    <a:ext uri="{FF2B5EF4-FFF2-40B4-BE49-F238E27FC236}">
                      <a16:creationId xmlns:a16="http://schemas.microsoft.com/office/drawing/2014/main" id="{E0512AC6-3FD5-04D8-788D-56CABBD861C1}"/>
                    </a:ext>
                  </a:extLst>
                </p:cNvPr>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6" name="Line 121">
                  <a:extLst>
                    <a:ext uri="{FF2B5EF4-FFF2-40B4-BE49-F238E27FC236}">
                      <a16:creationId xmlns:a16="http://schemas.microsoft.com/office/drawing/2014/main" id="{6578BED3-DE67-B0EB-B03E-9468D246A757}"/>
                    </a:ext>
                  </a:extLst>
                </p:cNvPr>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7" name="Line 122">
                  <a:extLst>
                    <a:ext uri="{FF2B5EF4-FFF2-40B4-BE49-F238E27FC236}">
                      <a16:creationId xmlns:a16="http://schemas.microsoft.com/office/drawing/2014/main" id="{008CAF53-2BE8-481E-A9B5-57490A1FD756}"/>
                    </a:ext>
                  </a:extLst>
                </p:cNvPr>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8" name="Line 123">
                  <a:extLst>
                    <a:ext uri="{FF2B5EF4-FFF2-40B4-BE49-F238E27FC236}">
                      <a16:creationId xmlns:a16="http://schemas.microsoft.com/office/drawing/2014/main" id="{24AAC188-BFBB-089E-7A2A-03AEC13BF3B7}"/>
                    </a:ext>
                  </a:extLst>
                </p:cNvPr>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9" name="Line 124">
                  <a:extLst>
                    <a:ext uri="{FF2B5EF4-FFF2-40B4-BE49-F238E27FC236}">
                      <a16:creationId xmlns:a16="http://schemas.microsoft.com/office/drawing/2014/main" id="{529A7E7D-C57E-69BD-64DB-859E1B5E07C0}"/>
                    </a:ext>
                  </a:extLst>
                </p:cNvPr>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0" name="Line 125">
                  <a:extLst>
                    <a:ext uri="{FF2B5EF4-FFF2-40B4-BE49-F238E27FC236}">
                      <a16:creationId xmlns:a16="http://schemas.microsoft.com/office/drawing/2014/main" id="{8A965B05-AC7C-8440-778A-0FDBF2B9C96C}"/>
                    </a:ext>
                  </a:extLst>
                </p:cNvPr>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1" name="Line 126">
                  <a:extLst>
                    <a:ext uri="{FF2B5EF4-FFF2-40B4-BE49-F238E27FC236}">
                      <a16:creationId xmlns:a16="http://schemas.microsoft.com/office/drawing/2014/main" id="{40484C28-463B-BCED-B90E-0B730F559BC2}"/>
                    </a:ext>
                  </a:extLst>
                </p:cNvPr>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2" name="Line 127">
                  <a:extLst>
                    <a:ext uri="{FF2B5EF4-FFF2-40B4-BE49-F238E27FC236}">
                      <a16:creationId xmlns:a16="http://schemas.microsoft.com/office/drawing/2014/main" id="{BB69BE0E-599E-B727-16C9-4F67153394CB}"/>
                    </a:ext>
                  </a:extLst>
                </p:cNvPr>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3" name="Line 128">
                  <a:extLst>
                    <a:ext uri="{FF2B5EF4-FFF2-40B4-BE49-F238E27FC236}">
                      <a16:creationId xmlns:a16="http://schemas.microsoft.com/office/drawing/2014/main" id="{408F3B5D-2B45-5094-52B9-675F62B6BDFC}"/>
                    </a:ext>
                  </a:extLst>
                </p:cNvPr>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4" name="Line 129">
                  <a:extLst>
                    <a:ext uri="{FF2B5EF4-FFF2-40B4-BE49-F238E27FC236}">
                      <a16:creationId xmlns:a16="http://schemas.microsoft.com/office/drawing/2014/main" id="{95F02C04-588A-C14C-8E39-A58461FC1391}"/>
                    </a:ext>
                  </a:extLst>
                </p:cNvPr>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5" name="Line 130">
                  <a:extLst>
                    <a:ext uri="{FF2B5EF4-FFF2-40B4-BE49-F238E27FC236}">
                      <a16:creationId xmlns:a16="http://schemas.microsoft.com/office/drawing/2014/main" id="{82302729-3B99-8F64-E319-D4559E5383CE}"/>
                    </a:ext>
                  </a:extLst>
                </p:cNvPr>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6" name="Oval 131">
                  <a:extLst>
                    <a:ext uri="{FF2B5EF4-FFF2-40B4-BE49-F238E27FC236}">
                      <a16:creationId xmlns:a16="http://schemas.microsoft.com/office/drawing/2014/main" id="{15FB6BA3-9AC4-E598-0F13-CE2B2CEC3B3E}"/>
                    </a:ext>
                  </a:extLst>
                </p:cNvPr>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4" name="Group 132">
              <a:extLst>
                <a:ext uri="{FF2B5EF4-FFF2-40B4-BE49-F238E27FC236}">
                  <a16:creationId xmlns:a16="http://schemas.microsoft.com/office/drawing/2014/main" id="{009ABB4A-7655-DEFD-8F4D-48B21AD2B598}"/>
                </a:ext>
              </a:extLst>
            </p:cNvPr>
            <p:cNvGrpSpPr>
              <a:grpSpLocks/>
            </p:cNvGrpSpPr>
            <p:nvPr/>
          </p:nvGrpSpPr>
          <p:grpSpPr bwMode="auto">
            <a:xfrm>
              <a:off x="4608" y="700"/>
              <a:ext cx="306" cy="90"/>
              <a:chOff x="748" y="2251"/>
              <a:chExt cx="306" cy="90"/>
            </a:xfrm>
          </p:grpSpPr>
          <p:sp>
            <p:nvSpPr>
              <p:cNvPr id="235" name="AutoShape 133">
                <a:extLst>
                  <a:ext uri="{FF2B5EF4-FFF2-40B4-BE49-F238E27FC236}">
                    <a16:creationId xmlns:a16="http://schemas.microsoft.com/office/drawing/2014/main" id="{003298E4-4BF0-8168-2454-02A41A3AD91F}"/>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6" name="AutoShape 134">
                <a:extLst>
                  <a:ext uri="{FF2B5EF4-FFF2-40B4-BE49-F238E27FC236}">
                    <a16:creationId xmlns:a16="http://schemas.microsoft.com/office/drawing/2014/main" id="{9B389C3E-BF47-62EF-D704-97345CE7FD85}"/>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7" name="AutoShape 135">
                <a:extLst>
                  <a:ext uri="{FF2B5EF4-FFF2-40B4-BE49-F238E27FC236}">
                    <a16:creationId xmlns:a16="http://schemas.microsoft.com/office/drawing/2014/main" id="{9A1F176A-E9A9-578E-2773-C6C4E2584968}"/>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8" name="AutoShape 136">
                <a:extLst>
                  <a:ext uri="{FF2B5EF4-FFF2-40B4-BE49-F238E27FC236}">
                    <a16:creationId xmlns:a16="http://schemas.microsoft.com/office/drawing/2014/main" id="{5A83A822-6EC1-8519-E79F-C36C419C7D2B}"/>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9" name="AutoShape 137">
                <a:extLst>
                  <a:ext uri="{FF2B5EF4-FFF2-40B4-BE49-F238E27FC236}">
                    <a16:creationId xmlns:a16="http://schemas.microsoft.com/office/drawing/2014/main" id="{E0742C8D-2832-0918-9785-D749E6A8F341}"/>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0" name="AutoShape 138">
                <a:extLst>
                  <a:ext uri="{FF2B5EF4-FFF2-40B4-BE49-F238E27FC236}">
                    <a16:creationId xmlns:a16="http://schemas.microsoft.com/office/drawing/2014/main" id="{61B04EDD-B126-E08D-6E64-727E9F44F0A4}"/>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257" name="Text Box 546">
            <a:extLst>
              <a:ext uri="{FF2B5EF4-FFF2-40B4-BE49-F238E27FC236}">
                <a16:creationId xmlns:a16="http://schemas.microsoft.com/office/drawing/2014/main" id="{A2CFA04C-48EE-C336-1564-30CD41B6D899}"/>
              </a:ext>
            </a:extLst>
          </p:cNvPr>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58" name="Text Box 546">
            <a:extLst>
              <a:ext uri="{FF2B5EF4-FFF2-40B4-BE49-F238E27FC236}">
                <a16:creationId xmlns:a16="http://schemas.microsoft.com/office/drawing/2014/main" id="{D924A0C0-0246-271F-B1B0-B4936C453B20}"/>
              </a:ext>
            </a:extLst>
          </p:cNvPr>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259" name="直接连接符 258">
            <a:extLst>
              <a:ext uri="{FF2B5EF4-FFF2-40B4-BE49-F238E27FC236}">
                <a16:creationId xmlns:a16="http://schemas.microsoft.com/office/drawing/2014/main" id="{47D40A36-9C87-38E0-4AC9-62E6464DA70F}"/>
              </a:ext>
            </a:extLst>
          </p:cNvPr>
          <p:cNvCxnSpPr>
            <a:stCxn id="24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0" name="直接连接符 259">
            <a:extLst>
              <a:ext uri="{FF2B5EF4-FFF2-40B4-BE49-F238E27FC236}">
                <a16:creationId xmlns:a16="http://schemas.microsoft.com/office/drawing/2014/main" id="{DF2CCF34-5D61-EBC4-BA1C-90D701A86327}"/>
              </a:ext>
            </a:extLst>
          </p:cNvPr>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1" name="直接连接符 260">
            <a:extLst>
              <a:ext uri="{FF2B5EF4-FFF2-40B4-BE49-F238E27FC236}">
                <a16:creationId xmlns:a16="http://schemas.microsoft.com/office/drawing/2014/main" id="{6FF762D1-9E50-3A74-DD85-C2EA1090DC02}"/>
              </a:ext>
            </a:extLst>
          </p:cNvPr>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62" name="Freeform 294">
            <a:extLst>
              <a:ext uri="{FF2B5EF4-FFF2-40B4-BE49-F238E27FC236}">
                <a16:creationId xmlns:a16="http://schemas.microsoft.com/office/drawing/2014/main" id="{75898534-F45A-ED67-EC18-4454CABD8C81}"/>
              </a:ext>
            </a:extLst>
          </p:cNvPr>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3" name="Freeform 294">
            <a:extLst>
              <a:ext uri="{FF2B5EF4-FFF2-40B4-BE49-F238E27FC236}">
                <a16:creationId xmlns:a16="http://schemas.microsoft.com/office/drawing/2014/main" id="{4139C134-E1CC-AECD-19A8-506E26CE535D}"/>
              </a:ext>
            </a:extLst>
          </p:cNvPr>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4" name="Text Box 543">
            <a:extLst>
              <a:ext uri="{FF2B5EF4-FFF2-40B4-BE49-F238E27FC236}">
                <a16:creationId xmlns:a16="http://schemas.microsoft.com/office/drawing/2014/main" id="{51CB3039-B139-08C0-7959-E4D8EEBD98D1}"/>
              </a:ext>
            </a:extLst>
          </p:cNvPr>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UE</a:t>
            </a:r>
            <a:endParaRPr kumimoji="1" lang="zh-CN" altLang="en-US" sz="1200" b="1" dirty="0">
              <a:latin typeface="微软雅黑" panose="020B0503020204020204" pitchFamily="34" charset="-122"/>
              <a:ea typeface="微软雅黑" panose="020B0503020204020204" pitchFamily="34" charset="-122"/>
            </a:endParaRPr>
          </a:p>
        </p:txBody>
      </p:sp>
      <p:sp>
        <p:nvSpPr>
          <p:cNvPr id="265" name="Text Box 546">
            <a:extLst>
              <a:ext uri="{FF2B5EF4-FFF2-40B4-BE49-F238E27FC236}">
                <a16:creationId xmlns:a16="http://schemas.microsoft.com/office/drawing/2014/main" id="{186703C8-7457-22C0-0D80-DA52A1C04699}"/>
              </a:ext>
            </a:extLst>
          </p:cNvPr>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266" name="Text Box 546">
            <a:extLst>
              <a:ext uri="{FF2B5EF4-FFF2-40B4-BE49-F238E27FC236}">
                <a16:creationId xmlns:a16="http://schemas.microsoft.com/office/drawing/2014/main" id="{1EF50161-838F-95DC-E9E6-5C8B82F38BB0}"/>
              </a:ext>
            </a:extLst>
          </p:cNvPr>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267" name="肘形连接符 116">
            <a:extLst>
              <a:ext uri="{FF2B5EF4-FFF2-40B4-BE49-F238E27FC236}">
                <a16:creationId xmlns:a16="http://schemas.microsoft.com/office/drawing/2014/main" id="{7857F967-3101-FFFE-BD85-388FAAC3CA0D}"/>
              </a:ext>
            </a:extLst>
          </p:cNvPr>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268" name="直接连接符 267">
            <a:extLst>
              <a:ext uri="{FF2B5EF4-FFF2-40B4-BE49-F238E27FC236}">
                <a16:creationId xmlns:a16="http://schemas.microsoft.com/office/drawing/2014/main" id="{165E01CE-E427-9599-B71E-938858C2B867}"/>
              </a:ext>
            </a:extLst>
          </p:cNvPr>
          <p:cNvCxnSpPr>
            <a:stCxn id="292"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9" name="肘形连接符 118">
            <a:extLst>
              <a:ext uri="{FF2B5EF4-FFF2-40B4-BE49-F238E27FC236}">
                <a16:creationId xmlns:a16="http://schemas.microsoft.com/office/drawing/2014/main" id="{52DF4FFC-1519-9480-287B-33E8D387F9EE}"/>
              </a:ext>
            </a:extLst>
          </p:cNvPr>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0" name="肘形连接符 119">
            <a:extLst>
              <a:ext uri="{FF2B5EF4-FFF2-40B4-BE49-F238E27FC236}">
                <a16:creationId xmlns:a16="http://schemas.microsoft.com/office/drawing/2014/main" id="{DA03BD9D-0767-A91A-3748-7AD987801EFC}"/>
              </a:ext>
            </a:extLst>
          </p:cNvPr>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1" name="肘形连接符 120">
            <a:extLst>
              <a:ext uri="{FF2B5EF4-FFF2-40B4-BE49-F238E27FC236}">
                <a16:creationId xmlns:a16="http://schemas.microsoft.com/office/drawing/2014/main" id="{6AC2D615-E42B-8988-C367-1BB06CBB3085}"/>
              </a:ext>
            </a:extLst>
          </p:cNvPr>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272" name="肘形连接符 121">
            <a:extLst>
              <a:ext uri="{FF2B5EF4-FFF2-40B4-BE49-F238E27FC236}">
                <a16:creationId xmlns:a16="http://schemas.microsoft.com/office/drawing/2014/main" id="{D3C6921E-ECBA-AC3D-CD68-15B9B8273F2D}"/>
              </a:ext>
            </a:extLst>
          </p:cNvPr>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grpSp>
        <p:nvGrpSpPr>
          <p:cNvPr id="273" name="组合 272">
            <a:extLst>
              <a:ext uri="{FF2B5EF4-FFF2-40B4-BE49-F238E27FC236}">
                <a16:creationId xmlns:a16="http://schemas.microsoft.com/office/drawing/2014/main" id="{64443D15-D45A-B7DB-F341-08927E8740AD}"/>
              </a:ext>
            </a:extLst>
          </p:cNvPr>
          <p:cNvGrpSpPr/>
          <p:nvPr/>
        </p:nvGrpSpPr>
        <p:grpSpPr>
          <a:xfrm>
            <a:off x="6782593" y="1090679"/>
            <a:ext cx="1491514" cy="732822"/>
            <a:chOff x="6691097" y="1239483"/>
            <a:chExt cx="1491514" cy="732822"/>
          </a:xfrm>
        </p:grpSpPr>
        <p:sp>
          <p:nvSpPr>
            <p:cNvPr id="274" name="Rectangle 539">
              <a:extLst>
                <a:ext uri="{FF2B5EF4-FFF2-40B4-BE49-F238E27FC236}">
                  <a16:creationId xmlns:a16="http://schemas.microsoft.com/office/drawing/2014/main" id="{1DBA9032-4DEA-8086-9229-BB79808153B7}"/>
                </a:ext>
              </a:extLst>
            </p:cNvPr>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5" name="Text Box 546">
              <a:extLst>
                <a:ext uri="{FF2B5EF4-FFF2-40B4-BE49-F238E27FC236}">
                  <a16:creationId xmlns:a16="http://schemas.microsoft.com/office/drawing/2014/main" id="{501159CD-E7D4-B5DA-755E-E551FFA3929D}"/>
                </a:ext>
              </a:extLst>
            </p:cNvPr>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276" name="Text Box 546">
              <a:extLst>
                <a:ext uri="{FF2B5EF4-FFF2-40B4-BE49-F238E27FC236}">
                  <a16:creationId xmlns:a16="http://schemas.microsoft.com/office/drawing/2014/main" id="{F1112F4C-CFAB-2A3E-A627-6C07C838A154}"/>
                </a:ext>
              </a:extLst>
            </p:cNvPr>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277" name="直接连接符 276">
              <a:extLst>
                <a:ext uri="{FF2B5EF4-FFF2-40B4-BE49-F238E27FC236}">
                  <a16:creationId xmlns:a16="http://schemas.microsoft.com/office/drawing/2014/main" id="{C14801AF-EAE5-FB72-5509-A54F69EEFE7F}"/>
                </a:ext>
              </a:extLst>
            </p:cNvPr>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278" name="直接连接符 277">
              <a:extLst>
                <a:ext uri="{FF2B5EF4-FFF2-40B4-BE49-F238E27FC236}">
                  <a16:creationId xmlns:a16="http://schemas.microsoft.com/office/drawing/2014/main" id="{401D8056-7871-2C69-2201-43C68AC80827}"/>
                </a:ext>
              </a:extLst>
            </p:cNvPr>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279" name="Text Box 546">
              <a:extLst>
                <a:ext uri="{FF2B5EF4-FFF2-40B4-BE49-F238E27FC236}">
                  <a16:creationId xmlns:a16="http://schemas.microsoft.com/office/drawing/2014/main" id="{BCBBB1A4-2CA7-323E-9150-EAD0F43683FE}"/>
                </a:ext>
              </a:extLst>
            </p:cNvPr>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280" name="直接连接符 279">
              <a:extLst>
                <a:ext uri="{FF2B5EF4-FFF2-40B4-BE49-F238E27FC236}">
                  <a16:creationId xmlns:a16="http://schemas.microsoft.com/office/drawing/2014/main" id="{C18B3B30-47D3-D174-01E4-38F5034663E4}"/>
                </a:ext>
              </a:extLst>
            </p:cNvPr>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281" name="直接连接符 280">
            <a:extLst>
              <a:ext uri="{FF2B5EF4-FFF2-40B4-BE49-F238E27FC236}">
                <a16:creationId xmlns:a16="http://schemas.microsoft.com/office/drawing/2014/main" id="{601056DC-6B1C-86D0-B845-45DB7BE84488}"/>
              </a:ext>
            </a:extLst>
          </p:cNvPr>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282" name="直接连接符 281">
            <a:extLst>
              <a:ext uri="{FF2B5EF4-FFF2-40B4-BE49-F238E27FC236}">
                <a16:creationId xmlns:a16="http://schemas.microsoft.com/office/drawing/2014/main" id="{F7734493-87E8-04A7-D7E4-4A4B69C7BAEB}"/>
              </a:ext>
            </a:extLst>
          </p:cNvPr>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283" name="直接连接符 282">
            <a:extLst>
              <a:ext uri="{FF2B5EF4-FFF2-40B4-BE49-F238E27FC236}">
                <a16:creationId xmlns:a16="http://schemas.microsoft.com/office/drawing/2014/main" id="{3D5402AD-4BCB-C154-2894-FDF7C75E6343}"/>
              </a:ext>
            </a:extLst>
          </p:cNvPr>
          <p:cNvCxnSpPr>
            <a:cxnSpLocks/>
          </p:cNvCxnSpPr>
          <p:nvPr/>
        </p:nvCxnSpPr>
        <p:spPr>
          <a:xfrm>
            <a:off x="5020707" y="2619619"/>
            <a:ext cx="240866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4" name="组合 161">
            <a:extLst>
              <a:ext uri="{FF2B5EF4-FFF2-40B4-BE49-F238E27FC236}">
                <a16:creationId xmlns:a16="http://schemas.microsoft.com/office/drawing/2014/main" id="{E2CD8204-8CC2-F68B-FFBD-9D0352F9D257}"/>
              </a:ext>
            </a:extLst>
          </p:cNvPr>
          <p:cNvGrpSpPr>
            <a:grpSpLocks/>
          </p:cNvGrpSpPr>
          <p:nvPr/>
        </p:nvGrpSpPr>
        <p:grpSpPr bwMode="auto">
          <a:xfrm>
            <a:off x="7132142" y="2172364"/>
            <a:ext cx="1370509" cy="767396"/>
            <a:chOff x="7236296" y="2033272"/>
            <a:chExt cx="1654150" cy="1035365"/>
          </a:xfrm>
        </p:grpSpPr>
        <p:graphicFrame>
          <p:nvGraphicFramePr>
            <p:cNvPr id="285" name="Object 425">
              <a:extLst>
                <a:ext uri="{FF2B5EF4-FFF2-40B4-BE49-F238E27FC236}">
                  <a16:creationId xmlns:a16="http://schemas.microsoft.com/office/drawing/2014/main" id="{6938B4C7-37B7-78AD-B659-AB4318E48716}"/>
                </a:ext>
              </a:extLst>
            </p:cNvPr>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285" name="Object 425">
                          <a:extLst>
                            <a:ext uri="{FF2B5EF4-FFF2-40B4-BE49-F238E27FC236}">
                              <a16:creationId xmlns:a16="http://schemas.microsoft.com/office/drawing/2014/main" id="{2EAF4DE6-0E83-2A84-A92E-DB98E6CE37E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86" name="Text Box 426">
              <a:extLst>
                <a:ext uri="{FF2B5EF4-FFF2-40B4-BE49-F238E27FC236}">
                  <a16:creationId xmlns:a16="http://schemas.microsoft.com/office/drawing/2014/main" id="{5BBD1DDF-B86A-3DD0-60B2-498D776AB7CE}"/>
                </a:ext>
              </a:extLst>
            </p:cNvPr>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287" name="单圆角矩形 135">
            <a:extLst>
              <a:ext uri="{FF2B5EF4-FFF2-40B4-BE49-F238E27FC236}">
                <a16:creationId xmlns:a16="http://schemas.microsoft.com/office/drawing/2014/main" id="{31A93681-E3D3-4735-7537-209AA0E9DA50}"/>
              </a:ext>
            </a:extLst>
          </p:cNvPr>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88" name="Text Box 544">
            <a:extLst>
              <a:ext uri="{FF2B5EF4-FFF2-40B4-BE49-F238E27FC236}">
                <a16:creationId xmlns:a16="http://schemas.microsoft.com/office/drawing/2014/main" id="{9900AC5A-9FBC-DD81-05B9-FA22B1AA240E}"/>
              </a:ext>
            </a:extLst>
          </p:cNvPr>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89" name="Text Box 546">
            <a:extLst>
              <a:ext uri="{FF2B5EF4-FFF2-40B4-BE49-F238E27FC236}">
                <a16:creationId xmlns:a16="http://schemas.microsoft.com/office/drawing/2014/main" id="{ECACEC8A-83F1-3B00-B0E2-04CA1242F8C3}"/>
              </a:ext>
            </a:extLst>
          </p:cNvPr>
          <p:cNvSpPr txBox="1">
            <a:spLocks noChangeArrowheads="1"/>
          </p:cNvSpPr>
          <p:nvPr/>
        </p:nvSpPr>
        <p:spPr bwMode="auto">
          <a:xfrm>
            <a:off x="5949019" y="2110945"/>
            <a:ext cx="646331"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用户面</a:t>
            </a:r>
          </a:p>
        </p:txBody>
      </p:sp>
      <p:sp>
        <p:nvSpPr>
          <p:cNvPr id="290" name="单圆角矩形 138">
            <a:extLst>
              <a:ext uri="{FF2B5EF4-FFF2-40B4-BE49-F238E27FC236}">
                <a16:creationId xmlns:a16="http://schemas.microsoft.com/office/drawing/2014/main" id="{0388F613-CD83-E681-85B9-7E794E5DD985}"/>
              </a:ext>
            </a:extLst>
          </p:cNvPr>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1" name="Text Box 544">
            <a:extLst>
              <a:ext uri="{FF2B5EF4-FFF2-40B4-BE49-F238E27FC236}">
                <a16:creationId xmlns:a16="http://schemas.microsoft.com/office/drawing/2014/main" id="{BFE4029A-908A-6CC9-77D7-76BDA4B7CE77}"/>
              </a:ext>
            </a:extLst>
          </p:cNvPr>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292" name="单圆角矩形 140">
            <a:extLst>
              <a:ext uri="{FF2B5EF4-FFF2-40B4-BE49-F238E27FC236}">
                <a16:creationId xmlns:a16="http://schemas.microsoft.com/office/drawing/2014/main" id="{BBA0FDA9-3EE1-B6D4-259A-C7B14DE0BCD0}"/>
              </a:ext>
            </a:extLst>
          </p:cNvPr>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3" name="Text Box 544">
            <a:extLst>
              <a:ext uri="{FF2B5EF4-FFF2-40B4-BE49-F238E27FC236}">
                <a16:creationId xmlns:a16="http://schemas.microsoft.com/office/drawing/2014/main" id="{F681A1F3-C99C-4FF7-03C2-BB564905442E}"/>
              </a:ext>
            </a:extLst>
          </p:cNvPr>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sp>
        <p:nvSpPr>
          <p:cNvPr id="294" name="Text Box 546">
            <a:extLst>
              <a:ext uri="{FF2B5EF4-FFF2-40B4-BE49-F238E27FC236}">
                <a16:creationId xmlns:a16="http://schemas.microsoft.com/office/drawing/2014/main" id="{EFB17CF6-EFF0-8166-FD45-0F4AA0A11DB8}"/>
              </a:ext>
            </a:extLst>
          </p:cNvPr>
          <p:cNvSpPr txBox="1">
            <a:spLocks noChangeArrowheads="1"/>
          </p:cNvSpPr>
          <p:nvPr/>
        </p:nvSpPr>
        <p:spPr bwMode="auto">
          <a:xfrm>
            <a:off x="5922647" y="1755833"/>
            <a:ext cx="700465"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控制面</a:t>
            </a:r>
          </a:p>
        </p:txBody>
      </p:sp>
      <p:sp>
        <p:nvSpPr>
          <p:cNvPr id="295" name="单圆角矩形 143">
            <a:extLst>
              <a:ext uri="{FF2B5EF4-FFF2-40B4-BE49-F238E27FC236}">
                <a16:creationId xmlns:a16="http://schemas.microsoft.com/office/drawing/2014/main" id="{E8877C1C-FF20-7D80-A12F-5B124C36454E}"/>
              </a:ext>
            </a:extLst>
          </p:cNvPr>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96" name="Text Box 544">
            <a:extLst>
              <a:ext uri="{FF2B5EF4-FFF2-40B4-BE49-F238E27FC236}">
                <a16:creationId xmlns:a16="http://schemas.microsoft.com/office/drawing/2014/main" id="{E9F695E6-920F-FD5C-0BAA-FA0A59F5DE02}"/>
              </a:ext>
            </a:extLst>
          </p:cNvPr>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297" name="Text Box 546">
            <a:extLst>
              <a:ext uri="{FF2B5EF4-FFF2-40B4-BE49-F238E27FC236}">
                <a16:creationId xmlns:a16="http://schemas.microsoft.com/office/drawing/2014/main" id="{6839F283-D695-E161-7ACA-CAF77C40127F}"/>
              </a:ext>
            </a:extLst>
          </p:cNvPr>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298" name="直接连接符 297">
            <a:extLst>
              <a:ext uri="{FF2B5EF4-FFF2-40B4-BE49-F238E27FC236}">
                <a16:creationId xmlns:a16="http://schemas.microsoft.com/office/drawing/2014/main" id="{7D6554C5-D260-C274-0F7B-787E4F5701DF}"/>
              </a:ext>
            </a:extLst>
          </p:cNvPr>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9" name="直接连接符 298">
            <a:extLst>
              <a:ext uri="{FF2B5EF4-FFF2-40B4-BE49-F238E27FC236}">
                <a16:creationId xmlns:a16="http://schemas.microsoft.com/office/drawing/2014/main" id="{72EC7AD7-AB80-9D91-F19D-E12A8DBB75BC}"/>
              </a:ext>
            </a:extLst>
          </p:cNvPr>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300" name="Text Box 546">
            <a:extLst>
              <a:ext uri="{FF2B5EF4-FFF2-40B4-BE49-F238E27FC236}">
                <a16:creationId xmlns:a16="http://schemas.microsoft.com/office/drawing/2014/main" id="{6DF4AA18-4D00-AD67-7E76-2710939595B5}"/>
              </a:ext>
            </a:extLst>
          </p:cNvPr>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301" name="直接连接符 300">
            <a:extLst>
              <a:ext uri="{FF2B5EF4-FFF2-40B4-BE49-F238E27FC236}">
                <a16:creationId xmlns:a16="http://schemas.microsoft.com/office/drawing/2014/main" id="{06E03ACB-AFB7-3CE6-A1F3-1681CE09AA39}"/>
              </a:ext>
            </a:extLst>
          </p:cNvPr>
          <p:cNvCxnSpPr>
            <a:stCxn id="125" idx="1"/>
            <a:endCxn id="125" idx="3"/>
          </p:cNvCxnSpPr>
          <p:nvPr/>
        </p:nvCxnSpPr>
        <p:spPr>
          <a:xfrm>
            <a:off x="4172360" y="2088797"/>
            <a:ext cx="2326708" cy="0"/>
          </a:xfrm>
          <a:prstGeom prst="line">
            <a:avLst/>
          </a:prstGeom>
          <a:ln w="38100">
            <a:solidFill>
              <a:srgbClr val="C3E3F9"/>
            </a:solidFill>
            <a:prstDash val="solid"/>
          </a:ln>
        </p:spPr>
        <p:style>
          <a:lnRef idx="1">
            <a:schemeClr val="accent1"/>
          </a:lnRef>
          <a:fillRef idx="0">
            <a:schemeClr val="accent1"/>
          </a:fillRef>
          <a:effectRef idx="0">
            <a:schemeClr val="accent1"/>
          </a:effectRef>
          <a:fontRef idx="minor">
            <a:schemeClr val="tx1"/>
          </a:fontRef>
        </p:style>
      </p:cxnSp>
      <p:cxnSp>
        <p:nvCxnSpPr>
          <p:cNvPr id="302" name="直接连接符 301">
            <a:extLst>
              <a:ext uri="{FF2B5EF4-FFF2-40B4-BE49-F238E27FC236}">
                <a16:creationId xmlns:a16="http://schemas.microsoft.com/office/drawing/2014/main" id="{B1A8D595-2FAE-FC69-8B91-60CBE59FC8F4}"/>
              </a:ext>
            </a:extLst>
          </p:cNvPr>
          <p:cNvCxnSpPr>
            <a:stCxn id="292" idx="2"/>
            <a:endCxn id="287"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303" name="Text Box 546">
            <a:extLst>
              <a:ext uri="{FF2B5EF4-FFF2-40B4-BE49-F238E27FC236}">
                <a16:creationId xmlns:a16="http://schemas.microsoft.com/office/drawing/2014/main" id="{4ECAC60B-ED63-0B16-AADD-329D5A4917FF}"/>
              </a:ext>
            </a:extLst>
          </p:cNvPr>
          <p:cNvSpPr txBox="1">
            <a:spLocks noChangeArrowheads="1"/>
          </p:cNvSpPr>
          <p:nvPr/>
        </p:nvSpPr>
        <p:spPr bwMode="auto">
          <a:xfrm>
            <a:off x="6511564" y="2360665"/>
            <a:ext cx="644727" cy="282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IP</a:t>
            </a:r>
            <a:r>
              <a:rPr kumimoji="1" lang="zh-CN" altLang="en-US" sz="1200" b="1" dirty="0">
                <a:latin typeface="微软雅黑" panose="020B0503020204020204" pitchFamily="34" charset="-122"/>
                <a:ea typeface="微软雅黑" panose="020B0503020204020204" pitchFamily="34" charset="-122"/>
              </a:rPr>
              <a:t>分组</a:t>
            </a:r>
          </a:p>
        </p:txBody>
      </p:sp>
    </p:spTree>
    <p:extLst>
      <p:ext uri="{BB962C8B-B14F-4D97-AF65-F5344CB8AC3E}">
        <p14:creationId xmlns:p14="http://schemas.microsoft.com/office/powerpoint/2010/main" val="12610523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264"/>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265"/>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26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P spid="264" grpId="0"/>
      <p:bldP spid="265" grpId="0"/>
      <p:bldP spid="266"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42568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必须向后兼容 </a:t>
            </a:r>
            <a:r>
              <a:rPr lang="en-US" altLang="zh-CN" sz="2000" b="1" dirty="0">
                <a:latin typeface="微软雅黑" pitchFamily="34" charset="-122"/>
                <a:ea typeface="微软雅黑" pitchFamily="34" charset="-122"/>
              </a:rPr>
              <a:t>3G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2G</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139815"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最初</a:t>
            </a:r>
            <a:r>
              <a:rPr lang="en-US" altLang="zh-CN" sz="2000" b="1" dirty="0">
                <a:latin typeface="微软雅黑" pitchFamily="34" charset="-122"/>
                <a:ea typeface="微软雅黑" pitchFamily="34" charset="-122"/>
              </a:rPr>
              <a:t>LTE</a:t>
            </a:r>
            <a:r>
              <a:rPr lang="zh-CN" altLang="en-US" sz="2000" b="1" dirty="0">
                <a:latin typeface="微软雅黑" pitchFamily="34" charset="-122"/>
                <a:ea typeface="微软雅黑" pitchFamily="34" charset="-122"/>
              </a:rPr>
              <a:t>把电话通信业务转交给原先的</a:t>
            </a:r>
            <a:r>
              <a:rPr lang="en-US" altLang="zh-CN" sz="2000" b="1" dirty="0">
                <a:latin typeface="微软雅黑" pitchFamily="34" charset="-122"/>
                <a:ea typeface="微软雅黑" pitchFamily="34" charset="-122"/>
              </a:rPr>
              <a:t>3G UMTS</a:t>
            </a:r>
            <a:r>
              <a:rPr lang="zh-CN" altLang="en-US" sz="2000" b="1" dirty="0">
                <a:latin typeface="微软雅黑" pitchFamily="34" charset="-122"/>
                <a:ea typeface="微软雅黑" pitchFamily="34" charset="-122"/>
              </a:rPr>
              <a:t>或</a:t>
            </a:r>
            <a:r>
              <a:rPr lang="en-US" altLang="zh-CN" sz="2000" b="1" dirty="0">
                <a:latin typeface="微软雅黑" pitchFamily="34" charset="-122"/>
                <a:ea typeface="微软雅黑" pitchFamily="34" charset="-122"/>
              </a:rPr>
              <a:t>2G GSM</a:t>
            </a:r>
            <a:r>
              <a:rPr lang="zh-CN" altLang="en-US" sz="2000" b="1" dirty="0">
                <a:latin typeface="微软雅黑" pitchFamily="34" charset="-122"/>
                <a:ea typeface="微软雅黑" pitchFamily="34" charset="-122"/>
              </a:rPr>
              <a:t>的电路交换网络来处理，以确保电话通信的质量。这叫作</a:t>
            </a:r>
            <a:r>
              <a:rPr lang="zh-CN" altLang="en-US" sz="2000" b="1" dirty="0">
                <a:solidFill>
                  <a:srgbClr val="C00000"/>
                </a:solidFill>
                <a:latin typeface="微软雅黑" pitchFamily="34" charset="-122"/>
                <a:ea typeface="微软雅黑" pitchFamily="34" charset="-122"/>
              </a:rPr>
              <a:t>电路交换回落 </a:t>
            </a:r>
            <a:r>
              <a:rPr lang="en-US" altLang="zh-CN" sz="2000" b="1" dirty="0">
                <a:solidFill>
                  <a:srgbClr val="C00000"/>
                </a:solidFill>
                <a:latin typeface="微软雅黑" pitchFamily="34" charset="-122"/>
                <a:ea typeface="微软雅黑" pitchFamily="34" charset="-122"/>
              </a:rPr>
              <a:t>CSFB </a:t>
            </a:r>
            <a:r>
              <a:rPr lang="en-US" altLang="zh-CN" sz="2000" b="1" dirty="0">
                <a:latin typeface="微软雅黑" pitchFamily="34" charset="-122"/>
                <a:ea typeface="微软雅黑" pitchFamily="34" charset="-122"/>
              </a:rPr>
              <a:t>(Circuit Switched Fallback)</a:t>
            </a:r>
            <a:r>
              <a:rPr lang="zh-CN" altLang="en-US" sz="2000" b="1" dirty="0">
                <a:latin typeface="微软雅黑" pitchFamily="34" charset="-122"/>
                <a:ea typeface="微软雅黑" pitchFamily="34" charset="-122"/>
              </a:rPr>
              <a:t>，意思是再退回到 </a:t>
            </a:r>
            <a:r>
              <a:rPr lang="en-US" altLang="zh-CN" sz="2000" b="1" dirty="0">
                <a:latin typeface="微软雅黑" pitchFamily="34" charset="-122"/>
                <a:ea typeface="微软雅黑" pitchFamily="34" charset="-122"/>
              </a:rPr>
              <a:t>3G/2G </a:t>
            </a:r>
            <a:r>
              <a:rPr lang="zh-CN" altLang="en-US" sz="2000" b="1" dirty="0">
                <a:latin typeface="微软雅黑" pitchFamily="34" charset="-122"/>
                <a:ea typeface="微软雅黑" pitchFamily="34" charset="-122"/>
              </a:rPr>
              <a:t>的电路交换的网络来处理电话通信业务。</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2012 </a:t>
            </a:r>
            <a:r>
              <a:rPr lang="zh-CN" altLang="en-US" sz="2000" b="1" dirty="0">
                <a:latin typeface="微软雅黑" pitchFamily="34" charset="-122"/>
                <a:ea typeface="微软雅黑" pitchFamily="34" charset="-122"/>
              </a:rPr>
              <a:t>年，基于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的 </a:t>
            </a:r>
            <a:r>
              <a:rPr lang="en-US" altLang="zh-CN" sz="2000" b="1" dirty="0" err="1">
                <a:solidFill>
                  <a:srgbClr val="C00000"/>
                </a:solidFill>
                <a:latin typeface="微软雅黑" pitchFamily="34" charset="-122"/>
                <a:ea typeface="微软雅黑" pitchFamily="34" charset="-122"/>
              </a:rPr>
              <a:t>VoLTE</a:t>
            </a:r>
            <a:r>
              <a:rPr lang="en-US" altLang="zh-CN" sz="2000" b="1" dirty="0">
                <a:latin typeface="微软雅黑" pitchFamily="34" charset="-122"/>
                <a:ea typeface="微软雅黑" pitchFamily="34" charset="-122"/>
              </a:rPr>
              <a:t> (Voice over LTE) </a:t>
            </a:r>
            <a:r>
              <a:rPr lang="zh-CN" altLang="en-US" sz="2000" b="1" dirty="0">
                <a:latin typeface="微软雅黑" pitchFamily="34" charset="-122"/>
                <a:ea typeface="微软雅黑" pitchFamily="34" charset="-122"/>
              </a:rPr>
              <a:t>问世。</a:t>
            </a:r>
            <a:endParaRPr lang="en-US" altLang="zh-CN" sz="2000"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能够提供高质量的电话通信；</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需要依靠与 </a:t>
            </a:r>
            <a:r>
              <a:rPr lang="en-US" altLang="zh-CN" b="1" dirty="0">
                <a:latin typeface="微软雅黑" pitchFamily="34" charset="-122"/>
                <a:ea typeface="微软雅黑" pitchFamily="34" charset="-122"/>
              </a:rPr>
              <a:t>P-GW </a:t>
            </a:r>
            <a:r>
              <a:rPr lang="zh-CN" altLang="en-US" b="1" dirty="0">
                <a:latin typeface="微软雅黑" pitchFamily="34" charset="-122"/>
                <a:ea typeface="微软雅黑" pitchFamily="34" charset="-122"/>
              </a:rPr>
              <a:t>相连的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多媒体子系统 </a:t>
            </a:r>
            <a:r>
              <a:rPr lang="en-US" altLang="zh-CN" b="1" dirty="0">
                <a:latin typeface="微软雅黑" pitchFamily="34" charset="-122"/>
                <a:ea typeface="微软雅黑" pitchFamily="34" charset="-122"/>
              </a:rPr>
              <a:t>IMS (IP </a:t>
            </a:r>
            <a:r>
              <a:rPr lang="en-US" altLang="zh-CN" b="1" dirty="0" err="1">
                <a:latin typeface="微软雅黑" pitchFamily="34" charset="-122"/>
                <a:ea typeface="微软雅黑" pitchFamily="34" charset="-122"/>
              </a:rPr>
              <a:t>Multimeda</a:t>
            </a:r>
            <a:r>
              <a:rPr lang="en-US" altLang="zh-CN" b="1" dirty="0">
                <a:latin typeface="微软雅黑" pitchFamily="34" charset="-122"/>
                <a:ea typeface="微软雅黑" pitchFamily="34" charset="-122"/>
              </a:rPr>
              <a:t> Subsystem)</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solidFill>
                  <a:srgbClr val="C00000"/>
                </a:solidFill>
                <a:latin typeface="微软雅黑" pitchFamily="34" charset="-122"/>
                <a:ea typeface="微软雅黑" pitchFamily="34" charset="-122"/>
              </a:rPr>
              <a:t>IMS </a:t>
            </a:r>
            <a:r>
              <a:rPr lang="zh-CN" altLang="en-US" b="1" dirty="0">
                <a:solidFill>
                  <a:srgbClr val="C00000"/>
                </a:solidFill>
                <a:latin typeface="微软雅黑" pitchFamily="34" charset="-122"/>
                <a:ea typeface="微软雅黑" pitchFamily="34" charset="-122"/>
              </a:rPr>
              <a:t>不属于 </a:t>
            </a:r>
            <a:r>
              <a:rPr lang="en-US" altLang="zh-CN" b="1" dirty="0">
                <a:solidFill>
                  <a:srgbClr val="C00000"/>
                </a:solidFill>
                <a:latin typeface="微软雅黑" pitchFamily="34" charset="-122"/>
                <a:ea typeface="微软雅黑" pitchFamily="34" charset="-122"/>
              </a:rPr>
              <a:t>LTE</a:t>
            </a:r>
            <a:r>
              <a:rPr lang="zh-CN" altLang="en-US" b="1" dirty="0">
                <a:solidFill>
                  <a:srgbClr val="C00000"/>
                </a:solidFill>
                <a:latin typeface="微软雅黑" pitchFamily="34" charset="-122"/>
                <a:ea typeface="微软雅黑" pitchFamily="34" charset="-122"/>
              </a:rPr>
              <a:t>，而属于 </a:t>
            </a:r>
            <a:r>
              <a:rPr lang="en-US" altLang="zh-CN" b="1" dirty="0">
                <a:solidFill>
                  <a:srgbClr val="C00000"/>
                </a:solidFill>
                <a:latin typeface="微软雅黑" pitchFamily="34" charset="-122"/>
                <a:ea typeface="微软雅黑" pitchFamily="34" charset="-122"/>
              </a:rPr>
              <a:t>IP </a:t>
            </a:r>
            <a:r>
              <a:rPr lang="zh-CN" altLang="en-US" b="1" dirty="0">
                <a:solidFill>
                  <a:srgbClr val="C00000"/>
                </a:solidFill>
                <a:latin typeface="微软雅黑" pitchFamily="34" charset="-122"/>
                <a:ea typeface="微软雅黑" pitchFamily="34" charset="-122"/>
              </a:rPr>
              <a:t>服务的范围</a:t>
            </a:r>
            <a:r>
              <a:rPr lang="zh-CN" altLang="en-US" b="1" dirty="0">
                <a:latin typeface="微软雅黑" pitchFamily="34" charset="-122"/>
                <a:ea typeface="微软雅黑" pitchFamily="34" charset="-122"/>
              </a:rPr>
              <a:t>，是 </a:t>
            </a:r>
            <a:r>
              <a:rPr lang="en-US" altLang="zh-CN" b="1" dirty="0">
                <a:latin typeface="微软雅黑" pitchFamily="34" charset="-122"/>
                <a:ea typeface="微软雅黑" pitchFamily="34" charset="-122"/>
              </a:rPr>
              <a:t>LTE </a:t>
            </a:r>
            <a:r>
              <a:rPr lang="zh-CN" altLang="en-US" b="1" dirty="0">
                <a:latin typeface="微软雅黑" pitchFamily="34" charset="-122"/>
                <a:ea typeface="微软雅黑" pitchFamily="34" charset="-122"/>
              </a:rPr>
              <a:t>之外的另一个分组交换的网络系统。</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1717993202"/>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1131085"/>
            <a:ext cx="8129016" cy="20159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当用户设备 </a:t>
            </a:r>
            <a:r>
              <a:rPr lang="en-US" altLang="zh-CN" sz="2000" b="1" dirty="0">
                <a:latin typeface="微软雅黑" pitchFamily="34" charset="-122"/>
                <a:ea typeface="微软雅黑" pitchFamily="34" charset="-122"/>
              </a:rPr>
              <a:t>UE</a:t>
            </a:r>
            <a:r>
              <a:rPr lang="zh-CN" altLang="en-US" sz="2000" b="1" dirty="0">
                <a:latin typeface="微软雅黑" pitchFamily="34" charset="-122"/>
                <a:ea typeface="微软雅黑" pitchFamily="34" charset="-122"/>
              </a:rPr>
              <a:t>（如手机）开机后，就</a:t>
            </a:r>
            <a:r>
              <a:rPr lang="zh-CN" altLang="en-US" sz="2000" b="1" dirty="0">
                <a:solidFill>
                  <a:srgbClr val="C00000"/>
                </a:solidFill>
                <a:latin typeface="微软雅黑" pitchFamily="34" charset="-122"/>
                <a:ea typeface="微软雅黑" pitchFamily="34" charset="-122"/>
              </a:rPr>
              <a:t>注册</a:t>
            </a: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网络，以便使用网络资源传送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数据业务。</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网络内的数据路径由</a:t>
            </a:r>
            <a:r>
              <a:rPr lang="zh-CN" altLang="en-US" sz="2000" b="1" dirty="0">
                <a:solidFill>
                  <a:srgbClr val="C00000"/>
                </a:solidFill>
                <a:latin typeface="微软雅黑" pitchFamily="34" charset="-122"/>
                <a:ea typeface="微软雅黑" pitchFamily="34" charset="-122"/>
              </a:rPr>
              <a:t>两大部分组成：</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空口无线链路（</a:t>
            </a:r>
            <a:r>
              <a:rPr lang="en-US" altLang="zh-CN" sz="2000" b="1" dirty="0" err="1">
                <a:latin typeface="微软雅黑" pitchFamily="34" charset="-122"/>
                <a:ea typeface="微软雅黑" pitchFamily="34" charset="-122"/>
              </a:rPr>
              <a:t>UE→eNB</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核心网中的隧道（</a:t>
            </a:r>
            <a:r>
              <a:rPr lang="en-US" altLang="zh-CN" sz="2000" b="1" dirty="0" err="1">
                <a:latin typeface="微软雅黑" pitchFamily="34" charset="-122"/>
                <a:ea typeface="微软雅黑" pitchFamily="34" charset="-122"/>
              </a:rPr>
              <a:t>eNB→S-GW→P-GW</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
        <p:nvSpPr>
          <p:cNvPr id="5" name="AutoShape 5">
            <a:extLst>
              <a:ext uri="{FF2B5EF4-FFF2-40B4-BE49-F238E27FC236}">
                <a16:creationId xmlns:a16="http://schemas.microsoft.com/office/drawing/2014/main" id="{C5AC8D15-3219-D534-68AD-DF7ACE09AB5D}"/>
              </a:ext>
            </a:extLst>
          </p:cNvPr>
          <p:cNvSpPr>
            <a:spLocks noChangeArrowheads="1"/>
          </p:cNvSpPr>
          <p:nvPr/>
        </p:nvSpPr>
        <p:spPr bwMode="auto">
          <a:xfrm>
            <a:off x="507492" y="65727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Rectangle 6">
            <a:extLst>
              <a:ext uri="{FF2B5EF4-FFF2-40B4-BE49-F238E27FC236}">
                <a16:creationId xmlns:a16="http://schemas.microsoft.com/office/drawing/2014/main" id="{9403A17F-D260-FD34-9743-A1699335246D}"/>
              </a:ext>
            </a:extLst>
          </p:cNvPr>
          <p:cNvSpPr>
            <a:spLocks noChangeArrowheads="1"/>
          </p:cNvSpPr>
          <p:nvPr/>
        </p:nvSpPr>
        <p:spPr bwMode="auto">
          <a:xfrm>
            <a:off x="2906384" y="624064"/>
            <a:ext cx="33086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r>
              <a:rPr lang="en-US" altLang="zh-CN" sz="2000" b="1" dirty="0">
                <a:solidFill>
                  <a:schemeClr val="bg1"/>
                </a:solidFill>
                <a:latin typeface="微软雅黑" pitchFamily="34" charset="-122"/>
                <a:ea typeface="微软雅黑" pitchFamily="34" charset="-122"/>
              </a:rPr>
              <a:t>2.  LTE</a:t>
            </a:r>
            <a:r>
              <a:rPr lang="zh-CN" altLang="en-US" sz="2000" b="1" dirty="0">
                <a:solidFill>
                  <a:schemeClr val="bg1"/>
                </a:solidFill>
                <a:latin typeface="微软雅黑" pitchFamily="34" charset="-122"/>
                <a:ea typeface="微软雅黑" pitchFamily="34" charset="-122"/>
              </a:rPr>
              <a:t>网络与互联网的连接</a:t>
            </a:r>
          </a:p>
        </p:txBody>
      </p:sp>
    </p:spTree>
    <p:extLst>
      <p:ext uri="{BB962C8B-B14F-4D97-AF65-F5344CB8AC3E}">
        <p14:creationId xmlns:p14="http://schemas.microsoft.com/office/powerpoint/2010/main" val="735933562"/>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65479" y="585623"/>
            <a:ext cx="2999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LTE </a:t>
            </a:r>
            <a:r>
              <a:rPr lang="zh-CN" altLang="en-US" sz="2000" b="1" dirty="0">
                <a:solidFill>
                  <a:schemeClr val="bg1"/>
                </a:solidFill>
                <a:latin typeface="微软雅黑" pitchFamily="34" charset="-122"/>
                <a:ea typeface="微软雅黑" pitchFamily="34" charset="-122"/>
              </a:rPr>
              <a:t>的协议栈（用户面）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传输层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传输层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1102994"/>
          </a:xfrm>
          <a:prstGeom prst="rect">
            <a:avLst/>
          </a:prstGeom>
        </p:spPr>
        <p:txBody>
          <a:bodyPr wrap="square">
            <a:spAutoFit/>
          </a:bodyPr>
          <a:lstStyle/>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GTP</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隧道协议</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GTP (GPRS Tunneling Protocol)</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。这里具体是用户面的</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GTP</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，即</a:t>
            </a:r>
            <a:r>
              <a:rPr lang="en-US" altLang="zh-CN" sz="1600" b="1" kern="500" dirty="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GTP-U</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。控制面的</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GTP</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a:t>
            </a:r>
            <a:r>
              <a:rPr lang="en-US" altLang="zh-CN" sz="1600" b="1" kern="500" dirty="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GTP-C</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，这里从略。</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分组数据汇聚协议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PDCP (Packet Data Convergence Protocol)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支持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分组在无线链路更加有效的传输，包括对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首部进行压缩</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解压缩。</a:t>
            </a:r>
          </a:p>
        </p:txBody>
      </p:sp>
    </p:spTree>
    <p:extLst>
      <p:ext uri="{BB962C8B-B14F-4D97-AF65-F5344CB8AC3E}">
        <p14:creationId xmlns:p14="http://schemas.microsoft.com/office/powerpoint/2010/main" val="102574276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65479" y="585623"/>
            <a:ext cx="2999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LTE </a:t>
            </a:r>
            <a:r>
              <a:rPr lang="zh-CN" altLang="en-US" sz="2000" b="1" dirty="0">
                <a:solidFill>
                  <a:schemeClr val="bg1"/>
                </a:solidFill>
                <a:latin typeface="微软雅黑" pitchFamily="34" charset="-122"/>
                <a:ea typeface="微软雅黑" pitchFamily="34" charset="-122"/>
              </a:rPr>
              <a:t>的协议栈（用户面）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传输层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传输层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861774"/>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无线链路控制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RLC (Radio Link Control)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可提供三种不同可靠性等级的运行方式。还具有分组重新排序、重复数据检测、以及使用差错检测协议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ARQ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进行数据重传的功能。</a:t>
            </a:r>
          </a:p>
        </p:txBody>
      </p:sp>
    </p:spTree>
    <p:extLst>
      <p:ext uri="{BB962C8B-B14F-4D97-AF65-F5344CB8AC3E}">
        <p14:creationId xmlns:p14="http://schemas.microsoft.com/office/powerpoint/2010/main" val="1278973369"/>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65479" y="585623"/>
            <a:ext cx="2999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LTE </a:t>
            </a:r>
            <a:r>
              <a:rPr lang="zh-CN" altLang="en-US" sz="2000" b="1" dirty="0">
                <a:solidFill>
                  <a:schemeClr val="bg1"/>
                </a:solidFill>
                <a:latin typeface="微软雅黑" pitchFamily="34" charset="-122"/>
                <a:ea typeface="微软雅黑" pitchFamily="34" charset="-122"/>
              </a:rPr>
              <a:t>的协议栈（用户面）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传输层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传输层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1118255"/>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媒体接入控制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完成复用和分用的功能。在无线信道质量较差的环境下，采用</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混合自动重传请求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HARQ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(Hybrid ARQ)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协议，可以有效地减少重传次数。此外，还按照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调度程序的安排，把无线资源</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动态分配</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给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，从而保证了服务质量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QoS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p>
        </p:txBody>
      </p:sp>
    </p:spTree>
    <p:extLst>
      <p:ext uri="{BB962C8B-B14F-4D97-AF65-F5344CB8AC3E}">
        <p14:creationId xmlns:p14="http://schemas.microsoft.com/office/powerpoint/2010/main" val="803870916"/>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65479" y="585623"/>
            <a:ext cx="2999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LTE </a:t>
            </a:r>
            <a:r>
              <a:rPr lang="zh-CN" altLang="en-US" sz="2000" b="1" dirty="0">
                <a:solidFill>
                  <a:schemeClr val="bg1"/>
                </a:solidFill>
                <a:latin typeface="微软雅黑" pitchFamily="34" charset="-122"/>
                <a:ea typeface="微软雅黑" pitchFamily="34" charset="-122"/>
              </a:rPr>
              <a:t>的协议栈（用户面）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传输层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传输层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885902" y="3595892"/>
            <a:ext cx="7662407" cy="1118255"/>
          </a:xfrm>
          <a:prstGeom prst="rect">
            <a:avLst/>
          </a:prstGeom>
        </p:spPr>
        <p:txBody>
          <a:bodyPr wrap="square">
            <a:spAutoFit/>
          </a:bodyPr>
          <a:lstStyle/>
          <a:p>
            <a:pPr>
              <a:lnSpc>
                <a:spcPts val="2000"/>
              </a:lnSpc>
            </a:pPr>
            <a:r>
              <a:rPr lang="zh-CN" altLang="en-US" sz="14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物理层 </a:t>
            </a:r>
            <a:r>
              <a:rPr lang="en-US" altLang="zh-CN" sz="14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PHY</a:t>
            </a:r>
            <a:r>
              <a:rPr lang="zh-CN" altLang="en-US" sz="14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发送时对 </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子层传来的数据进行编码和调制，把比特插入到每一帧中适当的时隙中发送出去。接收时进行解调和解码，把收到的比特上传给 </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子层。采用一种</a:t>
            </a:r>
            <a:r>
              <a:rPr lang="zh-CN" altLang="en-US"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自适应调制编码 </a:t>
            </a:r>
            <a:r>
              <a:rPr lang="en-US" altLang="zh-CN"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AMC</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 (Adaptive Modulation and Coding)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技术。基站 </a:t>
            </a:r>
            <a:r>
              <a:rPr lang="en-US" altLang="zh-CN" sz="14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根据用户终端反馈的信道状况，</a:t>
            </a:r>
            <a:r>
              <a:rPr lang="zh-CN" altLang="en-US"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动态</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调整物理层采用的调制方式（</a:t>
            </a:r>
            <a:r>
              <a:rPr lang="en-US" altLang="zh-CN"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QPSK</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16 QAM</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64 QAM</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）和编码速率。</a:t>
            </a:r>
          </a:p>
        </p:txBody>
      </p:sp>
    </p:spTree>
    <p:extLst>
      <p:ext uri="{BB962C8B-B14F-4D97-AF65-F5344CB8AC3E}">
        <p14:creationId xmlns:p14="http://schemas.microsoft.com/office/powerpoint/2010/main" val="1352178780"/>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7502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释放</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和 </a:t>
            </a: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之间的</a:t>
            </a:r>
            <a:r>
              <a:rPr lang="zh-CN" altLang="en-US" sz="2000" b="1" dirty="0">
                <a:solidFill>
                  <a:srgbClr val="0000CC"/>
                </a:solidFill>
                <a:latin typeface="微软雅黑" pitchFamily="34" charset="-122"/>
                <a:ea typeface="微软雅黑" pitchFamily="34" charset="-122"/>
              </a:rPr>
              <a:t>空口链路；</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S-GW </a:t>
            </a:r>
            <a:r>
              <a:rPr lang="zh-CN" altLang="en-US" sz="2000" b="1" dirty="0">
                <a:latin typeface="微软雅黑" pitchFamily="34" charset="-122"/>
                <a:ea typeface="微软雅黑" pitchFamily="34" charset="-122"/>
              </a:rPr>
              <a:t>之间的 </a:t>
            </a:r>
            <a:r>
              <a:rPr lang="en-US" altLang="zh-CN" sz="2000" b="1" dirty="0">
                <a:latin typeface="微软雅黑" pitchFamily="34" charset="-122"/>
                <a:ea typeface="微软雅黑" pitchFamily="34" charset="-122"/>
              </a:rPr>
              <a:t>GTP </a:t>
            </a:r>
            <a:r>
              <a:rPr lang="zh-CN" altLang="en-US" sz="2000" b="1" dirty="0">
                <a:solidFill>
                  <a:srgbClr val="0000CC"/>
                </a:solidFill>
                <a:latin typeface="微软雅黑" pitchFamily="34" charset="-122"/>
                <a:ea typeface="微软雅黑" pitchFamily="34" charset="-122"/>
              </a:rPr>
              <a:t>隧道。</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空口进入</a:t>
            </a:r>
            <a:r>
              <a:rPr lang="zh-CN" altLang="en-US" sz="2000" b="1" dirty="0">
                <a:solidFill>
                  <a:srgbClr val="0000CC"/>
                </a:solidFill>
                <a:latin typeface="微软雅黑" pitchFamily="34" charset="-122"/>
                <a:ea typeface="微软雅黑" pitchFamily="34" charset="-122"/>
              </a:rPr>
              <a:t>空闲状态。</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保持：</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S-GW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P-GW </a:t>
            </a:r>
            <a:r>
              <a:rPr lang="zh-CN" altLang="en-US" sz="2000" b="1" dirty="0">
                <a:latin typeface="微软雅黑" pitchFamily="34" charset="-122"/>
                <a:ea typeface="微软雅黑" pitchFamily="34" charset="-122"/>
              </a:rPr>
              <a:t>之间的 </a:t>
            </a:r>
            <a:r>
              <a:rPr lang="en-US" altLang="zh-CN" sz="2000" b="1" dirty="0">
                <a:latin typeface="微软雅黑" pitchFamily="34" charset="-122"/>
                <a:ea typeface="微软雅黑" pitchFamily="34" charset="-122"/>
              </a:rPr>
              <a:t>GTP </a:t>
            </a:r>
            <a:r>
              <a:rPr lang="zh-CN" altLang="en-US" sz="2000" b="1" dirty="0">
                <a:solidFill>
                  <a:srgbClr val="0000CC"/>
                </a:solidFill>
                <a:latin typeface="微软雅黑" pitchFamily="34" charset="-122"/>
                <a:ea typeface="微软雅黑" pitchFamily="34" charset="-122"/>
              </a:rPr>
              <a:t>隧道；</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的 </a:t>
            </a:r>
            <a:r>
              <a:rPr lang="en-US" altLang="zh-CN" sz="2000" b="1" dirty="0">
                <a:solidFill>
                  <a:srgbClr val="0000CC"/>
                </a:solidFill>
                <a:latin typeface="微软雅黑" pitchFamily="34" charset="-122"/>
                <a:ea typeface="微软雅黑" pitchFamily="34" charset="-122"/>
              </a:rPr>
              <a:t>IP </a:t>
            </a:r>
            <a:r>
              <a:rPr lang="zh-CN" altLang="en-US" sz="2000" b="1" dirty="0">
                <a:solidFill>
                  <a:srgbClr val="0000CC"/>
                </a:solidFill>
                <a:latin typeface="微软雅黑" pitchFamily="34" charset="-122"/>
                <a:ea typeface="微软雅黑" pitchFamily="34" charset="-122"/>
              </a:rPr>
              <a:t>地址。</a:t>
            </a:r>
            <a:endParaRPr lang="zh-CN" altLang="en-US" sz="2000" b="1" dirty="0">
              <a:latin typeface="微软雅黑" pitchFamily="34" charset="-122"/>
              <a:ea typeface="微软雅黑"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210152" y="585623"/>
            <a:ext cx="47099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注册后，若在一段时间没有数据业务</a:t>
            </a:r>
          </a:p>
        </p:txBody>
      </p:sp>
    </p:spTree>
    <p:extLst>
      <p:ext uri="{BB962C8B-B14F-4D97-AF65-F5344CB8AC3E}">
        <p14:creationId xmlns:p14="http://schemas.microsoft.com/office/powerpoint/2010/main" val="3190248083"/>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向所在小区的基站 </a:t>
            </a: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发送连接请求。</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收到连接请求后，就要</a:t>
            </a:r>
            <a:r>
              <a:rPr lang="zh-CN" altLang="en-US" sz="2000" b="1" dirty="0">
                <a:solidFill>
                  <a:srgbClr val="C00000"/>
                </a:solidFill>
                <a:latin typeface="微软雅黑" pitchFamily="34" charset="-122"/>
                <a:ea typeface="微软雅黑" pitchFamily="34" charset="-122"/>
              </a:rPr>
              <a:t>建立</a:t>
            </a:r>
            <a:r>
              <a:rPr lang="zh-CN" altLang="en-US" sz="2000" b="1" dirty="0">
                <a:solidFill>
                  <a:srgbClr val="0000CC"/>
                </a:solidFill>
                <a:latin typeface="微软雅黑" pitchFamily="34" charset="-122"/>
                <a:ea typeface="微软雅黑" pitchFamily="34" charset="-122"/>
              </a:rPr>
              <a:t>空口链路</a:t>
            </a:r>
            <a:r>
              <a:rPr lang="zh-CN" altLang="en-US" sz="2000" b="1" dirty="0">
                <a:latin typeface="微软雅黑" pitchFamily="34" charset="-122"/>
                <a:ea typeface="微软雅黑" pitchFamily="34" charset="-122"/>
              </a:rPr>
              <a:t>和 </a:t>
            </a:r>
            <a:r>
              <a:rPr lang="en-US" altLang="zh-CN" sz="2000" b="1" dirty="0" err="1">
                <a:solidFill>
                  <a:srgbClr val="0000CC"/>
                </a:solidFill>
                <a:latin typeface="微软雅黑" pitchFamily="34" charset="-122"/>
                <a:ea typeface="微软雅黑" pitchFamily="34" charset="-122"/>
              </a:rPr>
              <a:t>eNB</a:t>
            </a:r>
            <a:r>
              <a:rPr lang="en-US" altLang="zh-CN" sz="2000" b="1" dirty="0">
                <a:solidFill>
                  <a:srgbClr val="0000CC"/>
                </a:solidFill>
                <a:latin typeface="微软雅黑" pitchFamily="34" charset="-122"/>
                <a:ea typeface="微软雅黑" pitchFamily="34" charset="-122"/>
              </a:rPr>
              <a:t> → S-GW </a:t>
            </a:r>
            <a:r>
              <a:rPr lang="zh-CN" altLang="en-US" sz="2000" b="1" dirty="0">
                <a:latin typeface="微软雅黑" pitchFamily="34" charset="-122"/>
                <a:ea typeface="微软雅黑" pitchFamily="34" charset="-122"/>
              </a:rPr>
              <a:t>之间的</a:t>
            </a:r>
            <a:r>
              <a:rPr lang="en-US" altLang="zh-CN" sz="2000" b="1" dirty="0">
                <a:latin typeface="微软雅黑" pitchFamily="34" charset="-122"/>
                <a:ea typeface="微软雅黑" pitchFamily="34" charset="-122"/>
              </a:rPr>
              <a:t>GTP </a:t>
            </a:r>
            <a:r>
              <a:rPr lang="zh-CN" altLang="en-US" sz="2000" b="1" dirty="0">
                <a:solidFill>
                  <a:srgbClr val="0000CC"/>
                </a:solidFill>
                <a:latin typeface="微软雅黑" pitchFamily="34" charset="-122"/>
                <a:ea typeface="微软雅黑" pitchFamily="34" charset="-122"/>
              </a:rPr>
              <a:t>隧道。</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然后， </a:t>
            </a: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发送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分组，从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层先传送到下面的第 </a:t>
            </a: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层（现在</a:t>
            </a:r>
            <a:r>
              <a:rPr lang="en-US" altLang="zh-CN" sz="2000" b="1" dirty="0">
                <a:latin typeface="微软雅黑" pitchFamily="34" charset="-122"/>
                <a:ea typeface="微软雅黑" pitchFamily="34" charset="-122"/>
              </a:rPr>
              <a:t>L2</a:t>
            </a:r>
            <a:r>
              <a:rPr lang="zh-CN" altLang="en-US" sz="2000" b="1" dirty="0">
                <a:latin typeface="微软雅黑" pitchFamily="34" charset="-122"/>
                <a:ea typeface="微软雅黑" pitchFamily="34" charset="-122"/>
              </a:rPr>
              <a:t>具有三个子层）。</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585785" y="585623"/>
            <a:ext cx="59586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假定用户设备</a:t>
            </a:r>
            <a:r>
              <a:rPr lang="en-US" altLang="zh-CN" sz="2000" b="1" dirty="0">
                <a:solidFill>
                  <a:schemeClr val="bg1"/>
                </a:solidFill>
                <a:latin typeface="微软雅黑" pitchFamily="34" charset="-122"/>
                <a:ea typeface="微软雅黑" pitchFamily="34" charset="-122"/>
              </a:rPr>
              <a:t>UE</a:t>
            </a:r>
            <a:r>
              <a:rPr lang="zh-CN" altLang="en-US" sz="2000" b="1" dirty="0">
                <a:solidFill>
                  <a:schemeClr val="bg1"/>
                </a:solidFill>
                <a:latin typeface="微软雅黑" pitchFamily="34" charset="-122"/>
                <a:ea typeface="微软雅黑" pitchFamily="34" charset="-122"/>
              </a:rPr>
              <a:t>要访问互联网中的百度网站</a:t>
            </a:r>
            <a:r>
              <a:rPr lang="en-US" altLang="zh-CN" sz="2000" b="1" dirty="0">
                <a:solidFill>
                  <a:schemeClr val="bg1"/>
                </a:solidFill>
                <a:latin typeface="微软雅黑" pitchFamily="34" charset="-122"/>
                <a:ea typeface="微软雅黑" pitchFamily="34" charset="-122"/>
              </a:rPr>
              <a:t>BD</a:t>
            </a:r>
            <a:endParaRPr lang="zh-CN" altLang="en-US" sz="2000" b="1" dirty="0">
              <a:solidFill>
                <a:schemeClr val="bg1"/>
              </a:solidFill>
              <a:latin typeface="微软雅黑" pitchFamily="34" charset="-122"/>
              <a:ea typeface="微软雅黑" pitchFamily="34" charset="-122"/>
            </a:endParaRPr>
          </a:p>
        </p:txBody>
      </p:sp>
      <p:sp>
        <p:nvSpPr>
          <p:cNvPr id="3" name="矩形 2"/>
          <p:cNvSpPr/>
          <p:nvPr/>
        </p:nvSpPr>
        <p:spPr>
          <a:xfrm>
            <a:off x="1245327" y="2221905"/>
            <a:ext cx="6444342" cy="440505"/>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lnSpc>
                <a:spcPts val="3000"/>
              </a:lnSpc>
            </a:pPr>
            <a:r>
              <a:rPr lang="zh-CN" altLang="en-US" b="1" dirty="0">
                <a:latin typeface="微软雅黑" pitchFamily="34" charset="-122"/>
                <a:ea typeface="微软雅黑" pitchFamily="34" charset="-122"/>
              </a:rPr>
              <a:t>注意：</a:t>
            </a:r>
            <a:r>
              <a:rPr lang="en-US" altLang="zh-CN" b="1" dirty="0">
                <a:latin typeface="微软雅黑" pitchFamily="34" charset="-122"/>
                <a:ea typeface="微软雅黑" pitchFamily="34" charset="-122"/>
              </a:rPr>
              <a:t>S-GW → P-GW </a:t>
            </a:r>
            <a:r>
              <a:rPr lang="zh-CN" altLang="en-US" b="1" dirty="0">
                <a:latin typeface="微软雅黑" pitchFamily="34" charset="-122"/>
                <a:ea typeface="微软雅黑" pitchFamily="34" charset="-122"/>
              </a:rPr>
              <a:t>之间原有的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隧道仍存在着。</a:t>
            </a:r>
            <a:endParaRPr lang="zh-CN" altLang="en-US" dirty="0"/>
          </a:p>
        </p:txBody>
      </p:sp>
    </p:spTree>
    <p:extLst>
      <p:ext uri="{BB962C8B-B14F-4D97-AF65-F5344CB8AC3E}">
        <p14:creationId xmlns:p14="http://schemas.microsoft.com/office/powerpoint/2010/main" val="286284513"/>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圆角矩形 105"/>
          <p:cNvSpPr/>
          <p:nvPr/>
        </p:nvSpPr>
        <p:spPr>
          <a:xfrm>
            <a:off x="519655" y="1020455"/>
            <a:ext cx="8133857" cy="335124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2" name="组合 1"/>
          <p:cNvGrpSpPr/>
          <p:nvPr/>
        </p:nvGrpSpPr>
        <p:grpSpPr>
          <a:xfrm>
            <a:off x="614202" y="1097314"/>
            <a:ext cx="7876655" cy="3036176"/>
            <a:chOff x="-200866" y="3341738"/>
            <a:chExt cx="9336929" cy="3538412"/>
          </a:xfrm>
        </p:grpSpPr>
        <p:sp>
          <p:nvSpPr>
            <p:cNvPr id="7" name="矩形 6"/>
            <p:cNvSpPr/>
            <p:nvPr/>
          </p:nvSpPr>
          <p:spPr>
            <a:xfrm>
              <a:off x="3030538" y="3697050"/>
              <a:ext cx="3789362" cy="459264"/>
            </a:xfrm>
            <a:prstGeom prst="rect">
              <a:avLst/>
            </a:prstGeom>
            <a:solidFill>
              <a:srgbClr val="99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8" name="直接连接符 7"/>
            <p:cNvCxnSpPr>
              <a:stCxn id="59" idx="3"/>
              <a:endCxn id="80" idx="2"/>
            </p:cNvCxnSpPr>
            <p:nvPr/>
          </p:nvCxnSpPr>
          <p:spPr>
            <a:xfrm flipV="1">
              <a:off x="1116013" y="3910013"/>
              <a:ext cx="7172325" cy="222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 name="矩形 8"/>
            <p:cNvSpPr/>
            <p:nvPr/>
          </p:nvSpPr>
          <p:spPr bwMode="auto">
            <a:xfrm flipH="1">
              <a:off x="1619250" y="4935538"/>
              <a:ext cx="2859088" cy="360362"/>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10" name="直接连接符 9"/>
            <p:cNvCxnSpPr/>
            <p:nvPr/>
          </p:nvCxnSpPr>
          <p:spPr bwMode="auto">
            <a:xfrm>
              <a:off x="4483100" y="5116513"/>
              <a:ext cx="428625"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11" name="Text Box 48"/>
            <p:cNvSpPr txBox="1">
              <a:spLocks noChangeArrowheads="1"/>
            </p:cNvSpPr>
            <p:nvPr/>
          </p:nvSpPr>
          <p:spPr bwMode="auto">
            <a:xfrm>
              <a:off x="3563940" y="4997112"/>
              <a:ext cx="1060450"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D</a:t>
              </a:r>
              <a:r>
                <a:rPr kumimoji="1" lang="en-US" altLang="zh-CN" sz="1200" b="1">
                  <a:latin typeface="微软雅黑" panose="020B0503020204020204" pitchFamily="34" charset="-122"/>
                  <a:ea typeface="微软雅黑" panose="020B0503020204020204" pitchFamily="34" charset="-122"/>
                </a:rPr>
                <a:t> = BD</a:t>
              </a:r>
            </a:p>
          </p:txBody>
        </p:sp>
        <p:sp>
          <p:nvSpPr>
            <p:cNvPr id="12" name="Text Box 68"/>
            <p:cNvSpPr txBox="1">
              <a:spLocks noChangeArrowheads="1"/>
            </p:cNvSpPr>
            <p:nvPr/>
          </p:nvSpPr>
          <p:spPr bwMode="auto">
            <a:xfrm>
              <a:off x="3466277" y="4641850"/>
              <a:ext cx="1129092"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a:t>
              </a:r>
              <a:r>
                <a:rPr kumimoji="1" lang="en-US" altLang="zh-CN" sz="1200" b="1" dirty="0">
                  <a:latin typeface="微软雅黑" panose="020B0503020204020204" pitchFamily="34" charset="-122"/>
                  <a:ea typeface="微软雅黑" panose="020B0503020204020204" pitchFamily="34" charset="-122"/>
                </a:rPr>
                <a:t>IP</a:t>
              </a:r>
              <a:r>
                <a:rPr kumimoji="1" lang="zh-CN" altLang="en-US" sz="1200" b="1" dirty="0">
                  <a:latin typeface="微软雅黑" panose="020B0503020204020204" pitchFamily="34" charset="-122"/>
                  <a:ea typeface="微软雅黑" panose="020B0503020204020204" pitchFamily="34" charset="-122"/>
                </a:rPr>
                <a:t>地址</a:t>
              </a:r>
              <a:endParaRPr kumimoji="1" lang="en-US" altLang="zh-CN" sz="1200" b="1" dirty="0">
                <a:latin typeface="微软雅黑" panose="020B0503020204020204" pitchFamily="34" charset="-122"/>
                <a:ea typeface="微软雅黑" panose="020B0503020204020204" pitchFamily="34" charset="-122"/>
              </a:endParaRPr>
            </a:p>
          </p:txBody>
        </p:sp>
        <p:sp>
          <p:nvSpPr>
            <p:cNvPr id="13" name="Text Box 48"/>
            <p:cNvSpPr txBox="1">
              <a:spLocks noChangeArrowheads="1"/>
            </p:cNvSpPr>
            <p:nvPr/>
          </p:nvSpPr>
          <p:spPr bwMode="auto">
            <a:xfrm>
              <a:off x="2716992" y="4997112"/>
              <a:ext cx="1136648"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S</a:t>
              </a:r>
              <a:r>
                <a:rPr kumimoji="1" lang="en-US" altLang="zh-CN" sz="1200" b="1" dirty="0">
                  <a:latin typeface="微软雅黑" panose="020B0503020204020204" pitchFamily="34" charset="-122"/>
                  <a:ea typeface="微软雅黑" panose="020B0503020204020204" pitchFamily="34" charset="-122"/>
                </a:rPr>
                <a:t> = UE</a:t>
              </a:r>
            </a:p>
          </p:txBody>
        </p:sp>
        <p:cxnSp>
          <p:nvCxnSpPr>
            <p:cNvPr id="14" name="直接连接符 13"/>
            <p:cNvCxnSpPr/>
            <p:nvPr/>
          </p:nvCxnSpPr>
          <p:spPr>
            <a:xfrm>
              <a:off x="3617913" y="49355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2771775" y="49355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 Box 68"/>
            <p:cNvSpPr txBox="1">
              <a:spLocks noChangeArrowheads="1"/>
            </p:cNvSpPr>
            <p:nvPr/>
          </p:nvSpPr>
          <p:spPr bwMode="auto">
            <a:xfrm>
              <a:off x="2691466" y="4641850"/>
              <a:ext cx="946675"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源</a:t>
              </a:r>
              <a:r>
                <a:rPr kumimoji="1" lang="en-US" altLang="zh-CN" sz="1200" b="1" dirty="0">
                  <a:latin typeface="微软雅黑" panose="020B0503020204020204" pitchFamily="34" charset="-122"/>
                  <a:ea typeface="微软雅黑" panose="020B0503020204020204" pitchFamily="34" charset="-122"/>
                </a:rPr>
                <a:t>IP</a:t>
              </a:r>
              <a:r>
                <a:rPr kumimoji="1" lang="zh-CN" altLang="en-US" sz="1200" b="1" dirty="0">
                  <a:latin typeface="微软雅黑" panose="020B0503020204020204" pitchFamily="34" charset="-122"/>
                  <a:ea typeface="微软雅黑" panose="020B0503020204020204" pitchFamily="34" charset="-122"/>
                </a:rPr>
                <a:t>地址</a:t>
              </a:r>
              <a:endParaRPr kumimoji="1" lang="en-US" altLang="zh-CN" sz="1200" b="1" dirty="0">
                <a:latin typeface="微软雅黑" panose="020B0503020204020204" pitchFamily="34" charset="-122"/>
                <a:ea typeface="微软雅黑" panose="020B0503020204020204" pitchFamily="34" charset="-122"/>
              </a:endParaRPr>
            </a:p>
          </p:txBody>
        </p:sp>
        <p:sp>
          <p:nvSpPr>
            <p:cNvPr id="17" name="Text Box 68"/>
            <p:cNvSpPr txBox="1">
              <a:spLocks noChangeArrowheads="1"/>
            </p:cNvSpPr>
            <p:nvPr/>
          </p:nvSpPr>
          <p:spPr bwMode="auto">
            <a:xfrm>
              <a:off x="170998" y="4826052"/>
              <a:ext cx="1495828" cy="53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solidFill>
                    <a:srgbClr val="0000CC"/>
                  </a:solidFill>
                  <a:latin typeface="微软雅黑" panose="020B0503020204020204" pitchFamily="34" charset="-122"/>
                  <a:ea typeface="微软雅黑" panose="020B0503020204020204" pitchFamily="34" charset="-122"/>
                </a:rPr>
                <a:t>UE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a:solidFill>
                    <a:srgbClr val="0000CC"/>
                  </a:solidFill>
                  <a:latin typeface="微软雅黑" panose="020B0503020204020204" pitchFamily="34" charset="-122"/>
                  <a:ea typeface="微软雅黑" panose="020B0503020204020204" pitchFamily="34" charset="-122"/>
                </a:rPr>
                <a:t>BD</a:t>
              </a:r>
            </a:p>
            <a:p>
              <a:pPr algn="ctr" eaLnBrk="1" hangingPunct="1"/>
              <a:r>
                <a:rPr kumimoji="1" lang="en-US" altLang="zh-CN" sz="1200" b="1" dirty="0">
                  <a:latin typeface="微软雅黑" panose="020B0503020204020204" pitchFamily="34" charset="-122"/>
                  <a:ea typeface="微软雅黑" panose="020B0503020204020204" pitchFamily="34" charset="-122"/>
                </a:rPr>
                <a:t>UE </a:t>
              </a:r>
              <a:r>
                <a:rPr kumimoji="1" lang="zh-CN" altLang="en-US" sz="1200" b="1" dirty="0">
                  <a:latin typeface="微软雅黑" panose="020B0503020204020204" pitchFamily="34" charset="-122"/>
                  <a:ea typeface="微软雅黑" panose="020B0503020204020204" pitchFamily="34" charset="-122"/>
                </a:rPr>
                <a:t>发送的分组</a:t>
              </a:r>
              <a:r>
                <a:rPr kumimoji="1" lang="en-US" altLang="zh-CN" sz="1200" b="1" dirty="0">
                  <a:latin typeface="微软雅黑" panose="020B0503020204020204" pitchFamily="34" charset="-122"/>
                  <a:ea typeface="微软雅黑" panose="020B0503020204020204" pitchFamily="34" charset="-122"/>
                </a:rPr>
                <a:t> </a:t>
              </a:r>
            </a:p>
          </p:txBody>
        </p:sp>
        <p:sp>
          <p:nvSpPr>
            <p:cNvPr id="18" name="矩形 17"/>
            <p:cNvSpPr/>
            <p:nvPr/>
          </p:nvSpPr>
          <p:spPr bwMode="auto">
            <a:xfrm flipH="1">
              <a:off x="1619250" y="5656263"/>
              <a:ext cx="2860675" cy="360362"/>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19" name="Text Box 48"/>
            <p:cNvSpPr txBox="1">
              <a:spLocks noChangeArrowheads="1"/>
            </p:cNvSpPr>
            <p:nvPr/>
          </p:nvSpPr>
          <p:spPr bwMode="auto">
            <a:xfrm>
              <a:off x="2718581" y="5717837"/>
              <a:ext cx="1136648"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S</a:t>
              </a:r>
              <a:r>
                <a:rPr kumimoji="1" lang="en-US" altLang="zh-CN" sz="1200" b="1">
                  <a:latin typeface="微软雅黑" panose="020B0503020204020204" pitchFamily="34" charset="-122"/>
                  <a:ea typeface="微软雅黑" panose="020B0503020204020204" pitchFamily="34" charset="-122"/>
                </a:rPr>
                <a:t> = UE</a:t>
              </a:r>
            </a:p>
          </p:txBody>
        </p:sp>
        <p:cxnSp>
          <p:nvCxnSpPr>
            <p:cNvPr id="20" name="直接连接符 19"/>
            <p:cNvCxnSpPr/>
            <p:nvPr/>
          </p:nvCxnSpPr>
          <p:spPr>
            <a:xfrm>
              <a:off x="3619500" y="5656263"/>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p:nvPr/>
          </p:nvCxnSpPr>
          <p:spPr>
            <a:xfrm>
              <a:off x="2773363" y="5656263"/>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 Box 48"/>
            <p:cNvSpPr txBox="1">
              <a:spLocks noChangeArrowheads="1"/>
            </p:cNvSpPr>
            <p:nvPr/>
          </p:nvSpPr>
          <p:spPr bwMode="auto">
            <a:xfrm>
              <a:off x="3563940" y="5717837"/>
              <a:ext cx="1060450"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D</a:t>
              </a:r>
              <a:r>
                <a:rPr kumimoji="1" lang="en-US" altLang="zh-CN" sz="1200" b="1" dirty="0">
                  <a:latin typeface="微软雅黑" panose="020B0503020204020204" pitchFamily="34" charset="-122"/>
                  <a:ea typeface="微软雅黑" panose="020B0503020204020204" pitchFamily="34" charset="-122"/>
                </a:rPr>
                <a:t> = BD</a:t>
              </a:r>
            </a:p>
          </p:txBody>
        </p:sp>
        <p:sp>
          <p:nvSpPr>
            <p:cNvPr id="23" name="矩形 22"/>
            <p:cNvSpPr/>
            <p:nvPr/>
          </p:nvSpPr>
          <p:spPr bwMode="auto">
            <a:xfrm flipH="1">
              <a:off x="4479925" y="5656263"/>
              <a:ext cx="4040188" cy="360362"/>
            </a:xfrm>
            <a:prstGeom prst="rect">
              <a:avLst/>
            </a:prstGeom>
            <a:solidFill>
              <a:srgbClr val="FFFF99"/>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24" name="Text Box 48"/>
            <p:cNvSpPr txBox="1">
              <a:spLocks noChangeArrowheads="1"/>
            </p:cNvSpPr>
            <p:nvPr/>
          </p:nvSpPr>
          <p:spPr bwMode="auto">
            <a:xfrm>
              <a:off x="4454525" y="5717837"/>
              <a:ext cx="1152525"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首部</a:t>
              </a:r>
              <a:endParaRPr kumimoji="1" lang="en-US" altLang="zh-CN" sz="1200" b="1" dirty="0">
                <a:latin typeface="微软雅黑" panose="020B0503020204020204" pitchFamily="34" charset="-122"/>
                <a:ea typeface="微软雅黑" panose="020B0503020204020204" pitchFamily="34" charset="-122"/>
              </a:endParaRPr>
            </a:p>
          </p:txBody>
        </p:sp>
        <p:sp>
          <p:nvSpPr>
            <p:cNvPr id="25" name="Text Box 48"/>
            <p:cNvSpPr txBox="1">
              <a:spLocks noChangeArrowheads="1"/>
            </p:cNvSpPr>
            <p:nvPr/>
          </p:nvSpPr>
          <p:spPr bwMode="auto">
            <a:xfrm>
              <a:off x="5418139" y="5715000"/>
              <a:ext cx="1152525" cy="29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UDP </a:t>
              </a:r>
              <a:r>
                <a:rPr kumimoji="1" lang="zh-CN" altLang="en-US" sz="1200" b="1">
                  <a:latin typeface="微软雅黑" panose="020B0503020204020204" pitchFamily="34" charset="-122"/>
                  <a:ea typeface="微软雅黑" panose="020B0503020204020204" pitchFamily="34" charset="-122"/>
                </a:rPr>
                <a:t>首部</a:t>
              </a:r>
              <a:endParaRPr kumimoji="1" lang="en-US" altLang="zh-CN" sz="1200" b="1">
                <a:latin typeface="微软雅黑" panose="020B0503020204020204" pitchFamily="34" charset="-122"/>
                <a:ea typeface="微软雅黑" panose="020B0503020204020204" pitchFamily="34" charset="-122"/>
              </a:endParaRPr>
            </a:p>
          </p:txBody>
        </p:sp>
        <p:sp>
          <p:nvSpPr>
            <p:cNvPr id="26" name="Text Box 68"/>
            <p:cNvSpPr txBox="1">
              <a:spLocks noChangeArrowheads="1"/>
            </p:cNvSpPr>
            <p:nvPr/>
          </p:nvSpPr>
          <p:spPr bwMode="auto">
            <a:xfrm>
              <a:off x="170998" y="5549951"/>
              <a:ext cx="1495828" cy="53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solidFill>
                    <a:srgbClr val="0000CC"/>
                  </a:solidFill>
                  <a:latin typeface="微软雅黑" panose="020B0503020204020204" pitchFamily="34" charset="-122"/>
                  <a:ea typeface="微软雅黑" panose="020B0503020204020204" pitchFamily="34" charset="-122"/>
                </a:rPr>
                <a:t>eNB</a:t>
              </a:r>
              <a:r>
                <a:rPr kumimoji="1" lang="en-US" altLang="zh-CN" sz="1200" b="1" dirty="0">
                  <a:solidFill>
                    <a:srgbClr val="0000CC"/>
                  </a:solidFill>
                  <a:latin typeface="微软雅黑" panose="020B0503020204020204" pitchFamily="34" charset="-122"/>
                  <a:ea typeface="微软雅黑" panose="020B0503020204020204" pitchFamily="34" charset="-122"/>
                </a:rPr>
                <a:t>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a:solidFill>
                    <a:srgbClr val="0000CC"/>
                  </a:solidFill>
                  <a:latin typeface="微软雅黑" panose="020B0503020204020204" pitchFamily="34" charset="-122"/>
                  <a:ea typeface="微软雅黑" panose="020B0503020204020204" pitchFamily="34" charset="-122"/>
                </a:rPr>
                <a:t>S-GW</a:t>
              </a:r>
            </a:p>
            <a:p>
              <a:pPr algn="ctr" eaLnBrk="1" hangingPunct="1"/>
              <a:r>
                <a:rPr kumimoji="1" lang="zh-CN" altLang="en-US" sz="1200" b="1" dirty="0">
                  <a:latin typeface="微软雅黑" panose="020B0503020204020204" pitchFamily="34" charset="-122"/>
                  <a:ea typeface="微软雅黑" panose="020B0503020204020204" pitchFamily="34" charset="-122"/>
                </a:rPr>
                <a:t>隧道传送的分组</a:t>
              </a:r>
              <a:endParaRPr kumimoji="1" lang="en-US" altLang="zh-CN" sz="1200" b="1" dirty="0">
                <a:latin typeface="微软雅黑" panose="020B0503020204020204" pitchFamily="34" charset="-122"/>
                <a:ea typeface="微软雅黑" panose="020B0503020204020204" pitchFamily="34" charset="-122"/>
              </a:endParaRPr>
            </a:p>
          </p:txBody>
        </p:sp>
        <p:sp>
          <p:nvSpPr>
            <p:cNvPr id="27" name="Text Box 48"/>
            <p:cNvSpPr txBox="1">
              <a:spLocks noChangeArrowheads="1"/>
            </p:cNvSpPr>
            <p:nvPr/>
          </p:nvSpPr>
          <p:spPr bwMode="auto">
            <a:xfrm>
              <a:off x="6372224" y="5713411"/>
              <a:ext cx="1207739"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S</a:t>
              </a:r>
              <a:r>
                <a:rPr kumimoji="1" lang="en-US" altLang="zh-CN" sz="1200" b="1" dirty="0">
                  <a:latin typeface="微软雅黑" panose="020B0503020204020204" pitchFamily="34" charset="-122"/>
                  <a:ea typeface="微软雅黑" panose="020B0503020204020204" pitchFamily="34" charset="-122"/>
                </a:rPr>
                <a:t> = </a:t>
              </a:r>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28" name="Text Box 48"/>
            <p:cNvSpPr txBox="1">
              <a:spLocks noChangeArrowheads="1"/>
            </p:cNvSpPr>
            <p:nvPr/>
          </p:nvSpPr>
          <p:spPr bwMode="auto">
            <a:xfrm>
              <a:off x="7369967" y="5711826"/>
              <a:ext cx="1369659" cy="27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dirty="0">
                  <a:latin typeface="微软雅黑" panose="020B0503020204020204" pitchFamily="34" charset="-122"/>
                  <a:ea typeface="微软雅黑" panose="020B0503020204020204" pitchFamily="34" charset="-122"/>
                </a:rPr>
                <a:t>IP</a:t>
              </a:r>
              <a:r>
                <a:rPr kumimoji="1" lang="en-US" altLang="zh-CN" sz="1100" b="1" baseline="-25000" dirty="0">
                  <a:latin typeface="微软雅黑" panose="020B0503020204020204" pitchFamily="34" charset="-122"/>
                  <a:ea typeface="微软雅黑" panose="020B0503020204020204" pitchFamily="34" charset="-122"/>
                </a:rPr>
                <a:t>D</a:t>
              </a:r>
              <a:r>
                <a:rPr kumimoji="1" lang="en-US" altLang="zh-CN" sz="1100" b="1" dirty="0">
                  <a:latin typeface="微软雅黑" panose="020B0503020204020204" pitchFamily="34" charset="-122"/>
                  <a:ea typeface="微软雅黑" panose="020B0503020204020204" pitchFamily="34" charset="-122"/>
                </a:rPr>
                <a:t> = S-GW</a:t>
              </a:r>
            </a:p>
          </p:txBody>
        </p:sp>
        <p:sp>
          <p:nvSpPr>
            <p:cNvPr id="29" name="Text Box 68"/>
            <p:cNvSpPr txBox="1">
              <a:spLocks noChangeArrowheads="1"/>
            </p:cNvSpPr>
            <p:nvPr/>
          </p:nvSpPr>
          <p:spPr bwMode="auto">
            <a:xfrm>
              <a:off x="7454900" y="5353389"/>
              <a:ext cx="1129092"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a:t>
              </a:r>
              <a:r>
                <a:rPr kumimoji="1" lang="en-US" altLang="zh-CN" sz="1200" b="1" dirty="0">
                  <a:latin typeface="微软雅黑" panose="020B0503020204020204" pitchFamily="34" charset="-122"/>
                  <a:ea typeface="微软雅黑" panose="020B0503020204020204" pitchFamily="34" charset="-122"/>
                </a:rPr>
                <a:t>IP</a:t>
              </a:r>
              <a:r>
                <a:rPr kumimoji="1" lang="zh-CN" altLang="en-US" sz="1200" b="1" dirty="0">
                  <a:latin typeface="微软雅黑" panose="020B0503020204020204" pitchFamily="34" charset="-122"/>
                  <a:ea typeface="微软雅黑" panose="020B0503020204020204" pitchFamily="34" charset="-122"/>
                </a:rPr>
                <a:t>地址</a:t>
              </a:r>
              <a:endParaRPr kumimoji="1" lang="en-US" altLang="zh-CN" sz="1200" b="1" dirty="0">
                <a:latin typeface="微软雅黑" panose="020B0503020204020204" pitchFamily="34" charset="-122"/>
                <a:ea typeface="微软雅黑" panose="020B0503020204020204" pitchFamily="34" charset="-122"/>
              </a:endParaRPr>
            </a:p>
          </p:txBody>
        </p:sp>
        <p:sp>
          <p:nvSpPr>
            <p:cNvPr id="30" name="Text Box 68"/>
            <p:cNvSpPr txBox="1">
              <a:spLocks noChangeArrowheads="1"/>
            </p:cNvSpPr>
            <p:nvPr/>
          </p:nvSpPr>
          <p:spPr bwMode="auto">
            <a:xfrm>
              <a:off x="6516687" y="5373688"/>
              <a:ext cx="946675"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源</a:t>
              </a:r>
              <a:r>
                <a:rPr kumimoji="1" lang="en-US" altLang="zh-CN" sz="1200" b="1" dirty="0">
                  <a:latin typeface="微软雅黑" panose="020B0503020204020204" pitchFamily="34" charset="-122"/>
                  <a:ea typeface="微软雅黑" panose="020B0503020204020204" pitchFamily="34" charset="-122"/>
                </a:rPr>
                <a:t>IP</a:t>
              </a:r>
              <a:r>
                <a:rPr kumimoji="1" lang="zh-CN" altLang="en-US" sz="1200" b="1" dirty="0">
                  <a:latin typeface="微软雅黑" panose="020B0503020204020204" pitchFamily="34" charset="-122"/>
                  <a:ea typeface="微软雅黑" panose="020B0503020204020204" pitchFamily="34" charset="-122"/>
                </a:rPr>
                <a:t>地址</a:t>
              </a:r>
              <a:endParaRPr kumimoji="1" lang="en-US" altLang="zh-CN" sz="1200" b="1" dirty="0">
                <a:latin typeface="微软雅黑" panose="020B0503020204020204" pitchFamily="34" charset="-122"/>
                <a:ea typeface="微软雅黑" panose="020B0503020204020204" pitchFamily="34" charset="-122"/>
              </a:endParaRPr>
            </a:p>
          </p:txBody>
        </p:sp>
        <p:cxnSp>
          <p:nvCxnSpPr>
            <p:cNvPr id="31" name="直接连接符 30"/>
            <p:cNvCxnSpPr/>
            <p:nvPr/>
          </p:nvCxnSpPr>
          <p:spPr>
            <a:xfrm>
              <a:off x="7380288" y="5661025"/>
              <a:ext cx="0" cy="3667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a:off x="6376988" y="5649913"/>
              <a:ext cx="0" cy="366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5457825" y="56594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bwMode="auto">
            <a:xfrm>
              <a:off x="8516938" y="5818188"/>
              <a:ext cx="430212"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35" name="矩形 34"/>
            <p:cNvSpPr/>
            <p:nvPr/>
          </p:nvSpPr>
          <p:spPr bwMode="auto">
            <a:xfrm flipH="1">
              <a:off x="1619250" y="6448425"/>
              <a:ext cx="2855913" cy="358775"/>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36" name="Text Box 48"/>
            <p:cNvSpPr txBox="1">
              <a:spLocks noChangeArrowheads="1"/>
            </p:cNvSpPr>
            <p:nvPr/>
          </p:nvSpPr>
          <p:spPr bwMode="auto">
            <a:xfrm>
              <a:off x="2713818" y="6509998"/>
              <a:ext cx="1136648"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S</a:t>
              </a:r>
              <a:r>
                <a:rPr kumimoji="1" lang="en-US" altLang="zh-CN" sz="1200" b="1">
                  <a:latin typeface="微软雅黑" panose="020B0503020204020204" pitchFamily="34" charset="-122"/>
                  <a:ea typeface="微软雅黑" panose="020B0503020204020204" pitchFamily="34" charset="-122"/>
                </a:rPr>
                <a:t> = UE</a:t>
              </a:r>
            </a:p>
          </p:txBody>
        </p:sp>
        <p:cxnSp>
          <p:nvCxnSpPr>
            <p:cNvPr id="37" name="直接连接符 36"/>
            <p:cNvCxnSpPr/>
            <p:nvPr/>
          </p:nvCxnSpPr>
          <p:spPr>
            <a:xfrm>
              <a:off x="3614738"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p:cNvCxnSpPr/>
            <p:nvPr/>
          </p:nvCxnSpPr>
          <p:spPr>
            <a:xfrm>
              <a:off x="2768600"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Text Box 48"/>
            <p:cNvSpPr txBox="1">
              <a:spLocks noChangeArrowheads="1"/>
            </p:cNvSpPr>
            <p:nvPr/>
          </p:nvSpPr>
          <p:spPr bwMode="auto">
            <a:xfrm>
              <a:off x="3559173" y="6509999"/>
              <a:ext cx="1060450"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D</a:t>
              </a:r>
              <a:r>
                <a:rPr kumimoji="1" lang="en-US" altLang="zh-CN" sz="1200" b="1">
                  <a:latin typeface="微软雅黑" panose="020B0503020204020204" pitchFamily="34" charset="-122"/>
                  <a:ea typeface="微软雅黑" panose="020B0503020204020204" pitchFamily="34" charset="-122"/>
                </a:rPr>
                <a:t> = BD</a:t>
              </a:r>
            </a:p>
          </p:txBody>
        </p:sp>
        <p:sp>
          <p:nvSpPr>
            <p:cNvPr id="40" name="矩形 39"/>
            <p:cNvSpPr/>
            <p:nvPr/>
          </p:nvSpPr>
          <p:spPr bwMode="auto">
            <a:xfrm flipH="1">
              <a:off x="4475163" y="6448425"/>
              <a:ext cx="4051300" cy="358775"/>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41" name="Text Box 48"/>
            <p:cNvSpPr txBox="1">
              <a:spLocks noChangeArrowheads="1"/>
            </p:cNvSpPr>
            <p:nvPr/>
          </p:nvSpPr>
          <p:spPr bwMode="auto">
            <a:xfrm>
              <a:off x="4449763" y="6509999"/>
              <a:ext cx="1152525"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GTP </a:t>
              </a:r>
              <a:r>
                <a:rPr kumimoji="1" lang="zh-CN" altLang="en-US" sz="1200" b="1">
                  <a:latin typeface="微软雅黑" panose="020B0503020204020204" pitchFamily="34" charset="-122"/>
                  <a:ea typeface="微软雅黑" panose="020B0503020204020204" pitchFamily="34" charset="-122"/>
                </a:rPr>
                <a:t>首部</a:t>
              </a:r>
              <a:endParaRPr kumimoji="1" lang="en-US" altLang="zh-CN" sz="1200" b="1">
                <a:latin typeface="微软雅黑" panose="020B0503020204020204" pitchFamily="34" charset="-122"/>
                <a:ea typeface="微软雅黑" panose="020B0503020204020204" pitchFamily="34" charset="-122"/>
              </a:endParaRPr>
            </a:p>
          </p:txBody>
        </p:sp>
        <p:sp>
          <p:nvSpPr>
            <p:cNvPr id="42" name="Text Box 48"/>
            <p:cNvSpPr txBox="1">
              <a:spLocks noChangeArrowheads="1"/>
            </p:cNvSpPr>
            <p:nvPr/>
          </p:nvSpPr>
          <p:spPr bwMode="auto">
            <a:xfrm>
              <a:off x="5413373" y="6508750"/>
              <a:ext cx="1152525" cy="29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UDP </a:t>
              </a:r>
              <a:r>
                <a:rPr kumimoji="1" lang="zh-CN" altLang="en-US" sz="1200" b="1" dirty="0">
                  <a:latin typeface="微软雅黑" panose="020B0503020204020204" pitchFamily="34" charset="-122"/>
                  <a:ea typeface="微软雅黑" panose="020B0503020204020204" pitchFamily="34" charset="-122"/>
                </a:rPr>
                <a:t>首部</a:t>
              </a:r>
              <a:endParaRPr kumimoji="1" lang="en-US" altLang="zh-CN" sz="1200" b="1" dirty="0">
                <a:latin typeface="微软雅黑" panose="020B0503020204020204" pitchFamily="34" charset="-122"/>
                <a:ea typeface="微软雅黑" panose="020B0503020204020204" pitchFamily="34" charset="-122"/>
              </a:endParaRPr>
            </a:p>
          </p:txBody>
        </p:sp>
        <p:sp>
          <p:nvSpPr>
            <p:cNvPr id="43" name="Text Box 68"/>
            <p:cNvSpPr txBox="1">
              <a:spLocks noChangeArrowheads="1"/>
            </p:cNvSpPr>
            <p:nvPr/>
          </p:nvSpPr>
          <p:spPr bwMode="auto">
            <a:xfrm>
              <a:off x="96890" y="6342118"/>
              <a:ext cx="1569936" cy="53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solidFill>
                    <a:srgbClr val="0000CC"/>
                  </a:solidFill>
                  <a:latin typeface="微软雅黑" panose="020B0503020204020204" pitchFamily="34" charset="-122"/>
                  <a:ea typeface="微软雅黑" panose="020B0503020204020204" pitchFamily="34" charset="-122"/>
                </a:rPr>
                <a:t>S-GW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a:solidFill>
                    <a:srgbClr val="0000CC"/>
                  </a:solidFill>
                  <a:latin typeface="微软雅黑" panose="020B0503020204020204" pitchFamily="34" charset="-122"/>
                  <a:ea typeface="微软雅黑" panose="020B0503020204020204" pitchFamily="34" charset="-122"/>
                </a:rPr>
                <a:t>P-GW</a:t>
              </a:r>
            </a:p>
            <a:p>
              <a:pPr algn="ctr" eaLnBrk="1" hangingPunct="1"/>
              <a:r>
                <a:rPr kumimoji="1" lang="zh-CN" altLang="en-US" sz="1200" b="1" dirty="0">
                  <a:latin typeface="微软雅黑" panose="020B0503020204020204" pitchFamily="34" charset="-122"/>
                  <a:ea typeface="微软雅黑" panose="020B0503020204020204" pitchFamily="34" charset="-122"/>
                </a:rPr>
                <a:t>隧道传送的分组</a:t>
              </a:r>
              <a:endParaRPr kumimoji="1" lang="en-US" altLang="zh-CN" sz="1200" b="1" dirty="0">
                <a:latin typeface="微软雅黑" panose="020B0503020204020204" pitchFamily="34" charset="-122"/>
                <a:ea typeface="微软雅黑" panose="020B0503020204020204" pitchFamily="34" charset="-122"/>
              </a:endParaRPr>
            </a:p>
          </p:txBody>
        </p:sp>
        <p:sp>
          <p:nvSpPr>
            <p:cNvPr id="44" name="Text Box 48"/>
            <p:cNvSpPr txBox="1">
              <a:spLocks noChangeArrowheads="1"/>
            </p:cNvSpPr>
            <p:nvPr/>
          </p:nvSpPr>
          <p:spPr bwMode="auto">
            <a:xfrm>
              <a:off x="6308724" y="6505576"/>
              <a:ext cx="1360483" cy="27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dirty="0">
                  <a:latin typeface="微软雅黑" panose="020B0503020204020204" pitchFamily="34" charset="-122"/>
                  <a:ea typeface="微软雅黑" panose="020B0503020204020204" pitchFamily="34" charset="-122"/>
                </a:rPr>
                <a:t>IP</a:t>
              </a:r>
              <a:r>
                <a:rPr kumimoji="1" lang="en-US" altLang="zh-CN" sz="1100" b="1" baseline="-25000" dirty="0">
                  <a:latin typeface="微软雅黑" panose="020B0503020204020204" pitchFamily="34" charset="-122"/>
                  <a:ea typeface="微软雅黑" panose="020B0503020204020204" pitchFamily="34" charset="-122"/>
                </a:rPr>
                <a:t>S</a:t>
              </a:r>
              <a:r>
                <a:rPr kumimoji="1" lang="en-US" altLang="zh-CN" sz="1100" b="1" dirty="0">
                  <a:latin typeface="微软雅黑" panose="020B0503020204020204" pitchFamily="34" charset="-122"/>
                  <a:ea typeface="微软雅黑" panose="020B0503020204020204" pitchFamily="34" charset="-122"/>
                </a:rPr>
                <a:t> = S-GW</a:t>
              </a:r>
            </a:p>
          </p:txBody>
        </p:sp>
        <p:sp>
          <p:nvSpPr>
            <p:cNvPr id="45" name="Text Box 48"/>
            <p:cNvSpPr txBox="1">
              <a:spLocks noChangeArrowheads="1"/>
            </p:cNvSpPr>
            <p:nvPr/>
          </p:nvSpPr>
          <p:spPr bwMode="auto">
            <a:xfrm>
              <a:off x="7369967" y="6505576"/>
              <a:ext cx="1369659" cy="27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a:latin typeface="微软雅黑" panose="020B0503020204020204" pitchFamily="34" charset="-122"/>
                  <a:ea typeface="微软雅黑" panose="020B0503020204020204" pitchFamily="34" charset="-122"/>
                </a:rPr>
                <a:t>IP</a:t>
              </a:r>
              <a:r>
                <a:rPr kumimoji="1" lang="en-US" altLang="zh-CN" sz="1100" b="1" baseline="-25000">
                  <a:latin typeface="微软雅黑" panose="020B0503020204020204" pitchFamily="34" charset="-122"/>
                  <a:ea typeface="微软雅黑" panose="020B0503020204020204" pitchFamily="34" charset="-122"/>
                </a:rPr>
                <a:t>D</a:t>
              </a:r>
              <a:r>
                <a:rPr kumimoji="1" lang="en-US" altLang="zh-CN" sz="1100" b="1">
                  <a:latin typeface="微软雅黑" panose="020B0503020204020204" pitchFamily="34" charset="-122"/>
                  <a:ea typeface="微软雅黑" panose="020B0503020204020204" pitchFamily="34" charset="-122"/>
                </a:rPr>
                <a:t> = P-GW</a:t>
              </a:r>
            </a:p>
          </p:txBody>
        </p:sp>
        <p:sp>
          <p:nvSpPr>
            <p:cNvPr id="46" name="Text Box 68"/>
            <p:cNvSpPr txBox="1">
              <a:spLocks noChangeArrowheads="1"/>
            </p:cNvSpPr>
            <p:nvPr/>
          </p:nvSpPr>
          <p:spPr bwMode="auto">
            <a:xfrm>
              <a:off x="7454901" y="6145550"/>
              <a:ext cx="1129092"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a:t>
              </a:r>
              <a:r>
                <a:rPr kumimoji="1" lang="en-US" altLang="zh-CN" sz="1200" b="1" dirty="0">
                  <a:latin typeface="微软雅黑" panose="020B0503020204020204" pitchFamily="34" charset="-122"/>
                  <a:ea typeface="微软雅黑" panose="020B0503020204020204" pitchFamily="34" charset="-122"/>
                </a:rPr>
                <a:t>IP</a:t>
              </a:r>
              <a:r>
                <a:rPr kumimoji="1" lang="zh-CN" altLang="en-US" sz="1200" b="1" dirty="0">
                  <a:latin typeface="微软雅黑" panose="020B0503020204020204" pitchFamily="34" charset="-122"/>
                  <a:ea typeface="微软雅黑" panose="020B0503020204020204" pitchFamily="34" charset="-122"/>
                </a:rPr>
                <a:t>地址</a:t>
              </a:r>
              <a:endParaRPr kumimoji="1" lang="en-US" altLang="zh-CN" sz="1200" b="1" dirty="0">
                <a:latin typeface="微软雅黑" panose="020B0503020204020204" pitchFamily="34" charset="-122"/>
                <a:ea typeface="微软雅黑" panose="020B0503020204020204" pitchFamily="34" charset="-122"/>
              </a:endParaRPr>
            </a:p>
          </p:txBody>
        </p:sp>
        <p:sp>
          <p:nvSpPr>
            <p:cNvPr id="47" name="Text Box 68"/>
            <p:cNvSpPr txBox="1">
              <a:spLocks noChangeArrowheads="1"/>
            </p:cNvSpPr>
            <p:nvPr/>
          </p:nvSpPr>
          <p:spPr bwMode="auto">
            <a:xfrm>
              <a:off x="6511925" y="6165849"/>
              <a:ext cx="946675"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源</a:t>
              </a:r>
              <a:r>
                <a:rPr kumimoji="1" lang="en-US" altLang="zh-CN" sz="1200" b="1" dirty="0">
                  <a:latin typeface="微软雅黑" panose="020B0503020204020204" pitchFamily="34" charset="-122"/>
                  <a:ea typeface="微软雅黑" panose="020B0503020204020204" pitchFamily="34" charset="-122"/>
                </a:rPr>
                <a:t>IP</a:t>
              </a:r>
              <a:r>
                <a:rPr kumimoji="1" lang="zh-CN" altLang="en-US" sz="1200" b="1" dirty="0">
                  <a:latin typeface="微软雅黑" panose="020B0503020204020204" pitchFamily="34" charset="-122"/>
                  <a:ea typeface="微软雅黑" panose="020B0503020204020204" pitchFamily="34" charset="-122"/>
                </a:rPr>
                <a:t>地址</a:t>
              </a:r>
              <a:endParaRPr kumimoji="1" lang="en-US" altLang="zh-CN" sz="1200" b="1" dirty="0">
                <a:latin typeface="微软雅黑" panose="020B0503020204020204" pitchFamily="34" charset="-122"/>
                <a:ea typeface="微软雅黑" panose="020B0503020204020204" pitchFamily="34" charset="-122"/>
              </a:endParaRPr>
            </a:p>
          </p:txBody>
        </p:sp>
        <p:cxnSp>
          <p:nvCxnSpPr>
            <p:cNvPr id="48" name="直接连接符 47"/>
            <p:cNvCxnSpPr/>
            <p:nvPr/>
          </p:nvCxnSpPr>
          <p:spPr>
            <a:xfrm>
              <a:off x="7421563"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连接符 48"/>
            <p:cNvCxnSpPr/>
            <p:nvPr/>
          </p:nvCxnSpPr>
          <p:spPr>
            <a:xfrm>
              <a:off x="6370638" y="644207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a:off x="5451475" y="6451600"/>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bwMode="auto">
            <a:xfrm>
              <a:off x="8524875" y="6616700"/>
              <a:ext cx="430213"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64"/>
            <p:cNvSpPr txBox="1">
              <a:spLocks noChangeArrowheads="1"/>
            </p:cNvSpPr>
            <p:nvPr/>
          </p:nvSpPr>
          <p:spPr bwMode="auto">
            <a:xfrm flipH="1">
              <a:off x="-200866" y="4797425"/>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dirty="0">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3" name="Text Box 562"/>
            <p:cNvSpPr txBox="1">
              <a:spLocks noChangeArrowheads="1"/>
            </p:cNvSpPr>
            <p:nvPr/>
          </p:nvSpPr>
          <p:spPr bwMode="auto">
            <a:xfrm flipH="1">
              <a:off x="-200866" y="5521325"/>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4" name="Text Box 563"/>
            <p:cNvSpPr txBox="1">
              <a:spLocks noChangeArrowheads="1"/>
            </p:cNvSpPr>
            <p:nvPr/>
          </p:nvSpPr>
          <p:spPr bwMode="auto">
            <a:xfrm flipH="1">
              <a:off x="-200866" y="6316661"/>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grpSp>
          <p:nvGrpSpPr>
            <p:cNvPr id="55" name="组合 160"/>
            <p:cNvGrpSpPr>
              <a:grpSpLocks/>
            </p:cNvGrpSpPr>
            <p:nvPr/>
          </p:nvGrpSpPr>
          <p:grpSpPr bwMode="auto">
            <a:xfrm>
              <a:off x="4782617" y="3644900"/>
              <a:ext cx="743353" cy="576263"/>
              <a:chOff x="4782747" y="3501008"/>
              <a:chExt cx="742688" cy="576064"/>
            </a:xfrm>
          </p:grpSpPr>
          <p:sp>
            <p:nvSpPr>
              <p:cNvPr id="56" name="矩形 55"/>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57" name="Text Box 544"/>
              <p:cNvSpPr txBox="1">
                <a:spLocks noChangeArrowheads="1"/>
              </p:cNvSpPr>
              <p:nvPr/>
            </p:nvSpPr>
            <p:spPr bwMode="auto">
              <a:xfrm>
                <a:off x="4782747" y="3643512"/>
                <a:ext cx="742688"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grpSp>
        <p:grpSp>
          <p:nvGrpSpPr>
            <p:cNvPr id="58" name="组合 161"/>
            <p:cNvGrpSpPr>
              <a:grpSpLocks/>
            </p:cNvGrpSpPr>
            <p:nvPr/>
          </p:nvGrpSpPr>
          <p:grpSpPr bwMode="auto">
            <a:xfrm>
              <a:off x="395288" y="3644900"/>
              <a:ext cx="720725" cy="576263"/>
              <a:chOff x="4788024" y="3501008"/>
              <a:chExt cx="720080" cy="576064"/>
            </a:xfrm>
          </p:grpSpPr>
          <p:sp>
            <p:nvSpPr>
              <p:cNvPr id="59" name="矩形 58"/>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0" name="Text Box 544"/>
              <p:cNvSpPr txBox="1">
                <a:spLocks noChangeArrowheads="1"/>
              </p:cNvSpPr>
              <p:nvPr/>
            </p:nvSpPr>
            <p:spPr bwMode="auto">
              <a:xfrm>
                <a:off x="4921338" y="3643512"/>
                <a:ext cx="465508"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grpSp>
        <p:grpSp>
          <p:nvGrpSpPr>
            <p:cNvPr id="61" name="组合 168"/>
            <p:cNvGrpSpPr>
              <a:grpSpLocks/>
            </p:cNvGrpSpPr>
            <p:nvPr/>
          </p:nvGrpSpPr>
          <p:grpSpPr bwMode="auto">
            <a:xfrm>
              <a:off x="6793995" y="3644900"/>
              <a:ext cx="752855" cy="576263"/>
              <a:chOff x="4778001" y="3501008"/>
              <a:chExt cx="752181" cy="576064"/>
            </a:xfrm>
          </p:grpSpPr>
          <p:sp>
            <p:nvSpPr>
              <p:cNvPr id="62" name="矩形 61"/>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3" name="Text Box 544"/>
              <p:cNvSpPr txBox="1">
                <a:spLocks noChangeArrowheads="1"/>
              </p:cNvSpPr>
              <p:nvPr/>
            </p:nvSpPr>
            <p:spPr bwMode="auto">
              <a:xfrm>
                <a:off x="4778001" y="3643512"/>
                <a:ext cx="752181"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grpSp>
        <p:grpSp>
          <p:nvGrpSpPr>
            <p:cNvPr id="64" name="组合 183"/>
            <p:cNvGrpSpPr>
              <a:grpSpLocks/>
            </p:cNvGrpSpPr>
            <p:nvPr/>
          </p:nvGrpSpPr>
          <p:grpSpPr bwMode="auto">
            <a:xfrm>
              <a:off x="2339975" y="3644900"/>
              <a:ext cx="719138" cy="576263"/>
              <a:chOff x="4788024" y="3501008"/>
              <a:chExt cx="720080" cy="576064"/>
            </a:xfrm>
          </p:grpSpPr>
          <p:sp>
            <p:nvSpPr>
              <p:cNvPr id="65" name="矩形 64"/>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6" name="Text Box 544"/>
              <p:cNvSpPr txBox="1">
                <a:spLocks noChangeArrowheads="1"/>
              </p:cNvSpPr>
              <p:nvPr/>
            </p:nvSpPr>
            <p:spPr bwMode="auto">
              <a:xfrm>
                <a:off x="4851375" y="3643512"/>
                <a:ext cx="605432"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zh-CN" altLang="en-US" sz="1200" b="1">
                  <a:latin typeface="微软雅黑" panose="020B0503020204020204" pitchFamily="34" charset="-122"/>
                  <a:ea typeface="微软雅黑" panose="020B0503020204020204" pitchFamily="34" charset="-122"/>
                </a:endParaRPr>
              </a:p>
            </p:txBody>
          </p:sp>
        </p:grpSp>
        <p:grpSp>
          <p:nvGrpSpPr>
            <p:cNvPr id="67" name="Group 206"/>
            <p:cNvGrpSpPr>
              <a:grpSpLocks/>
            </p:cNvGrpSpPr>
            <p:nvPr/>
          </p:nvGrpSpPr>
          <p:grpSpPr bwMode="auto">
            <a:xfrm>
              <a:off x="8288338" y="3621088"/>
              <a:ext cx="847725" cy="561975"/>
              <a:chOff x="912" y="768"/>
              <a:chExt cx="2400" cy="1584"/>
            </a:xfrm>
          </p:grpSpPr>
          <p:sp>
            <p:nvSpPr>
              <p:cNvPr id="68" name="Oval 207"/>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9" name="Oval 208"/>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0" name="Oval 209"/>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1" name="Oval 210"/>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2" name="Oval 211"/>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3" name="Oval 212"/>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4" name="Oval 213"/>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5" name="Oval 214"/>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6" name="Oval 215"/>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77" name="Group 216"/>
              <p:cNvGrpSpPr>
                <a:grpSpLocks/>
              </p:cNvGrpSpPr>
              <p:nvPr/>
            </p:nvGrpSpPr>
            <p:grpSpPr bwMode="auto">
              <a:xfrm>
                <a:off x="912" y="768"/>
                <a:ext cx="2386" cy="1553"/>
                <a:chOff x="912" y="768"/>
                <a:chExt cx="2386" cy="1553"/>
              </a:xfrm>
            </p:grpSpPr>
            <p:sp>
              <p:nvSpPr>
                <p:cNvPr id="78" name="Oval 217"/>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9" name="Oval 218"/>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0" name="Oval 219"/>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1" name="Oval 220"/>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2" name="Oval 221"/>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3" name="Oval 222"/>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4" name="Oval 223"/>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5" name="Oval 224"/>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Oval 225"/>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7" name="Text Box 426"/>
            <p:cNvSpPr txBox="1">
              <a:spLocks noChangeArrowheads="1"/>
            </p:cNvSpPr>
            <p:nvPr/>
          </p:nvSpPr>
          <p:spPr bwMode="auto">
            <a:xfrm>
              <a:off x="8316913" y="3738563"/>
              <a:ext cx="766156" cy="3228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88" name="Text Box 68"/>
            <p:cNvSpPr txBox="1">
              <a:spLocks noChangeArrowheads="1"/>
            </p:cNvSpPr>
            <p:nvPr/>
          </p:nvSpPr>
          <p:spPr bwMode="auto">
            <a:xfrm>
              <a:off x="5518180" y="3419526"/>
              <a:ext cx="1007327"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隧道</a:t>
              </a:r>
              <a:endParaRPr kumimoji="1" lang="en-US" altLang="zh-CN" sz="1200" b="1" dirty="0">
                <a:latin typeface="微软雅黑" panose="020B0503020204020204" pitchFamily="34" charset="-122"/>
                <a:ea typeface="微软雅黑" panose="020B0503020204020204" pitchFamily="34" charset="-122"/>
              </a:endParaRPr>
            </a:p>
          </p:txBody>
        </p:sp>
        <p:sp>
          <p:nvSpPr>
            <p:cNvPr id="89" name="Text Box 68"/>
            <p:cNvSpPr txBox="1">
              <a:spLocks noChangeArrowheads="1"/>
            </p:cNvSpPr>
            <p:nvPr/>
          </p:nvSpPr>
          <p:spPr bwMode="auto">
            <a:xfrm>
              <a:off x="3193329" y="3416016"/>
              <a:ext cx="1007327"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隧道</a:t>
              </a:r>
              <a:endParaRPr kumimoji="1" lang="en-US" altLang="zh-CN" sz="1200" b="1" dirty="0">
                <a:latin typeface="微软雅黑" panose="020B0503020204020204" pitchFamily="34" charset="-122"/>
                <a:ea typeface="微软雅黑" panose="020B0503020204020204" pitchFamily="34" charset="-122"/>
              </a:endParaRPr>
            </a:p>
          </p:txBody>
        </p:sp>
        <p:sp>
          <p:nvSpPr>
            <p:cNvPr id="90" name="Text Box 564"/>
            <p:cNvSpPr txBox="1">
              <a:spLocks noChangeArrowheads="1"/>
            </p:cNvSpPr>
            <p:nvPr/>
          </p:nvSpPr>
          <p:spPr bwMode="auto">
            <a:xfrm flipH="1">
              <a:off x="5894386" y="36033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1" name="Text Box 564"/>
            <p:cNvSpPr txBox="1">
              <a:spLocks noChangeArrowheads="1"/>
            </p:cNvSpPr>
            <p:nvPr/>
          </p:nvSpPr>
          <p:spPr bwMode="auto">
            <a:xfrm flipH="1">
              <a:off x="3659188" y="3600166"/>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2" name="Text Box 564"/>
            <p:cNvSpPr txBox="1">
              <a:spLocks noChangeArrowheads="1"/>
            </p:cNvSpPr>
            <p:nvPr/>
          </p:nvSpPr>
          <p:spPr bwMode="auto">
            <a:xfrm flipH="1">
              <a:off x="7742239" y="355888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3" name="Text Box 564"/>
            <p:cNvSpPr txBox="1">
              <a:spLocks noChangeArrowheads="1"/>
            </p:cNvSpPr>
            <p:nvPr/>
          </p:nvSpPr>
          <p:spPr bwMode="auto">
            <a:xfrm flipH="1">
              <a:off x="1485900" y="35779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4" name="Text Box 562"/>
            <p:cNvSpPr txBox="1">
              <a:spLocks noChangeArrowheads="1"/>
            </p:cNvSpPr>
            <p:nvPr/>
          </p:nvSpPr>
          <p:spPr bwMode="auto">
            <a:xfrm flipH="1">
              <a:off x="4037032" y="33417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dirty="0">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5" name="Text Box 563"/>
            <p:cNvSpPr txBox="1">
              <a:spLocks noChangeArrowheads="1"/>
            </p:cNvSpPr>
            <p:nvPr/>
          </p:nvSpPr>
          <p:spPr bwMode="auto">
            <a:xfrm flipH="1">
              <a:off x="6342082" y="33417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cxnSp>
          <p:nvCxnSpPr>
            <p:cNvPr id="96" name="直接连接符 95"/>
            <p:cNvCxnSpPr/>
            <p:nvPr/>
          </p:nvCxnSpPr>
          <p:spPr>
            <a:xfrm>
              <a:off x="1619250" y="4495800"/>
              <a:ext cx="2881313"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7" name="Text Box 68"/>
            <p:cNvSpPr txBox="1">
              <a:spLocks noChangeArrowheads="1"/>
            </p:cNvSpPr>
            <p:nvPr/>
          </p:nvSpPr>
          <p:spPr bwMode="auto">
            <a:xfrm>
              <a:off x="2111377" y="4351338"/>
              <a:ext cx="1723849" cy="290537"/>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cs typeface="Times New Roman" panose="02020603050405020304" pitchFamily="18" charset="0"/>
                </a:rPr>
                <a:t>UE </a:t>
              </a:r>
              <a:r>
                <a:rPr kumimoji="1" lang="zh-CN" altLang="en-US" sz="1200" b="1" dirty="0">
                  <a:latin typeface="微软雅黑" panose="020B0503020204020204" pitchFamily="34" charset="-122"/>
                  <a:ea typeface="微软雅黑" panose="020B0503020204020204" pitchFamily="34" charset="-122"/>
                </a:rPr>
                <a:t>发送的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分组</a:t>
              </a:r>
              <a:endParaRPr kumimoji="1" lang="en-US" altLang="zh-CN" sz="1200" b="1" dirty="0">
                <a:latin typeface="微软雅黑" panose="020B0503020204020204" pitchFamily="34" charset="-122"/>
                <a:ea typeface="微软雅黑" panose="020B0503020204020204" pitchFamily="34" charset="-122"/>
              </a:endParaRPr>
            </a:p>
          </p:txBody>
        </p:sp>
        <p:cxnSp>
          <p:nvCxnSpPr>
            <p:cNvPr id="98" name="直接连接符 97"/>
            <p:cNvCxnSpPr/>
            <p:nvPr/>
          </p:nvCxnSpPr>
          <p:spPr>
            <a:xfrm flipH="1">
              <a:off x="1619250" y="4457310"/>
              <a:ext cx="3174" cy="471487"/>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flipH="1">
              <a:off x="4476750" y="4445287"/>
              <a:ext cx="1588" cy="471487"/>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00" name="下箭头 99"/>
            <p:cNvSpPr/>
            <p:nvPr/>
          </p:nvSpPr>
          <p:spPr>
            <a:xfrm>
              <a:off x="2961476" y="5478774"/>
              <a:ext cx="183361" cy="221054"/>
            </a:xfrm>
            <a:prstGeom prst="downArrow">
              <a:avLst>
                <a:gd name="adj1" fmla="val 50000"/>
                <a:gd name="adj2" fmla="val 55825"/>
              </a:avLst>
            </a:prstGeom>
            <a:solidFill>
              <a:srgbClr val="0000CC"/>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01" name="左大括号 100"/>
            <p:cNvSpPr/>
            <p:nvPr/>
          </p:nvSpPr>
          <p:spPr>
            <a:xfrm rot="16200000">
              <a:off x="2972594" y="3969544"/>
              <a:ext cx="144463" cy="2867025"/>
            </a:xfrm>
            <a:prstGeom prst="leftBrace">
              <a:avLst>
                <a:gd name="adj1" fmla="val 5137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102" name="直接连接符 101"/>
            <p:cNvCxnSpPr/>
            <p:nvPr/>
          </p:nvCxnSpPr>
          <p:spPr bwMode="auto">
            <a:xfrm>
              <a:off x="4954588" y="5579042"/>
              <a:ext cx="0" cy="183356"/>
            </a:xfrm>
            <a:prstGeom prst="line">
              <a:avLst/>
            </a:prstGeom>
            <a:ln w="28575">
              <a:solidFill>
                <a:srgbClr val="C00000"/>
              </a:solidFill>
              <a:headEnd type="none" w="sm" len="lg"/>
              <a:tailEnd type="triangle" w="sm" len="sm"/>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bwMode="auto">
            <a:xfrm>
              <a:off x="4953000" y="6366441"/>
              <a:ext cx="0" cy="183356"/>
            </a:xfrm>
            <a:prstGeom prst="line">
              <a:avLst/>
            </a:prstGeom>
            <a:ln w="28575">
              <a:solidFill>
                <a:srgbClr val="C00000"/>
              </a:solidFill>
              <a:headEnd type="none" w="sm" len="lg"/>
              <a:tailEnd type="triangle" w="sm" len="sm"/>
            </a:ln>
          </p:spPr>
          <p:style>
            <a:lnRef idx="1">
              <a:schemeClr val="accent1"/>
            </a:lnRef>
            <a:fillRef idx="0">
              <a:schemeClr val="accent1"/>
            </a:fillRef>
            <a:effectRef idx="0">
              <a:schemeClr val="accent1"/>
            </a:effectRef>
            <a:fontRef idx="minor">
              <a:schemeClr val="tx1"/>
            </a:fontRef>
          </p:style>
        </p:cxnSp>
        <p:sp>
          <p:nvSpPr>
            <p:cNvPr id="104" name="Text Box 48"/>
            <p:cNvSpPr txBox="1">
              <a:spLocks noChangeArrowheads="1"/>
            </p:cNvSpPr>
            <p:nvPr/>
          </p:nvSpPr>
          <p:spPr bwMode="auto">
            <a:xfrm>
              <a:off x="4621214" y="5354639"/>
              <a:ext cx="720726" cy="29053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0000CC"/>
                  </a:solidFill>
                  <a:latin typeface="微软雅黑" panose="020B0503020204020204" pitchFamily="34" charset="-122"/>
                  <a:ea typeface="微软雅黑" panose="020B0503020204020204" pitchFamily="34" charset="-122"/>
                </a:rPr>
                <a:t>TEID</a:t>
              </a:r>
              <a:r>
                <a:rPr kumimoji="1"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105" name="Text Box 48"/>
            <p:cNvSpPr txBox="1">
              <a:spLocks noChangeArrowheads="1"/>
            </p:cNvSpPr>
            <p:nvPr/>
          </p:nvSpPr>
          <p:spPr bwMode="auto">
            <a:xfrm>
              <a:off x="4621214" y="6145213"/>
              <a:ext cx="720726" cy="29053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CC00CC"/>
                  </a:solidFill>
                  <a:latin typeface="微软雅黑" panose="020B0503020204020204" pitchFamily="34" charset="-122"/>
                  <a:ea typeface="微软雅黑" panose="020B0503020204020204" pitchFamily="34" charset="-122"/>
                </a:rPr>
                <a:t>TEID</a:t>
              </a:r>
              <a:r>
                <a:rPr kumimoji="1" lang="en-US" altLang="zh-CN" sz="1200" b="1" baseline="-25000" dirty="0">
                  <a:solidFill>
                    <a:srgbClr val="CC00CC"/>
                  </a:solidFill>
                  <a:latin typeface="微软雅黑" panose="020B0503020204020204" pitchFamily="34" charset="-122"/>
                  <a:ea typeface="微软雅黑" panose="020B0503020204020204" pitchFamily="34" charset="-122"/>
                </a:rPr>
                <a:t>2</a:t>
              </a:r>
            </a:p>
          </p:txBody>
        </p:sp>
      </p:grpSp>
      <p:sp>
        <p:nvSpPr>
          <p:cNvPr id="107" name="AutoShape 5">
            <a:extLst>
              <a:ext uri="{FF2B5EF4-FFF2-40B4-BE49-F238E27FC236}">
                <a16:creationId xmlns:a16="http://schemas.microsoft.com/office/drawing/2014/main" id="{F3E7E965-C2FE-4FE5-7465-74853F1C3A52}"/>
              </a:ext>
            </a:extLst>
          </p:cNvPr>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 name="Rectangle 6">
            <a:extLst>
              <a:ext uri="{FF2B5EF4-FFF2-40B4-BE49-F238E27FC236}">
                <a16:creationId xmlns:a16="http://schemas.microsoft.com/office/drawing/2014/main" id="{9400BFF3-6AFA-F769-1C8E-E4055CFC5B9F}"/>
              </a:ext>
            </a:extLst>
          </p:cNvPr>
          <p:cNvSpPr>
            <a:spLocks noChangeArrowheads="1"/>
          </p:cNvSpPr>
          <p:nvPr/>
        </p:nvSpPr>
        <p:spPr bwMode="auto">
          <a:xfrm>
            <a:off x="1585785" y="585623"/>
            <a:ext cx="59586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假定用户设备</a:t>
            </a:r>
            <a:r>
              <a:rPr lang="en-US" altLang="zh-CN" sz="2000" b="1" dirty="0">
                <a:solidFill>
                  <a:schemeClr val="bg1"/>
                </a:solidFill>
                <a:latin typeface="微软雅黑" pitchFamily="34" charset="-122"/>
                <a:ea typeface="微软雅黑" pitchFamily="34" charset="-122"/>
              </a:rPr>
              <a:t>UE</a:t>
            </a:r>
            <a:r>
              <a:rPr lang="zh-CN" altLang="en-US" sz="2000" b="1" dirty="0">
                <a:solidFill>
                  <a:schemeClr val="bg1"/>
                </a:solidFill>
                <a:latin typeface="微软雅黑" pitchFamily="34" charset="-122"/>
                <a:ea typeface="微软雅黑" pitchFamily="34" charset="-122"/>
              </a:rPr>
              <a:t>要访问互联网中的百度网站</a:t>
            </a:r>
            <a:r>
              <a:rPr lang="en-US" altLang="zh-CN" sz="2000" b="1" dirty="0">
                <a:solidFill>
                  <a:schemeClr val="bg1"/>
                </a:solidFill>
                <a:latin typeface="微软雅黑" pitchFamily="34" charset="-122"/>
                <a:ea typeface="微软雅黑" pitchFamily="34" charset="-122"/>
              </a:rPr>
              <a:t>BD</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370452105"/>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a:t>
            </a:r>
            <a:r>
              <a:rPr lang="en-US" altLang="zh-CN" sz="2000" b="1" dirty="0">
                <a:solidFill>
                  <a:srgbClr val="C00000"/>
                </a:solidFill>
                <a:latin typeface="微软雅黑" pitchFamily="34" charset="-122"/>
                <a:ea typeface="微软雅黑" pitchFamily="34" charset="-122"/>
                <a:sym typeface="Wingdings 2" panose="05020102010507070707" pitchFamily="18" charset="2"/>
              </a:rPr>
              <a:t> </a:t>
            </a:r>
            <a:r>
              <a:rPr lang="en-US" altLang="zh-CN" b="1" dirty="0">
                <a:solidFill>
                  <a:srgbClr val="C00000"/>
                </a:solidFill>
                <a:latin typeface="微软雅黑" pitchFamily="34" charset="-122"/>
                <a:ea typeface="微软雅黑" pitchFamily="34" charset="-122"/>
              </a:rPr>
              <a:t>UE </a:t>
            </a:r>
            <a:r>
              <a:rPr lang="zh-CN" altLang="en-US" b="1" dirty="0">
                <a:solidFill>
                  <a:srgbClr val="C00000"/>
                </a:solidFill>
                <a:latin typeface="微软雅黑" pitchFamily="34" charset="-122"/>
                <a:ea typeface="微软雅黑" pitchFamily="34" charset="-122"/>
              </a:rPr>
              <a:t>发送的 </a:t>
            </a:r>
            <a:r>
              <a:rPr lang="en-US" altLang="zh-CN" b="1" dirty="0">
                <a:solidFill>
                  <a:srgbClr val="C00000"/>
                </a:solidFill>
                <a:latin typeface="微软雅黑" pitchFamily="34" charset="-122"/>
                <a:ea typeface="微软雅黑" pitchFamily="34" charset="-122"/>
              </a:rPr>
              <a:t>IP</a:t>
            </a:r>
            <a:r>
              <a:rPr lang="zh-CN" altLang="en-US" b="1" dirty="0">
                <a:solidFill>
                  <a:srgbClr val="C00000"/>
                </a:solidFill>
                <a:latin typeface="微软雅黑" pitchFamily="34" charset="-122"/>
                <a:ea typeface="微软雅黑" pitchFamily="34" charset="-122"/>
              </a:rPr>
              <a:t>分组：</a:t>
            </a:r>
            <a:endParaRPr lang="en-US" altLang="zh-CN" b="1" dirty="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目的地址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D</a:t>
            </a:r>
            <a:r>
              <a:rPr lang="en-US" altLang="zh-CN" b="1" dirty="0">
                <a:latin typeface="微软雅黑" pitchFamily="34" charset="-122"/>
                <a:ea typeface="微软雅黑" pitchFamily="34" charset="-122"/>
              </a:rPr>
              <a:t> = BD </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BD </a:t>
            </a:r>
            <a:r>
              <a:rPr lang="zh-CN" altLang="en-US" b="1" dirty="0">
                <a:latin typeface="微软雅黑" pitchFamily="34" charset="-122"/>
                <a:ea typeface="微软雅黑" pitchFamily="34" charset="-122"/>
              </a:rPr>
              <a:t>表示百度网站的</a:t>
            </a:r>
            <a:r>
              <a:rPr lang="en-US" altLang="zh-CN" b="1" dirty="0">
                <a:latin typeface="微软雅黑" pitchFamily="34" charset="-122"/>
                <a:ea typeface="微软雅黑" pitchFamily="34" charset="-122"/>
              </a:rPr>
              <a:t>IP</a:t>
            </a:r>
            <a:r>
              <a:rPr lang="zh-CN" altLang="en-US" b="1" dirty="0">
                <a:latin typeface="微软雅黑" pitchFamily="34" charset="-122"/>
                <a:ea typeface="微软雅黑" pitchFamily="34" charset="-122"/>
              </a:rPr>
              <a:t>地址）。</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源地址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S</a:t>
            </a:r>
            <a:r>
              <a:rPr lang="en-US" altLang="zh-CN" b="1" dirty="0">
                <a:latin typeface="微软雅黑" pitchFamily="34" charset="-122"/>
                <a:ea typeface="微软雅黑" pitchFamily="34" charset="-122"/>
              </a:rPr>
              <a:t> = UE </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UE </a:t>
            </a:r>
            <a:r>
              <a:rPr lang="zh-CN" altLang="en-US" b="1" dirty="0">
                <a:latin typeface="微软雅黑" pitchFamily="34" charset="-122"/>
                <a:ea typeface="微软雅黑" pitchFamily="34" charset="-122"/>
              </a:rPr>
              <a:t>表示 </a:t>
            </a:r>
            <a:r>
              <a:rPr lang="en-US" altLang="zh-CN" b="1" dirty="0">
                <a:latin typeface="微软雅黑" pitchFamily="34" charset="-122"/>
                <a:ea typeface="微软雅黑" pitchFamily="34" charset="-122"/>
              </a:rPr>
              <a:t>UE </a:t>
            </a:r>
            <a:r>
              <a:rPr lang="zh-CN" altLang="en-US" b="1" dirty="0">
                <a:latin typeface="微软雅黑" pitchFamily="34" charset="-122"/>
                <a:ea typeface="微软雅黑" pitchFamily="34" charset="-122"/>
              </a:rPr>
              <a:t>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 </a:t>
            </a:r>
            <a:r>
              <a:rPr lang="zh-CN" altLang="en-US" b="1" dirty="0">
                <a:solidFill>
                  <a:srgbClr val="C00000"/>
                </a:solidFill>
                <a:latin typeface="微软雅黑" pitchFamily="34" charset="-122"/>
                <a:ea typeface="微软雅黑" pitchFamily="34" charset="-122"/>
                <a:sym typeface="Wingdings 2" panose="05020102010507070707" pitchFamily="18" charset="2"/>
              </a:rPr>
              <a:t>在 </a:t>
            </a:r>
            <a:r>
              <a:rPr lang="en-US" altLang="zh-CN"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b="1" dirty="0">
                <a:solidFill>
                  <a:srgbClr val="C00000"/>
                </a:solidFill>
                <a:latin typeface="微软雅黑" pitchFamily="34" charset="-122"/>
                <a:ea typeface="微软雅黑" pitchFamily="34" charset="-122"/>
                <a:sym typeface="Wingdings 2" panose="05020102010507070707" pitchFamily="18" charset="2"/>
              </a:rPr>
              <a:t> → S-GW </a:t>
            </a:r>
            <a:r>
              <a:rPr lang="zh-CN" altLang="en-US" b="1" dirty="0">
                <a:solidFill>
                  <a:srgbClr val="C00000"/>
                </a:solidFill>
                <a:latin typeface="微软雅黑" pitchFamily="34" charset="-122"/>
                <a:ea typeface="微软雅黑" pitchFamily="34" charset="-122"/>
                <a:sym typeface="Wingdings 2" panose="05020102010507070707" pitchFamily="18" charset="2"/>
              </a:rPr>
              <a:t>隧道中传输进行封装的 </a:t>
            </a:r>
            <a:r>
              <a:rPr lang="en-US" altLang="zh-CN" b="1" dirty="0">
                <a:solidFill>
                  <a:srgbClr val="C00000"/>
                </a:solidFill>
                <a:latin typeface="微软雅黑" pitchFamily="34" charset="-122"/>
                <a:ea typeface="微软雅黑" pitchFamily="34" charset="-122"/>
                <a:sym typeface="Wingdings 2" panose="05020102010507070707" pitchFamily="18" charset="2"/>
              </a:rPr>
              <a:t>IP </a:t>
            </a:r>
            <a:r>
              <a:rPr lang="zh-CN" altLang="en-US" b="1" dirty="0">
                <a:solidFill>
                  <a:srgbClr val="C00000"/>
                </a:solidFill>
                <a:latin typeface="微软雅黑" pitchFamily="34" charset="-122"/>
                <a:ea typeface="微软雅黑" pitchFamily="34" charset="-122"/>
                <a:sym typeface="Wingdings 2" panose="05020102010507070707" pitchFamily="18" charset="2"/>
              </a:rPr>
              <a:t>分组</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基站 </a:t>
            </a:r>
            <a:r>
              <a:rPr lang="en-US" altLang="zh-CN" b="1" dirty="0" err="1">
                <a:latin typeface="微软雅黑" pitchFamily="34" charset="-122"/>
                <a:ea typeface="微软雅黑" pitchFamily="34" charset="-122"/>
              </a:rPr>
              <a:t>eNB</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的 </a:t>
            </a:r>
            <a:r>
              <a:rPr lang="en-US" altLang="zh-CN" b="1" dirty="0">
                <a:latin typeface="微软雅黑" pitchFamily="34" charset="-122"/>
                <a:ea typeface="微软雅黑" pitchFamily="34" charset="-122"/>
              </a:rPr>
              <a:t>PDCP </a:t>
            </a:r>
            <a:r>
              <a:rPr lang="zh-CN" altLang="en-US" b="1" dirty="0">
                <a:latin typeface="微软雅黑" pitchFamily="34" charset="-122"/>
                <a:ea typeface="微软雅黑" pitchFamily="34" charset="-122"/>
              </a:rPr>
              <a:t>把收到的数据解封后，用协议 </a:t>
            </a:r>
            <a:r>
              <a:rPr lang="en-US" altLang="zh-CN" b="1" dirty="0">
                <a:solidFill>
                  <a:srgbClr val="0000CC"/>
                </a:solidFill>
                <a:latin typeface="微软雅黑" pitchFamily="34" charset="-122"/>
                <a:ea typeface="微软雅黑" pitchFamily="34" charset="-122"/>
              </a:rPr>
              <a:t>GTP </a:t>
            </a:r>
            <a:r>
              <a:rPr lang="zh-CN" altLang="en-US" b="1" dirty="0">
                <a:solidFill>
                  <a:srgbClr val="0000CC"/>
                </a:solidFill>
                <a:latin typeface="微软雅黑" pitchFamily="34" charset="-122"/>
                <a:ea typeface="微软雅黑" pitchFamily="34" charset="-122"/>
              </a:rPr>
              <a:t>进行封装，</a:t>
            </a:r>
            <a:r>
              <a:rPr lang="zh-CN" altLang="en-US" b="1" dirty="0">
                <a:latin typeface="微软雅黑" pitchFamily="34" charset="-122"/>
                <a:ea typeface="微软雅黑" pitchFamily="34" charset="-122"/>
              </a:rPr>
              <a:t>并把一个 </a:t>
            </a:r>
            <a:r>
              <a:rPr lang="en-US" altLang="zh-CN" b="1" dirty="0">
                <a:latin typeface="微软雅黑" pitchFamily="34" charset="-122"/>
                <a:ea typeface="微软雅黑" pitchFamily="34" charset="-122"/>
              </a:rPr>
              <a:t>GTP </a:t>
            </a:r>
            <a:r>
              <a:rPr lang="zh-CN" altLang="en-US" b="1" dirty="0">
                <a:solidFill>
                  <a:srgbClr val="0000FF"/>
                </a:solidFill>
                <a:latin typeface="微软雅黑" pitchFamily="34" charset="-122"/>
                <a:ea typeface="微软雅黑" pitchFamily="34" charset="-122"/>
              </a:rPr>
              <a:t>隧道端点标识符 </a:t>
            </a:r>
            <a:r>
              <a:rPr lang="en-US" altLang="zh-CN" b="1" dirty="0">
                <a:solidFill>
                  <a:srgbClr val="0000FF"/>
                </a:solidFill>
                <a:latin typeface="微软雅黑" pitchFamily="34" charset="-122"/>
                <a:ea typeface="微软雅黑" pitchFamily="34" charset="-122"/>
              </a:rPr>
              <a:t>TEID </a:t>
            </a:r>
            <a:r>
              <a:rPr lang="en-US" altLang="zh-CN" b="1" dirty="0">
                <a:latin typeface="微软雅黑" pitchFamily="34" charset="-122"/>
                <a:ea typeface="微软雅黑" pitchFamily="34" charset="-122"/>
              </a:rPr>
              <a:t>(Tunnel Endpoint Identifier) </a:t>
            </a:r>
            <a:r>
              <a:rPr lang="en-US" altLang="zh-CN" b="1" dirty="0">
                <a:solidFill>
                  <a:srgbClr val="0000CC"/>
                </a:solidFill>
                <a:latin typeface="微软雅黑" pitchFamily="34" charset="-122"/>
                <a:ea typeface="微软雅黑" pitchFamily="34" charset="-122"/>
              </a:rPr>
              <a:t>TEID</a:t>
            </a:r>
            <a:r>
              <a:rPr lang="en-US" altLang="zh-CN" b="1" baseline="-25000" dirty="0">
                <a:solidFill>
                  <a:srgbClr val="0000CC"/>
                </a:solidFill>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写入到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首部中。</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在 </a:t>
            </a:r>
            <a:r>
              <a:rPr lang="en-US" altLang="zh-CN" b="1" dirty="0" err="1">
                <a:latin typeface="微软雅黑" pitchFamily="34" charset="-122"/>
                <a:ea typeface="微软雅黑" pitchFamily="34" charset="-122"/>
              </a:rPr>
              <a:t>eNB</a:t>
            </a:r>
            <a:r>
              <a:rPr lang="en-US" altLang="zh-CN" b="1" dirty="0">
                <a:latin typeface="微软雅黑" pitchFamily="34" charset="-122"/>
                <a:ea typeface="微软雅黑" pitchFamily="34" charset="-122"/>
              </a:rPr>
              <a:t> → S-GW </a:t>
            </a:r>
            <a:r>
              <a:rPr lang="zh-CN" altLang="en-US" b="1" dirty="0">
                <a:latin typeface="微软雅黑" pitchFamily="34" charset="-122"/>
                <a:ea typeface="微软雅黑" pitchFamily="34" charset="-122"/>
              </a:rPr>
              <a:t>隧道中传送的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分组：</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目的地址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D</a:t>
            </a:r>
            <a:r>
              <a:rPr lang="en-US" altLang="zh-CN" b="1" dirty="0">
                <a:latin typeface="微软雅黑" pitchFamily="34" charset="-122"/>
                <a:ea typeface="微软雅黑" pitchFamily="34" charset="-122"/>
              </a:rPr>
              <a:t> = S-GW</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源地址</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S</a:t>
            </a:r>
            <a:r>
              <a:rPr lang="en-US" altLang="zh-CN" b="1" dirty="0">
                <a:latin typeface="微软雅黑" pitchFamily="34" charset="-122"/>
                <a:ea typeface="微软雅黑" pitchFamily="34" charset="-122"/>
              </a:rPr>
              <a:t> = </a:t>
            </a:r>
            <a:r>
              <a:rPr lang="en-US" altLang="zh-CN" b="1" dirty="0" err="1">
                <a:latin typeface="微软雅黑" pitchFamily="34" charset="-122"/>
                <a:ea typeface="微软雅黑" pitchFamily="34" charset="-122"/>
              </a:rPr>
              <a:t>eNB</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p:txBody>
      </p:sp>
      <p:sp>
        <p:nvSpPr>
          <p:cNvPr id="2" name="AutoShape 5">
            <a:extLst>
              <a:ext uri="{FF2B5EF4-FFF2-40B4-BE49-F238E27FC236}">
                <a16:creationId xmlns:a16="http://schemas.microsoft.com/office/drawing/2014/main" id="{9C6FAE88-56E6-941E-BA9F-7C4F70D9434E}"/>
              </a:ext>
            </a:extLst>
          </p:cNvPr>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Rectangle 6">
            <a:extLst>
              <a:ext uri="{FF2B5EF4-FFF2-40B4-BE49-F238E27FC236}">
                <a16:creationId xmlns:a16="http://schemas.microsoft.com/office/drawing/2014/main" id="{9A463F86-351B-7FED-6455-15C5963920D5}"/>
              </a:ext>
            </a:extLst>
          </p:cNvPr>
          <p:cNvSpPr>
            <a:spLocks noChangeArrowheads="1"/>
          </p:cNvSpPr>
          <p:nvPr/>
        </p:nvSpPr>
        <p:spPr bwMode="auto">
          <a:xfrm>
            <a:off x="1787764" y="585623"/>
            <a:ext cx="55547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当</a:t>
            </a:r>
            <a:r>
              <a:rPr lang="en-US" altLang="zh-CN" sz="2000" b="1" dirty="0">
                <a:solidFill>
                  <a:schemeClr val="bg1"/>
                </a:solidFill>
                <a:latin typeface="微软雅黑" pitchFamily="34" charset="-122"/>
                <a:ea typeface="微软雅黑" pitchFamily="34" charset="-122"/>
              </a:rPr>
              <a:t>UE</a:t>
            </a:r>
            <a:r>
              <a:rPr lang="zh-CN" altLang="en-US" sz="2000" b="1" dirty="0">
                <a:solidFill>
                  <a:schemeClr val="bg1"/>
                </a:solidFill>
                <a:latin typeface="微软雅黑" pitchFamily="34" charset="-122"/>
                <a:ea typeface="微软雅黑" pitchFamily="34" charset="-122"/>
              </a:rPr>
              <a:t>处于空口空闲状态时发送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分组到互联网</a:t>
            </a:r>
          </a:p>
        </p:txBody>
      </p:sp>
      <p:sp>
        <p:nvSpPr>
          <p:cNvPr id="7" name="AutoShape 5">
            <a:extLst>
              <a:ext uri="{FF2B5EF4-FFF2-40B4-BE49-F238E27FC236}">
                <a16:creationId xmlns:a16="http://schemas.microsoft.com/office/drawing/2014/main" id="{FD2ABE1B-E77C-17B4-ADE3-AB69DB56F347}"/>
              </a:ext>
            </a:extLst>
          </p:cNvPr>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a:extLst>
              <a:ext uri="{FF2B5EF4-FFF2-40B4-BE49-F238E27FC236}">
                <a16:creationId xmlns:a16="http://schemas.microsoft.com/office/drawing/2014/main" id="{5BA6EAEC-93D7-5ADC-9881-2D59CDBD6E1E}"/>
              </a:ext>
            </a:extLst>
          </p:cNvPr>
          <p:cNvSpPr>
            <a:spLocks noChangeArrowheads="1"/>
          </p:cNvSpPr>
          <p:nvPr/>
        </p:nvSpPr>
        <p:spPr bwMode="auto">
          <a:xfrm>
            <a:off x="1585785" y="585623"/>
            <a:ext cx="59586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假定用户设备</a:t>
            </a:r>
            <a:r>
              <a:rPr lang="en-US" altLang="zh-CN" sz="2000" b="1" dirty="0">
                <a:solidFill>
                  <a:schemeClr val="bg1"/>
                </a:solidFill>
                <a:latin typeface="微软雅黑" pitchFamily="34" charset="-122"/>
                <a:ea typeface="微软雅黑" pitchFamily="34" charset="-122"/>
              </a:rPr>
              <a:t>UE</a:t>
            </a:r>
            <a:r>
              <a:rPr lang="zh-CN" altLang="en-US" sz="2000" b="1" dirty="0">
                <a:solidFill>
                  <a:schemeClr val="bg1"/>
                </a:solidFill>
                <a:latin typeface="微软雅黑" pitchFamily="34" charset="-122"/>
                <a:ea typeface="微软雅黑" pitchFamily="34" charset="-122"/>
              </a:rPr>
              <a:t>要访问互联网中的百度网站</a:t>
            </a:r>
            <a:r>
              <a:rPr lang="en-US" altLang="zh-CN" sz="2000" b="1" dirty="0">
                <a:solidFill>
                  <a:schemeClr val="bg1"/>
                </a:solidFill>
                <a:latin typeface="微软雅黑" pitchFamily="34" charset="-122"/>
                <a:ea typeface="微软雅黑" pitchFamily="34" charset="-122"/>
              </a:rPr>
              <a:t>BD</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678572373"/>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 </a:t>
            </a:r>
            <a:r>
              <a:rPr lang="zh-CN" altLang="en-US" b="1" dirty="0">
                <a:solidFill>
                  <a:srgbClr val="C00000"/>
                </a:solidFill>
                <a:latin typeface="微软雅黑" pitchFamily="34" charset="-122"/>
                <a:ea typeface="微软雅黑" pitchFamily="34" charset="-122"/>
                <a:sym typeface="Wingdings 2" panose="05020102010507070707" pitchFamily="18" charset="2"/>
              </a:rPr>
              <a:t>在 </a:t>
            </a:r>
            <a:r>
              <a:rPr lang="en-US" altLang="zh-CN" b="1" dirty="0">
                <a:solidFill>
                  <a:srgbClr val="C00000"/>
                </a:solidFill>
                <a:latin typeface="微软雅黑" pitchFamily="34" charset="-122"/>
                <a:ea typeface="微软雅黑" pitchFamily="34" charset="-122"/>
                <a:sym typeface="Wingdings 2" panose="05020102010507070707" pitchFamily="18" charset="2"/>
              </a:rPr>
              <a:t>S-GW → P-GW</a:t>
            </a:r>
            <a:r>
              <a:rPr lang="zh-CN" altLang="en-US" b="1" dirty="0">
                <a:solidFill>
                  <a:srgbClr val="C00000"/>
                </a:solidFill>
                <a:latin typeface="微软雅黑" pitchFamily="34" charset="-122"/>
                <a:ea typeface="微软雅黑" pitchFamily="34" charset="-122"/>
                <a:sym typeface="Wingdings 2" panose="05020102010507070707" pitchFamily="18" charset="2"/>
              </a:rPr>
              <a:t> 隧道中传输 </a:t>
            </a:r>
            <a:r>
              <a:rPr lang="en-US" altLang="zh-CN" b="1" dirty="0">
                <a:solidFill>
                  <a:srgbClr val="C00000"/>
                </a:solidFill>
                <a:latin typeface="微软雅黑" pitchFamily="34" charset="-122"/>
                <a:ea typeface="微软雅黑" pitchFamily="34" charset="-122"/>
                <a:sym typeface="Wingdings 2" panose="05020102010507070707" pitchFamily="18" charset="2"/>
              </a:rPr>
              <a:t>IP </a:t>
            </a:r>
            <a:r>
              <a:rPr lang="zh-CN" altLang="en-US" b="1" dirty="0">
                <a:solidFill>
                  <a:srgbClr val="C00000"/>
                </a:solidFill>
                <a:latin typeface="微软雅黑" pitchFamily="34" charset="-122"/>
                <a:ea typeface="微软雅黑" pitchFamily="34" charset="-122"/>
                <a:sym typeface="Wingdings 2" panose="05020102010507070707" pitchFamily="18" charset="2"/>
              </a:rPr>
              <a:t>分组</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S-GW </a:t>
            </a:r>
            <a:r>
              <a:rPr lang="zh-CN" altLang="en-US" b="1" dirty="0">
                <a:latin typeface="微软雅黑" pitchFamily="34" charset="-122"/>
                <a:ea typeface="微软雅黑" pitchFamily="34" charset="-122"/>
              </a:rPr>
              <a:t>收到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分组后，用同样的方法解封，并再次用协议 </a:t>
            </a:r>
            <a:r>
              <a:rPr lang="en-US" altLang="zh-CN" b="1" dirty="0">
                <a:solidFill>
                  <a:srgbClr val="0000CC"/>
                </a:solidFill>
                <a:latin typeface="微软雅黑" pitchFamily="34" charset="-122"/>
                <a:ea typeface="微软雅黑" pitchFamily="34" charset="-122"/>
              </a:rPr>
              <a:t>GTP </a:t>
            </a:r>
            <a:r>
              <a:rPr lang="zh-CN" altLang="en-US" b="1" dirty="0">
                <a:solidFill>
                  <a:srgbClr val="0000CC"/>
                </a:solidFill>
                <a:latin typeface="微软雅黑" pitchFamily="34" charset="-122"/>
                <a:ea typeface="微软雅黑" pitchFamily="34" charset="-122"/>
              </a:rPr>
              <a:t>进行封装，</a:t>
            </a:r>
            <a:r>
              <a:rPr lang="zh-CN" altLang="en-US" b="1" dirty="0">
                <a:latin typeface="微软雅黑" pitchFamily="34" charset="-122"/>
                <a:ea typeface="微软雅黑" pitchFamily="34" charset="-122"/>
              </a:rPr>
              <a:t>把一个该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隧道端点标识符 </a:t>
            </a:r>
            <a:r>
              <a:rPr lang="en-US" altLang="zh-CN" b="1" dirty="0">
                <a:solidFill>
                  <a:srgbClr val="0000CC"/>
                </a:solidFill>
                <a:latin typeface="微软雅黑" pitchFamily="34" charset="-122"/>
                <a:ea typeface="微软雅黑" pitchFamily="34" charset="-122"/>
              </a:rPr>
              <a:t>TEID</a:t>
            </a:r>
            <a:r>
              <a:rPr lang="en-US" altLang="zh-CN" b="1" baseline="-25000" dirty="0">
                <a:solidFill>
                  <a:srgbClr val="0000CC"/>
                </a:solidFill>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写入到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首部中。</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在 </a:t>
            </a:r>
            <a:r>
              <a:rPr lang="en-US" altLang="zh-CN" b="1" dirty="0">
                <a:latin typeface="微软雅黑" pitchFamily="34" charset="-122"/>
                <a:ea typeface="微软雅黑" pitchFamily="34" charset="-122"/>
              </a:rPr>
              <a:t>S-GW → P-GW </a:t>
            </a:r>
            <a:r>
              <a:rPr lang="zh-CN" altLang="en-US" b="1" dirty="0">
                <a:latin typeface="微软雅黑" pitchFamily="34" charset="-122"/>
                <a:ea typeface="微软雅黑" pitchFamily="34" charset="-122"/>
              </a:rPr>
              <a:t>隧道中传送的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分组：</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目的地址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D</a:t>
            </a:r>
            <a:r>
              <a:rPr lang="en-US" altLang="zh-CN" b="1" dirty="0">
                <a:latin typeface="微软雅黑" pitchFamily="34" charset="-122"/>
                <a:ea typeface="微软雅黑" pitchFamily="34" charset="-122"/>
              </a:rPr>
              <a:t> = P-GW</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源地址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S</a:t>
            </a:r>
            <a:r>
              <a:rPr lang="en-US" altLang="zh-CN" b="1" dirty="0">
                <a:latin typeface="微软雅黑" pitchFamily="34" charset="-122"/>
                <a:ea typeface="微软雅黑" pitchFamily="34" charset="-122"/>
              </a:rPr>
              <a:t> = S-GW</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最后，</a:t>
            </a: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把从 </a:t>
            </a:r>
            <a:r>
              <a:rPr lang="en-US" altLang="zh-CN" b="1" dirty="0">
                <a:latin typeface="微软雅黑" pitchFamily="34" charset="-122"/>
                <a:ea typeface="微软雅黑" pitchFamily="34" charset="-122"/>
                <a:sym typeface="Wingdings 2" panose="05020102010507070707" pitchFamily="18" charset="2"/>
              </a:rPr>
              <a:t>GTP </a:t>
            </a:r>
            <a:r>
              <a:rPr lang="zh-CN" altLang="en-US" b="1" dirty="0">
                <a:latin typeface="微软雅黑" pitchFamily="34" charset="-122"/>
                <a:ea typeface="微软雅黑" pitchFamily="34" charset="-122"/>
                <a:sym typeface="Wingdings 2" panose="05020102010507070707" pitchFamily="18" charset="2"/>
              </a:rPr>
              <a:t>隧道收到的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分组解封，得到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发送的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分组，转发到互联网的站点。</a:t>
            </a:r>
            <a:endParaRPr lang="en-US" altLang="zh-CN" b="1" dirty="0">
              <a:latin typeface="微软雅黑" pitchFamily="34" charset="-122"/>
              <a:ea typeface="微软雅黑" pitchFamily="34" charset="-122"/>
              <a:sym typeface="Wingdings 2" panose="05020102010507070707" pitchFamily="18" charset="2"/>
            </a:endParaRPr>
          </a:p>
        </p:txBody>
      </p:sp>
      <p:sp>
        <p:nvSpPr>
          <p:cNvPr id="11" name="AutoShape 5">
            <a:extLst>
              <a:ext uri="{FF2B5EF4-FFF2-40B4-BE49-F238E27FC236}">
                <a16:creationId xmlns:a16="http://schemas.microsoft.com/office/drawing/2014/main" id="{B255677D-BAB9-8389-14B4-755E7C310C4C}"/>
              </a:ext>
            </a:extLst>
          </p:cNvPr>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 name="Rectangle 6">
            <a:extLst>
              <a:ext uri="{FF2B5EF4-FFF2-40B4-BE49-F238E27FC236}">
                <a16:creationId xmlns:a16="http://schemas.microsoft.com/office/drawing/2014/main" id="{8F782708-DD0D-9B4A-630A-CEF495192E18}"/>
              </a:ext>
            </a:extLst>
          </p:cNvPr>
          <p:cNvSpPr>
            <a:spLocks noChangeArrowheads="1"/>
          </p:cNvSpPr>
          <p:nvPr/>
        </p:nvSpPr>
        <p:spPr bwMode="auto">
          <a:xfrm>
            <a:off x="1787764" y="585623"/>
            <a:ext cx="55547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当</a:t>
            </a:r>
            <a:r>
              <a:rPr lang="en-US" altLang="zh-CN" sz="2000" b="1" dirty="0">
                <a:solidFill>
                  <a:schemeClr val="bg1"/>
                </a:solidFill>
                <a:latin typeface="微软雅黑" pitchFamily="34" charset="-122"/>
                <a:ea typeface="微软雅黑" pitchFamily="34" charset="-122"/>
              </a:rPr>
              <a:t>UE</a:t>
            </a:r>
            <a:r>
              <a:rPr lang="zh-CN" altLang="en-US" sz="2000" b="1" dirty="0">
                <a:solidFill>
                  <a:schemeClr val="bg1"/>
                </a:solidFill>
                <a:latin typeface="微软雅黑" pitchFamily="34" charset="-122"/>
                <a:ea typeface="微软雅黑" pitchFamily="34" charset="-122"/>
              </a:rPr>
              <a:t>处于空口空闲状态时发送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分组到互联网</a:t>
            </a:r>
          </a:p>
        </p:txBody>
      </p:sp>
      <p:sp>
        <p:nvSpPr>
          <p:cNvPr id="13" name="AutoShape 5">
            <a:extLst>
              <a:ext uri="{FF2B5EF4-FFF2-40B4-BE49-F238E27FC236}">
                <a16:creationId xmlns:a16="http://schemas.microsoft.com/office/drawing/2014/main" id="{AD6F7A43-52CE-B31E-2A7E-EDEFA3C2BE16}"/>
              </a:ext>
            </a:extLst>
          </p:cNvPr>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 name="Rectangle 6">
            <a:extLst>
              <a:ext uri="{FF2B5EF4-FFF2-40B4-BE49-F238E27FC236}">
                <a16:creationId xmlns:a16="http://schemas.microsoft.com/office/drawing/2014/main" id="{E08B5191-D1A6-9A20-8722-B09C337A4436}"/>
              </a:ext>
            </a:extLst>
          </p:cNvPr>
          <p:cNvSpPr>
            <a:spLocks noChangeArrowheads="1"/>
          </p:cNvSpPr>
          <p:nvPr/>
        </p:nvSpPr>
        <p:spPr bwMode="auto">
          <a:xfrm>
            <a:off x="1585785" y="585623"/>
            <a:ext cx="59586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假定用户设备</a:t>
            </a:r>
            <a:r>
              <a:rPr lang="en-US" altLang="zh-CN" sz="2000" b="1" dirty="0">
                <a:solidFill>
                  <a:schemeClr val="bg1"/>
                </a:solidFill>
                <a:latin typeface="微软雅黑" pitchFamily="34" charset="-122"/>
                <a:ea typeface="微软雅黑" pitchFamily="34" charset="-122"/>
              </a:rPr>
              <a:t>UE</a:t>
            </a:r>
            <a:r>
              <a:rPr lang="zh-CN" altLang="en-US" sz="2000" b="1" dirty="0">
                <a:solidFill>
                  <a:schemeClr val="bg1"/>
                </a:solidFill>
                <a:latin typeface="微软雅黑" pitchFamily="34" charset="-122"/>
                <a:ea typeface="微软雅黑" pitchFamily="34" charset="-122"/>
              </a:rPr>
              <a:t>要访问互联网中的百度网站</a:t>
            </a:r>
            <a:r>
              <a:rPr lang="en-US" altLang="zh-CN" sz="2000" b="1" dirty="0">
                <a:solidFill>
                  <a:schemeClr val="bg1"/>
                </a:solidFill>
                <a:latin typeface="微软雅黑" pitchFamily="34" charset="-122"/>
                <a:ea typeface="微软雅黑" pitchFamily="34" charset="-122"/>
              </a:rPr>
              <a:t>BD</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317456445"/>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28917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在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漫游时，所关联的基站 </a:t>
            </a:r>
            <a:r>
              <a:rPr lang="en-US" altLang="zh-CN"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b="1" dirty="0">
                <a:solidFill>
                  <a:srgbClr val="C00000"/>
                </a:solidFill>
                <a:latin typeface="微软雅黑" pitchFamily="34" charset="-122"/>
                <a:ea typeface="微软雅黑" pitchFamily="34" charset="-122"/>
                <a:sym typeface="Wingdings 2" panose="05020102010507070707" pitchFamily="18" charset="2"/>
              </a:rPr>
              <a:t> </a:t>
            </a:r>
            <a:r>
              <a:rPr lang="zh-CN" altLang="en-US" b="1" dirty="0">
                <a:solidFill>
                  <a:srgbClr val="C00000"/>
                </a:solidFill>
                <a:latin typeface="微软雅黑" pitchFamily="34" charset="-122"/>
                <a:ea typeface="微软雅黑" pitchFamily="34" charset="-122"/>
                <a:sym typeface="Wingdings 2" panose="05020102010507070707" pitchFamily="18" charset="2"/>
              </a:rPr>
              <a:t>会经常改变。</a:t>
            </a:r>
            <a:r>
              <a:rPr lang="zh-CN" altLang="en-US" b="1" dirty="0">
                <a:latin typeface="微软雅黑" pitchFamily="34" charset="-122"/>
                <a:ea typeface="微软雅黑" pitchFamily="34" charset="-122"/>
                <a:sym typeface="Wingdings 2" panose="05020102010507070707" pitchFamily="18" charset="2"/>
              </a:rPr>
              <a:t>使得核心网中的</a:t>
            </a:r>
            <a:r>
              <a:rPr lang="en-US" altLang="zh-CN" b="1" dirty="0">
                <a:latin typeface="微软雅黑" pitchFamily="34" charset="-122"/>
                <a:ea typeface="微软雅黑" pitchFamily="34" charset="-122"/>
                <a:sym typeface="Wingdings 2" panose="05020102010507070707" pitchFamily="18" charset="2"/>
              </a:rPr>
              <a:t>P-GW</a:t>
            </a:r>
            <a:r>
              <a:rPr lang="zh-CN" altLang="en-US" b="1" dirty="0">
                <a:latin typeface="微软雅黑" pitchFamily="34" charset="-122"/>
                <a:ea typeface="微软雅黑" pitchFamily="34" charset="-122"/>
                <a:sym typeface="Wingdings 2" panose="05020102010507070707" pitchFamily="18" charset="2"/>
              </a:rPr>
              <a:t>和</a:t>
            </a:r>
            <a:r>
              <a:rPr lang="en-US" altLang="zh-CN" b="1" dirty="0">
                <a:latin typeface="微软雅黑" pitchFamily="34" charset="-122"/>
                <a:ea typeface="微软雅黑" pitchFamily="34" charset="-122"/>
                <a:sym typeface="Wingdings 2" panose="05020102010507070707" pitchFamily="18" charset="2"/>
              </a:rPr>
              <a:t>S-GW</a:t>
            </a:r>
            <a:r>
              <a:rPr lang="zh-CN" altLang="en-US" b="1" dirty="0">
                <a:latin typeface="微软雅黑" pitchFamily="34" charset="-122"/>
                <a:ea typeface="微软雅黑" pitchFamily="34" charset="-122"/>
                <a:sym typeface="Wingdings 2" panose="05020102010507070707" pitchFamily="18" charset="2"/>
              </a:rPr>
              <a:t>无法根据</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的</a:t>
            </a:r>
            <a:r>
              <a:rPr lang="en-US" altLang="zh-CN" b="1" dirty="0">
                <a:latin typeface="微软雅黑" pitchFamily="34" charset="-122"/>
                <a:ea typeface="微软雅黑" pitchFamily="34" charset="-122"/>
                <a:sym typeface="Wingdings 2" panose="05020102010507070707" pitchFamily="18" charset="2"/>
              </a:rPr>
              <a:t>IP</a:t>
            </a:r>
            <a:r>
              <a:rPr lang="zh-CN" altLang="en-US" b="1" dirty="0">
                <a:latin typeface="微软雅黑" pitchFamily="34" charset="-122"/>
                <a:ea typeface="微软雅黑" pitchFamily="34" charset="-122"/>
                <a:sym typeface="Wingdings 2" panose="05020102010507070707" pitchFamily="18" charset="2"/>
              </a:rPr>
              <a:t>地址，用传统的路由协议把</a:t>
            </a:r>
            <a:r>
              <a:rPr lang="en-US" altLang="zh-CN" b="1" dirty="0">
                <a:latin typeface="微软雅黑" pitchFamily="34" charset="-122"/>
                <a:ea typeface="微软雅黑" pitchFamily="34" charset="-122"/>
                <a:sym typeface="Wingdings 2" panose="05020102010507070707" pitchFamily="18" charset="2"/>
              </a:rPr>
              <a:t>IP</a:t>
            </a:r>
            <a:r>
              <a:rPr lang="zh-CN" altLang="en-US" b="1" dirty="0">
                <a:latin typeface="微软雅黑" pitchFamily="34" charset="-122"/>
                <a:ea typeface="微软雅黑" pitchFamily="34" charset="-122"/>
                <a:sym typeface="Wingdings 2" panose="05020102010507070707" pitchFamily="18" charset="2"/>
              </a:rPr>
              <a:t>分组转发到</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但所有的 </a:t>
            </a:r>
            <a:r>
              <a:rPr lang="en-US" altLang="zh-CN" b="1" dirty="0" err="1">
                <a:latin typeface="微软雅黑" pitchFamily="34" charset="-122"/>
                <a:ea typeface="微软雅黑" pitchFamily="34" charset="-122"/>
                <a:sym typeface="Wingdings 2" panose="05020102010507070707" pitchFamily="18" charset="2"/>
              </a:rPr>
              <a:t>eNB</a:t>
            </a:r>
            <a:r>
              <a:rPr lang="zh-CN" altLang="en-US" b="1" dirty="0">
                <a:latin typeface="微软雅黑" pitchFamily="34" charset="-122"/>
                <a:ea typeface="微软雅黑" pitchFamily="34" charset="-122"/>
                <a:sym typeface="Wingdings 2" panose="05020102010507070707" pitchFamily="18" charset="2"/>
              </a:rPr>
              <a:t>、</a:t>
            </a: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和 </a:t>
            </a: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的地理位置都是</a:t>
            </a:r>
            <a:r>
              <a:rPr lang="zh-CN" altLang="en-US" b="1" dirty="0">
                <a:solidFill>
                  <a:srgbClr val="C00000"/>
                </a:solidFill>
                <a:latin typeface="微软雅黑" pitchFamily="34" charset="-122"/>
                <a:ea typeface="微软雅黑" pitchFamily="34" charset="-122"/>
                <a:sym typeface="Wingdings 2" panose="05020102010507070707" pitchFamily="18" charset="2"/>
              </a:rPr>
              <a:t>固定不变</a:t>
            </a:r>
            <a:r>
              <a:rPr lang="zh-CN" altLang="en-US" b="1" dirty="0">
                <a:latin typeface="微软雅黑" pitchFamily="34" charset="-122"/>
                <a:ea typeface="微软雅黑" pitchFamily="34" charset="-122"/>
                <a:sym typeface="Wingdings 2" panose="05020102010507070707" pitchFamily="18" charset="2"/>
              </a:rPr>
              <a:t>的，因而可以让</a:t>
            </a:r>
            <a:r>
              <a:rPr lang="zh-CN" altLang="en-US" b="1" dirty="0">
                <a:solidFill>
                  <a:srgbClr val="C00000"/>
                </a:solidFill>
                <a:latin typeface="微软雅黑" pitchFamily="34" charset="-122"/>
                <a:ea typeface="微软雅黑" pitchFamily="34" charset="-122"/>
                <a:sym typeface="Wingdings 2" panose="05020102010507070707" pitchFamily="18" charset="2"/>
              </a:rPr>
              <a:t>核心网 </a:t>
            </a:r>
            <a:r>
              <a:rPr lang="en-US" altLang="zh-CN" b="1" dirty="0">
                <a:solidFill>
                  <a:srgbClr val="C00000"/>
                </a:solidFill>
                <a:latin typeface="微软雅黑" pitchFamily="34" charset="-122"/>
                <a:ea typeface="微软雅黑" pitchFamily="34" charset="-122"/>
                <a:sym typeface="Wingdings 2" panose="05020102010507070707" pitchFamily="18" charset="2"/>
              </a:rPr>
              <a:t>EPC </a:t>
            </a:r>
            <a:r>
              <a:rPr lang="zh-CN" altLang="en-US" b="1" dirty="0">
                <a:solidFill>
                  <a:srgbClr val="C00000"/>
                </a:solidFill>
                <a:latin typeface="微软雅黑" pitchFamily="34" charset="-122"/>
                <a:ea typeface="微软雅黑" pitchFamily="34" charset="-122"/>
                <a:sym typeface="Wingdings 2" panose="05020102010507070707" pitchFamily="18" charset="2"/>
              </a:rPr>
              <a:t>只负责</a:t>
            </a:r>
            <a:r>
              <a:rPr lang="zh-CN" altLang="en-US" b="1" dirty="0">
                <a:latin typeface="微软雅黑" pitchFamily="34" charset="-122"/>
                <a:ea typeface="微软雅黑" pitchFamily="34" charset="-122"/>
                <a:sym typeface="Wingdings 2" panose="05020102010507070707" pitchFamily="18" charset="2"/>
              </a:rPr>
              <a:t>核心网</a:t>
            </a:r>
            <a:r>
              <a:rPr lang="zh-CN" altLang="en-US" b="1" dirty="0">
                <a:solidFill>
                  <a:srgbClr val="C00000"/>
                </a:solidFill>
                <a:latin typeface="微软雅黑" pitchFamily="34" charset="-122"/>
                <a:ea typeface="微软雅黑" pitchFamily="34" charset="-122"/>
                <a:sym typeface="Wingdings 2" panose="05020102010507070707" pitchFamily="18" charset="2"/>
              </a:rPr>
              <a:t>内部的路由选择。</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342900" indent="-342900" eaLnBrk="0" hangingPunct="0">
              <a:lnSpc>
                <a:spcPts val="2800"/>
              </a:lnSpc>
              <a:buClr>
                <a:srgbClr val="0070C0"/>
              </a:buClr>
              <a:buFont typeface="Wingdings" pitchFamily="2" charset="2"/>
              <a:buChar char="l"/>
            </a:pPr>
            <a:r>
              <a:rPr lang="zh-CN" altLang="en-US" b="1" dirty="0">
                <a:solidFill>
                  <a:srgbClr val="0000CC"/>
                </a:solidFill>
                <a:latin typeface="微软雅黑" pitchFamily="34" charset="-122"/>
                <a:ea typeface="微软雅黑" pitchFamily="34" charset="-122"/>
                <a:sym typeface="Wingdings 2" panose="05020102010507070707" pitchFamily="18" charset="2"/>
              </a:rPr>
              <a:t>采用 </a:t>
            </a:r>
            <a:r>
              <a:rPr lang="en-US" altLang="zh-CN" b="1" dirty="0">
                <a:solidFill>
                  <a:srgbClr val="0000CC"/>
                </a:solidFill>
                <a:latin typeface="微软雅黑" pitchFamily="34" charset="-122"/>
                <a:ea typeface="微软雅黑" pitchFamily="34" charset="-122"/>
                <a:sym typeface="Wingdings 2" panose="05020102010507070707" pitchFamily="18" charset="2"/>
              </a:rPr>
              <a:t>GTP </a:t>
            </a:r>
            <a:r>
              <a:rPr lang="zh-CN" altLang="en-US" b="1" dirty="0">
                <a:solidFill>
                  <a:srgbClr val="0000CC"/>
                </a:solidFill>
                <a:latin typeface="微软雅黑" pitchFamily="34" charset="-122"/>
                <a:ea typeface="微软雅黑" pitchFamily="34" charset="-122"/>
                <a:sym typeface="Wingdings 2" panose="05020102010507070707" pitchFamily="18" charset="2"/>
              </a:rPr>
              <a:t>隧道方式，</a:t>
            </a:r>
            <a:r>
              <a:rPr lang="zh-CN" altLang="en-US" b="1" dirty="0">
                <a:latin typeface="微软雅黑" pitchFamily="34" charset="-122"/>
                <a:ea typeface="微软雅黑" pitchFamily="34" charset="-122"/>
                <a:sym typeface="Wingdings 2" panose="05020102010507070707" pitchFamily="18" charset="2"/>
              </a:rPr>
              <a:t>核心网将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发送到互联网的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a:t>
            </a:r>
            <a:r>
              <a:rPr lang="zh-CN" altLang="en-US" b="1" dirty="0">
                <a:solidFill>
                  <a:srgbClr val="C00000"/>
                </a:solidFill>
                <a:latin typeface="微软雅黑" pitchFamily="34" charset="-122"/>
                <a:ea typeface="微软雅黑" pitchFamily="34" charset="-122"/>
                <a:sym typeface="Wingdings 2" panose="05020102010507070707" pitchFamily="18" charset="2"/>
              </a:rPr>
              <a:t>封装</a:t>
            </a:r>
            <a:r>
              <a:rPr lang="zh-CN" altLang="en-US" b="1" dirty="0">
                <a:latin typeface="微软雅黑" pitchFamily="34" charset="-122"/>
                <a:ea typeface="微软雅黑" pitchFamily="34" charset="-122"/>
                <a:sym typeface="Wingdings 2" panose="05020102010507070707" pitchFamily="18" charset="2"/>
              </a:rPr>
              <a:t>为新的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分组，在隧道中传送到 </a:t>
            </a:r>
            <a:r>
              <a:rPr lang="en-US" altLang="zh-CN" b="1" dirty="0">
                <a:latin typeface="微软雅黑" pitchFamily="34" charset="-122"/>
                <a:ea typeface="微软雅黑" pitchFamily="34" charset="-122"/>
                <a:sym typeface="Wingdings 2" panose="05020102010507070707" pitchFamily="18" charset="2"/>
              </a:rPr>
              <a:t>P-GW</a:t>
            </a:r>
            <a:r>
              <a:rPr lang="zh-CN" altLang="en-US" b="1" dirty="0">
                <a:latin typeface="微软雅黑" pitchFamily="34" charset="-122"/>
                <a:ea typeface="微软雅黑" pitchFamily="34" charset="-122"/>
                <a:sym typeface="Wingdings 2" panose="05020102010507070707" pitchFamily="18" charset="2"/>
              </a:rPr>
              <a:t>。以后再由 </a:t>
            </a: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转发给互联网中的其他路由器。</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从互联网发送给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分组，一律先转发到 </a:t>
            </a:r>
            <a:r>
              <a:rPr lang="en-US" altLang="zh-CN" b="1" dirty="0">
                <a:latin typeface="微软雅黑" pitchFamily="34" charset="-122"/>
                <a:ea typeface="微软雅黑" pitchFamily="34" charset="-122"/>
                <a:sym typeface="Wingdings 2" panose="05020102010507070707" pitchFamily="18" charset="2"/>
              </a:rPr>
              <a:t>P-GW</a:t>
            </a:r>
            <a:r>
              <a:rPr lang="zh-CN" altLang="en-US" b="1" dirty="0">
                <a:latin typeface="微软雅黑" pitchFamily="34" charset="-122"/>
                <a:ea typeface="微软雅黑" pitchFamily="34" charset="-122"/>
                <a:sym typeface="Wingdings 2" panose="05020102010507070707" pitchFamily="18" charset="2"/>
              </a:rPr>
              <a:t>，由 </a:t>
            </a: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负责确定从哪个隧道转发到 </a:t>
            </a: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和 </a:t>
            </a:r>
            <a:r>
              <a:rPr lang="en-US" altLang="zh-CN" b="1" dirty="0" err="1">
                <a:latin typeface="微软雅黑" pitchFamily="34" charset="-122"/>
                <a:ea typeface="微软雅黑" pitchFamily="34" charset="-122"/>
                <a:sym typeface="Wingdings 2" panose="05020102010507070707" pitchFamily="18" charset="2"/>
              </a:rPr>
              <a:t>eNB</a:t>
            </a:r>
            <a:r>
              <a:rPr lang="zh-CN" altLang="en-US" b="1" dirty="0">
                <a:latin typeface="微软雅黑" pitchFamily="34" charset="-122"/>
                <a:ea typeface="微软雅黑" pitchFamily="34" charset="-122"/>
                <a:sym typeface="Wingdings 2" panose="05020102010507070707" pitchFamily="18" charset="2"/>
              </a:rPr>
              <a:t>，最后再从 </a:t>
            </a: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转发到目的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238835" y="585623"/>
            <a:ext cx="26525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为何使用 </a:t>
            </a:r>
            <a:r>
              <a:rPr lang="en-US" altLang="zh-CN" sz="2000" b="1" dirty="0">
                <a:solidFill>
                  <a:schemeClr val="bg1"/>
                </a:solidFill>
                <a:latin typeface="微软雅黑" pitchFamily="34" charset="-122"/>
                <a:ea typeface="微软雅黑" pitchFamily="34" charset="-122"/>
              </a:rPr>
              <a:t>GTP </a:t>
            </a:r>
            <a:r>
              <a:rPr lang="zh-CN" altLang="en-US" sz="2000" b="1" dirty="0">
                <a:solidFill>
                  <a:schemeClr val="bg1"/>
                </a:solidFill>
                <a:latin typeface="微软雅黑" pitchFamily="34" charset="-122"/>
                <a:ea typeface="微软雅黑" pitchFamily="34" charset="-122"/>
              </a:rPr>
              <a:t>隧道？</a:t>
            </a:r>
          </a:p>
        </p:txBody>
      </p:sp>
    </p:spTree>
    <p:extLst>
      <p:ext uri="{BB962C8B-B14F-4D97-AF65-F5344CB8AC3E}">
        <p14:creationId xmlns:p14="http://schemas.microsoft.com/office/powerpoint/2010/main" val="285380666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42657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百度服务器并不知道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的空口状态，而只知道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的 </a:t>
            </a:r>
            <a:r>
              <a:rPr lang="en-US" altLang="zh-CN" sz="2000" b="1" dirty="0">
                <a:latin typeface="微软雅黑" pitchFamily="34" charset="-122"/>
                <a:ea typeface="微软雅黑" pitchFamily="34" charset="-122"/>
                <a:sym typeface="Wingdings 2" panose="05020102010507070707" pitchFamily="18" charset="2"/>
              </a:rPr>
              <a:t>IP </a:t>
            </a:r>
            <a:r>
              <a:rPr lang="zh-CN" altLang="en-US" sz="2000" b="1" dirty="0">
                <a:latin typeface="微软雅黑" pitchFamily="34" charset="-122"/>
                <a:ea typeface="微软雅黑" pitchFamily="34" charset="-122"/>
                <a:sym typeface="Wingdings 2" panose="05020102010507070707" pitchFamily="18" charset="2"/>
              </a:rPr>
              <a:t>地址。</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sym typeface="Wingdings 2" panose="05020102010507070707" pitchFamily="18" charset="2"/>
              </a:rPr>
              <a:t>互联网中的 </a:t>
            </a:r>
            <a:r>
              <a:rPr lang="en-US" altLang="zh-CN" sz="2000" b="1" dirty="0">
                <a:solidFill>
                  <a:srgbClr val="C00000"/>
                </a:solidFill>
                <a:latin typeface="微软雅黑" pitchFamily="34" charset="-122"/>
                <a:ea typeface="微软雅黑" pitchFamily="34" charset="-122"/>
                <a:sym typeface="Wingdings 2" panose="05020102010507070707" pitchFamily="18" charset="2"/>
              </a:rPr>
              <a:t>IP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分组转发</a:t>
            </a:r>
            <a:endParaRPr lang="en-US" altLang="zh-CN" sz="2000"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百度服务器以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地址为目的地址，构成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分组发送出去。</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互联网中的路由器根据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分组的目的地址，能够找到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所驻留的 </a:t>
            </a:r>
            <a:r>
              <a:rPr lang="en-US" altLang="zh-CN" b="1" dirty="0">
                <a:latin typeface="微软雅黑" pitchFamily="34" charset="-122"/>
                <a:ea typeface="微软雅黑" pitchFamily="34" charset="-122"/>
                <a:sym typeface="Wingdings 2" panose="05020102010507070707" pitchFamily="18" charset="2"/>
              </a:rPr>
              <a:t>P-GW</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sym typeface="Wingdings 2" panose="05020102010507070707" pitchFamily="18" charset="2"/>
              </a:rPr>
              <a:t>在隧道中转发给 </a:t>
            </a:r>
            <a:r>
              <a:rPr lang="en-US" altLang="zh-CN" sz="2000" b="1" dirty="0">
                <a:solidFill>
                  <a:srgbClr val="C00000"/>
                </a:solidFill>
                <a:latin typeface="微软雅黑" pitchFamily="34" charset="-122"/>
                <a:ea typeface="微软雅黑" pitchFamily="34" charset="-122"/>
                <a:sym typeface="Wingdings 2" panose="05020102010507070707" pitchFamily="18" charset="2"/>
              </a:rPr>
              <a:t>S-GW</a:t>
            </a: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通过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地址就能通过对应的 </a:t>
            </a:r>
            <a:r>
              <a:rPr lang="en-US" altLang="zh-CN" b="1" dirty="0">
                <a:latin typeface="微软雅黑" pitchFamily="34" charset="-122"/>
                <a:ea typeface="微软雅黑" pitchFamily="34" charset="-122"/>
                <a:sym typeface="Wingdings 2" panose="05020102010507070707" pitchFamily="18" charset="2"/>
              </a:rPr>
              <a:t>GTP </a:t>
            </a:r>
            <a:r>
              <a:rPr lang="zh-CN" altLang="en-US" b="1" dirty="0">
                <a:latin typeface="微软雅黑" pitchFamily="34" charset="-122"/>
                <a:ea typeface="微软雅黑" pitchFamily="34" charset="-122"/>
                <a:sym typeface="Wingdings 2" panose="05020102010507070707" pitchFamily="18" charset="2"/>
              </a:rPr>
              <a:t>隧道，把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分组封装为 </a:t>
            </a:r>
            <a:r>
              <a:rPr lang="en-US" altLang="zh-CN" b="1" dirty="0">
                <a:latin typeface="微软雅黑" pitchFamily="34" charset="-122"/>
                <a:ea typeface="微软雅黑" pitchFamily="34" charset="-122"/>
                <a:sym typeface="Wingdings 2" panose="05020102010507070707" pitchFamily="18" charset="2"/>
              </a:rPr>
              <a:t>GTP </a:t>
            </a:r>
            <a:r>
              <a:rPr lang="zh-CN" altLang="en-US" b="1" dirty="0">
                <a:latin typeface="微软雅黑" pitchFamily="34" charset="-122"/>
                <a:ea typeface="微软雅黑" pitchFamily="34" charset="-122"/>
                <a:sym typeface="Wingdings 2" panose="05020102010507070707" pitchFamily="18" charset="2"/>
              </a:rPr>
              <a:t>分组，在隧道中转发给 </a:t>
            </a:r>
            <a:r>
              <a:rPr lang="en-US" altLang="zh-CN" b="1" dirty="0">
                <a:latin typeface="微软雅黑" pitchFamily="34" charset="-122"/>
                <a:ea typeface="微软雅黑" pitchFamily="34" charset="-122"/>
                <a:sym typeface="Wingdings 2" panose="05020102010507070707" pitchFamily="18" charset="2"/>
              </a:rPr>
              <a:t>S-GW</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723919" y="585623"/>
            <a:ext cx="368241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百度服务器向 </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发送数据</a:t>
            </a:r>
          </a:p>
        </p:txBody>
      </p:sp>
    </p:spTree>
    <p:extLst>
      <p:ext uri="{BB962C8B-B14F-4D97-AF65-F5344CB8AC3E}">
        <p14:creationId xmlns:p14="http://schemas.microsoft.com/office/powerpoint/2010/main" val="3957350661"/>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2800"/>
              </a:lnSpc>
              <a:buClr>
                <a:srgbClr val="0070C0"/>
              </a:buClr>
            </a:pP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通过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向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转发。</a:t>
            </a:r>
            <a:r>
              <a:rPr lang="zh-CN" altLang="en-US" sz="2000" b="1" dirty="0">
                <a:solidFill>
                  <a:srgbClr val="0000CC"/>
                </a:solidFill>
                <a:latin typeface="微软雅黑" pitchFamily="34" charset="-122"/>
                <a:ea typeface="微软雅黑" pitchFamily="34" charset="-122"/>
                <a:sym typeface="Wingdings 2" panose="05020102010507070707" pitchFamily="18" charset="2"/>
              </a:rPr>
              <a:t>有两种情况：</a:t>
            </a:r>
          </a:p>
          <a:p>
            <a:pPr marL="342900" indent="-342900" eaLnBrk="0" hangingPunct="0">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sym typeface="Wingdings 2" panose="05020102010507070707" pitchFamily="18" charset="2"/>
              </a:rPr>
              <a:t>S-GW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和 </a:t>
            </a:r>
            <a:r>
              <a:rPr lang="en-US" altLang="zh-CN" sz="2000"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sz="2000" b="1" dirty="0">
                <a:solidFill>
                  <a:srgbClr val="C00000"/>
                </a:solidFill>
                <a:latin typeface="微软雅黑" pitchFamily="34" charset="-122"/>
                <a:ea typeface="微软雅黑" pitchFamily="34" charset="-122"/>
                <a:sym typeface="Wingdings 2" panose="05020102010507070707" pitchFamily="18" charset="2"/>
              </a:rPr>
              <a:t> </a:t>
            </a:r>
            <a:r>
              <a:rPr lang="zh-CN" altLang="en-US" sz="2000" b="1" dirty="0">
                <a:solidFill>
                  <a:srgbClr val="C00000"/>
                </a:solidFill>
                <a:latin typeface="微软雅黑" pitchFamily="34" charset="-122"/>
                <a:ea typeface="微软雅黑" pitchFamily="34" charset="-122"/>
                <a:sym typeface="Wingdings 2" panose="05020102010507070707" pitchFamily="18" charset="2"/>
              </a:rPr>
              <a:t>之间的 </a:t>
            </a:r>
            <a:r>
              <a:rPr lang="en-US" altLang="zh-CN" sz="2000" b="1" dirty="0">
                <a:solidFill>
                  <a:srgbClr val="C00000"/>
                </a:solidFill>
                <a:latin typeface="微软雅黑" pitchFamily="34" charset="-122"/>
                <a:ea typeface="微软雅黑" pitchFamily="34" charset="-122"/>
                <a:sym typeface="Wingdings 2" panose="05020102010507070707" pitchFamily="18" charset="2"/>
              </a:rPr>
              <a:t>GTP</a:t>
            </a:r>
            <a:r>
              <a:rPr lang="zh-CN" altLang="en-US" sz="2000" b="1" dirty="0">
                <a:solidFill>
                  <a:srgbClr val="C00000"/>
                </a:solidFill>
                <a:latin typeface="微软雅黑" pitchFamily="34" charset="-122"/>
                <a:ea typeface="微软雅黑" pitchFamily="34" charset="-122"/>
                <a:sym typeface="Wingdings 2" panose="05020102010507070707" pitchFamily="18" charset="2"/>
              </a:rPr>
              <a:t>隧道存在。</a:t>
            </a: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把 </a:t>
            </a:r>
            <a:r>
              <a:rPr lang="en-US" altLang="zh-CN" b="1" dirty="0">
                <a:latin typeface="微软雅黑" pitchFamily="34" charset="-122"/>
                <a:ea typeface="微软雅黑" pitchFamily="34" charset="-122"/>
                <a:sym typeface="Wingdings 2" panose="05020102010507070707" pitchFamily="18" charset="2"/>
              </a:rPr>
              <a:t>GTP </a:t>
            </a:r>
            <a:r>
              <a:rPr lang="zh-CN" altLang="en-US" b="1" dirty="0">
                <a:latin typeface="微软雅黑" pitchFamily="34" charset="-122"/>
                <a:ea typeface="微软雅黑" pitchFamily="34" charset="-122"/>
                <a:sym typeface="Wingdings 2" panose="05020102010507070707" pitchFamily="18" charset="2"/>
              </a:rPr>
              <a:t>分组通过隧道发送给 </a:t>
            </a:r>
            <a:r>
              <a:rPr lang="en-US" altLang="zh-CN" b="1" dirty="0" err="1">
                <a:latin typeface="微软雅黑" pitchFamily="34" charset="-122"/>
                <a:ea typeface="微软雅黑" pitchFamily="34" charset="-122"/>
                <a:sym typeface="Wingdings 2" panose="05020102010507070707" pitchFamily="18" charset="2"/>
              </a:rPr>
              <a:t>eNB</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把 </a:t>
            </a:r>
            <a:r>
              <a:rPr lang="en-US" altLang="zh-CN" b="1" dirty="0">
                <a:latin typeface="微软雅黑" pitchFamily="34" charset="-122"/>
                <a:ea typeface="微软雅黑" pitchFamily="34" charset="-122"/>
                <a:sym typeface="Wingdings 2" panose="05020102010507070707" pitchFamily="18" charset="2"/>
              </a:rPr>
              <a:t>GTP </a:t>
            </a:r>
            <a:r>
              <a:rPr lang="zh-CN" altLang="en-US" b="1" dirty="0">
                <a:latin typeface="微软雅黑" pitchFamily="34" charset="-122"/>
                <a:ea typeface="微软雅黑" pitchFamily="34" charset="-122"/>
                <a:sym typeface="Wingdings 2" panose="05020102010507070707" pitchFamily="18" charset="2"/>
              </a:rPr>
              <a:t>分组解封，在空口链路上采用 </a:t>
            </a:r>
            <a:r>
              <a:rPr lang="en-US" altLang="zh-CN" b="1" dirty="0">
                <a:latin typeface="微软雅黑" pitchFamily="34" charset="-122"/>
                <a:ea typeface="微软雅黑" pitchFamily="34" charset="-122"/>
                <a:sym typeface="Wingdings 2" panose="05020102010507070707" pitchFamily="18" charset="2"/>
              </a:rPr>
              <a:t>PDCP/RLC/MAC/PHY </a:t>
            </a:r>
            <a:r>
              <a:rPr lang="zh-CN" altLang="en-US" b="1" dirty="0">
                <a:latin typeface="微软雅黑" pitchFamily="34" charset="-122"/>
                <a:ea typeface="微软雅黑" pitchFamily="34" charset="-122"/>
                <a:sym typeface="Wingdings 2" panose="05020102010507070707" pitchFamily="18" charset="2"/>
              </a:rPr>
              <a:t>层封装，把数据发送给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p>
          <a:p>
            <a:pPr marL="342900" indent="-342900" eaLnBrk="0" hangingPunct="0">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sym typeface="Wingdings 2" panose="05020102010507070707" pitchFamily="18" charset="2"/>
              </a:rPr>
              <a:t>S-GW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和 </a:t>
            </a:r>
            <a:r>
              <a:rPr lang="en-US" altLang="zh-CN" sz="2000"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sz="2000" b="1" dirty="0">
                <a:solidFill>
                  <a:srgbClr val="C00000"/>
                </a:solidFill>
                <a:latin typeface="微软雅黑" pitchFamily="34" charset="-122"/>
                <a:ea typeface="微软雅黑" pitchFamily="34" charset="-122"/>
                <a:sym typeface="Wingdings 2" panose="05020102010507070707" pitchFamily="18" charset="2"/>
              </a:rPr>
              <a:t> </a:t>
            </a:r>
            <a:r>
              <a:rPr lang="zh-CN" altLang="en-US" sz="2000" b="1" dirty="0">
                <a:solidFill>
                  <a:srgbClr val="C00000"/>
                </a:solidFill>
                <a:latin typeface="微软雅黑" pitchFamily="34" charset="-122"/>
                <a:ea typeface="微软雅黑" pitchFamily="34" charset="-122"/>
                <a:sym typeface="Wingdings 2" panose="05020102010507070707" pitchFamily="18" charset="2"/>
              </a:rPr>
              <a:t>之间的 </a:t>
            </a:r>
            <a:r>
              <a:rPr lang="en-US" altLang="zh-CN" sz="2000" b="1" dirty="0">
                <a:solidFill>
                  <a:srgbClr val="C00000"/>
                </a:solidFill>
                <a:latin typeface="微软雅黑" pitchFamily="34" charset="-122"/>
                <a:ea typeface="微软雅黑" pitchFamily="34" charset="-122"/>
                <a:sym typeface="Wingdings 2" panose="05020102010507070707" pitchFamily="18" charset="2"/>
              </a:rPr>
              <a:t>GTP </a:t>
            </a:r>
            <a:r>
              <a:rPr lang="zh-CN" altLang="en-US" sz="2000" b="1" dirty="0">
                <a:solidFill>
                  <a:srgbClr val="C00000"/>
                </a:solidFill>
                <a:latin typeface="微软雅黑" pitchFamily="34" charset="-122"/>
                <a:ea typeface="微软雅黑" pitchFamily="34" charset="-122"/>
                <a:sym typeface="Wingdings 2" panose="05020102010507070707" pitchFamily="18" charset="2"/>
              </a:rPr>
              <a:t>隧道不存在。</a:t>
            </a: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此时，</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处于空口空闲状态。</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因为 </a:t>
            </a:r>
            <a:r>
              <a:rPr lang="en-US" altLang="zh-CN" b="1" dirty="0">
                <a:latin typeface="微软雅黑" pitchFamily="34" charset="-122"/>
                <a:ea typeface="微软雅黑" pitchFamily="34" charset="-122"/>
                <a:sym typeface="Wingdings 2" panose="05020102010507070707" pitchFamily="18" charset="2"/>
              </a:rPr>
              <a:t>LTE </a:t>
            </a:r>
            <a:r>
              <a:rPr lang="zh-CN" altLang="en-US" b="1" dirty="0">
                <a:latin typeface="微软雅黑" pitchFamily="34" charset="-122"/>
                <a:ea typeface="微软雅黑" pitchFamily="34" charset="-122"/>
                <a:sym typeface="Wingdings 2" panose="05020102010507070707" pitchFamily="18" charset="2"/>
              </a:rPr>
              <a:t>中的所有基站 </a:t>
            </a: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都不知道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在什么地方，</a:t>
            </a: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只好先把收到的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a:t>
            </a:r>
            <a:r>
              <a:rPr lang="zh-CN" altLang="en-US" b="1" dirty="0">
                <a:solidFill>
                  <a:srgbClr val="0000CC"/>
                </a:solidFill>
                <a:latin typeface="微软雅黑" pitchFamily="34" charset="-122"/>
                <a:ea typeface="微软雅黑" pitchFamily="34" charset="-122"/>
                <a:sym typeface="Wingdings 2" panose="05020102010507070707" pitchFamily="18" charset="2"/>
              </a:rPr>
              <a:t>暂时缓存，</a:t>
            </a:r>
            <a:r>
              <a:rPr lang="zh-CN" altLang="en-US" b="1" dirty="0">
                <a:latin typeface="微软雅黑" pitchFamily="34" charset="-122"/>
                <a:ea typeface="微软雅黑" pitchFamily="34" charset="-122"/>
                <a:sym typeface="Wingdings 2" panose="05020102010507070707" pitchFamily="18" charset="2"/>
              </a:rPr>
              <a:t>并触发移动性管理实体 </a:t>
            </a:r>
            <a:r>
              <a:rPr lang="en-US" altLang="zh-CN" b="1" dirty="0">
                <a:solidFill>
                  <a:srgbClr val="C00000"/>
                </a:solidFill>
                <a:latin typeface="微软雅黑" pitchFamily="34" charset="-122"/>
                <a:ea typeface="微软雅黑" pitchFamily="34" charset="-122"/>
                <a:sym typeface="Wingdings 2" panose="05020102010507070707" pitchFamily="18" charset="2"/>
              </a:rPr>
              <a:t>MME</a:t>
            </a:r>
            <a:r>
              <a:rPr lang="en-US" altLang="zh-CN" b="1" dirty="0">
                <a:latin typeface="微软雅黑" pitchFamily="34" charset="-122"/>
                <a:ea typeface="微软雅黑" pitchFamily="34" charset="-122"/>
                <a:sym typeface="Wingdings 2" panose="05020102010507070707" pitchFamily="18" charset="2"/>
              </a:rPr>
              <a:t> </a:t>
            </a:r>
            <a:r>
              <a:rPr lang="zh-CN" altLang="en-US" b="1" dirty="0">
                <a:solidFill>
                  <a:srgbClr val="0000CC"/>
                </a:solidFill>
                <a:latin typeface="微软雅黑" pitchFamily="34" charset="-122"/>
                <a:ea typeface="微软雅黑" pitchFamily="34" charset="-122"/>
                <a:sym typeface="Wingdings 2" panose="05020102010507070707" pitchFamily="18" charset="2"/>
              </a:rPr>
              <a:t>寻呼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（有时称为唤醒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p>
        </p:txBody>
      </p:sp>
      <p:sp>
        <p:nvSpPr>
          <p:cNvPr id="2" name="AutoShape 5">
            <a:extLst>
              <a:ext uri="{FF2B5EF4-FFF2-40B4-BE49-F238E27FC236}">
                <a16:creationId xmlns:a16="http://schemas.microsoft.com/office/drawing/2014/main" id="{C1FF8061-9263-24B3-B2A9-6268C432FE2D}"/>
              </a:ext>
            </a:extLst>
          </p:cNvPr>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Rectangle 6">
            <a:extLst>
              <a:ext uri="{FF2B5EF4-FFF2-40B4-BE49-F238E27FC236}">
                <a16:creationId xmlns:a16="http://schemas.microsoft.com/office/drawing/2014/main" id="{2C2D350E-8995-388E-BB7D-7904DE778132}"/>
              </a:ext>
            </a:extLst>
          </p:cNvPr>
          <p:cNvSpPr>
            <a:spLocks noChangeArrowheads="1"/>
          </p:cNvSpPr>
          <p:nvPr/>
        </p:nvSpPr>
        <p:spPr bwMode="auto">
          <a:xfrm>
            <a:off x="2723919" y="585623"/>
            <a:ext cx="368241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百度服务器向 </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发送数据</a:t>
            </a:r>
          </a:p>
        </p:txBody>
      </p:sp>
    </p:spTree>
    <p:extLst>
      <p:ext uri="{BB962C8B-B14F-4D97-AF65-F5344CB8AC3E}">
        <p14:creationId xmlns:p14="http://schemas.microsoft.com/office/powerpoint/2010/main" val="2289263028"/>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3239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sym typeface="Wingdings 2" panose="05020102010507070707" pitchFamily="18" charset="2"/>
              </a:rPr>
              <a:t>跟踪区 </a:t>
            </a:r>
            <a:r>
              <a:rPr lang="en-US" altLang="zh-CN" sz="2000" b="1" dirty="0">
                <a:solidFill>
                  <a:srgbClr val="0000CC"/>
                </a:solidFill>
                <a:latin typeface="微软雅黑" pitchFamily="34" charset="-122"/>
                <a:ea typeface="微软雅黑" pitchFamily="34" charset="-122"/>
                <a:sym typeface="Wingdings 2" panose="05020102010507070707" pitchFamily="18" charset="2"/>
              </a:rPr>
              <a:t>TA </a:t>
            </a:r>
            <a:r>
              <a:rPr lang="en-US" altLang="zh-CN" sz="2000" b="1" dirty="0">
                <a:latin typeface="微软雅黑" pitchFamily="34" charset="-122"/>
                <a:ea typeface="微软雅黑" pitchFamily="34" charset="-122"/>
                <a:sym typeface="Wingdings 2" panose="05020102010507070707" pitchFamily="18" charset="2"/>
              </a:rPr>
              <a:t>(Tracking Area)</a:t>
            </a: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整个覆盖范围划分为很多跟踪区 </a:t>
            </a:r>
            <a:r>
              <a:rPr lang="en-US" altLang="zh-CN" b="1" dirty="0">
                <a:latin typeface="微软雅黑" pitchFamily="34" charset="-122"/>
                <a:ea typeface="微软雅黑" pitchFamily="34" charset="-122"/>
                <a:sym typeface="Wingdings 2" panose="05020102010507070707" pitchFamily="18" charset="2"/>
              </a:rPr>
              <a:t>TA</a:t>
            </a:r>
            <a:r>
              <a:rPr lang="zh-CN" altLang="en-US" b="1" dirty="0">
                <a:latin typeface="微软雅黑" pitchFamily="34" charset="-122"/>
                <a:ea typeface="微软雅黑" pitchFamily="34" charset="-122"/>
                <a:sym typeface="Wingdings 2" panose="05020102010507070707" pitchFamily="18" charset="2"/>
              </a:rPr>
              <a:t>，由唯一的跟踪区标识 </a:t>
            </a:r>
            <a:r>
              <a:rPr lang="en-US" altLang="zh-CN" b="1" dirty="0">
                <a:latin typeface="微软雅黑" pitchFamily="34" charset="-122"/>
                <a:ea typeface="微软雅黑" pitchFamily="34" charset="-122"/>
                <a:sym typeface="Wingdings 2" panose="05020102010507070707" pitchFamily="18" charset="2"/>
              </a:rPr>
              <a:t>TAI (Tracking Area Identity) </a:t>
            </a:r>
            <a:r>
              <a:rPr lang="zh-CN" altLang="en-US" b="1" dirty="0">
                <a:latin typeface="微软雅黑" pitchFamily="34" charset="-122"/>
                <a:ea typeface="微软雅黑" pitchFamily="34" charset="-122"/>
                <a:sym typeface="Wingdings 2" panose="05020102010507070707" pitchFamily="18" charset="2"/>
              </a:rPr>
              <a:t>标识。</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是 </a:t>
            </a:r>
            <a:r>
              <a:rPr lang="en-US" altLang="zh-CN" b="1" dirty="0">
                <a:latin typeface="微软雅黑" pitchFamily="34" charset="-122"/>
                <a:ea typeface="微软雅黑" pitchFamily="34" charset="-122"/>
                <a:sym typeface="Wingdings 2" panose="05020102010507070707" pitchFamily="18" charset="2"/>
              </a:rPr>
              <a:t>LTE </a:t>
            </a:r>
            <a:r>
              <a:rPr lang="zh-CN" altLang="en-US" b="1" dirty="0">
                <a:latin typeface="微软雅黑" pitchFamily="34" charset="-122"/>
                <a:ea typeface="微软雅黑" pitchFamily="34" charset="-122"/>
                <a:sym typeface="Wingdings 2" panose="05020102010507070707" pitchFamily="18" charset="2"/>
              </a:rPr>
              <a:t>系统中</a:t>
            </a:r>
            <a:r>
              <a:rPr lang="zh-CN" altLang="en-US" b="1" dirty="0">
                <a:solidFill>
                  <a:srgbClr val="C00000"/>
                </a:solidFill>
                <a:latin typeface="微软雅黑" pitchFamily="34" charset="-122"/>
                <a:ea typeface="微软雅黑" pitchFamily="34" charset="-122"/>
                <a:sym typeface="Wingdings 2" panose="05020102010507070707" pitchFamily="18" charset="2"/>
              </a:rPr>
              <a:t>位置更新</a:t>
            </a:r>
            <a:r>
              <a:rPr lang="zh-CN" altLang="en-US" b="1" dirty="0">
                <a:latin typeface="微软雅黑" pitchFamily="34" charset="-122"/>
                <a:ea typeface="微软雅黑" pitchFamily="34" charset="-122"/>
                <a:sym typeface="Wingdings 2" panose="05020102010507070707" pitchFamily="18" charset="2"/>
              </a:rPr>
              <a:t>和</a:t>
            </a:r>
            <a:r>
              <a:rPr lang="zh-CN" altLang="en-US" b="1" dirty="0">
                <a:solidFill>
                  <a:srgbClr val="C00000"/>
                </a:solidFill>
                <a:latin typeface="微软雅黑" pitchFamily="34" charset="-122"/>
                <a:ea typeface="微软雅黑" pitchFamily="34" charset="-122"/>
                <a:sym typeface="Wingdings 2" panose="05020102010507070707" pitchFamily="18" charset="2"/>
              </a:rPr>
              <a:t>寻呼</a:t>
            </a:r>
            <a:r>
              <a:rPr lang="zh-CN" altLang="en-US" b="1" dirty="0">
                <a:latin typeface="微软雅黑" pitchFamily="34" charset="-122"/>
                <a:ea typeface="微软雅黑" pitchFamily="34" charset="-122"/>
                <a:sym typeface="Wingdings 2" panose="05020102010507070707" pitchFamily="18" charset="2"/>
              </a:rPr>
              <a:t>的基本单位。</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一个跟踪区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可以覆盖多个小区。</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处于待机状态的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必须收听邻近 </a:t>
            </a: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的广播，以便知道自己位于哪个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中。</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必须</a:t>
            </a:r>
            <a:r>
              <a:rPr lang="zh-CN" altLang="en-US" b="1" dirty="0">
                <a:solidFill>
                  <a:srgbClr val="C00000"/>
                </a:solidFill>
                <a:latin typeface="微软雅黑" pitchFamily="34" charset="-122"/>
                <a:ea typeface="微软雅黑" pitchFamily="34" charset="-122"/>
                <a:sym typeface="Wingdings 2" panose="05020102010507070707" pitchFamily="18" charset="2"/>
              </a:rPr>
              <a:t>周期性</a:t>
            </a:r>
            <a:r>
              <a:rPr lang="zh-CN" altLang="en-US" b="1" dirty="0">
                <a:latin typeface="微软雅黑" pitchFamily="34" charset="-122"/>
                <a:ea typeface="微软雅黑" pitchFamily="34" charset="-122"/>
                <a:sym typeface="Wingdings 2" panose="05020102010507070707" pitchFamily="18" charset="2"/>
              </a:rPr>
              <a:t>向核心网的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报告自己的 </a:t>
            </a:r>
            <a:r>
              <a:rPr lang="en-US" altLang="zh-CN" b="1" dirty="0">
                <a:latin typeface="微软雅黑" pitchFamily="34" charset="-122"/>
                <a:ea typeface="微软雅黑" pitchFamily="34" charset="-122"/>
                <a:sym typeface="Wingdings 2" panose="05020102010507070707" pitchFamily="18" charset="2"/>
              </a:rPr>
              <a:t>TAI</a:t>
            </a:r>
            <a:r>
              <a:rPr lang="zh-CN" altLang="en-US" b="1" dirty="0">
                <a:latin typeface="微软雅黑" pitchFamily="34" charset="-122"/>
                <a:ea typeface="微软雅黑" pitchFamily="34" charset="-122"/>
                <a:sym typeface="Wingdings 2" panose="05020102010507070707" pitchFamily="18" charset="2"/>
              </a:rPr>
              <a:t>，以便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能够寻呼到自己。</a:t>
            </a:r>
            <a:endParaRPr lang="en-US" altLang="zh-CN"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MME </a:t>
            </a:r>
            <a:r>
              <a:rPr lang="zh-CN" altLang="en-US" sz="2000" b="1" dirty="0">
                <a:solidFill>
                  <a:schemeClr val="bg1"/>
                </a:solidFill>
                <a:latin typeface="微软雅黑" pitchFamily="34" charset="-122"/>
                <a:ea typeface="微软雅黑" pitchFamily="34" charset="-122"/>
              </a:rPr>
              <a:t>寻呼 </a:t>
            </a:r>
            <a:r>
              <a:rPr lang="en-US" altLang="zh-CN" sz="2000" b="1" dirty="0">
                <a:solidFill>
                  <a:schemeClr val="bg1"/>
                </a:solidFill>
                <a:latin typeface="微软雅黑" pitchFamily="34" charset="-122"/>
                <a:ea typeface="微软雅黑" pitchFamily="34" charset="-122"/>
              </a:rPr>
              <a:t>UE</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2824448391"/>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22467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sym typeface="Wingdings 2" panose="05020102010507070707" pitchFamily="18" charset="2"/>
              </a:rPr>
              <a:t>跟踪区列表 </a:t>
            </a:r>
            <a:r>
              <a:rPr lang="en-US" altLang="zh-CN" sz="2000" b="1" dirty="0">
                <a:solidFill>
                  <a:srgbClr val="0000CC"/>
                </a:solidFill>
                <a:latin typeface="微软雅黑" pitchFamily="34" charset="-122"/>
                <a:ea typeface="微软雅黑" pitchFamily="34" charset="-122"/>
                <a:sym typeface="Wingdings 2" panose="05020102010507070707" pitchFamily="18" charset="2"/>
              </a:rPr>
              <a:t>TAL </a:t>
            </a:r>
            <a:r>
              <a:rPr lang="en-US" altLang="zh-CN" sz="2000" b="1" dirty="0">
                <a:latin typeface="微软雅黑" pitchFamily="34" charset="-122"/>
                <a:ea typeface="微软雅黑" pitchFamily="34" charset="-122"/>
                <a:sym typeface="Wingdings 2" panose="05020102010507070707" pitchFamily="18" charset="2"/>
              </a:rPr>
              <a:t>(Tracking Area List)</a:t>
            </a: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为了避免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在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区域间频繁切换时造成核心网信令负荷过重，</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把一组（</a:t>
            </a:r>
            <a:r>
              <a:rPr lang="en-US" altLang="zh-CN" b="1" dirty="0">
                <a:latin typeface="微软雅黑" pitchFamily="34" charset="-122"/>
                <a:ea typeface="微软雅黑" pitchFamily="34" charset="-122"/>
                <a:sym typeface="Wingdings 2" panose="05020102010507070707" pitchFamily="18" charset="2"/>
              </a:rPr>
              <a:t>1 ~ 16 </a:t>
            </a:r>
            <a:r>
              <a:rPr lang="zh-CN" altLang="en-US" b="1" dirty="0">
                <a:latin typeface="微软雅黑" pitchFamily="34" charset="-122"/>
                <a:ea typeface="微软雅黑" pitchFamily="34" charset="-122"/>
                <a:sym typeface="Wingdings 2" panose="05020102010507070707" pitchFamily="18" charset="2"/>
              </a:rPr>
              <a:t>个）</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写入一个</a:t>
            </a:r>
            <a:r>
              <a:rPr lang="zh-CN" altLang="en-US" b="1" dirty="0">
                <a:solidFill>
                  <a:srgbClr val="C00000"/>
                </a:solidFill>
                <a:latin typeface="微软雅黑" pitchFamily="34" charset="-122"/>
                <a:ea typeface="微软雅黑" pitchFamily="34" charset="-122"/>
                <a:sym typeface="Wingdings 2" panose="05020102010507070707" pitchFamily="18" charset="2"/>
              </a:rPr>
              <a:t>跟踪区列表 </a:t>
            </a:r>
            <a:r>
              <a:rPr lang="en-US" altLang="zh-CN" b="1" dirty="0">
                <a:solidFill>
                  <a:srgbClr val="C00000"/>
                </a:solidFill>
                <a:latin typeface="微软雅黑" pitchFamily="34" charset="-122"/>
                <a:ea typeface="微软雅黑" pitchFamily="34" charset="-122"/>
                <a:sym typeface="Wingdings 2" panose="05020102010507070707" pitchFamily="18" charset="2"/>
              </a:rPr>
              <a:t>TAL</a:t>
            </a:r>
            <a:r>
              <a:rPr lang="zh-CN" altLang="en-US" b="1" dirty="0">
                <a:solidFill>
                  <a:srgbClr val="C00000"/>
                </a:solidFill>
                <a:latin typeface="微软雅黑" pitchFamily="34" charset="-122"/>
                <a:ea typeface="微软雅黑" pitchFamily="34" charset="-122"/>
                <a:sym typeface="Wingdings 2" panose="05020102010507070707" pitchFamily="18" charset="2"/>
              </a:rPr>
              <a:t>。</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当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在 </a:t>
            </a:r>
            <a:r>
              <a:rPr lang="en-US" altLang="zh-CN" b="1" dirty="0">
                <a:latin typeface="微软雅黑" pitchFamily="34" charset="-122"/>
                <a:ea typeface="微软雅黑" pitchFamily="34" charset="-122"/>
                <a:sym typeface="Wingdings 2" panose="05020102010507070707" pitchFamily="18" charset="2"/>
              </a:rPr>
              <a:t>TAL </a:t>
            </a:r>
            <a:r>
              <a:rPr lang="zh-CN" altLang="en-US" b="1" dirty="0">
                <a:latin typeface="微软雅黑" pitchFamily="34" charset="-122"/>
                <a:ea typeface="微软雅黑" pitchFamily="34" charset="-122"/>
                <a:sym typeface="Wingdings 2" panose="05020102010507070707" pitchFamily="18" charset="2"/>
              </a:rPr>
              <a:t>范围内跨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漫游时，</a:t>
            </a:r>
            <a:r>
              <a:rPr lang="zh-CN" altLang="en-US" b="1" dirty="0">
                <a:solidFill>
                  <a:srgbClr val="C00000"/>
                </a:solidFill>
                <a:latin typeface="微软雅黑" pitchFamily="34" charset="-122"/>
                <a:ea typeface="微软雅黑" pitchFamily="34" charset="-122"/>
                <a:sym typeface="Wingdings 2" panose="05020102010507070707" pitchFamily="18" charset="2"/>
              </a:rPr>
              <a:t>不必</a:t>
            </a:r>
            <a:r>
              <a:rPr lang="zh-CN" altLang="en-US" b="1" dirty="0">
                <a:latin typeface="微软雅黑" pitchFamily="34" charset="-122"/>
                <a:ea typeface="微软雅黑" pitchFamily="34" charset="-122"/>
                <a:sym typeface="Wingdings 2" panose="05020102010507070707" pitchFamily="18" charset="2"/>
              </a:rPr>
              <a:t>向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发送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更新报文。</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如果这时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需要寻呼</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，只需在一个 </a:t>
            </a:r>
            <a:r>
              <a:rPr lang="en-US" altLang="zh-CN" b="1" dirty="0">
                <a:solidFill>
                  <a:srgbClr val="C00000"/>
                </a:solidFill>
                <a:latin typeface="微软雅黑" pitchFamily="34" charset="-122"/>
                <a:ea typeface="微软雅黑" pitchFamily="34" charset="-122"/>
                <a:sym typeface="Wingdings 2" panose="05020102010507070707" pitchFamily="18" charset="2"/>
              </a:rPr>
              <a:t>TAL </a:t>
            </a:r>
            <a:r>
              <a:rPr lang="zh-CN" altLang="en-US" b="1" dirty="0">
                <a:solidFill>
                  <a:srgbClr val="C00000"/>
                </a:solidFill>
                <a:latin typeface="微软雅黑" pitchFamily="34" charset="-122"/>
                <a:ea typeface="微软雅黑" pitchFamily="34" charset="-122"/>
                <a:sym typeface="Wingdings 2" panose="05020102010507070707" pitchFamily="18" charset="2"/>
              </a:rPr>
              <a:t>的小范围</a:t>
            </a:r>
            <a:r>
              <a:rPr lang="zh-CN" altLang="en-US" b="1" dirty="0">
                <a:latin typeface="微软雅黑" pitchFamily="34" charset="-122"/>
                <a:ea typeface="微软雅黑" pitchFamily="34" charset="-122"/>
                <a:sym typeface="Wingdings 2" panose="05020102010507070707" pitchFamily="18" charset="2"/>
              </a:rPr>
              <a:t>内进行寻呼。</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2800"/>
              </a:lnSpc>
              <a:buClr>
                <a:srgbClr val="0070C0"/>
              </a:buClr>
              <a:buFont typeface="Wingdings" pitchFamily="2" charset="2"/>
              <a:buChar char="l"/>
            </a:pP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MME </a:t>
            </a:r>
            <a:r>
              <a:rPr lang="zh-CN" altLang="en-US" sz="2000" b="1" dirty="0">
                <a:solidFill>
                  <a:schemeClr val="bg1"/>
                </a:solidFill>
                <a:latin typeface="微软雅黑" pitchFamily="34" charset="-122"/>
                <a:ea typeface="微软雅黑" pitchFamily="34" charset="-122"/>
              </a:rPr>
              <a:t>寻呼 </a:t>
            </a:r>
            <a:r>
              <a:rPr lang="en-US" altLang="zh-CN" sz="2000" b="1" dirty="0">
                <a:solidFill>
                  <a:schemeClr val="bg1"/>
                </a:solidFill>
                <a:latin typeface="微软雅黑" pitchFamily="34" charset="-122"/>
                <a:ea typeface="微软雅黑" pitchFamily="34" charset="-122"/>
              </a:rPr>
              <a:t>UE</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443382727"/>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跟踪区列表 </a:t>
            </a:r>
            <a:r>
              <a:rPr lang="en-US" altLang="zh-CN" sz="2000" b="1" dirty="0">
                <a:solidFill>
                  <a:schemeClr val="bg1"/>
                </a:solidFill>
                <a:latin typeface="微软雅黑" pitchFamily="34" charset="-122"/>
                <a:ea typeface="微软雅黑" pitchFamily="34" charset="-122"/>
              </a:rPr>
              <a:t>TAL </a:t>
            </a:r>
            <a:r>
              <a:rPr lang="zh-CN" altLang="en-US" sz="2000" b="1" dirty="0">
                <a:solidFill>
                  <a:schemeClr val="bg1"/>
                </a:solidFill>
                <a:latin typeface="微软雅黑" pitchFamily="34" charset="-122"/>
                <a:ea typeface="微软雅黑" pitchFamily="34" charset="-122"/>
              </a:rPr>
              <a:t>更新的过程</a:t>
            </a: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a:grpSpLocks/>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spcBef>
                <a:spcPts val="600"/>
              </a:spcBef>
            </a:pPr>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a:grpSpLocks/>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11907 w 1248228"/>
              <a:gd name="connsiteY8" fmla="*/ 300099 h 925286"/>
              <a:gd name="connsiteX9" fmla="*/ 526142 w 1248228"/>
              <a:gd name="connsiteY9" fmla="*/ 0 h 925286"/>
              <a:gd name="connsiteX10" fmla="*/ 174171 w 1248228"/>
              <a:gd name="connsiteY10" fmla="*/ 0 h 92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a:grpSpLocks/>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a:grpSpLocks/>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a:grpSpLocks/>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a:grpSpLocks/>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a:grpSpLocks/>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a:grpSpLocks/>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a:grpSpLocks/>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a:grpSpLocks/>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a:grpSpLocks/>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a:grpSpLocks/>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a:grpSpLocks/>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a:grpSpLocks/>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a:grpSpLocks/>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a:grpSpLocks/>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a:grpSpLocks/>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a:grpSpLocks/>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a:grpSpLocks/>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a:grpSpLocks/>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a:grpSpLocks/>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a:grpSpLocks/>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a:grpSpLocks/>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a:grpSpLocks/>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a:grpSpLocks/>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a:grpSpLocks/>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a:grpSpLocks/>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391"/>
            <p:cNvGrpSpPr>
              <a:grpSpLocks/>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1"/>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1258260" y="3850911"/>
            <a:ext cx="6945214" cy="656590"/>
          </a:xfrm>
          <a:prstGeom prst="rect">
            <a:avLst/>
          </a:prstGeom>
        </p:spPr>
        <p:txBody>
          <a:bodyPr wrap="square">
            <a:spAutoFit/>
          </a:bodyPr>
          <a:lstStyle/>
          <a:p>
            <a:pPr>
              <a:lnSpc>
                <a:spcPts val="2200"/>
              </a:lnSpc>
            </a:pP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在位置</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，属于跟踪区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600" b="1" kern="500" baseline="-25000" dirty="0">
                <a:latin typeface="微软雅黑" panose="020B0503020204020204" pitchFamily="34" charset="-122"/>
                <a:ea typeface="微软雅黑" panose="020B0503020204020204" pitchFamily="34" charset="-122"/>
                <a:cs typeface="Times New Roman" panose="02020603050405020304" pitchFamily="18" charset="0"/>
              </a:rPr>
              <a:t>1</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把这个位置信息报告给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，然后</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向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发送一个跟踪区列表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400" b="1" kern="500" baseline="-25000" dirty="0">
                <a:latin typeface="微软雅黑" panose="020B0503020204020204" pitchFamily="34" charset="-122"/>
                <a:ea typeface="微软雅黑" panose="020B0503020204020204" pitchFamily="34" charset="-122"/>
                <a:cs typeface="Times New Roman" panose="02020603050405020304" pitchFamily="18" charset="0"/>
              </a:rPr>
              <a:t>1</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p>
        </p:txBody>
      </p:sp>
    </p:spTree>
    <p:extLst>
      <p:ext uri="{BB962C8B-B14F-4D97-AF65-F5344CB8AC3E}">
        <p14:creationId xmlns:p14="http://schemas.microsoft.com/office/powerpoint/2010/main" val="21174556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跟踪区列表 </a:t>
            </a:r>
            <a:r>
              <a:rPr lang="en-US" altLang="zh-CN" sz="2000" b="1" dirty="0">
                <a:solidFill>
                  <a:schemeClr val="bg1"/>
                </a:solidFill>
                <a:latin typeface="微软雅黑" pitchFamily="34" charset="-122"/>
                <a:ea typeface="微软雅黑" pitchFamily="34" charset="-122"/>
              </a:rPr>
              <a:t>TAL </a:t>
            </a:r>
            <a:r>
              <a:rPr lang="zh-CN" altLang="en-US" sz="2000" b="1" dirty="0">
                <a:solidFill>
                  <a:schemeClr val="bg1"/>
                </a:solidFill>
                <a:latin typeface="微软雅黑" pitchFamily="34" charset="-122"/>
                <a:ea typeface="微软雅黑" pitchFamily="34" charset="-122"/>
              </a:rPr>
              <a:t>更新的过程</a:t>
            </a: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a:grpSpLocks/>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spcBef>
                <a:spcPts val="600"/>
              </a:spcBef>
            </a:pPr>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a:grpSpLocks/>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11907 w 1248228"/>
              <a:gd name="connsiteY8" fmla="*/ 300099 h 925286"/>
              <a:gd name="connsiteX9" fmla="*/ 526142 w 1248228"/>
              <a:gd name="connsiteY9" fmla="*/ 0 h 925286"/>
              <a:gd name="connsiteX10" fmla="*/ 174171 w 1248228"/>
              <a:gd name="connsiteY10" fmla="*/ 0 h 92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a:grpSpLocks/>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a:grpSpLocks/>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a:grpSpLocks/>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a:grpSpLocks/>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a:grpSpLocks/>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a:grpSpLocks/>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a:grpSpLocks/>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a:grpSpLocks/>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a:grpSpLocks/>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a:grpSpLocks/>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a:grpSpLocks/>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a:grpSpLocks/>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a:grpSpLocks/>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a:grpSpLocks/>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a:grpSpLocks/>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a:grpSpLocks/>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a:grpSpLocks/>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a:grpSpLocks/>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a:grpSpLocks/>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a:grpSpLocks/>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a:grpSpLocks/>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a:grpSpLocks/>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a:grpSpLocks/>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a:grpSpLocks/>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a:grpSpLocks/>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391"/>
            <p:cNvGrpSpPr>
              <a:grpSpLocks/>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0"/>
            <a:ext cx="406509" cy="350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1258260" y="3850911"/>
            <a:ext cx="6945214" cy="656590"/>
          </a:xfrm>
          <a:prstGeom prst="rect">
            <a:avLst/>
          </a:prstGeom>
        </p:spPr>
        <p:txBody>
          <a:bodyPr wrap="square">
            <a:spAutoFit/>
          </a:bodyPr>
          <a:lstStyle/>
          <a:p>
            <a:pPr>
              <a:lnSpc>
                <a:spcPts val="2200"/>
              </a:lnSpc>
            </a:pP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当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漫游到位置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时，其跟踪区列表没变，因此不向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发送</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更新报文。</a:t>
            </a:r>
          </a:p>
        </p:txBody>
      </p:sp>
    </p:spTree>
    <p:extLst>
      <p:ext uri="{BB962C8B-B14F-4D97-AF65-F5344CB8AC3E}">
        <p14:creationId xmlns:p14="http://schemas.microsoft.com/office/powerpoint/2010/main" val="26002053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2"/>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35" presetClass="emph" presetSubtype="0" repeatCount="3000" fill="hold" grpId="0" nodeType="afterEffect">
                                  <p:stCondLst>
                                    <p:cond delay="0"/>
                                  </p:stCondLst>
                                  <p:childTnLst>
                                    <p:anim calcmode="discrete" valueType="str">
                                      <p:cBhvr>
                                        <p:cTn id="9" dur="1000" fill="hold"/>
                                        <p:tgtEl>
                                          <p:spTgt spid="24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 grpId="0"/>
      <p:bldP spid="242"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跟踪区列表 </a:t>
            </a:r>
            <a:r>
              <a:rPr lang="en-US" altLang="zh-CN" sz="2000" b="1" dirty="0">
                <a:solidFill>
                  <a:schemeClr val="bg1"/>
                </a:solidFill>
                <a:latin typeface="微软雅黑" pitchFamily="34" charset="-122"/>
                <a:ea typeface="微软雅黑" pitchFamily="34" charset="-122"/>
              </a:rPr>
              <a:t>TAL </a:t>
            </a:r>
            <a:r>
              <a:rPr lang="zh-CN" altLang="en-US" sz="2000" b="1" dirty="0">
                <a:solidFill>
                  <a:schemeClr val="bg1"/>
                </a:solidFill>
                <a:latin typeface="微软雅黑" pitchFamily="34" charset="-122"/>
                <a:ea typeface="微软雅黑" pitchFamily="34" charset="-122"/>
              </a:rPr>
              <a:t>更新的过程</a:t>
            </a: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a:grpSpLocks/>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spcBef>
                <a:spcPts val="600"/>
              </a:spcBef>
            </a:pPr>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a:grpSpLocks/>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11907 w 1248228"/>
              <a:gd name="connsiteY8" fmla="*/ 300099 h 925286"/>
              <a:gd name="connsiteX9" fmla="*/ 526142 w 1248228"/>
              <a:gd name="connsiteY9" fmla="*/ 0 h 925286"/>
              <a:gd name="connsiteX10" fmla="*/ 174171 w 1248228"/>
              <a:gd name="connsiteY10" fmla="*/ 0 h 92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a:grpSpLocks/>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a:grpSpLocks/>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a:grpSpLocks/>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a:grpSpLocks/>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a:grpSpLocks/>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a:grpSpLocks/>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a:grpSpLocks/>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a:grpSpLocks/>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a:grpSpLocks/>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a:grpSpLocks/>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a:grpSpLocks/>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a:grpSpLocks/>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a:grpSpLocks/>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a:grpSpLocks/>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a:grpSpLocks/>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a:grpSpLocks/>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a:grpSpLocks/>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a:grpSpLocks/>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a:grpSpLocks/>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a:grpSpLocks/>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a:grpSpLocks/>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a:grpSpLocks/>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a:grpSpLocks/>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a:grpSpLocks/>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a:grpSpLocks/>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391"/>
            <p:cNvGrpSpPr>
              <a:grpSpLocks/>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1"/>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868048" y="3781807"/>
            <a:ext cx="7785464" cy="938719"/>
          </a:xfrm>
          <a:prstGeom prst="rect">
            <a:avLst/>
          </a:prstGeom>
        </p:spPr>
        <p:txBody>
          <a:bodyPr wrap="square">
            <a:spAutoFit/>
          </a:bodyPr>
          <a:lstStyle/>
          <a:p>
            <a:pPr>
              <a:lnSpc>
                <a:spcPts val="2200"/>
              </a:lnSpc>
            </a:pP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当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漫游到位置 </a:t>
            </a:r>
            <a:r>
              <a:rPr lang="zh-CN" altLang="en-US" sz="15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时，发现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4</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不在自己的跟踪区列表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1</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中，因此向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发送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更新报文，</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把更新的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2</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发送给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UE</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。只要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在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2</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内漫游（即在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3</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4</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范围中），就可以不向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发送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更新报文，减小了对核心网的信令压力。</a:t>
            </a:r>
          </a:p>
        </p:txBody>
      </p:sp>
    </p:spTree>
    <p:extLst>
      <p:ext uri="{BB962C8B-B14F-4D97-AF65-F5344CB8AC3E}">
        <p14:creationId xmlns:p14="http://schemas.microsoft.com/office/powerpoint/2010/main" val="712312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MME </a:t>
            </a:r>
            <a:r>
              <a:rPr lang="zh-CN" altLang="en-US" sz="2000" b="1" dirty="0">
                <a:latin typeface="微软雅黑" pitchFamily="34" charset="-122"/>
                <a:ea typeface="微软雅黑" pitchFamily="34" charset="-122"/>
                <a:sym typeface="Wingdings 2" panose="05020102010507070707" pitchFamily="18" charset="2"/>
              </a:rPr>
              <a:t>对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进行寻呼时，不必在整个 </a:t>
            </a:r>
            <a:r>
              <a:rPr lang="en-US" altLang="zh-CN" sz="2000" b="1" dirty="0">
                <a:latin typeface="微软雅黑" pitchFamily="34" charset="-122"/>
                <a:ea typeface="微软雅黑" pitchFamily="34" charset="-122"/>
                <a:sym typeface="Wingdings 2" panose="05020102010507070707" pitchFamily="18" charset="2"/>
              </a:rPr>
              <a:t>LTE </a:t>
            </a:r>
            <a:r>
              <a:rPr lang="zh-CN" altLang="en-US" sz="2000" b="1" dirty="0">
                <a:latin typeface="微软雅黑" pitchFamily="34" charset="-122"/>
                <a:ea typeface="微软雅黑" pitchFamily="34" charset="-122"/>
                <a:sym typeface="Wingdings 2" panose="05020102010507070707" pitchFamily="18" charset="2"/>
              </a:rPr>
              <a:t>网络范围内广播，而只需向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所在的跟踪区列表 </a:t>
            </a:r>
            <a:r>
              <a:rPr lang="en-US" altLang="zh-CN" sz="2000" b="1" dirty="0">
                <a:latin typeface="微软雅黑" pitchFamily="34" charset="-122"/>
                <a:ea typeface="微软雅黑" pitchFamily="34" charset="-122"/>
                <a:sym typeface="Wingdings 2" panose="05020102010507070707" pitchFamily="18" charset="2"/>
              </a:rPr>
              <a:t>TAL </a:t>
            </a:r>
            <a:r>
              <a:rPr lang="zh-CN" altLang="en-US" sz="2000" b="1" dirty="0">
                <a:latin typeface="微软雅黑" pitchFamily="34" charset="-122"/>
                <a:ea typeface="微软雅黑" pitchFamily="34" charset="-122"/>
                <a:sym typeface="Wingdings 2" panose="05020102010507070707" pitchFamily="18" charset="2"/>
              </a:rPr>
              <a:t>内数量不太多的基站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发送寻呼报文。</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当某个基站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寻呼到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后，</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就在小区响应寻呼，触发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建立</a:t>
            </a:r>
            <a:r>
              <a:rPr lang="zh-CN" altLang="en-US" sz="2000" b="1" dirty="0">
                <a:latin typeface="微软雅黑" pitchFamily="34" charset="-122"/>
                <a:ea typeface="微软雅黑" pitchFamily="34" charset="-122"/>
                <a:sym typeface="Wingdings 2" panose="05020102010507070707" pitchFamily="18" charset="2"/>
              </a:rPr>
              <a:t>与 </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之间的 </a:t>
            </a:r>
            <a:r>
              <a:rPr lang="en-US" altLang="zh-CN" sz="2000" b="1" dirty="0">
                <a:latin typeface="微软雅黑" pitchFamily="34" charset="-122"/>
                <a:ea typeface="微软雅黑" pitchFamily="34" charset="-122"/>
                <a:sym typeface="Wingdings 2" panose="05020102010507070707" pitchFamily="18" charset="2"/>
              </a:rPr>
              <a:t>GTP </a:t>
            </a:r>
            <a:r>
              <a:rPr lang="zh-CN" altLang="en-US" sz="2000" b="1" dirty="0">
                <a:latin typeface="微软雅黑" pitchFamily="34" charset="-122"/>
                <a:ea typeface="微软雅黑" pitchFamily="34" charset="-122"/>
                <a:sym typeface="Wingdings 2" panose="05020102010507070707" pitchFamily="18" charset="2"/>
              </a:rPr>
              <a:t>隧道。</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之后，</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把刚才缓存的 </a:t>
            </a:r>
            <a:r>
              <a:rPr lang="en-US" altLang="zh-CN" sz="2000" b="1" dirty="0">
                <a:latin typeface="微软雅黑" pitchFamily="34" charset="-122"/>
                <a:ea typeface="微软雅黑" pitchFamily="34" charset="-122"/>
                <a:sym typeface="Wingdings 2" panose="05020102010507070707" pitchFamily="18" charset="2"/>
              </a:rPr>
              <a:t>IP </a:t>
            </a:r>
            <a:r>
              <a:rPr lang="zh-CN" altLang="en-US" sz="2000" b="1" dirty="0">
                <a:latin typeface="微软雅黑" pitchFamily="34" charset="-122"/>
                <a:ea typeface="微软雅黑" pitchFamily="34" charset="-122"/>
                <a:sym typeface="Wingdings 2" panose="05020102010507070707" pitchFamily="18" charset="2"/>
              </a:rPr>
              <a:t>分组</a:t>
            </a:r>
            <a:r>
              <a:rPr lang="zh-CN" altLang="en-US" sz="2000" b="1" dirty="0">
                <a:solidFill>
                  <a:srgbClr val="C00000"/>
                </a:solidFill>
                <a:latin typeface="微软雅黑" pitchFamily="34" charset="-122"/>
                <a:ea typeface="微软雅黑" pitchFamily="34" charset="-122"/>
                <a:sym typeface="Wingdings 2" panose="05020102010507070707" pitchFamily="18" charset="2"/>
              </a:rPr>
              <a:t>转发</a:t>
            </a:r>
            <a:r>
              <a:rPr lang="zh-CN" altLang="en-US" sz="2000" b="1" dirty="0">
                <a:latin typeface="微软雅黑" pitchFamily="34" charset="-122"/>
                <a:ea typeface="微软雅黑" pitchFamily="34" charset="-122"/>
                <a:sym typeface="Wingdings 2" panose="05020102010507070707" pitchFamily="18" charset="2"/>
              </a:rPr>
              <a:t>给 </a:t>
            </a:r>
            <a:r>
              <a:rPr lang="en-US" altLang="zh-CN" sz="2000" b="1" dirty="0" err="1">
                <a:latin typeface="微软雅黑" pitchFamily="34" charset="-122"/>
                <a:ea typeface="微软雅黑" pitchFamily="34" charset="-122"/>
                <a:sym typeface="Wingdings 2" panose="05020102010507070707" pitchFamily="18" charset="2"/>
              </a:rPr>
              <a:t>eNB</a:t>
            </a:r>
            <a:r>
              <a:rPr lang="zh-CN" altLang="en-US" sz="2000" b="1" dirty="0">
                <a:latin typeface="微软雅黑" pitchFamily="34" charset="-122"/>
                <a:ea typeface="微软雅黑" pitchFamily="34" charset="-122"/>
                <a:sym typeface="Wingdings 2" panose="05020102010507070707" pitchFamily="18" charset="2"/>
              </a:rPr>
              <a:t>，</a:t>
            </a:r>
            <a:r>
              <a:rPr lang="zh-CN" altLang="en-US" sz="2000" b="1" dirty="0">
                <a:solidFill>
                  <a:srgbClr val="C00000"/>
                </a:solidFill>
                <a:latin typeface="微软雅黑" pitchFamily="34" charset="-122"/>
                <a:ea typeface="微软雅黑" pitchFamily="34" charset="-122"/>
                <a:sym typeface="Wingdings 2" panose="05020102010507070707" pitchFamily="18" charset="2"/>
              </a:rPr>
              <a:t>再转发</a:t>
            </a:r>
            <a:r>
              <a:rPr lang="zh-CN" altLang="en-US" sz="2000" b="1" dirty="0">
                <a:latin typeface="微软雅黑" pitchFamily="34" charset="-122"/>
                <a:ea typeface="微软雅黑" pitchFamily="34" charset="-122"/>
                <a:sym typeface="Wingdings 2" panose="05020102010507070707" pitchFamily="18" charset="2"/>
              </a:rPr>
              <a:t>给 </a:t>
            </a:r>
            <a:r>
              <a:rPr lang="en-US" altLang="zh-CN" sz="2000" b="1" dirty="0">
                <a:latin typeface="微软雅黑" pitchFamily="34" charset="-122"/>
                <a:ea typeface="微软雅黑" pitchFamily="34" charset="-122"/>
                <a:sym typeface="Wingdings 2" panose="05020102010507070707" pitchFamily="18" charset="2"/>
              </a:rPr>
              <a:t>UE</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由于分组交换流量的突发性，同时为了节省无线空口资源，</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经常会处于空闲状态，因此可能会发生频繁的寻呼。</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MME </a:t>
            </a:r>
            <a:r>
              <a:rPr lang="zh-CN" altLang="en-US" sz="2000" b="1" dirty="0">
                <a:solidFill>
                  <a:schemeClr val="bg1"/>
                </a:solidFill>
                <a:latin typeface="微软雅黑" pitchFamily="34" charset="-122"/>
                <a:ea typeface="微软雅黑" pitchFamily="34" charset="-122"/>
              </a:rPr>
              <a:t>寻呼 </a:t>
            </a:r>
            <a:r>
              <a:rPr lang="en-US" altLang="zh-CN" sz="2000" b="1" dirty="0">
                <a:solidFill>
                  <a:schemeClr val="bg1"/>
                </a:solidFill>
                <a:latin typeface="微软雅黑" pitchFamily="34" charset="-122"/>
                <a:ea typeface="微软雅黑" pitchFamily="34" charset="-122"/>
              </a:rPr>
              <a:t>UE</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20308988"/>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375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在漫游中不断测量小区</a:t>
            </a:r>
            <a:r>
              <a:rPr lang="zh-CN" altLang="en-US" sz="2000" b="1" dirty="0">
                <a:solidFill>
                  <a:srgbClr val="C00000"/>
                </a:solidFill>
                <a:latin typeface="微软雅黑" pitchFamily="34" charset="-122"/>
                <a:ea typeface="微软雅黑" pitchFamily="34" charset="-122"/>
                <a:sym typeface="Wingdings 2" panose="05020102010507070707" pitchFamily="18" charset="2"/>
              </a:rPr>
              <a:t>参考信号</a:t>
            </a:r>
            <a:r>
              <a:rPr lang="en-US" altLang="zh-CN" sz="2000" b="1" dirty="0">
                <a:solidFill>
                  <a:srgbClr val="C00000"/>
                </a:solidFill>
                <a:latin typeface="微软雅黑" pitchFamily="34" charset="-122"/>
                <a:ea typeface="微软雅黑" pitchFamily="34" charset="-122"/>
                <a:sym typeface="Wingdings 2" panose="05020102010507070707" pitchFamily="18" charset="2"/>
              </a:rPr>
              <a:t>RS (Reference Signal)</a:t>
            </a:r>
            <a:r>
              <a:rPr lang="zh-CN" altLang="en-US" sz="2000" b="1" dirty="0">
                <a:solidFill>
                  <a:srgbClr val="C00000"/>
                </a:solidFill>
                <a:latin typeface="微软雅黑" pitchFamily="34" charset="-122"/>
                <a:ea typeface="微软雅黑" pitchFamily="34" charset="-122"/>
                <a:sym typeface="Wingdings 2" panose="05020102010507070707" pitchFamily="18" charset="2"/>
              </a:rPr>
              <a:t>强度，</a:t>
            </a:r>
            <a:r>
              <a:rPr lang="zh-CN" altLang="en-US" sz="2000" b="1" dirty="0">
                <a:latin typeface="微软雅黑" pitchFamily="34" charset="-122"/>
                <a:ea typeface="微软雅黑" pitchFamily="34" charset="-122"/>
                <a:sym typeface="Wingdings 2" panose="05020102010507070707" pitchFamily="18" charset="2"/>
              </a:rPr>
              <a:t>并将测量结果上报给基站 </a:t>
            </a:r>
            <a:r>
              <a:rPr lang="en-US" altLang="zh-CN" sz="2000" b="1" dirty="0" err="1">
                <a:latin typeface="微软雅黑" pitchFamily="34" charset="-122"/>
                <a:ea typeface="微软雅黑" pitchFamily="34" charset="-122"/>
                <a:sym typeface="Wingdings 2" panose="05020102010507070707" pitchFamily="18" charset="2"/>
              </a:rPr>
              <a:t>eNB</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若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发现有更合适的小区，会触发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进行</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切换</a:t>
            </a:r>
            <a:r>
              <a:rPr lang="zh-CN" altLang="en-US" sz="2000" b="1" dirty="0">
                <a:latin typeface="微软雅黑" pitchFamily="34" charset="-122"/>
                <a:ea typeface="微软雅黑" pitchFamily="34" charset="-122"/>
                <a:sym typeface="Wingdings 2" panose="05020102010507070707" pitchFamily="18" charset="2"/>
              </a:rPr>
              <a:t>，并在新小区</a:t>
            </a:r>
            <a:r>
              <a:rPr lang="zh-CN" altLang="en-US" sz="2000" b="1" dirty="0">
                <a:solidFill>
                  <a:srgbClr val="C00000"/>
                </a:solidFill>
                <a:latin typeface="微软雅黑" pitchFamily="34" charset="-122"/>
                <a:ea typeface="微软雅黑" pitchFamily="34" charset="-122"/>
                <a:sym typeface="Wingdings 2" panose="05020102010507070707" pitchFamily="18" charset="2"/>
              </a:rPr>
              <a:t>建立</a:t>
            </a:r>
            <a:r>
              <a:rPr lang="zh-CN" altLang="en-US" sz="2000" b="1" dirty="0">
                <a:latin typeface="微软雅黑" pitchFamily="34" charset="-122"/>
                <a:ea typeface="微软雅黑" pitchFamily="34" charset="-122"/>
                <a:sym typeface="Wingdings 2" panose="05020102010507070707" pitchFamily="18" charset="2"/>
              </a:rPr>
              <a:t>空口链路，</a:t>
            </a:r>
            <a:r>
              <a:rPr lang="zh-CN" altLang="en-US" sz="2000" b="1" dirty="0">
                <a:solidFill>
                  <a:srgbClr val="C00000"/>
                </a:solidFill>
                <a:latin typeface="微软雅黑" pitchFamily="34" charset="-122"/>
                <a:ea typeface="微软雅黑" pitchFamily="34" charset="-122"/>
                <a:sym typeface="Wingdings 2" panose="05020102010507070707" pitchFamily="18" charset="2"/>
              </a:rPr>
              <a:t>释放</a:t>
            </a:r>
            <a:r>
              <a:rPr lang="zh-CN" altLang="en-US" sz="2000" b="1" dirty="0">
                <a:latin typeface="微软雅黑" pitchFamily="34" charset="-122"/>
                <a:ea typeface="微软雅黑" pitchFamily="34" charset="-122"/>
                <a:sym typeface="Wingdings 2" panose="05020102010507070707" pitchFamily="18" charset="2"/>
              </a:rPr>
              <a:t>旧小区的空口链路，同时也把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和 </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之间的 </a:t>
            </a:r>
            <a:r>
              <a:rPr lang="en-US" altLang="zh-CN" sz="2000" b="1" dirty="0">
                <a:latin typeface="微软雅黑" pitchFamily="34" charset="-122"/>
                <a:ea typeface="微软雅黑" pitchFamily="34" charset="-122"/>
                <a:sym typeface="Wingdings 2" panose="05020102010507070707" pitchFamily="18" charset="2"/>
              </a:rPr>
              <a:t>GTP</a:t>
            </a:r>
            <a:r>
              <a:rPr lang="zh-CN" altLang="en-US" sz="2000" b="1" dirty="0">
                <a:latin typeface="微软雅黑" pitchFamily="34" charset="-122"/>
                <a:ea typeface="微软雅黑" pitchFamily="34" charset="-122"/>
                <a:sym typeface="Wingdings 2" panose="05020102010507070707" pitchFamily="18" charset="2"/>
              </a:rPr>
              <a:t>隧道从旧小区</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切换</a:t>
            </a:r>
            <a:r>
              <a:rPr lang="zh-CN" altLang="en-US" sz="2000" b="1" dirty="0">
                <a:latin typeface="微软雅黑" pitchFamily="34" charset="-122"/>
                <a:ea typeface="微软雅黑" pitchFamily="34" charset="-122"/>
                <a:sym typeface="Wingdings 2" panose="05020102010507070707" pitchFamily="18" charset="2"/>
              </a:rPr>
              <a:t>到新小区。</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由于 </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覆盖范围很大，通常 </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和 </a:t>
            </a:r>
            <a:r>
              <a:rPr lang="en-US" altLang="zh-CN" sz="2000" b="1" dirty="0">
                <a:latin typeface="微软雅黑" pitchFamily="34" charset="-122"/>
                <a:ea typeface="微软雅黑" pitchFamily="34" charset="-122"/>
                <a:sym typeface="Wingdings 2" panose="05020102010507070707" pitchFamily="18" charset="2"/>
              </a:rPr>
              <a:t>P-GW </a:t>
            </a:r>
            <a:r>
              <a:rPr lang="zh-CN" altLang="en-US" sz="2000" b="1" dirty="0">
                <a:latin typeface="微软雅黑" pitchFamily="34" charset="-122"/>
                <a:ea typeface="微软雅黑" pitchFamily="34" charset="-122"/>
                <a:sym typeface="Wingdings 2" panose="05020102010507070707" pitchFamily="18" charset="2"/>
              </a:rPr>
              <a:t>之间的 </a:t>
            </a:r>
            <a:r>
              <a:rPr lang="en-US" altLang="zh-CN" sz="2000" b="1" dirty="0">
                <a:latin typeface="微软雅黑" pitchFamily="34" charset="-122"/>
                <a:ea typeface="微软雅黑" pitchFamily="34" charset="-122"/>
                <a:sym typeface="Wingdings 2" panose="05020102010507070707" pitchFamily="18" charset="2"/>
              </a:rPr>
              <a:t>GTP </a:t>
            </a:r>
            <a:r>
              <a:rPr lang="zh-CN" altLang="en-US" sz="2000" b="1" dirty="0">
                <a:latin typeface="微软雅黑" pitchFamily="34" charset="-122"/>
                <a:ea typeface="微软雅黑" pitchFamily="34" charset="-122"/>
                <a:sym typeface="Wingdings 2" panose="05020102010507070707" pitchFamily="18" charset="2"/>
              </a:rPr>
              <a:t>隧道并不会重新建立。</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sym typeface="Wingdings 2" panose="05020102010507070707" pitchFamily="18" charset="2"/>
              </a:rPr>
              <a:t>在切换过程中，数据通信不会中断。</a:t>
            </a:r>
            <a:endParaRPr lang="en-US" altLang="zh-CN" sz="2000" b="1" dirty="0">
              <a:solidFill>
                <a:srgbClr val="0000CC"/>
              </a:solidFill>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210155" y="585623"/>
            <a:ext cx="47099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在空口链路已建立的情况下进行漫游</a:t>
            </a:r>
          </a:p>
        </p:txBody>
      </p:sp>
    </p:spTree>
    <p:extLst>
      <p:ext uri="{BB962C8B-B14F-4D97-AF65-F5344CB8AC3E}">
        <p14:creationId xmlns:p14="http://schemas.microsoft.com/office/powerpoint/2010/main" val="2430646114"/>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23655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前面所讨论的用户面数据传送的过程中，在</a:t>
            </a:r>
            <a:r>
              <a:rPr lang="zh-CN" altLang="en-US" sz="2000" b="1" dirty="0">
                <a:solidFill>
                  <a:srgbClr val="0000FF"/>
                </a:solidFill>
                <a:latin typeface="微软雅黑" pitchFamily="34" charset="-122"/>
                <a:ea typeface="微软雅黑" pitchFamily="34" charset="-122"/>
                <a:sym typeface="Wingdings 2" panose="05020102010507070707" pitchFamily="18" charset="2"/>
              </a:rPr>
              <a:t>控制面</a:t>
            </a:r>
            <a:r>
              <a:rPr lang="zh-CN" altLang="en-US" sz="2000" b="1" dirty="0">
                <a:latin typeface="微软雅黑" pitchFamily="34" charset="-122"/>
                <a:ea typeface="微软雅黑" pitchFamily="34" charset="-122"/>
                <a:sym typeface="Wingdings 2" panose="05020102010507070707" pitchFamily="18" charset="2"/>
              </a:rPr>
              <a:t>，各节点之间还有非常重要的</a:t>
            </a:r>
            <a:r>
              <a:rPr lang="zh-CN" altLang="en-US" sz="2000" b="1" dirty="0">
                <a:solidFill>
                  <a:srgbClr val="0000FF"/>
                </a:solidFill>
                <a:latin typeface="微软雅黑" pitchFamily="34" charset="-122"/>
                <a:ea typeface="微软雅黑" pitchFamily="34" charset="-122"/>
                <a:sym typeface="Wingdings 2" panose="05020102010507070707" pitchFamily="18" charset="2"/>
              </a:rPr>
              <a:t>信令</a:t>
            </a:r>
            <a:r>
              <a:rPr lang="zh-CN" altLang="en-US" sz="2000" b="1" dirty="0">
                <a:latin typeface="微软雅黑" pitchFamily="34" charset="-122"/>
                <a:ea typeface="微软雅黑" pitchFamily="34" charset="-122"/>
                <a:sym typeface="Wingdings 2" panose="05020102010507070707" pitchFamily="18" charset="2"/>
              </a:rPr>
              <a:t>的传送，但这需要使用不同的协议栈。</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在</a:t>
            </a:r>
            <a:r>
              <a:rPr lang="en-US" altLang="zh-CN" sz="2000" b="1" dirty="0" err="1">
                <a:latin typeface="微软雅黑" pitchFamily="34" charset="-122"/>
                <a:ea typeface="微软雅黑" pitchFamily="34" charset="-122"/>
                <a:sym typeface="Wingdings 2" panose="05020102010507070707" pitchFamily="18" charset="2"/>
              </a:rPr>
              <a:t>eNB</a:t>
            </a:r>
            <a:r>
              <a:rPr lang="zh-CN" altLang="en-US" sz="2000" b="1" dirty="0">
                <a:latin typeface="微软雅黑" pitchFamily="34" charset="-122"/>
                <a:ea typeface="微软雅黑" pitchFamily="34" charset="-122"/>
                <a:sym typeface="Wingdings 2" panose="05020102010507070707" pitchFamily="18" charset="2"/>
              </a:rPr>
              <a:t>和</a:t>
            </a:r>
            <a:r>
              <a:rPr lang="en-US" altLang="zh-CN" sz="2000" b="1" dirty="0">
                <a:latin typeface="微软雅黑" pitchFamily="34" charset="-122"/>
                <a:ea typeface="微软雅黑" pitchFamily="34" charset="-122"/>
                <a:sym typeface="Wingdings 2" panose="05020102010507070707" pitchFamily="18" charset="2"/>
              </a:rPr>
              <a:t>MME</a:t>
            </a:r>
            <a:r>
              <a:rPr lang="zh-CN" altLang="en-US" sz="2000" b="1" dirty="0">
                <a:latin typeface="微软雅黑" pitchFamily="34" charset="-122"/>
                <a:ea typeface="微软雅黑" pitchFamily="34" charset="-122"/>
                <a:sym typeface="Wingdings 2" panose="05020102010507070707" pitchFamily="18" charset="2"/>
              </a:rPr>
              <a:t>之间、在</a:t>
            </a:r>
            <a:r>
              <a:rPr lang="en-US" altLang="zh-CN" sz="2000" b="1" dirty="0">
                <a:latin typeface="微软雅黑" pitchFamily="34" charset="-122"/>
                <a:ea typeface="微软雅黑" pitchFamily="34" charset="-122"/>
                <a:sym typeface="Wingdings 2" panose="05020102010507070707" pitchFamily="18" charset="2"/>
              </a:rPr>
              <a:t>MME</a:t>
            </a:r>
            <a:r>
              <a:rPr lang="zh-CN" altLang="en-US" sz="2000" b="1" dirty="0">
                <a:latin typeface="微软雅黑" pitchFamily="34" charset="-122"/>
                <a:ea typeface="微软雅黑" pitchFamily="34" charset="-122"/>
                <a:sym typeface="Wingdings 2" panose="05020102010507070707" pitchFamily="18" charset="2"/>
              </a:rPr>
              <a:t>和</a:t>
            </a:r>
            <a:r>
              <a:rPr lang="en-US" altLang="zh-CN" sz="2000" b="1" dirty="0">
                <a:latin typeface="微软雅黑" pitchFamily="34" charset="-122"/>
                <a:ea typeface="微软雅黑" pitchFamily="34" charset="-122"/>
                <a:sym typeface="Wingdings 2" panose="05020102010507070707" pitchFamily="18" charset="2"/>
              </a:rPr>
              <a:t>HSS</a:t>
            </a:r>
            <a:r>
              <a:rPr lang="zh-CN" altLang="en-US" sz="2000" b="1" dirty="0">
                <a:latin typeface="微软雅黑" pitchFamily="34" charset="-122"/>
                <a:ea typeface="微软雅黑" pitchFamily="34" charset="-122"/>
                <a:sym typeface="Wingdings 2" panose="05020102010507070707" pitchFamily="18" charset="2"/>
              </a:rPr>
              <a:t>之间以及两个</a:t>
            </a:r>
            <a:r>
              <a:rPr lang="en-US" altLang="zh-CN" sz="2000" b="1" dirty="0" err="1">
                <a:latin typeface="微软雅黑" pitchFamily="34" charset="-122"/>
                <a:ea typeface="微软雅黑" pitchFamily="34" charset="-122"/>
                <a:sym typeface="Wingdings 2" panose="05020102010507070707" pitchFamily="18" charset="2"/>
              </a:rPr>
              <a:t>eNB</a:t>
            </a:r>
            <a:r>
              <a:rPr lang="zh-CN" altLang="en-US" sz="2000" b="1" dirty="0">
                <a:latin typeface="微软雅黑" pitchFamily="34" charset="-122"/>
                <a:ea typeface="微软雅黑" pitchFamily="34" charset="-122"/>
                <a:sym typeface="Wingdings 2" panose="05020102010507070707" pitchFamily="18" charset="2"/>
              </a:rPr>
              <a:t>之间的信令传送，还要用到传输层的第三个协议，即</a:t>
            </a:r>
            <a:r>
              <a:rPr lang="zh-CN" altLang="en-US" sz="2000" b="1" dirty="0">
                <a:solidFill>
                  <a:srgbClr val="0000FF"/>
                </a:solidFill>
                <a:latin typeface="微软雅黑" pitchFamily="34" charset="-122"/>
                <a:ea typeface="微软雅黑" pitchFamily="34" charset="-122"/>
                <a:sym typeface="Wingdings 2" panose="05020102010507070707" pitchFamily="18" charset="2"/>
              </a:rPr>
              <a:t>流控制传输协议</a:t>
            </a:r>
            <a:r>
              <a:rPr lang="en-US" altLang="zh-CN" sz="2000" b="1" dirty="0">
                <a:solidFill>
                  <a:srgbClr val="0000FF"/>
                </a:solidFill>
                <a:latin typeface="微软雅黑" pitchFamily="34" charset="-122"/>
                <a:ea typeface="微软雅黑" pitchFamily="34" charset="-122"/>
                <a:sym typeface="Wingdings 2" panose="05020102010507070707" pitchFamily="18" charset="2"/>
              </a:rPr>
              <a:t>SCTP </a:t>
            </a:r>
            <a:r>
              <a:rPr lang="en-US" altLang="zh-CN" sz="2000" b="1" dirty="0">
                <a:latin typeface="微软雅黑" pitchFamily="34" charset="-122"/>
                <a:ea typeface="微软雅黑" pitchFamily="34" charset="-122"/>
                <a:sym typeface="Wingdings 2" panose="05020102010507070707" pitchFamily="18" charset="2"/>
              </a:rPr>
              <a:t>(Stream Control Transmission Protocol)</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协议</a:t>
            </a:r>
            <a:r>
              <a:rPr lang="en-US" altLang="zh-CN" sz="2000" b="1" dirty="0">
                <a:latin typeface="微软雅黑" pitchFamily="34" charset="-122"/>
                <a:ea typeface="微软雅黑" pitchFamily="34" charset="-122"/>
                <a:sym typeface="Wingdings 2" panose="05020102010507070707" pitchFamily="18" charset="2"/>
              </a:rPr>
              <a:t>SCTP</a:t>
            </a:r>
            <a:r>
              <a:rPr lang="zh-CN" altLang="en-US" sz="2000" b="1" dirty="0">
                <a:latin typeface="微软雅黑" pitchFamily="34" charset="-122"/>
                <a:ea typeface="微软雅黑" pitchFamily="34" charset="-122"/>
                <a:sym typeface="Wingdings 2" panose="05020102010507070707" pitchFamily="18" charset="2"/>
              </a:rPr>
              <a:t>结合了</a:t>
            </a:r>
            <a:r>
              <a:rPr lang="en-US" altLang="zh-CN" sz="2000" b="1" dirty="0">
                <a:latin typeface="微软雅黑" pitchFamily="34" charset="-122"/>
                <a:ea typeface="微软雅黑" pitchFamily="34" charset="-122"/>
                <a:sym typeface="Wingdings 2" panose="05020102010507070707" pitchFamily="18" charset="2"/>
              </a:rPr>
              <a:t>UDP</a:t>
            </a:r>
            <a:r>
              <a:rPr lang="zh-CN" altLang="en-US" sz="2000" b="1" dirty="0">
                <a:latin typeface="微软雅黑" pitchFamily="34" charset="-122"/>
                <a:ea typeface="微软雅黑" pitchFamily="34" charset="-122"/>
                <a:sym typeface="Wingdings 2" panose="05020102010507070707" pitchFamily="18" charset="2"/>
              </a:rPr>
              <a:t>和</a:t>
            </a:r>
            <a:r>
              <a:rPr lang="en-US" altLang="zh-CN" sz="2000" b="1" dirty="0">
                <a:latin typeface="微软雅黑" pitchFamily="34" charset="-122"/>
                <a:ea typeface="微软雅黑" pitchFamily="34" charset="-122"/>
                <a:sym typeface="Wingdings 2" panose="05020102010507070707" pitchFamily="18" charset="2"/>
              </a:rPr>
              <a:t>TCP</a:t>
            </a:r>
            <a:r>
              <a:rPr lang="zh-CN" altLang="en-US" sz="2000" b="1" dirty="0">
                <a:latin typeface="微软雅黑" pitchFamily="34" charset="-122"/>
                <a:ea typeface="微软雅黑" pitchFamily="34" charset="-122"/>
                <a:sym typeface="Wingdings 2" panose="05020102010507070707" pitchFamily="18" charset="2"/>
              </a:rPr>
              <a:t>的优点，是</a:t>
            </a:r>
            <a:r>
              <a:rPr lang="zh-CN" altLang="en-US" sz="2000" b="1" dirty="0">
                <a:solidFill>
                  <a:srgbClr val="0000FF"/>
                </a:solidFill>
                <a:latin typeface="微软雅黑" pitchFamily="34" charset="-122"/>
                <a:ea typeface="微软雅黑" pitchFamily="34" charset="-122"/>
                <a:sym typeface="Wingdings 2" panose="05020102010507070707" pitchFamily="18" charset="2"/>
              </a:rPr>
              <a:t>面向报文的可靠传输协议</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446875" y="585623"/>
            <a:ext cx="22365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控制面的信令传输</a:t>
            </a:r>
          </a:p>
        </p:txBody>
      </p:sp>
    </p:spTree>
    <p:extLst>
      <p:ext uri="{BB962C8B-B14F-4D97-AF65-F5344CB8AC3E}">
        <p14:creationId xmlns:p14="http://schemas.microsoft.com/office/powerpoint/2010/main" val="1919077559"/>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6BCAB1-F961-6EA6-9408-F622B744380E}"/>
            </a:ext>
          </a:extLst>
        </p:cNvPr>
        <p:cNvGrpSpPr/>
        <p:nvPr/>
      </p:nvGrpSpPr>
      <p:grpSpPr>
        <a:xfrm>
          <a:off x="0" y="0"/>
          <a:ext cx="0" cy="0"/>
          <a:chOff x="0" y="0"/>
          <a:chExt cx="0" cy="0"/>
        </a:xfrm>
      </p:grpSpPr>
      <p:sp>
        <p:nvSpPr>
          <p:cNvPr id="2" name="AutoShape 12">
            <a:extLst>
              <a:ext uri="{FF2B5EF4-FFF2-40B4-BE49-F238E27FC236}">
                <a16:creationId xmlns:a16="http://schemas.microsoft.com/office/drawing/2014/main" id="{6A325475-6C37-DA5B-7836-538B3F28944F}"/>
              </a:ext>
            </a:extLst>
          </p:cNvPr>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a:extLst>
              <a:ext uri="{FF2B5EF4-FFF2-40B4-BE49-F238E27FC236}">
                <a16:creationId xmlns:a16="http://schemas.microsoft.com/office/drawing/2014/main" id="{8E187309-F5F3-8562-5B0C-3C09FBBE17D0}"/>
              </a:ext>
            </a:extLst>
          </p:cNvPr>
          <p:cNvSpPr>
            <a:spLocks noChangeArrowheads="1"/>
          </p:cNvSpPr>
          <p:nvPr/>
        </p:nvSpPr>
        <p:spPr bwMode="auto">
          <a:xfrm>
            <a:off x="2577300" y="594451"/>
            <a:ext cx="39982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8.3.3  5G</a:t>
            </a:r>
            <a:r>
              <a:rPr lang="zh-CN" altLang="en-US" sz="2400" b="1" dirty="0">
                <a:solidFill>
                  <a:schemeClr val="bg1"/>
                </a:solidFill>
                <a:latin typeface="微软雅黑" pitchFamily="34" charset="-122"/>
                <a:ea typeface="微软雅黑" pitchFamily="34" charset="-122"/>
              </a:rPr>
              <a:t>蜂窝无线通信技术</a:t>
            </a:r>
          </a:p>
        </p:txBody>
      </p:sp>
      <p:sp>
        <p:nvSpPr>
          <p:cNvPr id="4" name="Rectangle 46">
            <a:extLst>
              <a:ext uri="{FF2B5EF4-FFF2-40B4-BE49-F238E27FC236}">
                <a16:creationId xmlns:a16="http://schemas.microsoft.com/office/drawing/2014/main" id="{156EBFE5-47BA-41C0-E8A5-91FA9A9B6411}"/>
              </a:ext>
            </a:extLst>
          </p:cNvPr>
          <p:cNvSpPr>
            <a:spLocks noChangeArrowheads="1"/>
          </p:cNvSpPr>
          <p:nvPr/>
        </p:nvSpPr>
        <p:spPr bwMode="auto">
          <a:xfrm>
            <a:off x="507492" y="1511521"/>
            <a:ext cx="8129016" cy="313496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3GPP</a:t>
            </a:r>
            <a:r>
              <a:rPr lang="zh-CN" altLang="en-US" sz="2000" b="1" dirty="0">
                <a:latin typeface="微软雅黑" pitchFamily="34" charset="-122"/>
                <a:ea typeface="微软雅黑" pitchFamily="34" charset="-122"/>
              </a:rPr>
              <a:t>把</a:t>
            </a:r>
            <a:r>
              <a:rPr lang="en-US" altLang="zh-CN" sz="2000" b="1" dirty="0">
                <a:latin typeface="微软雅黑" pitchFamily="34" charset="-122"/>
                <a:ea typeface="微软雅黑" pitchFamily="34" charset="-122"/>
              </a:rPr>
              <a:t>5G </a:t>
            </a:r>
            <a:r>
              <a:rPr lang="zh-CN" altLang="en-US" sz="2000" b="1" dirty="0">
                <a:latin typeface="微软雅黑" pitchFamily="34" charset="-122"/>
                <a:ea typeface="微软雅黑" pitchFamily="34" charset="-122"/>
              </a:rPr>
              <a:t>的传输业务划分为以下三大应用场景：</a:t>
            </a:r>
          </a:p>
          <a:p>
            <a:pPr marL="914400" lvl="1" indent="-457200" eaLnBrk="0" hangingPunct="0">
              <a:lnSpc>
                <a:spcPts val="3000"/>
              </a:lnSpc>
              <a:buClr>
                <a:srgbClr val="0070C0"/>
              </a:buClr>
              <a:buFont typeface="+mj-lt"/>
              <a:buAutoNum type="arabicPeriod"/>
            </a:pPr>
            <a:r>
              <a:rPr lang="zh-CN" altLang="en-US" sz="2000" b="1" dirty="0">
                <a:latin typeface="微软雅黑" pitchFamily="34" charset="-122"/>
                <a:ea typeface="微软雅黑" pitchFamily="34" charset="-122"/>
              </a:rPr>
              <a:t>增强型移动宽带</a:t>
            </a:r>
            <a:r>
              <a:rPr lang="en-US" altLang="zh-CN" sz="2000" b="1" dirty="0" err="1">
                <a:solidFill>
                  <a:srgbClr val="C00000"/>
                </a:solidFill>
                <a:latin typeface="微软雅黑" pitchFamily="34" charset="-122"/>
                <a:ea typeface="微软雅黑" pitchFamily="34" charset="-122"/>
              </a:rPr>
              <a:t>eMBB</a:t>
            </a:r>
            <a:r>
              <a:rPr lang="en-US" altLang="zh-CN" sz="2000" b="1" dirty="0">
                <a:latin typeface="微软雅黑" pitchFamily="34" charset="-122"/>
                <a:ea typeface="微软雅黑" pitchFamily="34" charset="-122"/>
              </a:rPr>
              <a:t> (enhanced Mobile </a:t>
            </a:r>
            <a:r>
              <a:rPr lang="en-US" altLang="zh-CN" sz="2000" b="1" dirty="0" err="1">
                <a:latin typeface="微软雅黑" pitchFamily="34" charset="-122"/>
                <a:ea typeface="微软雅黑" pitchFamily="34" charset="-122"/>
              </a:rPr>
              <a:t>BroadBand</a:t>
            </a:r>
            <a:r>
              <a:rPr lang="en-US" altLang="zh-CN" sz="2000" b="1" dirty="0">
                <a:latin typeface="微软雅黑" pitchFamily="34" charset="-122"/>
                <a:ea typeface="微软雅黑" pitchFamily="34" charset="-122"/>
              </a:rPr>
              <a:t>)</a:t>
            </a:r>
          </a:p>
          <a:p>
            <a:pPr marL="914400" lvl="1" indent="-457200" eaLnBrk="0" hangingPunct="0">
              <a:lnSpc>
                <a:spcPts val="3000"/>
              </a:lnSpc>
              <a:buClr>
                <a:srgbClr val="0070C0"/>
              </a:buClr>
              <a:buFont typeface="+mj-lt"/>
              <a:buAutoNum type="arabicPeriod"/>
            </a:pPr>
            <a:r>
              <a:rPr lang="zh-CN" altLang="en-US" sz="2000" b="1" dirty="0">
                <a:latin typeface="微软雅黑" pitchFamily="34" charset="-122"/>
                <a:ea typeface="微软雅黑" pitchFamily="34" charset="-122"/>
              </a:rPr>
              <a:t>大规模机器类型通信</a:t>
            </a:r>
            <a:r>
              <a:rPr lang="en-US" altLang="zh-CN" sz="2000" b="1" dirty="0" err="1">
                <a:solidFill>
                  <a:srgbClr val="C00000"/>
                </a:solidFill>
                <a:latin typeface="微软雅黑" pitchFamily="34" charset="-122"/>
                <a:ea typeface="微软雅黑" pitchFamily="34" charset="-122"/>
              </a:rPr>
              <a:t>mMTC</a:t>
            </a:r>
            <a:r>
              <a:rPr lang="en-US" altLang="zh-CN" sz="2000" b="1" dirty="0">
                <a:latin typeface="微软雅黑" pitchFamily="34" charset="-122"/>
                <a:ea typeface="微软雅黑" pitchFamily="34" charset="-122"/>
              </a:rPr>
              <a:t> (massive Machine Type Communication)</a:t>
            </a:r>
          </a:p>
          <a:p>
            <a:pPr marL="914400" lvl="1" indent="-457200" eaLnBrk="0" hangingPunct="0">
              <a:lnSpc>
                <a:spcPts val="3000"/>
              </a:lnSpc>
              <a:buClr>
                <a:srgbClr val="0070C0"/>
              </a:buClr>
              <a:buFont typeface="+mj-lt"/>
              <a:buAutoNum type="arabicPeriod"/>
            </a:pPr>
            <a:r>
              <a:rPr lang="zh-CN" altLang="en-US" sz="2000" b="1" dirty="0">
                <a:latin typeface="微软雅黑" pitchFamily="34" charset="-122"/>
                <a:ea typeface="微软雅黑" pitchFamily="34" charset="-122"/>
              </a:rPr>
              <a:t>超高可靠超低时延通信</a:t>
            </a:r>
            <a:r>
              <a:rPr lang="en-US" altLang="zh-CN" sz="2000" b="1" dirty="0" err="1">
                <a:solidFill>
                  <a:srgbClr val="C00000"/>
                </a:solidFill>
                <a:latin typeface="微软雅黑" pitchFamily="34" charset="-122"/>
                <a:ea typeface="微软雅黑" pitchFamily="34" charset="-122"/>
              </a:rPr>
              <a:t>uRLLC</a:t>
            </a:r>
            <a:r>
              <a:rPr lang="en-US" altLang="zh-CN" sz="2000" b="1" dirty="0">
                <a:latin typeface="微软雅黑" pitchFamily="34" charset="-122"/>
                <a:ea typeface="微软雅黑" pitchFamily="34" charset="-122"/>
              </a:rPr>
              <a:t> (ultra Reliable and Low Latency Communication)</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为了应对上述的三大应用场景，</a:t>
            </a:r>
            <a:r>
              <a:rPr lang="en-US" altLang="zh-CN" sz="2000" b="1" dirty="0">
                <a:latin typeface="微软雅黑" pitchFamily="34" charset="-122"/>
                <a:ea typeface="微软雅黑" pitchFamily="34" charset="-122"/>
              </a:rPr>
              <a:t>5G</a:t>
            </a:r>
            <a:r>
              <a:rPr lang="zh-CN" altLang="en-US" sz="2000" b="1" dirty="0">
                <a:latin typeface="微软雅黑" pitchFamily="34" charset="-122"/>
                <a:ea typeface="微软雅黑" pitchFamily="34" charset="-122"/>
              </a:rPr>
              <a:t>必须具有</a:t>
            </a:r>
            <a:r>
              <a:rPr lang="zh-CN" altLang="en-US" sz="2000" b="1" dirty="0">
                <a:solidFill>
                  <a:srgbClr val="0000FF"/>
                </a:solidFill>
                <a:latin typeface="微软雅黑" pitchFamily="34" charset="-122"/>
                <a:ea typeface="微软雅黑" pitchFamily="34" charset="-122"/>
              </a:rPr>
              <a:t>极高的速率</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极大的容量</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极低的时延</a:t>
            </a:r>
            <a:r>
              <a:rPr lang="zh-CN" altLang="en-US" sz="2000" b="1" dirty="0">
                <a:latin typeface="微软雅黑" pitchFamily="34" charset="-122"/>
                <a:ea typeface="微软雅黑" pitchFamily="34" charset="-122"/>
              </a:rPr>
              <a:t>。</a:t>
            </a:r>
          </a:p>
        </p:txBody>
      </p:sp>
      <p:sp>
        <p:nvSpPr>
          <p:cNvPr id="5" name="AutoShape 5">
            <a:extLst>
              <a:ext uri="{FF2B5EF4-FFF2-40B4-BE49-F238E27FC236}">
                <a16:creationId xmlns:a16="http://schemas.microsoft.com/office/drawing/2014/main" id="{469727A5-B015-9F14-9B5B-93A0E9D3C0B8}"/>
              </a:ext>
            </a:extLst>
          </p:cNvPr>
          <p:cNvSpPr>
            <a:spLocks noChangeArrowheads="1"/>
          </p:cNvSpPr>
          <p:nvPr/>
        </p:nvSpPr>
        <p:spPr bwMode="auto">
          <a:xfrm>
            <a:off x="511897" y="1157591"/>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a:extLst>
              <a:ext uri="{FF2B5EF4-FFF2-40B4-BE49-F238E27FC236}">
                <a16:creationId xmlns:a16="http://schemas.microsoft.com/office/drawing/2014/main" id="{AAC9DC15-43A0-58EF-9903-58E6CE828DA4}"/>
              </a:ext>
            </a:extLst>
          </p:cNvPr>
          <p:cNvSpPr>
            <a:spLocks noChangeArrowheads="1"/>
          </p:cNvSpPr>
          <p:nvPr/>
        </p:nvSpPr>
        <p:spPr bwMode="auto">
          <a:xfrm>
            <a:off x="3243294" y="1124380"/>
            <a:ext cx="264367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5G</a:t>
            </a:r>
            <a:r>
              <a:rPr lang="zh-CN" altLang="en-US" sz="2000" b="1" dirty="0">
                <a:solidFill>
                  <a:schemeClr val="bg1"/>
                </a:solidFill>
                <a:latin typeface="微软雅黑" pitchFamily="34" charset="-122"/>
                <a:ea typeface="微软雅黑" pitchFamily="34" charset="-122"/>
              </a:rPr>
              <a:t>的三大应用场景</a:t>
            </a:r>
          </a:p>
        </p:txBody>
      </p:sp>
    </p:spTree>
    <p:extLst>
      <p:ext uri="{BB962C8B-B14F-4D97-AF65-F5344CB8AC3E}">
        <p14:creationId xmlns:p14="http://schemas.microsoft.com/office/powerpoint/2010/main" val="2427453842"/>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B562A6-3B16-393F-8BD4-E33D4804DEB2}"/>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0814C1B2-A1AE-56AA-B909-83DBD91BB1A8}"/>
              </a:ext>
            </a:extLst>
          </p:cNvPr>
          <p:cNvSpPr>
            <a:spLocks noChangeArrowheads="1"/>
          </p:cNvSpPr>
          <p:nvPr/>
        </p:nvSpPr>
        <p:spPr bwMode="auto">
          <a:xfrm>
            <a:off x="511895" y="977262"/>
            <a:ext cx="8129017" cy="27502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4G LTE</a:t>
            </a:r>
            <a:r>
              <a:rPr lang="zh-CN" altLang="en-US" sz="2000" b="1" dirty="0">
                <a:latin typeface="微软雅黑" pitchFamily="34" charset="-122"/>
                <a:ea typeface="微软雅黑" pitchFamily="34" charset="-122"/>
                <a:sym typeface="Wingdings 2" panose="05020102010507070707" pitchFamily="18" charset="2"/>
              </a:rPr>
              <a:t>的升级版本，它仍然属于人联网。</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理论峰值速率的最低要求：下行速率</a:t>
            </a:r>
            <a:r>
              <a:rPr lang="en-US" altLang="zh-CN" sz="2000" b="1" dirty="0">
                <a:latin typeface="微软雅黑" pitchFamily="34" charset="-122"/>
                <a:ea typeface="微软雅黑" pitchFamily="34" charset="-122"/>
                <a:sym typeface="Wingdings 2" panose="05020102010507070707" pitchFamily="18" charset="2"/>
              </a:rPr>
              <a:t>20 Gbit/s</a:t>
            </a:r>
            <a:r>
              <a:rPr lang="zh-CN" altLang="en-US" sz="2000" b="1" dirty="0">
                <a:latin typeface="微软雅黑" pitchFamily="34" charset="-122"/>
                <a:ea typeface="微软雅黑" pitchFamily="34" charset="-122"/>
                <a:sym typeface="Wingdings 2" panose="05020102010507070707" pitchFamily="18" charset="2"/>
              </a:rPr>
              <a:t>，上行速率</a:t>
            </a:r>
            <a:r>
              <a:rPr lang="en-US" altLang="zh-CN" sz="2000" b="1" dirty="0">
                <a:latin typeface="微软雅黑" pitchFamily="34" charset="-122"/>
                <a:ea typeface="微软雅黑" pitchFamily="34" charset="-122"/>
                <a:sym typeface="Wingdings 2" panose="05020102010507070707" pitchFamily="18" charset="2"/>
              </a:rPr>
              <a:t>10 Gbit/s</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新型业务主要是</a:t>
            </a:r>
            <a:r>
              <a:rPr lang="zh-CN" altLang="en-US" sz="2000" b="1" dirty="0">
                <a:solidFill>
                  <a:srgbClr val="0000FF"/>
                </a:solidFill>
                <a:latin typeface="微软雅黑" pitchFamily="34" charset="-122"/>
                <a:ea typeface="微软雅黑" pitchFamily="34" charset="-122"/>
                <a:sym typeface="Wingdings 2" panose="05020102010507070707" pitchFamily="18" charset="2"/>
              </a:rPr>
              <a:t>三维（即</a:t>
            </a:r>
            <a:r>
              <a:rPr lang="en-US" altLang="zh-CN" sz="2000" b="1" dirty="0">
                <a:solidFill>
                  <a:srgbClr val="0000FF"/>
                </a:solidFill>
                <a:latin typeface="微软雅黑" pitchFamily="34" charset="-122"/>
                <a:ea typeface="微软雅黑" pitchFamily="34" charset="-122"/>
                <a:sym typeface="Wingdings 2" panose="05020102010507070707" pitchFamily="18" charset="2"/>
              </a:rPr>
              <a:t>3D</a:t>
            </a:r>
            <a:r>
              <a:rPr lang="zh-CN" altLang="en-US" sz="2000" b="1" dirty="0">
                <a:solidFill>
                  <a:srgbClr val="0000FF"/>
                </a:solidFill>
                <a:latin typeface="微软雅黑" pitchFamily="34" charset="-122"/>
                <a:ea typeface="微软雅黑" pitchFamily="34" charset="-122"/>
                <a:sym typeface="Wingdings 2" panose="05020102010507070707" pitchFamily="18" charset="2"/>
              </a:rPr>
              <a:t>）视频</a:t>
            </a:r>
            <a:r>
              <a:rPr lang="zh-CN" altLang="en-US" sz="2000" b="1" dirty="0">
                <a:latin typeface="微软雅黑" pitchFamily="34" charset="-122"/>
                <a:ea typeface="微软雅黑" pitchFamily="34" charset="-122"/>
                <a:sym typeface="Wingdings 2" panose="05020102010507070707" pitchFamily="18" charset="2"/>
              </a:rPr>
              <a:t>和</a:t>
            </a:r>
            <a:r>
              <a:rPr lang="en-US" altLang="zh-CN" sz="2000" b="1" dirty="0">
                <a:solidFill>
                  <a:srgbClr val="0000FF"/>
                </a:solidFill>
                <a:latin typeface="微软雅黑" pitchFamily="34" charset="-122"/>
                <a:ea typeface="微软雅黑" pitchFamily="34" charset="-122"/>
                <a:sym typeface="Wingdings 2" panose="05020102010507070707" pitchFamily="18" charset="2"/>
              </a:rPr>
              <a:t>4K/8K</a:t>
            </a:r>
            <a:r>
              <a:rPr lang="zh-CN" altLang="en-US" sz="2000" b="1" dirty="0">
                <a:solidFill>
                  <a:srgbClr val="0000FF"/>
                </a:solidFill>
                <a:latin typeface="微软雅黑" pitchFamily="34" charset="-122"/>
                <a:ea typeface="微软雅黑" pitchFamily="34" charset="-122"/>
                <a:sym typeface="Wingdings 2" panose="05020102010507070707" pitchFamily="18" charset="2"/>
              </a:rPr>
              <a:t>超高清视频</a:t>
            </a:r>
            <a:r>
              <a:rPr lang="zh-CN" altLang="en-US" sz="2000" b="1" dirty="0">
                <a:latin typeface="微软雅黑" pitchFamily="34" charset="-122"/>
                <a:ea typeface="微软雅黑" pitchFamily="34" charset="-122"/>
                <a:sym typeface="Wingdings 2" panose="05020102010507070707" pitchFamily="18" charset="2"/>
              </a:rPr>
              <a:t>等大流量移动宽带业务。</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3D</a:t>
            </a:r>
            <a:r>
              <a:rPr lang="zh-CN" altLang="en-US" sz="2000" b="1" dirty="0">
                <a:latin typeface="微软雅黑" pitchFamily="34" charset="-122"/>
                <a:ea typeface="微软雅黑" pitchFamily="34" charset="-122"/>
                <a:sym typeface="Wingdings 2" panose="05020102010507070707" pitchFamily="18" charset="2"/>
              </a:rPr>
              <a:t>视频包括</a:t>
            </a:r>
            <a:r>
              <a:rPr lang="zh-CN" altLang="en-US" sz="2000" b="1" dirty="0">
                <a:solidFill>
                  <a:srgbClr val="0000FF"/>
                </a:solidFill>
                <a:latin typeface="微软雅黑" pitchFamily="34" charset="-122"/>
                <a:ea typeface="微软雅黑" pitchFamily="34" charset="-122"/>
                <a:sym typeface="Wingdings 2" panose="05020102010507070707" pitchFamily="18" charset="2"/>
              </a:rPr>
              <a:t>虚拟现实</a:t>
            </a:r>
            <a:r>
              <a:rPr lang="en-US" altLang="zh-CN" sz="2000" b="1" dirty="0">
                <a:solidFill>
                  <a:srgbClr val="0000FF"/>
                </a:solidFill>
                <a:latin typeface="微软雅黑" pitchFamily="34" charset="-122"/>
                <a:ea typeface="微软雅黑" pitchFamily="34" charset="-122"/>
                <a:sym typeface="Wingdings 2" panose="05020102010507070707" pitchFamily="18" charset="2"/>
              </a:rPr>
              <a:t>VR </a:t>
            </a:r>
            <a:r>
              <a:rPr lang="en-US" altLang="zh-CN" sz="2000" b="1" dirty="0">
                <a:latin typeface="微软雅黑" pitchFamily="34" charset="-122"/>
                <a:ea typeface="微软雅黑" pitchFamily="34" charset="-122"/>
                <a:sym typeface="Wingdings 2" panose="05020102010507070707" pitchFamily="18" charset="2"/>
              </a:rPr>
              <a:t>(Virtual Reality)</a:t>
            </a:r>
            <a:r>
              <a:rPr lang="zh-CN" altLang="en-US" sz="2000" b="1" dirty="0">
                <a:latin typeface="微软雅黑" pitchFamily="34" charset="-122"/>
                <a:ea typeface="微软雅黑" pitchFamily="34" charset="-122"/>
                <a:sym typeface="Wingdings 2" panose="05020102010507070707" pitchFamily="18" charset="2"/>
              </a:rPr>
              <a:t>和</a:t>
            </a:r>
            <a:r>
              <a:rPr lang="zh-CN" altLang="en-US" sz="2000" b="1" dirty="0">
                <a:solidFill>
                  <a:srgbClr val="0000FF"/>
                </a:solidFill>
                <a:latin typeface="微软雅黑" pitchFamily="34" charset="-122"/>
                <a:ea typeface="微软雅黑" pitchFamily="34" charset="-122"/>
                <a:sym typeface="Wingdings 2" panose="05020102010507070707" pitchFamily="18" charset="2"/>
              </a:rPr>
              <a:t>增强现实</a:t>
            </a:r>
            <a:r>
              <a:rPr lang="en-US" altLang="zh-CN" sz="2000" b="1" dirty="0">
                <a:solidFill>
                  <a:srgbClr val="0000FF"/>
                </a:solidFill>
                <a:latin typeface="微软雅黑" pitchFamily="34" charset="-122"/>
                <a:ea typeface="微软雅黑" pitchFamily="34" charset="-122"/>
                <a:sym typeface="Wingdings 2" panose="05020102010507070707" pitchFamily="18" charset="2"/>
              </a:rPr>
              <a:t>AR </a:t>
            </a:r>
            <a:r>
              <a:rPr lang="en-US" altLang="zh-CN" sz="2000" b="1" dirty="0">
                <a:latin typeface="微软雅黑" pitchFamily="34" charset="-122"/>
                <a:ea typeface="微软雅黑" pitchFamily="34" charset="-122"/>
                <a:sym typeface="Wingdings 2" panose="05020102010507070707" pitchFamily="18" charset="2"/>
              </a:rPr>
              <a:t>(Augmented Reality)</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a:extLst>
              <a:ext uri="{FF2B5EF4-FFF2-40B4-BE49-F238E27FC236}">
                <a16:creationId xmlns:a16="http://schemas.microsoft.com/office/drawing/2014/main" id="{2A3EFF10-8C04-6EB4-1405-B5091E078E76}"/>
              </a:ext>
            </a:extLst>
          </p:cNvPr>
          <p:cNvSpPr>
            <a:spLocks noChangeArrowheads="1"/>
          </p:cNvSpPr>
          <p:nvPr/>
        </p:nvSpPr>
        <p:spPr bwMode="auto">
          <a:xfrm>
            <a:off x="511897" y="618834"/>
            <a:ext cx="8129015" cy="353930"/>
          </a:xfrm>
          <a:prstGeom prst="roundRect">
            <a:avLst>
              <a:gd name="adj" fmla="val 16667"/>
            </a:avLst>
          </a:prstGeom>
          <a:solidFill>
            <a:schemeClr val="accent3">
              <a:lumMod val="75000"/>
            </a:schemeClr>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3D544FBF-B0CC-F44E-8781-4E265722AE95}"/>
              </a:ext>
            </a:extLst>
          </p:cNvPr>
          <p:cNvSpPr>
            <a:spLocks noChangeArrowheads="1"/>
          </p:cNvSpPr>
          <p:nvPr/>
        </p:nvSpPr>
        <p:spPr bwMode="auto">
          <a:xfrm>
            <a:off x="3193601" y="585623"/>
            <a:ext cx="274305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增强型移动宽带</a:t>
            </a:r>
            <a:r>
              <a:rPr lang="en-US" altLang="zh-CN" sz="2000" b="1" dirty="0" err="1">
                <a:solidFill>
                  <a:schemeClr val="bg1"/>
                </a:solidFill>
                <a:latin typeface="微软雅黑" pitchFamily="34" charset="-122"/>
                <a:ea typeface="微软雅黑" pitchFamily="34" charset="-122"/>
              </a:rPr>
              <a:t>eMBB</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162002983"/>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A94799-B185-2CBC-860B-F587E6CB273F}"/>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D45F2E74-4AE6-1160-031A-5194DCD02D8D}"/>
              </a:ext>
            </a:extLst>
          </p:cNvPr>
          <p:cNvSpPr>
            <a:spLocks noChangeArrowheads="1"/>
          </p:cNvSpPr>
          <p:nvPr/>
        </p:nvSpPr>
        <p:spPr bwMode="auto">
          <a:xfrm>
            <a:off x="511895" y="977262"/>
            <a:ext cx="8129017" cy="313496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又称为</a:t>
            </a:r>
            <a:r>
              <a:rPr lang="zh-CN" altLang="en-US" sz="2000" b="1" dirty="0">
                <a:solidFill>
                  <a:srgbClr val="0000FF"/>
                </a:solidFill>
                <a:latin typeface="微软雅黑" pitchFamily="34" charset="-122"/>
                <a:ea typeface="微软雅黑" pitchFamily="34" charset="-122"/>
                <a:sym typeface="Wingdings 2" panose="05020102010507070707" pitchFamily="18" charset="2"/>
              </a:rPr>
              <a:t>海量物联网</a:t>
            </a:r>
            <a:r>
              <a:rPr lang="zh-CN" altLang="en-US" sz="2000" b="1" dirty="0">
                <a:latin typeface="微软雅黑" pitchFamily="34" charset="-122"/>
                <a:ea typeface="微软雅黑" pitchFamily="34" charset="-122"/>
                <a:sym typeface="Wingdings 2" panose="05020102010507070707" pitchFamily="18" charset="2"/>
              </a:rPr>
              <a:t>。这类应用场景包括智慧城市、智能家居、智能电网、物流跟踪、环境监测等方面，追求的是“多而省”，连接最多、功耗最小、成本最低。</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特点：</a:t>
            </a:r>
            <a:endParaRPr lang="en-US" altLang="zh-CN" sz="2000" b="1" dirty="0">
              <a:latin typeface="微软雅黑" pitchFamily="34" charset="-122"/>
              <a:ea typeface="微软雅黑" pitchFamily="34" charset="-122"/>
              <a:sym typeface="Wingdings 2" panose="05020102010507070707" pitchFamily="18" charset="2"/>
            </a:endParaRPr>
          </a:p>
          <a:p>
            <a:pPr marL="800100" lvl="1" indent="-342900" eaLnBrk="0" hangingPunct="0">
              <a:lnSpc>
                <a:spcPts val="3000"/>
              </a:lnSpc>
              <a:buClr>
                <a:srgbClr val="0070C0"/>
              </a:buClr>
              <a:buFont typeface="Wingdings" panose="05000000000000000000" pitchFamily="2" charset="2"/>
              <a:buChar char="ü"/>
            </a:pPr>
            <a:r>
              <a:rPr lang="zh-CN" altLang="en-US" sz="2000" b="1" dirty="0">
                <a:solidFill>
                  <a:srgbClr val="0000FF"/>
                </a:solidFill>
                <a:latin typeface="微软雅黑" pitchFamily="34" charset="-122"/>
                <a:ea typeface="微软雅黑" pitchFamily="34" charset="-122"/>
                <a:sym typeface="Wingdings 2" panose="05020102010507070707" pitchFamily="18" charset="2"/>
              </a:rPr>
              <a:t>数据率较低</a:t>
            </a:r>
            <a:r>
              <a:rPr lang="zh-CN" altLang="en-US" sz="2000" b="1" dirty="0">
                <a:latin typeface="微软雅黑" pitchFamily="34" charset="-122"/>
                <a:ea typeface="微软雅黑" pitchFamily="34" charset="-122"/>
                <a:sym typeface="Wingdings 2" panose="05020102010507070707" pitchFamily="18" charset="2"/>
              </a:rPr>
              <a:t>（例如，小于</a:t>
            </a:r>
            <a:r>
              <a:rPr lang="en-US" altLang="zh-CN" sz="2000" b="1" dirty="0">
                <a:latin typeface="微软雅黑" pitchFamily="34" charset="-122"/>
                <a:ea typeface="微软雅黑" pitchFamily="34" charset="-122"/>
                <a:sym typeface="Wingdings 2" panose="05020102010507070707" pitchFamily="18" charset="2"/>
              </a:rPr>
              <a:t>1 Mbit/s</a:t>
            </a:r>
            <a:r>
              <a:rPr lang="zh-CN" altLang="en-US" sz="2000" b="1" dirty="0">
                <a:latin typeface="微软雅黑" pitchFamily="34" charset="-122"/>
                <a:ea typeface="微软雅黑" pitchFamily="34" charset="-122"/>
                <a:sym typeface="Wingdings 2" panose="05020102010507070707" pitchFamily="18" charset="2"/>
              </a:rPr>
              <a:t>）且</a:t>
            </a:r>
            <a:r>
              <a:rPr lang="zh-CN" altLang="en-US" sz="2000" b="1" dirty="0">
                <a:solidFill>
                  <a:srgbClr val="0000FF"/>
                </a:solidFill>
                <a:latin typeface="微软雅黑" pitchFamily="34" charset="-122"/>
                <a:ea typeface="微软雅黑" pitchFamily="34" charset="-122"/>
                <a:sym typeface="Wingdings 2" panose="05020102010507070707" pitchFamily="18" charset="2"/>
              </a:rPr>
              <a:t>时延并不敏感</a:t>
            </a:r>
            <a:r>
              <a:rPr lang="zh-CN" altLang="en-US" sz="2000" b="1" dirty="0">
                <a:latin typeface="微软雅黑" pitchFamily="34" charset="-122"/>
                <a:ea typeface="微软雅黑" pitchFamily="34" charset="-122"/>
                <a:sym typeface="Wingdings 2" panose="05020102010507070707" pitchFamily="18" charset="2"/>
              </a:rPr>
              <a:t>（例如，超过</a:t>
            </a:r>
            <a:r>
              <a:rPr lang="en-US" altLang="zh-CN" sz="2000" b="1" dirty="0">
                <a:latin typeface="微软雅黑" pitchFamily="34" charset="-122"/>
                <a:ea typeface="微软雅黑" pitchFamily="34" charset="-122"/>
                <a:sym typeface="Wingdings 2" panose="05020102010507070707" pitchFamily="18" charset="2"/>
              </a:rPr>
              <a:t>10 s</a:t>
            </a:r>
            <a:r>
              <a:rPr lang="zh-CN" altLang="en-US" sz="2000" b="1" dirty="0">
                <a:latin typeface="微软雅黑" pitchFamily="34" charset="-122"/>
                <a:ea typeface="微软雅黑" pitchFamily="34" charset="-122"/>
                <a:sym typeface="Wingdings 2" panose="05020102010507070707" pitchFamily="18" charset="2"/>
              </a:rPr>
              <a:t>量级的时延也可接受）。</a:t>
            </a:r>
            <a:endParaRPr lang="en-US" altLang="zh-CN" sz="2000" b="1" dirty="0">
              <a:latin typeface="微软雅黑" pitchFamily="34" charset="-122"/>
              <a:ea typeface="微软雅黑" pitchFamily="34" charset="-122"/>
              <a:sym typeface="Wingdings 2" panose="05020102010507070707" pitchFamily="18" charset="2"/>
            </a:endParaRPr>
          </a:p>
          <a:p>
            <a:pPr marL="800100" lvl="1" indent="-342900" eaLnBrk="0" hangingPunct="0">
              <a:lnSpc>
                <a:spcPts val="3000"/>
              </a:lnSpc>
              <a:buClr>
                <a:srgbClr val="0070C0"/>
              </a:buClr>
              <a:buFont typeface="Wingdings" panose="05000000000000000000" pitchFamily="2" charset="2"/>
              <a:buChar char="ü"/>
            </a:pPr>
            <a:r>
              <a:rPr lang="zh-CN" altLang="en-US" sz="2000" b="1" dirty="0">
                <a:solidFill>
                  <a:srgbClr val="0000FF"/>
                </a:solidFill>
                <a:latin typeface="微软雅黑" pitchFamily="34" charset="-122"/>
                <a:ea typeface="微软雅黑" pitchFamily="34" charset="-122"/>
                <a:sym typeface="Wingdings 2" panose="05020102010507070707" pitchFamily="18" charset="2"/>
              </a:rPr>
              <a:t>超千亿连接的支持能力</a:t>
            </a:r>
            <a:r>
              <a:rPr lang="zh-CN" altLang="en-US" sz="2000" b="1" dirty="0">
                <a:latin typeface="微软雅黑" pitchFamily="34" charset="-122"/>
                <a:ea typeface="微软雅黑" pitchFamily="34" charset="-122"/>
                <a:sym typeface="Wingdings 2" panose="05020102010507070707" pitchFamily="18" charset="2"/>
              </a:rPr>
              <a:t>（例如，每平方公里有百万级的连接）</a:t>
            </a:r>
            <a:endParaRPr lang="en-US" altLang="zh-CN" sz="2000" b="1" dirty="0">
              <a:latin typeface="微软雅黑" pitchFamily="34" charset="-122"/>
              <a:ea typeface="微软雅黑" pitchFamily="34" charset="-122"/>
              <a:sym typeface="Wingdings 2" panose="05020102010507070707" pitchFamily="18" charset="2"/>
            </a:endParaRPr>
          </a:p>
          <a:p>
            <a:pPr marL="800100" lvl="1" indent="-342900" eaLnBrk="0" hangingPunct="0">
              <a:lnSpc>
                <a:spcPts val="3000"/>
              </a:lnSpc>
              <a:buClr>
                <a:srgbClr val="0070C0"/>
              </a:buClr>
              <a:buFont typeface="Wingdings" panose="05000000000000000000" pitchFamily="2" charset="2"/>
              <a:buChar char="ü"/>
            </a:pPr>
            <a:r>
              <a:rPr lang="zh-CN" altLang="en-US" sz="2000" b="1" dirty="0">
                <a:solidFill>
                  <a:srgbClr val="0000FF"/>
                </a:solidFill>
                <a:latin typeface="微软雅黑" pitchFamily="34" charset="-122"/>
                <a:ea typeface="微软雅黑" pitchFamily="34" charset="-122"/>
                <a:sym typeface="Wingdings 2" panose="05020102010507070707" pitchFamily="18" charset="2"/>
              </a:rPr>
              <a:t>终端成本低</a:t>
            </a:r>
            <a:r>
              <a:rPr lang="zh-CN" altLang="en-US" sz="2000" b="1" dirty="0">
                <a:latin typeface="微软雅黑" pitchFamily="34" charset="-122"/>
                <a:ea typeface="微软雅黑" pitchFamily="34" charset="-122"/>
                <a:sym typeface="Wingdings 2" panose="05020102010507070707" pitchFamily="18" charset="2"/>
              </a:rPr>
              <a:t>而</a:t>
            </a:r>
            <a:r>
              <a:rPr lang="zh-CN" altLang="en-US" sz="2000" b="1" dirty="0">
                <a:solidFill>
                  <a:srgbClr val="0000FF"/>
                </a:solidFill>
                <a:latin typeface="微软雅黑" pitchFamily="34" charset="-122"/>
                <a:ea typeface="微软雅黑" pitchFamily="34" charset="-122"/>
                <a:sym typeface="Wingdings 2" panose="05020102010507070707" pitchFamily="18" charset="2"/>
              </a:rPr>
              <a:t>电池寿命长</a:t>
            </a:r>
            <a:r>
              <a:rPr lang="zh-CN" altLang="en-US" sz="2000" b="1" dirty="0">
                <a:latin typeface="微软雅黑" pitchFamily="34" charset="-122"/>
                <a:ea typeface="微软雅黑" pitchFamily="34" charset="-122"/>
                <a:sym typeface="Wingdings 2" panose="05020102010507070707" pitchFamily="18" charset="2"/>
              </a:rPr>
              <a:t>（例如</a:t>
            </a:r>
            <a:r>
              <a:rPr lang="en-US" altLang="zh-CN" sz="2000" b="1" dirty="0">
                <a:latin typeface="微软雅黑" pitchFamily="34" charset="-122"/>
                <a:ea typeface="微软雅黑" pitchFamily="34" charset="-122"/>
                <a:sym typeface="Wingdings 2" panose="05020102010507070707" pitchFamily="18" charset="2"/>
              </a:rPr>
              <a:t>10</a:t>
            </a:r>
            <a:r>
              <a:rPr lang="zh-CN" altLang="en-US" sz="2000" b="1" dirty="0">
                <a:latin typeface="微软雅黑" pitchFamily="34" charset="-122"/>
                <a:ea typeface="微软雅黑" pitchFamily="34" charset="-122"/>
                <a:sym typeface="Wingdings 2" panose="05020102010507070707" pitchFamily="18" charset="2"/>
              </a:rPr>
              <a:t>年以上）。</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a:extLst>
              <a:ext uri="{FF2B5EF4-FFF2-40B4-BE49-F238E27FC236}">
                <a16:creationId xmlns:a16="http://schemas.microsoft.com/office/drawing/2014/main" id="{715212E2-B133-A9B8-D163-DBBABF55D3DA}"/>
              </a:ext>
            </a:extLst>
          </p:cNvPr>
          <p:cNvSpPr>
            <a:spLocks noChangeArrowheads="1"/>
          </p:cNvSpPr>
          <p:nvPr/>
        </p:nvSpPr>
        <p:spPr bwMode="auto">
          <a:xfrm>
            <a:off x="511897" y="618834"/>
            <a:ext cx="8129015" cy="353930"/>
          </a:xfrm>
          <a:prstGeom prst="roundRect">
            <a:avLst>
              <a:gd name="adj" fmla="val 16667"/>
            </a:avLst>
          </a:prstGeom>
          <a:solidFill>
            <a:schemeClr val="accent3">
              <a:lumMod val="75000"/>
            </a:schemeClr>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A63A9116-D645-2947-79DF-5DB92F75F781}"/>
              </a:ext>
            </a:extLst>
          </p:cNvPr>
          <p:cNvSpPr>
            <a:spLocks noChangeArrowheads="1"/>
          </p:cNvSpPr>
          <p:nvPr/>
        </p:nvSpPr>
        <p:spPr bwMode="auto">
          <a:xfrm>
            <a:off x="2898841" y="585623"/>
            <a:ext cx="333257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大规模机器类型通信</a:t>
            </a:r>
            <a:r>
              <a:rPr lang="en-US" altLang="zh-CN" sz="2000" b="1" dirty="0" err="1">
                <a:solidFill>
                  <a:schemeClr val="bg1"/>
                </a:solidFill>
                <a:latin typeface="微软雅黑" pitchFamily="34" charset="-122"/>
                <a:ea typeface="微软雅黑" pitchFamily="34" charset="-122"/>
              </a:rPr>
              <a:t>mMTC</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494237065"/>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ACA180-09E7-DF2B-4FB2-F35CE5A8874A}"/>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1DCFDFF8-7C48-2CF4-05B4-1B02BF86F2E2}"/>
              </a:ext>
            </a:extLst>
          </p:cNvPr>
          <p:cNvSpPr>
            <a:spLocks noChangeArrowheads="1"/>
          </p:cNvSpPr>
          <p:nvPr/>
        </p:nvSpPr>
        <p:spPr bwMode="auto">
          <a:xfrm>
            <a:off x="511895" y="977262"/>
            <a:ext cx="8129017" cy="313496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这类场景使用在工业控制、交通安全和控制、远程制造、远程手术以及无人驾驶等领域，追求的是“快而稳”，时延最小、可靠性最高、确定性最强。</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特点：</a:t>
            </a:r>
            <a:endParaRPr lang="en-US" altLang="zh-CN" sz="2000" b="1" dirty="0">
              <a:latin typeface="微软雅黑" pitchFamily="34" charset="-122"/>
              <a:ea typeface="微软雅黑" pitchFamily="34" charset="-122"/>
              <a:sym typeface="Wingdings 2" panose="05020102010507070707" pitchFamily="18" charset="2"/>
            </a:endParaRPr>
          </a:p>
          <a:p>
            <a:pPr marL="800100" lvl="1" indent="-342900" eaLnBrk="0" hangingPunct="0">
              <a:lnSpc>
                <a:spcPts val="3000"/>
              </a:lnSpc>
              <a:buClr>
                <a:srgbClr val="0070C0"/>
              </a:buClr>
              <a:buFont typeface="Wingdings" panose="05000000000000000000" pitchFamily="2" charset="2"/>
              <a:buChar char="ü"/>
            </a:pPr>
            <a:r>
              <a:rPr lang="zh-CN" altLang="en-US" sz="2000" b="1" dirty="0">
                <a:solidFill>
                  <a:srgbClr val="0000FF"/>
                </a:solidFill>
                <a:latin typeface="微软雅黑" pitchFamily="34" charset="-122"/>
                <a:ea typeface="微软雅黑" pitchFamily="34" charset="-122"/>
                <a:sym typeface="Wingdings 2" panose="05020102010507070707" pitchFamily="18" charset="2"/>
              </a:rPr>
              <a:t>超高可靠性</a:t>
            </a:r>
            <a:r>
              <a:rPr lang="zh-CN" altLang="en-US" sz="2000" b="1" dirty="0">
                <a:latin typeface="微软雅黑" pitchFamily="34" charset="-122"/>
                <a:ea typeface="微软雅黑" pitchFamily="34" charset="-122"/>
                <a:sym typeface="Wingdings 2" panose="05020102010507070707" pitchFamily="18" charset="2"/>
              </a:rPr>
              <a:t>（例如，提供</a:t>
            </a:r>
            <a:r>
              <a:rPr lang="en-US" altLang="zh-CN" sz="2000" b="1" dirty="0">
                <a:latin typeface="微软雅黑" pitchFamily="34" charset="-122"/>
                <a:ea typeface="微软雅黑" pitchFamily="34" charset="-122"/>
                <a:sym typeface="Wingdings 2" panose="05020102010507070707" pitchFamily="18" charset="2"/>
              </a:rPr>
              <a:t>99.999%</a:t>
            </a:r>
            <a:r>
              <a:rPr lang="zh-CN" altLang="en-US" sz="2000" b="1" dirty="0">
                <a:latin typeface="微软雅黑" pitchFamily="34" charset="-122"/>
                <a:ea typeface="微软雅黑" pitchFamily="34" charset="-122"/>
                <a:sym typeface="Wingdings 2" panose="05020102010507070707" pitchFamily="18" charset="2"/>
              </a:rPr>
              <a:t>以上的传输可靠性）</a:t>
            </a:r>
            <a:endParaRPr lang="en-US" altLang="zh-CN" sz="2000" b="1" dirty="0">
              <a:latin typeface="微软雅黑" pitchFamily="34" charset="-122"/>
              <a:ea typeface="微软雅黑" pitchFamily="34" charset="-122"/>
              <a:sym typeface="Wingdings 2" panose="05020102010507070707" pitchFamily="18" charset="2"/>
            </a:endParaRPr>
          </a:p>
          <a:p>
            <a:pPr marL="800100" lvl="1" indent="-342900" eaLnBrk="0" hangingPunct="0">
              <a:lnSpc>
                <a:spcPts val="30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sym typeface="Wingdings 2" panose="05020102010507070707" pitchFamily="18" charset="2"/>
              </a:rPr>
              <a:t>确保</a:t>
            </a:r>
            <a:r>
              <a:rPr lang="zh-CN" altLang="en-US" sz="2000" b="1" dirty="0">
                <a:solidFill>
                  <a:srgbClr val="0000FF"/>
                </a:solidFill>
                <a:latin typeface="微软雅黑" pitchFamily="34" charset="-122"/>
                <a:ea typeface="微软雅黑" pitchFamily="34" charset="-122"/>
                <a:sym typeface="Wingdings 2" panose="05020102010507070707" pitchFamily="18" charset="2"/>
              </a:rPr>
              <a:t>分组丢失率极低</a:t>
            </a:r>
            <a:r>
              <a:rPr lang="zh-CN" altLang="en-US" sz="2000" b="1" dirty="0">
                <a:latin typeface="微软雅黑" pitchFamily="34" charset="-122"/>
                <a:ea typeface="微软雅黑" pitchFamily="34" charset="-122"/>
                <a:sym typeface="Wingdings 2" panose="05020102010507070707" pitchFamily="18" charset="2"/>
              </a:rPr>
              <a:t>（例如，分组丢失率不超过</a:t>
            </a:r>
            <a:r>
              <a:rPr lang="en-US" altLang="zh-CN" sz="2000" b="1" dirty="0">
                <a:latin typeface="微软雅黑" pitchFamily="34" charset="-122"/>
                <a:ea typeface="微软雅黑" pitchFamily="34" charset="-122"/>
                <a:sym typeface="Wingdings 2" panose="05020102010507070707" pitchFamily="18" charset="2"/>
              </a:rPr>
              <a:t>10-5</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800100" lvl="1" indent="-342900" eaLnBrk="0" hangingPunct="0">
              <a:lnSpc>
                <a:spcPts val="3000"/>
              </a:lnSpc>
              <a:buClr>
                <a:srgbClr val="0070C0"/>
              </a:buClr>
              <a:buFont typeface="Wingdings" panose="05000000000000000000" pitchFamily="2" charset="2"/>
              <a:buChar char="ü"/>
            </a:pPr>
            <a:r>
              <a:rPr lang="zh-CN" altLang="en-US" sz="2000" b="1" dirty="0">
                <a:solidFill>
                  <a:srgbClr val="0000FF"/>
                </a:solidFill>
                <a:latin typeface="微软雅黑" pitchFamily="34" charset="-122"/>
                <a:ea typeface="微软雅黑" pitchFamily="34" charset="-122"/>
                <a:sym typeface="Wingdings 2" panose="05020102010507070707" pitchFamily="18" charset="2"/>
              </a:rPr>
              <a:t>低时延</a:t>
            </a:r>
            <a:r>
              <a:rPr lang="zh-CN" altLang="en-US" sz="2000" b="1" dirty="0">
                <a:latin typeface="微软雅黑" pitchFamily="34" charset="-122"/>
                <a:ea typeface="微软雅黑" pitchFamily="34" charset="-122"/>
                <a:sym typeface="Wingdings 2" panose="05020102010507070707" pitchFamily="18" charset="2"/>
              </a:rPr>
              <a:t>（例如，空口时延不超过</a:t>
            </a:r>
            <a:r>
              <a:rPr lang="en-US" altLang="zh-CN" sz="2000" b="1" dirty="0">
                <a:latin typeface="微软雅黑" pitchFamily="34" charset="-122"/>
                <a:ea typeface="微软雅黑" pitchFamily="34" charset="-122"/>
                <a:sym typeface="Wingdings 2" panose="05020102010507070707" pitchFamily="18" charset="2"/>
              </a:rPr>
              <a:t>1 </a:t>
            </a:r>
            <a:r>
              <a:rPr lang="en-US" altLang="zh-CN" sz="2000" b="1" dirty="0" err="1">
                <a:latin typeface="微软雅黑" pitchFamily="34" charset="-122"/>
                <a:ea typeface="微软雅黑" pitchFamily="34" charset="-122"/>
                <a:sym typeface="Wingdings 2" panose="05020102010507070707" pitchFamily="18" charset="2"/>
              </a:rPr>
              <a:t>ms</a:t>
            </a:r>
            <a:r>
              <a:rPr lang="zh-CN" altLang="en-US" sz="2000" b="1" dirty="0">
                <a:latin typeface="微软雅黑" pitchFamily="34" charset="-122"/>
                <a:ea typeface="微软雅黑" pitchFamily="34" charset="-122"/>
                <a:sym typeface="Wingdings 2" panose="05020102010507070707" pitchFamily="18" charset="2"/>
              </a:rPr>
              <a:t>，端到端时延小于</a:t>
            </a:r>
            <a:r>
              <a:rPr lang="en-US" altLang="zh-CN" sz="2000" b="1" dirty="0">
                <a:latin typeface="微软雅黑" pitchFamily="34" charset="-122"/>
                <a:ea typeface="微软雅黑" pitchFamily="34" charset="-122"/>
                <a:sym typeface="Wingdings 2" panose="05020102010507070707" pitchFamily="18" charset="2"/>
              </a:rPr>
              <a:t>5 </a:t>
            </a:r>
            <a:r>
              <a:rPr lang="en-US" altLang="zh-CN" sz="2000" b="1" dirty="0" err="1">
                <a:latin typeface="微软雅黑" pitchFamily="34" charset="-122"/>
                <a:ea typeface="微软雅黑" pitchFamily="34" charset="-122"/>
                <a:sym typeface="Wingdings 2" panose="05020102010507070707" pitchFamily="18" charset="2"/>
              </a:rPr>
              <a:t>ms</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800100" lvl="1" indent="-342900" eaLnBrk="0" hangingPunct="0">
              <a:lnSpc>
                <a:spcPts val="30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sym typeface="Wingdings 2" panose="05020102010507070707" pitchFamily="18" charset="2"/>
              </a:rPr>
              <a:t>数据率为中低速率即可，但必须是使用短分组，以便快速送达</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a:extLst>
              <a:ext uri="{FF2B5EF4-FFF2-40B4-BE49-F238E27FC236}">
                <a16:creationId xmlns:a16="http://schemas.microsoft.com/office/drawing/2014/main" id="{3A6D591A-9EB1-7555-EE0C-605151834AAF}"/>
              </a:ext>
            </a:extLst>
          </p:cNvPr>
          <p:cNvSpPr>
            <a:spLocks noChangeArrowheads="1"/>
          </p:cNvSpPr>
          <p:nvPr/>
        </p:nvSpPr>
        <p:spPr bwMode="auto">
          <a:xfrm>
            <a:off x="511897" y="618834"/>
            <a:ext cx="8129015" cy="353930"/>
          </a:xfrm>
          <a:prstGeom prst="roundRect">
            <a:avLst>
              <a:gd name="adj" fmla="val 16667"/>
            </a:avLst>
          </a:prstGeom>
          <a:solidFill>
            <a:schemeClr val="accent3">
              <a:lumMod val="75000"/>
            </a:schemeClr>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A3585B59-743E-369D-13B0-29A24642D8C0}"/>
              </a:ext>
            </a:extLst>
          </p:cNvPr>
          <p:cNvSpPr>
            <a:spLocks noChangeArrowheads="1"/>
          </p:cNvSpPr>
          <p:nvPr/>
        </p:nvSpPr>
        <p:spPr bwMode="auto">
          <a:xfrm>
            <a:off x="2793203" y="585623"/>
            <a:ext cx="35438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超高可靠超低时延通信</a:t>
            </a:r>
            <a:r>
              <a:rPr lang="en-US" altLang="zh-CN" sz="2000" b="1" dirty="0" err="1">
                <a:solidFill>
                  <a:schemeClr val="bg1"/>
                </a:solidFill>
                <a:latin typeface="微软雅黑" pitchFamily="34" charset="-122"/>
                <a:ea typeface="微软雅黑" pitchFamily="34" charset="-122"/>
              </a:rPr>
              <a:t>uRLLC</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566266901"/>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8B0EA2-2713-9477-E2B2-993C9523320C}"/>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4FC6D4E7-D7F1-24DD-093F-993A010728DF}"/>
              </a:ext>
            </a:extLst>
          </p:cNvPr>
          <p:cNvSpPr>
            <a:spLocks noChangeArrowheads="1"/>
          </p:cNvSpPr>
          <p:nvPr/>
        </p:nvSpPr>
        <p:spPr bwMode="auto">
          <a:xfrm>
            <a:off x="511895" y="977262"/>
            <a:ext cx="8129017" cy="15960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制定了新的空口标准</a:t>
            </a:r>
            <a:r>
              <a:rPr lang="en-US" altLang="zh-CN" sz="2000" b="1" dirty="0">
                <a:solidFill>
                  <a:srgbClr val="0000FF"/>
                </a:solidFill>
                <a:latin typeface="微软雅黑" pitchFamily="34" charset="-122"/>
                <a:ea typeface="微软雅黑" pitchFamily="34" charset="-122"/>
                <a:sym typeface="Wingdings 2" panose="05020102010507070707" pitchFamily="18" charset="2"/>
              </a:rPr>
              <a:t>5G NR </a:t>
            </a:r>
            <a:r>
              <a:rPr lang="en-US" altLang="zh-CN" sz="2000" b="1" dirty="0">
                <a:latin typeface="微软雅黑" pitchFamily="34" charset="-122"/>
                <a:ea typeface="微软雅黑" pitchFamily="34" charset="-122"/>
                <a:sym typeface="Wingdings 2" panose="05020102010507070707" pitchFamily="18" charset="2"/>
              </a:rPr>
              <a:t>(5G New Radio)</a:t>
            </a:r>
            <a:r>
              <a:rPr lang="zh-CN" altLang="en-US" sz="2000" b="1" dirty="0">
                <a:latin typeface="微软雅黑" pitchFamily="34" charset="-122"/>
                <a:ea typeface="微软雅黑" pitchFamily="34" charset="-122"/>
                <a:sym typeface="Wingdings 2" panose="05020102010507070707" pitchFamily="18" charset="2"/>
              </a:rPr>
              <a:t>，</a:t>
            </a: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的用户设备仍然记为</a:t>
            </a:r>
            <a:r>
              <a:rPr lang="en-US" altLang="zh-CN" sz="2000" b="1" dirty="0">
                <a:solidFill>
                  <a:srgbClr val="0000FF"/>
                </a:solidFill>
                <a:latin typeface="微软雅黑" pitchFamily="34" charset="-122"/>
                <a:ea typeface="微软雅黑" pitchFamily="34" charset="-122"/>
                <a:sym typeface="Wingdings 2" panose="05020102010507070707" pitchFamily="18" charset="2"/>
              </a:rPr>
              <a:t>UE</a:t>
            </a:r>
            <a:r>
              <a:rPr lang="zh-CN" altLang="en-US" sz="2000" b="1" dirty="0">
                <a:latin typeface="微软雅黑" pitchFamily="34" charset="-122"/>
                <a:ea typeface="微软雅黑" pitchFamily="34" charset="-122"/>
                <a:sym typeface="Wingdings 2" panose="05020102010507070707" pitchFamily="18" charset="2"/>
              </a:rPr>
              <a:t>，但</a:t>
            </a: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的无线接入设备（即基站）则记为</a:t>
            </a:r>
            <a:r>
              <a:rPr lang="en-US" altLang="zh-CN" sz="2000" b="1" dirty="0" err="1">
                <a:solidFill>
                  <a:srgbClr val="0000FF"/>
                </a:solidFill>
                <a:latin typeface="微软雅黑" pitchFamily="34" charset="-122"/>
                <a:ea typeface="微软雅黑" pitchFamily="34" charset="-122"/>
                <a:sym typeface="Wingdings 2" panose="05020102010507070707" pitchFamily="18" charset="2"/>
              </a:rPr>
              <a:t>gNB</a:t>
            </a:r>
            <a:r>
              <a:rPr lang="en-US" altLang="zh-CN" sz="2000" b="1" dirty="0">
                <a:latin typeface="微软雅黑" pitchFamily="34" charset="-122"/>
                <a:ea typeface="微软雅黑" pitchFamily="34" charset="-122"/>
                <a:sym typeface="Wingdings 2" panose="05020102010507070707" pitchFamily="18" charset="2"/>
              </a:rPr>
              <a:t> (next generation Node B)</a:t>
            </a:r>
            <a:r>
              <a:rPr lang="zh-CN" altLang="en-US" sz="2000" b="1" dirty="0">
                <a:latin typeface="微软雅黑" pitchFamily="34" charset="-122"/>
                <a:ea typeface="微软雅黑" pitchFamily="34" charset="-122"/>
                <a:sym typeface="Wingdings 2" panose="05020102010507070707" pitchFamily="18" charset="2"/>
              </a:rPr>
              <a:t> 。</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的核心网记为</a:t>
            </a:r>
            <a:r>
              <a:rPr lang="en-US" altLang="zh-CN" sz="2000" b="1" dirty="0">
                <a:solidFill>
                  <a:srgbClr val="0000FF"/>
                </a:solidFill>
                <a:latin typeface="微软雅黑" pitchFamily="34" charset="-122"/>
                <a:ea typeface="微软雅黑" pitchFamily="34" charset="-122"/>
                <a:sym typeface="Wingdings 2" panose="05020102010507070707" pitchFamily="18" charset="2"/>
              </a:rPr>
              <a:t>5GC</a:t>
            </a:r>
            <a:r>
              <a:rPr lang="zh-CN" altLang="en-US" sz="2000" b="1" dirty="0">
                <a:latin typeface="微软雅黑" pitchFamily="34" charset="-122"/>
                <a:ea typeface="微软雅黑" pitchFamily="34" charset="-122"/>
                <a:sym typeface="Wingdings 2" panose="05020102010507070707" pitchFamily="18" charset="2"/>
              </a:rPr>
              <a:t>，</a:t>
            </a:r>
            <a:r>
              <a:rPr lang="en-US" altLang="zh-CN" sz="2000" b="1" dirty="0">
                <a:latin typeface="微软雅黑" pitchFamily="34" charset="-122"/>
                <a:ea typeface="微软雅黑" pitchFamily="34" charset="-122"/>
                <a:sym typeface="Wingdings 2" panose="05020102010507070707" pitchFamily="18" charset="2"/>
              </a:rPr>
              <a:t>C</a:t>
            </a:r>
            <a:r>
              <a:rPr lang="zh-CN" altLang="en-US" sz="2000" b="1" dirty="0">
                <a:latin typeface="微软雅黑" pitchFamily="34" charset="-122"/>
                <a:ea typeface="微软雅黑" pitchFamily="34" charset="-122"/>
                <a:sym typeface="Wingdings 2" panose="05020102010507070707" pitchFamily="18" charset="2"/>
              </a:rPr>
              <a:t>代表</a:t>
            </a:r>
            <a:r>
              <a:rPr lang="en-US" altLang="zh-CN" sz="2000" b="1" dirty="0">
                <a:latin typeface="微软雅黑" pitchFamily="34" charset="-122"/>
                <a:ea typeface="微软雅黑" pitchFamily="34" charset="-122"/>
                <a:sym typeface="Wingdings 2" panose="05020102010507070707" pitchFamily="18" charset="2"/>
              </a:rPr>
              <a:t>Core</a:t>
            </a:r>
            <a:r>
              <a:rPr lang="zh-CN" altLang="en-US" sz="2000" b="1" dirty="0">
                <a:latin typeface="微软雅黑" pitchFamily="34" charset="-122"/>
                <a:ea typeface="微软雅黑" pitchFamily="34" charset="-122"/>
                <a:sym typeface="Wingdings 2" panose="05020102010507070707" pitchFamily="18" charset="2"/>
              </a:rPr>
              <a:t>（核心）。</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a:extLst>
              <a:ext uri="{FF2B5EF4-FFF2-40B4-BE49-F238E27FC236}">
                <a16:creationId xmlns:a16="http://schemas.microsoft.com/office/drawing/2014/main" id="{9170D6CD-B281-EAF9-CF5A-A4ADA9564EA5}"/>
              </a:ext>
            </a:extLst>
          </p:cNvPr>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a:extLst>
              <a:ext uri="{FF2B5EF4-FFF2-40B4-BE49-F238E27FC236}">
                <a16:creationId xmlns:a16="http://schemas.microsoft.com/office/drawing/2014/main" id="{45241550-B9B2-37D6-8F02-FC3305CDA249}"/>
              </a:ext>
            </a:extLst>
          </p:cNvPr>
          <p:cNvSpPr>
            <a:spLocks noChangeArrowheads="1"/>
          </p:cNvSpPr>
          <p:nvPr/>
        </p:nvSpPr>
        <p:spPr bwMode="auto">
          <a:xfrm>
            <a:off x="3499775" y="585623"/>
            <a:ext cx="213071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5G</a:t>
            </a:r>
            <a:r>
              <a:rPr lang="zh-CN" altLang="en-US" sz="2000" b="1" dirty="0">
                <a:solidFill>
                  <a:schemeClr val="bg1"/>
                </a:solidFill>
                <a:latin typeface="微软雅黑" pitchFamily="34" charset="-122"/>
                <a:ea typeface="微软雅黑" pitchFamily="34" charset="-122"/>
              </a:rPr>
              <a:t>网络的特点</a:t>
            </a:r>
          </a:p>
        </p:txBody>
      </p:sp>
    </p:spTree>
    <p:extLst>
      <p:ext uri="{BB962C8B-B14F-4D97-AF65-F5344CB8AC3E}">
        <p14:creationId xmlns:p14="http://schemas.microsoft.com/office/powerpoint/2010/main" val="2964556165"/>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328339-8EF8-9E33-0BB1-09AF7F28F02B}"/>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683600BC-8208-F154-73B4-E18383422364}"/>
              </a:ext>
            </a:extLst>
          </p:cNvPr>
          <p:cNvSpPr>
            <a:spLocks noChangeArrowheads="1"/>
          </p:cNvSpPr>
          <p:nvPr/>
        </p:nvSpPr>
        <p:spPr bwMode="auto">
          <a:xfrm>
            <a:off x="511895" y="977262"/>
            <a:ext cx="8129017" cy="35196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进行了一次彻底的架构革命，这就是把核心网拆解成为一个个独立的、细粒度的、可灵活组合的</a:t>
            </a:r>
            <a:r>
              <a:rPr lang="zh-CN" altLang="en-US" sz="2000" b="1" dirty="0">
                <a:solidFill>
                  <a:srgbClr val="C00000"/>
                </a:solidFill>
                <a:latin typeface="微软雅黑" pitchFamily="34" charset="-122"/>
                <a:ea typeface="微软雅黑" pitchFamily="34" charset="-122"/>
                <a:sym typeface="Wingdings 2" panose="05020102010507070707" pitchFamily="18" charset="2"/>
              </a:rPr>
              <a:t>网络功能微服务</a:t>
            </a:r>
            <a:r>
              <a:rPr lang="en-US" altLang="zh-CN" sz="2000" b="1" dirty="0">
                <a:latin typeface="微软雅黑" pitchFamily="34" charset="-122"/>
                <a:ea typeface="微软雅黑" pitchFamily="34" charset="-122"/>
                <a:sym typeface="Wingdings 2" panose="05020102010507070707" pitchFamily="18" charset="2"/>
              </a:rPr>
              <a:t>(microservice)</a:t>
            </a:r>
            <a:r>
              <a:rPr lang="zh-CN" altLang="en-US" sz="2000" b="1" dirty="0">
                <a:latin typeface="微软雅黑" pitchFamily="34" charset="-122"/>
                <a:ea typeface="微软雅黑" pitchFamily="34" charset="-122"/>
                <a:sym typeface="Wingdings 2" panose="05020102010507070707" pitchFamily="18" charset="2"/>
              </a:rPr>
              <a:t>，每个微服务负责特定的网络功能。这里“微”是指服务粒度极小，功能单一，每个微服务可独立开发、部署和升级。</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的核心网架构又称为</a:t>
            </a:r>
            <a:r>
              <a:rPr lang="zh-CN" altLang="en-US" sz="2000" b="1" dirty="0">
                <a:solidFill>
                  <a:srgbClr val="C00000"/>
                </a:solidFill>
                <a:latin typeface="微软雅黑" pitchFamily="34" charset="-122"/>
                <a:ea typeface="微软雅黑" pitchFamily="34" charset="-122"/>
                <a:sym typeface="Wingdings 2" panose="05020102010507070707" pitchFamily="18" charset="2"/>
              </a:rPr>
              <a:t>服务化架构</a:t>
            </a:r>
            <a:r>
              <a:rPr lang="en-US" altLang="zh-CN" sz="2000" b="1" dirty="0">
                <a:solidFill>
                  <a:srgbClr val="C00000"/>
                </a:solidFill>
                <a:latin typeface="微软雅黑" pitchFamily="34" charset="-122"/>
                <a:ea typeface="微软雅黑" pitchFamily="34" charset="-122"/>
                <a:sym typeface="Wingdings 2" panose="05020102010507070707" pitchFamily="18" charset="2"/>
              </a:rPr>
              <a:t>SBA </a:t>
            </a:r>
            <a:r>
              <a:rPr lang="en-US" altLang="zh-CN" sz="2000" b="1" dirty="0">
                <a:latin typeface="微软雅黑" pitchFamily="34" charset="-122"/>
                <a:ea typeface="微软雅黑" pitchFamily="34" charset="-122"/>
                <a:sym typeface="Wingdings 2" panose="05020102010507070707" pitchFamily="18" charset="2"/>
              </a:rPr>
              <a:t>(Service-Based Architecture)</a:t>
            </a:r>
            <a:r>
              <a:rPr lang="zh-CN" altLang="en-US" sz="2000" b="1" dirty="0">
                <a:latin typeface="微软雅黑" pitchFamily="34" charset="-122"/>
                <a:ea typeface="微软雅黑" pitchFamily="34" charset="-122"/>
                <a:sym typeface="Wingdings 2" panose="05020102010507070707" pitchFamily="18" charset="2"/>
              </a:rPr>
              <a:t>。这种架构改变了传统</a:t>
            </a:r>
            <a:r>
              <a:rPr lang="en-US" altLang="zh-CN" sz="2000" b="1" dirty="0">
                <a:latin typeface="微软雅黑" pitchFamily="34" charset="-122"/>
                <a:ea typeface="微软雅黑" pitchFamily="34" charset="-122"/>
                <a:sym typeface="Wingdings 2" panose="05020102010507070707" pitchFamily="18" charset="2"/>
              </a:rPr>
              <a:t>4G</a:t>
            </a:r>
            <a:r>
              <a:rPr lang="zh-CN" altLang="en-US" sz="2000" b="1" dirty="0">
                <a:latin typeface="微软雅黑" pitchFamily="34" charset="-122"/>
                <a:ea typeface="微软雅黑" pitchFamily="34" charset="-122"/>
                <a:sym typeface="Wingdings 2" panose="05020102010507070707" pitchFamily="18" charset="2"/>
              </a:rPr>
              <a:t>网络中网元之间点对点紧耦合的通信方式，采用类似“服务总线”的松耦合、按需调用模式，通过</a:t>
            </a:r>
            <a:r>
              <a:rPr lang="zh-CN" altLang="en-US" sz="2000" b="1" dirty="0">
                <a:solidFill>
                  <a:srgbClr val="C00000"/>
                </a:solidFill>
                <a:latin typeface="微软雅黑" pitchFamily="34" charset="-122"/>
                <a:ea typeface="微软雅黑" pitchFamily="34" charset="-122"/>
                <a:sym typeface="Wingdings 2" panose="05020102010507070707" pitchFamily="18" charset="2"/>
              </a:rPr>
              <a:t>服务化接口</a:t>
            </a:r>
            <a:r>
              <a:rPr lang="en-US" altLang="zh-CN" sz="2000" b="1" dirty="0">
                <a:solidFill>
                  <a:srgbClr val="C00000"/>
                </a:solidFill>
                <a:latin typeface="微软雅黑" pitchFamily="34" charset="-122"/>
                <a:ea typeface="微软雅黑" pitchFamily="34" charset="-122"/>
                <a:sym typeface="Wingdings 2" panose="05020102010507070707" pitchFamily="18" charset="2"/>
              </a:rPr>
              <a:t>SBI </a:t>
            </a:r>
            <a:r>
              <a:rPr lang="en-US" altLang="zh-CN" sz="2000" b="1" dirty="0">
                <a:latin typeface="微软雅黑" pitchFamily="34" charset="-122"/>
                <a:ea typeface="微软雅黑" pitchFamily="34" charset="-122"/>
                <a:sym typeface="Wingdings 2" panose="05020102010507070707" pitchFamily="18" charset="2"/>
              </a:rPr>
              <a:t>(Service-Based Interface)</a:t>
            </a:r>
            <a:r>
              <a:rPr lang="zh-CN" altLang="en-US" sz="2000" b="1" dirty="0">
                <a:latin typeface="微软雅黑" pitchFamily="34" charset="-122"/>
                <a:ea typeface="微软雅黑" pitchFamily="34" charset="-122"/>
                <a:sym typeface="Wingdings 2" panose="05020102010507070707" pitchFamily="18" charset="2"/>
              </a:rPr>
              <a:t>实现网络功能之间的通信。</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a:extLst>
              <a:ext uri="{FF2B5EF4-FFF2-40B4-BE49-F238E27FC236}">
                <a16:creationId xmlns:a16="http://schemas.microsoft.com/office/drawing/2014/main" id="{A813CFAD-45B0-8A0F-7389-B1B1FC814482}"/>
              </a:ext>
            </a:extLst>
          </p:cNvPr>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a:extLst>
              <a:ext uri="{FF2B5EF4-FFF2-40B4-BE49-F238E27FC236}">
                <a16:creationId xmlns:a16="http://schemas.microsoft.com/office/drawing/2014/main" id="{1E068832-B2A8-A872-6AC0-460FB211D5C6}"/>
              </a:ext>
            </a:extLst>
          </p:cNvPr>
          <p:cNvSpPr>
            <a:spLocks noChangeArrowheads="1"/>
          </p:cNvSpPr>
          <p:nvPr/>
        </p:nvSpPr>
        <p:spPr bwMode="auto">
          <a:xfrm>
            <a:off x="3499775" y="585623"/>
            <a:ext cx="213071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5G</a:t>
            </a:r>
            <a:r>
              <a:rPr lang="zh-CN" altLang="en-US" sz="2000" b="1" dirty="0">
                <a:solidFill>
                  <a:schemeClr val="bg1"/>
                </a:solidFill>
                <a:latin typeface="微软雅黑" pitchFamily="34" charset="-122"/>
                <a:ea typeface="微软雅黑" pitchFamily="34" charset="-122"/>
              </a:rPr>
              <a:t>网络的特点</a:t>
            </a:r>
          </a:p>
        </p:txBody>
      </p:sp>
    </p:spTree>
    <p:extLst>
      <p:ext uri="{BB962C8B-B14F-4D97-AF65-F5344CB8AC3E}">
        <p14:creationId xmlns:p14="http://schemas.microsoft.com/office/powerpoint/2010/main" val="1152678191"/>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041D65-18AD-E1EE-7BA1-FBF0AA0FB57F}"/>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6AEBB266-F943-0B2E-1C76-D7EB5CC18C7A}"/>
              </a:ext>
            </a:extLst>
          </p:cNvPr>
          <p:cNvSpPr>
            <a:spLocks noChangeArrowheads="1"/>
          </p:cNvSpPr>
          <p:nvPr/>
        </p:nvSpPr>
        <p:spPr bwMode="auto">
          <a:xfrm>
            <a:off x="511895" y="977262"/>
            <a:ext cx="8129017" cy="313496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sym typeface="Wingdings 2" panose="05020102010507070707" pitchFamily="18" charset="2"/>
              </a:rPr>
              <a:t>接入与移动性管理功能</a:t>
            </a:r>
            <a:r>
              <a:rPr lang="en-US" altLang="zh-CN" sz="2000" b="1" dirty="0">
                <a:solidFill>
                  <a:srgbClr val="C00000"/>
                </a:solidFill>
                <a:latin typeface="微软雅黑" pitchFamily="34" charset="-122"/>
                <a:ea typeface="微软雅黑" pitchFamily="34" charset="-122"/>
                <a:sym typeface="Wingdings 2" panose="05020102010507070707" pitchFamily="18" charset="2"/>
              </a:rPr>
              <a:t>AMF </a:t>
            </a:r>
            <a:r>
              <a:rPr lang="en-US" altLang="zh-CN" sz="2000" b="1" dirty="0">
                <a:latin typeface="微软雅黑" pitchFamily="34" charset="-122"/>
                <a:ea typeface="微软雅黑" pitchFamily="34" charset="-122"/>
                <a:sym typeface="Wingdings 2" panose="05020102010507070707" pitchFamily="18" charset="2"/>
              </a:rPr>
              <a:t>(Access and Mobility Management Function)  </a:t>
            </a:r>
            <a:r>
              <a:rPr lang="zh-CN" altLang="en-US" sz="2000" b="1" dirty="0">
                <a:latin typeface="微软雅黑" pitchFamily="34" charset="-122"/>
                <a:ea typeface="微软雅黑" pitchFamily="34" charset="-122"/>
                <a:sym typeface="Wingdings 2" panose="05020102010507070707" pitchFamily="18" charset="2"/>
              </a:rPr>
              <a:t>类似于</a:t>
            </a:r>
            <a:r>
              <a:rPr lang="en-US" altLang="zh-CN" sz="2000" b="1" dirty="0">
                <a:latin typeface="微软雅黑" pitchFamily="34" charset="-122"/>
                <a:ea typeface="微软雅黑" pitchFamily="34" charset="-122"/>
                <a:sym typeface="Wingdings 2" panose="05020102010507070707" pitchFamily="18" charset="2"/>
              </a:rPr>
              <a:t>4G</a:t>
            </a:r>
            <a:r>
              <a:rPr lang="zh-CN" altLang="en-US" sz="2000" b="1" dirty="0">
                <a:latin typeface="微软雅黑" pitchFamily="34" charset="-122"/>
                <a:ea typeface="微软雅黑" pitchFamily="34" charset="-122"/>
                <a:sym typeface="Wingdings 2" panose="05020102010507070707" pitchFamily="18" charset="2"/>
              </a:rPr>
              <a:t>中</a:t>
            </a:r>
            <a:r>
              <a:rPr lang="en-US" altLang="zh-CN" sz="2000" b="1" dirty="0">
                <a:latin typeface="微软雅黑" pitchFamily="34" charset="-122"/>
                <a:ea typeface="微软雅黑" pitchFamily="34" charset="-122"/>
                <a:sym typeface="Wingdings 2" panose="05020102010507070707" pitchFamily="18" charset="2"/>
              </a:rPr>
              <a:t>MME</a:t>
            </a:r>
            <a:r>
              <a:rPr lang="zh-CN" altLang="en-US" sz="2000" b="1" dirty="0">
                <a:latin typeface="微软雅黑" pitchFamily="34" charset="-122"/>
                <a:ea typeface="微软雅黑" pitchFamily="34" charset="-122"/>
                <a:sym typeface="Wingdings 2" panose="05020102010507070707" pitchFamily="18" charset="2"/>
              </a:rPr>
              <a:t>的功能。负责用户设备</a:t>
            </a:r>
            <a:r>
              <a:rPr lang="en-US" altLang="zh-CN" sz="2000" b="1" dirty="0">
                <a:latin typeface="微软雅黑" pitchFamily="34" charset="-122"/>
                <a:ea typeface="微软雅黑" pitchFamily="34" charset="-122"/>
                <a:sym typeface="Wingdings 2" panose="05020102010507070707" pitchFamily="18" charset="2"/>
              </a:rPr>
              <a:t>UE</a:t>
            </a:r>
            <a:r>
              <a:rPr lang="zh-CN" altLang="en-US" sz="2000" b="1" dirty="0">
                <a:latin typeface="微软雅黑" pitchFamily="34" charset="-122"/>
                <a:ea typeface="微软雅黑" pitchFamily="34" charset="-122"/>
                <a:sym typeface="Wingdings 2" panose="05020102010507070707" pitchFamily="18" charset="2"/>
              </a:rPr>
              <a:t>的注册、连接管理、寻呼、切换、空闲</a:t>
            </a:r>
            <a:r>
              <a:rPr lang="en-US" altLang="zh-CN" sz="2000" b="1" dirty="0">
                <a:latin typeface="微软雅黑" pitchFamily="34" charset="-122"/>
                <a:ea typeface="微软雅黑" pitchFamily="34" charset="-122"/>
                <a:sym typeface="Wingdings 2" panose="05020102010507070707" pitchFamily="18" charset="2"/>
              </a:rPr>
              <a:t>/</a:t>
            </a:r>
            <a:r>
              <a:rPr lang="zh-CN" altLang="en-US" sz="2000" b="1" dirty="0">
                <a:latin typeface="微软雅黑" pitchFamily="34" charset="-122"/>
                <a:ea typeface="微软雅黑" pitchFamily="34" charset="-122"/>
                <a:sym typeface="Wingdings 2" panose="05020102010507070707" pitchFamily="18" charset="2"/>
              </a:rPr>
              <a:t>连接态移动性管理等。</a:t>
            </a: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sym typeface="Wingdings 2" panose="05020102010507070707" pitchFamily="18" charset="2"/>
              </a:rPr>
              <a:t>会话管理功能</a:t>
            </a:r>
            <a:r>
              <a:rPr lang="en-US" altLang="zh-CN" sz="2000" b="1" dirty="0">
                <a:solidFill>
                  <a:srgbClr val="C00000"/>
                </a:solidFill>
                <a:latin typeface="微软雅黑" pitchFamily="34" charset="-122"/>
                <a:ea typeface="微软雅黑" pitchFamily="34" charset="-122"/>
                <a:sym typeface="Wingdings 2" panose="05020102010507070707" pitchFamily="18" charset="2"/>
              </a:rPr>
              <a:t>SMF</a:t>
            </a:r>
            <a:r>
              <a:rPr lang="en-US" altLang="zh-CN" sz="2000" b="1" dirty="0">
                <a:latin typeface="微软雅黑" pitchFamily="34" charset="-122"/>
                <a:ea typeface="微软雅黑" pitchFamily="34" charset="-122"/>
                <a:sym typeface="Wingdings 2" panose="05020102010507070707" pitchFamily="18" charset="2"/>
              </a:rPr>
              <a:t> (Session Management Function)  </a:t>
            </a:r>
            <a:r>
              <a:rPr lang="zh-CN" altLang="en-US" sz="2000" b="1" dirty="0">
                <a:latin typeface="微软雅黑" pitchFamily="34" charset="-122"/>
                <a:ea typeface="微软雅黑" pitchFamily="34" charset="-122"/>
                <a:sym typeface="Wingdings 2" panose="05020102010507070707" pitchFamily="18" charset="2"/>
              </a:rPr>
              <a:t>类似于</a:t>
            </a:r>
            <a:r>
              <a:rPr lang="en-US" altLang="zh-CN" sz="2000" b="1" dirty="0">
                <a:latin typeface="微软雅黑" pitchFamily="34" charset="-122"/>
                <a:ea typeface="微软雅黑" pitchFamily="34" charset="-122"/>
                <a:sym typeface="Wingdings 2" panose="05020102010507070707" pitchFamily="18" charset="2"/>
              </a:rPr>
              <a:t>4G</a:t>
            </a:r>
            <a:r>
              <a:rPr lang="zh-CN" altLang="en-US" sz="2000" b="1" dirty="0">
                <a:latin typeface="微软雅黑" pitchFamily="34" charset="-122"/>
                <a:ea typeface="微软雅黑" pitchFamily="34" charset="-122"/>
                <a:sym typeface="Wingdings 2" panose="05020102010507070707" pitchFamily="18" charset="2"/>
              </a:rPr>
              <a:t>中</a:t>
            </a:r>
            <a:r>
              <a:rPr lang="en-US" altLang="zh-CN" sz="2000" b="1" dirty="0">
                <a:latin typeface="微软雅黑" pitchFamily="34" charset="-122"/>
                <a:ea typeface="微软雅黑" pitchFamily="34" charset="-122"/>
                <a:sym typeface="Wingdings 2" panose="05020102010507070707" pitchFamily="18" charset="2"/>
              </a:rPr>
              <a:t>MME</a:t>
            </a:r>
            <a:r>
              <a:rPr lang="zh-CN" altLang="en-US" sz="2000" b="1" dirty="0">
                <a:latin typeface="微软雅黑" pitchFamily="34" charset="-122"/>
                <a:ea typeface="微软雅黑" pitchFamily="34" charset="-122"/>
                <a:sym typeface="Wingdings 2" panose="05020102010507070707" pitchFamily="18" charset="2"/>
              </a:rPr>
              <a:t>以及</a:t>
            </a:r>
            <a:r>
              <a:rPr lang="en-US" altLang="zh-CN" sz="2000" b="1" dirty="0">
                <a:latin typeface="微软雅黑" pitchFamily="34" charset="-122"/>
                <a:ea typeface="微软雅黑" pitchFamily="34" charset="-122"/>
                <a:sym typeface="Wingdings 2" panose="05020102010507070707" pitchFamily="18" charset="2"/>
              </a:rPr>
              <a:t>S-GW</a:t>
            </a:r>
            <a:r>
              <a:rPr lang="zh-CN" altLang="en-US" sz="2000" b="1" dirty="0">
                <a:latin typeface="微软雅黑" pitchFamily="34" charset="-122"/>
                <a:ea typeface="微软雅黑" pitchFamily="34" charset="-122"/>
                <a:sym typeface="Wingdings 2" panose="05020102010507070707" pitchFamily="18" charset="2"/>
              </a:rPr>
              <a:t>和</a:t>
            </a:r>
            <a:r>
              <a:rPr lang="en-US" altLang="zh-CN" sz="2000" b="1" dirty="0">
                <a:latin typeface="微软雅黑" pitchFamily="34" charset="-122"/>
                <a:ea typeface="微软雅黑" pitchFamily="34" charset="-122"/>
                <a:sym typeface="Wingdings 2" panose="05020102010507070707" pitchFamily="18" charset="2"/>
              </a:rPr>
              <a:t>P-GW</a:t>
            </a:r>
            <a:r>
              <a:rPr lang="zh-CN" altLang="en-US" sz="2000" b="1" dirty="0">
                <a:latin typeface="微软雅黑" pitchFamily="34" charset="-122"/>
                <a:ea typeface="微软雅黑" pitchFamily="34" charset="-122"/>
                <a:sym typeface="Wingdings 2" panose="05020102010507070707" pitchFamily="18" charset="2"/>
              </a:rPr>
              <a:t>的控制面功能。负责为每个会话分配</a:t>
            </a:r>
            <a:r>
              <a:rPr lang="en-US" altLang="zh-CN" sz="2000" b="1" dirty="0">
                <a:latin typeface="微软雅黑" pitchFamily="34" charset="-122"/>
                <a:ea typeface="微软雅黑" pitchFamily="34" charset="-122"/>
                <a:sym typeface="Wingdings 2" panose="05020102010507070707" pitchFamily="18" charset="2"/>
              </a:rPr>
              <a:t>IP</a:t>
            </a:r>
            <a:r>
              <a:rPr lang="zh-CN" altLang="en-US" sz="2000" b="1" dirty="0">
                <a:latin typeface="微软雅黑" pitchFamily="34" charset="-122"/>
                <a:ea typeface="微软雅黑" pitchFamily="34" charset="-122"/>
                <a:sym typeface="Wingdings 2" panose="05020102010507070707" pitchFamily="18" charset="2"/>
              </a:rPr>
              <a:t>地址和进行</a:t>
            </a:r>
            <a:r>
              <a:rPr lang="en-US" altLang="zh-CN" sz="2000" b="1" dirty="0">
                <a:latin typeface="微软雅黑" pitchFamily="34" charset="-122"/>
                <a:ea typeface="微软雅黑" pitchFamily="34" charset="-122"/>
                <a:sym typeface="Wingdings 2" panose="05020102010507070707" pitchFamily="18" charset="2"/>
              </a:rPr>
              <a:t>QoS</a:t>
            </a:r>
            <a:r>
              <a:rPr lang="zh-CN" altLang="en-US" sz="2000" b="1" dirty="0">
                <a:latin typeface="微软雅黑" pitchFamily="34" charset="-122"/>
                <a:ea typeface="微软雅黑" pitchFamily="34" charset="-122"/>
                <a:sym typeface="Wingdings 2" panose="05020102010507070707" pitchFamily="18" charset="2"/>
              </a:rPr>
              <a:t>控制，起着</a:t>
            </a:r>
            <a:r>
              <a:rPr lang="en-US" altLang="zh-CN" sz="2000" b="1" dirty="0">
                <a:latin typeface="微软雅黑" pitchFamily="34" charset="-122"/>
                <a:ea typeface="微软雅黑" pitchFamily="34" charset="-122"/>
                <a:sym typeface="Wingdings 2" panose="05020102010507070707" pitchFamily="18" charset="2"/>
              </a:rPr>
              <a:t>DHCP</a:t>
            </a:r>
            <a:r>
              <a:rPr lang="zh-CN" altLang="en-US" sz="2000" b="1" dirty="0">
                <a:latin typeface="微软雅黑" pitchFamily="34" charset="-122"/>
                <a:ea typeface="微软雅黑" pitchFamily="34" charset="-122"/>
                <a:sym typeface="Wingdings 2" panose="05020102010507070707" pitchFamily="18" charset="2"/>
              </a:rPr>
              <a:t>协议的作用。</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sym typeface="Wingdings 2" panose="05020102010507070707" pitchFamily="18" charset="2"/>
              </a:rPr>
              <a:t>用户面功能</a:t>
            </a:r>
            <a:r>
              <a:rPr lang="en-US" altLang="zh-CN" sz="2000" b="1" dirty="0">
                <a:solidFill>
                  <a:srgbClr val="C00000"/>
                </a:solidFill>
                <a:latin typeface="微软雅黑" pitchFamily="34" charset="-122"/>
                <a:ea typeface="微软雅黑" pitchFamily="34" charset="-122"/>
                <a:sym typeface="Wingdings 2" panose="05020102010507070707" pitchFamily="18" charset="2"/>
              </a:rPr>
              <a:t>UPF </a:t>
            </a:r>
            <a:r>
              <a:rPr lang="en-US" altLang="zh-CN" sz="2000" b="1" dirty="0">
                <a:latin typeface="微软雅黑" pitchFamily="34" charset="-122"/>
                <a:ea typeface="微软雅黑" pitchFamily="34" charset="-122"/>
                <a:sym typeface="Wingdings 2" panose="05020102010507070707" pitchFamily="18" charset="2"/>
              </a:rPr>
              <a:t>(User Plane Function)  </a:t>
            </a:r>
            <a:r>
              <a:rPr lang="zh-CN" altLang="en-US" sz="2000" b="1" dirty="0">
                <a:latin typeface="微软雅黑" pitchFamily="34" charset="-122"/>
                <a:ea typeface="微软雅黑" pitchFamily="34" charset="-122"/>
                <a:sym typeface="Wingdings 2" panose="05020102010507070707" pitchFamily="18" charset="2"/>
              </a:rPr>
              <a:t>类似于</a:t>
            </a:r>
            <a:r>
              <a:rPr lang="en-US" altLang="zh-CN" sz="2000" b="1" dirty="0">
                <a:latin typeface="微软雅黑" pitchFamily="34" charset="-122"/>
                <a:ea typeface="微软雅黑" pitchFamily="34" charset="-122"/>
                <a:sym typeface="Wingdings 2" panose="05020102010507070707" pitchFamily="18" charset="2"/>
              </a:rPr>
              <a:t>4G</a:t>
            </a:r>
            <a:r>
              <a:rPr lang="zh-CN" altLang="en-US" sz="2000" b="1" dirty="0">
                <a:latin typeface="微软雅黑" pitchFamily="34" charset="-122"/>
                <a:ea typeface="微软雅黑" pitchFamily="34" charset="-122"/>
                <a:sym typeface="Wingdings 2" panose="05020102010507070707" pitchFamily="18" charset="2"/>
              </a:rPr>
              <a:t>中</a:t>
            </a:r>
            <a:r>
              <a:rPr lang="en-US" altLang="zh-CN" sz="2000" b="1" dirty="0">
                <a:latin typeface="微软雅黑" pitchFamily="34" charset="-122"/>
                <a:ea typeface="微软雅黑" pitchFamily="34" charset="-122"/>
                <a:sym typeface="Wingdings 2" panose="05020102010507070707" pitchFamily="18" charset="2"/>
              </a:rPr>
              <a:t>S-GW</a:t>
            </a:r>
            <a:r>
              <a:rPr lang="zh-CN" altLang="en-US" sz="2000" b="1" dirty="0">
                <a:latin typeface="微软雅黑" pitchFamily="34" charset="-122"/>
                <a:ea typeface="微软雅黑" pitchFamily="34" charset="-122"/>
                <a:sym typeface="Wingdings 2" panose="05020102010507070707" pitchFamily="18" charset="2"/>
              </a:rPr>
              <a:t>和</a:t>
            </a:r>
            <a:r>
              <a:rPr lang="en-US" altLang="zh-CN" sz="2000" b="1" dirty="0">
                <a:latin typeface="微软雅黑" pitchFamily="34" charset="-122"/>
                <a:ea typeface="微软雅黑" pitchFamily="34" charset="-122"/>
                <a:sym typeface="Wingdings 2" panose="05020102010507070707" pitchFamily="18" charset="2"/>
              </a:rPr>
              <a:t>P-GW</a:t>
            </a:r>
            <a:r>
              <a:rPr lang="zh-CN" altLang="en-US" sz="2000" b="1" dirty="0">
                <a:latin typeface="微软雅黑" pitchFamily="34" charset="-122"/>
                <a:ea typeface="微软雅黑" pitchFamily="34" charset="-122"/>
                <a:sym typeface="Wingdings 2" panose="05020102010507070707" pitchFamily="18" charset="2"/>
              </a:rPr>
              <a:t>用户面功能。负责数据分组的转发和路由、计费用量收集。</a:t>
            </a:r>
          </a:p>
        </p:txBody>
      </p:sp>
      <p:sp>
        <p:nvSpPr>
          <p:cNvPr id="5" name="AutoShape 5">
            <a:extLst>
              <a:ext uri="{FF2B5EF4-FFF2-40B4-BE49-F238E27FC236}">
                <a16:creationId xmlns:a16="http://schemas.microsoft.com/office/drawing/2014/main" id="{366EB7B1-CB9B-3BF6-D02B-0A385803F422}"/>
              </a:ext>
            </a:extLst>
          </p:cNvPr>
          <p:cNvSpPr>
            <a:spLocks noChangeArrowheads="1"/>
          </p:cNvSpPr>
          <p:nvPr/>
        </p:nvSpPr>
        <p:spPr bwMode="auto">
          <a:xfrm>
            <a:off x="511897" y="618834"/>
            <a:ext cx="8129015" cy="353930"/>
          </a:xfrm>
          <a:prstGeom prst="roundRect">
            <a:avLst>
              <a:gd name="adj" fmla="val 16667"/>
            </a:avLst>
          </a:prstGeom>
          <a:solidFill>
            <a:schemeClr val="accent3">
              <a:lumMod val="75000"/>
            </a:schemeClr>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1D45664C-6534-D563-C1CE-A02410E2EAAA}"/>
              </a:ext>
            </a:extLst>
          </p:cNvPr>
          <p:cNvSpPr>
            <a:spLocks noChangeArrowheads="1"/>
          </p:cNvSpPr>
          <p:nvPr/>
        </p:nvSpPr>
        <p:spPr bwMode="auto">
          <a:xfrm>
            <a:off x="2500302" y="585623"/>
            <a:ext cx="412965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5G</a:t>
            </a:r>
            <a:r>
              <a:rPr lang="zh-CN" altLang="en-US" sz="2000" b="1" dirty="0">
                <a:solidFill>
                  <a:schemeClr val="bg1"/>
                </a:solidFill>
                <a:latin typeface="微软雅黑" pitchFamily="34" charset="-122"/>
                <a:ea typeface="微软雅黑" pitchFamily="34" charset="-122"/>
              </a:rPr>
              <a:t>核心网中最重要的一些服务功能</a:t>
            </a:r>
          </a:p>
        </p:txBody>
      </p:sp>
    </p:spTree>
    <p:extLst>
      <p:ext uri="{BB962C8B-B14F-4D97-AF65-F5344CB8AC3E}">
        <p14:creationId xmlns:p14="http://schemas.microsoft.com/office/powerpoint/2010/main" val="1154972037"/>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ADFF8B-03FB-DEED-F018-A185CDE764CE}"/>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CFAD0D83-DB3C-1A5D-23B5-EC4644856190}"/>
              </a:ext>
            </a:extLst>
          </p:cNvPr>
          <p:cNvSpPr>
            <a:spLocks noChangeArrowheads="1"/>
          </p:cNvSpPr>
          <p:nvPr/>
        </p:nvSpPr>
        <p:spPr bwMode="auto">
          <a:xfrm>
            <a:off x="511895" y="977262"/>
            <a:ext cx="8129017" cy="313496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sym typeface="Wingdings 2" panose="05020102010507070707" pitchFamily="18" charset="2"/>
              </a:rPr>
              <a:t>统一数据管理</a:t>
            </a:r>
            <a:r>
              <a:rPr lang="en-US" altLang="zh-CN" sz="2000" b="1" dirty="0">
                <a:solidFill>
                  <a:srgbClr val="C00000"/>
                </a:solidFill>
                <a:latin typeface="微软雅黑" pitchFamily="34" charset="-122"/>
                <a:ea typeface="微软雅黑" pitchFamily="34" charset="-122"/>
                <a:sym typeface="Wingdings 2" panose="05020102010507070707" pitchFamily="18" charset="2"/>
              </a:rPr>
              <a:t>UDM </a:t>
            </a:r>
            <a:r>
              <a:rPr lang="en-US" altLang="zh-CN" sz="2000" b="1" dirty="0">
                <a:latin typeface="微软雅黑" pitchFamily="34" charset="-122"/>
                <a:ea typeface="微软雅黑" pitchFamily="34" charset="-122"/>
                <a:sym typeface="Wingdings 2" panose="05020102010507070707" pitchFamily="18" charset="2"/>
              </a:rPr>
              <a:t>(Unified Data Management)  </a:t>
            </a:r>
            <a:r>
              <a:rPr lang="zh-CN" altLang="en-US" sz="2000" b="1" dirty="0">
                <a:latin typeface="微软雅黑" pitchFamily="34" charset="-122"/>
                <a:ea typeface="微软雅黑" pitchFamily="34" charset="-122"/>
                <a:sym typeface="Wingdings 2" panose="05020102010507070707" pitchFamily="18" charset="2"/>
              </a:rPr>
              <a:t>类似于</a:t>
            </a:r>
            <a:r>
              <a:rPr lang="en-US" altLang="zh-CN" sz="2000" b="1" dirty="0">
                <a:latin typeface="微软雅黑" pitchFamily="34" charset="-122"/>
                <a:ea typeface="微软雅黑" pitchFamily="34" charset="-122"/>
                <a:sym typeface="Wingdings 2" panose="05020102010507070707" pitchFamily="18" charset="2"/>
              </a:rPr>
              <a:t>4G</a:t>
            </a:r>
            <a:r>
              <a:rPr lang="zh-CN" altLang="en-US" sz="2000" b="1" dirty="0">
                <a:latin typeface="微软雅黑" pitchFamily="34" charset="-122"/>
                <a:ea typeface="微软雅黑" pitchFamily="34" charset="-122"/>
                <a:sym typeface="Wingdings 2" panose="05020102010507070707" pitchFamily="18" charset="2"/>
              </a:rPr>
              <a:t>中</a:t>
            </a:r>
            <a:r>
              <a:rPr lang="en-US" altLang="zh-CN" sz="2000" b="1" dirty="0">
                <a:latin typeface="微软雅黑" pitchFamily="34" charset="-122"/>
                <a:ea typeface="微软雅黑" pitchFamily="34" charset="-122"/>
                <a:sym typeface="Wingdings 2" panose="05020102010507070707" pitchFamily="18" charset="2"/>
              </a:rPr>
              <a:t>HSS</a:t>
            </a:r>
            <a:r>
              <a:rPr lang="zh-CN" altLang="en-US" sz="2000" b="1" dirty="0">
                <a:latin typeface="微软雅黑" pitchFamily="34" charset="-122"/>
                <a:ea typeface="微软雅黑" pitchFamily="34" charset="-122"/>
                <a:sym typeface="Wingdings 2" panose="05020102010507070707" pitchFamily="18" charset="2"/>
              </a:rPr>
              <a:t>的功能。负责永久储存用户签约数据。</a:t>
            </a: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sym typeface="Wingdings 2" panose="05020102010507070707" pitchFamily="18" charset="2"/>
              </a:rPr>
              <a:t>鉴权服务器功能</a:t>
            </a:r>
            <a:r>
              <a:rPr lang="en-US" altLang="zh-CN" sz="2000" b="1" dirty="0">
                <a:solidFill>
                  <a:srgbClr val="C00000"/>
                </a:solidFill>
                <a:latin typeface="微软雅黑" pitchFamily="34" charset="-122"/>
                <a:ea typeface="微软雅黑" pitchFamily="34" charset="-122"/>
                <a:sym typeface="Wingdings 2" panose="05020102010507070707" pitchFamily="18" charset="2"/>
              </a:rPr>
              <a:t>AUSF </a:t>
            </a:r>
            <a:r>
              <a:rPr lang="en-US" altLang="zh-CN" sz="2000" b="1" dirty="0">
                <a:latin typeface="微软雅黑" pitchFamily="34" charset="-122"/>
                <a:ea typeface="微软雅黑" pitchFamily="34" charset="-122"/>
                <a:sym typeface="Wingdings 2" panose="05020102010507070707" pitchFamily="18" charset="2"/>
              </a:rPr>
              <a:t>(</a:t>
            </a:r>
            <a:r>
              <a:rPr lang="en-US" altLang="zh-CN" sz="2000" b="1" dirty="0" err="1">
                <a:latin typeface="微软雅黑" pitchFamily="34" charset="-122"/>
                <a:ea typeface="微软雅黑" pitchFamily="34" charset="-122"/>
                <a:sym typeface="Wingdings 2" panose="05020102010507070707" pitchFamily="18" charset="2"/>
              </a:rPr>
              <a:t>AUthentication</a:t>
            </a:r>
            <a:r>
              <a:rPr lang="en-US" altLang="zh-CN" sz="2000" b="1" dirty="0">
                <a:latin typeface="微软雅黑" pitchFamily="34" charset="-122"/>
                <a:ea typeface="微软雅黑" pitchFamily="34" charset="-122"/>
                <a:sym typeface="Wingdings 2" panose="05020102010507070707" pitchFamily="18" charset="2"/>
              </a:rPr>
              <a:t> Server Function)  </a:t>
            </a:r>
            <a:r>
              <a:rPr lang="zh-CN" altLang="en-US" sz="2000" b="1" dirty="0">
                <a:latin typeface="微软雅黑" pitchFamily="34" charset="-122"/>
                <a:ea typeface="微软雅黑" pitchFamily="34" charset="-122"/>
                <a:sym typeface="Wingdings 2" panose="05020102010507070707" pitchFamily="18" charset="2"/>
              </a:rPr>
              <a:t>类似于</a:t>
            </a:r>
            <a:r>
              <a:rPr lang="en-US" altLang="zh-CN" sz="2000" b="1" dirty="0">
                <a:latin typeface="微软雅黑" pitchFamily="34" charset="-122"/>
                <a:ea typeface="微软雅黑" pitchFamily="34" charset="-122"/>
                <a:sym typeface="Wingdings 2" panose="05020102010507070707" pitchFamily="18" charset="2"/>
              </a:rPr>
              <a:t>4G</a:t>
            </a:r>
            <a:r>
              <a:rPr lang="zh-CN" altLang="en-US" sz="2000" b="1" dirty="0">
                <a:latin typeface="微软雅黑" pitchFamily="34" charset="-122"/>
                <a:ea typeface="微软雅黑" pitchFamily="34" charset="-122"/>
                <a:sym typeface="Wingdings 2" panose="05020102010507070707" pitchFamily="18" charset="2"/>
              </a:rPr>
              <a:t>中</a:t>
            </a:r>
            <a:r>
              <a:rPr lang="en-US" altLang="zh-CN" sz="2000" b="1" dirty="0">
                <a:latin typeface="微软雅黑" pitchFamily="34" charset="-122"/>
                <a:ea typeface="微软雅黑" pitchFamily="34" charset="-122"/>
                <a:sym typeface="Wingdings 2" panose="05020102010507070707" pitchFamily="18" charset="2"/>
              </a:rPr>
              <a:t>MME</a:t>
            </a:r>
            <a:r>
              <a:rPr lang="zh-CN" altLang="en-US" sz="2000" b="1" dirty="0">
                <a:latin typeface="微软雅黑" pitchFamily="34" charset="-122"/>
                <a:ea typeface="微软雅黑" pitchFamily="34" charset="-122"/>
                <a:sym typeface="Wingdings 2" panose="05020102010507070707" pitchFamily="18" charset="2"/>
              </a:rPr>
              <a:t>和</a:t>
            </a:r>
            <a:r>
              <a:rPr lang="en-US" altLang="zh-CN" sz="2000" b="1" dirty="0">
                <a:latin typeface="微软雅黑" pitchFamily="34" charset="-122"/>
                <a:ea typeface="微软雅黑" pitchFamily="34" charset="-122"/>
                <a:sym typeface="Wingdings 2" panose="05020102010507070707" pitchFamily="18" charset="2"/>
              </a:rPr>
              <a:t>HSS</a:t>
            </a:r>
            <a:r>
              <a:rPr lang="zh-CN" altLang="en-US" sz="2000" b="1" dirty="0">
                <a:latin typeface="微软雅黑" pitchFamily="34" charset="-122"/>
                <a:ea typeface="微软雅黑" pitchFamily="34" charset="-122"/>
                <a:sym typeface="Wingdings 2" panose="05020102010507070707" pitchFamily="18" charset="2"/>
              </a:rPr>
              <a:t>的功能。负责验证用户并决定其接入网络权限，把最终结果告诉</a:t>
            </a:r>
            <a:r>
              <a:rPr lang="en-US" altLang="zh-CN" sz="2000" b="1" dirty="0">
                <a:latin typeface="微软雅黑" pitchFamily="34" charset="-122"/>
                <a:ea typeface="微软雅黑" pitchFamily="34" charset="-122"/>
                <a:sym typeface="Wingdings 2" panose="05020102010507070707" pitchFamily="18" charset="2"/>
              </a:rPr>
              <a:t>AMF</a:t>
            </a:r>
            <a:r>
              <a:rPr lang="zh-CN" altLang="en-US" sz="2000" b="1" dirty="0">
                <a:latin typeface="微软雅黑" pitchFamily="34" charset="-122"/>
                <a:ea typeface="微软雅黑" pitchFamily="34" charset="-122"/>
                <a:sym typeface="Wingdings 2" panose="05020102010507070707" pitchFamily="18" charset="2"/>
              </a:rPr>
              <a:t>。</a:t>
            </a: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sym typeface="Wingdings 2" panose="05020102010507070707" pitchFamily="18" charset="2"/>
              </a:rPr>
              <a:t>策略控制功能</a:t>
            </a:r>
            <a:r>
              <a:rPr lang="en-US" altLang="zh-CN" sz="2000" b="1" dirty="0">
                <a:solidFill>
                  <a:srgbClr val="C00000"/>
                </a:solidFill>
                <a:latin typeface="微软雅黑" pitchFamily="34" charset="-122"/>
                <a:ea typeface="微软雅黑" pitchFamily="34" charset="-122"/>
                <a:sym typeface="Wingdings 2" panose="05020102010507070707" pitchFamily="18" charset="2"/>
              </a:rPr>
              <a:t>PCF </a:t>
            </a:r>
            <a:r>
              <a:rPr lang="en-US" altLang="zh-CN" sz="2000" b="1" dirty="0">
                <a:latin typeface="微软雅黑" pitchFamily="34" charset="-122"/>
                <a:ea typeface="微软雅黑" pitchFamily="34" charset="-122"/>
                <a:sym typeface="Wingdings 2" panose="05020102010507070707" pitchFamily="18" charset="2"/>
              </a:rPr>
              <a:t>(Policy Control Function)  </a:t>
            </a:r>
            <a:r>
              <a:rPr lang="zh-CN" altLang="en-US" sz="2000" b="1" dirty="0">
                <a:latin typeface="微软雅黑" pitchFamily="34" charset="-122"/>
                <a:ea typeface="微软雅黑" pitchFamily="34" charset="-122"/>
                <a:sym typeface="Wingdings 2" panose="05020102010507070707" pitchFamily="18" charset="2"/>
              </a:rPr>
              <a:t>类似于</a:t>
            </a:r>
            <a:r>
              <a:rPr lang="en-US" altLang="zh-CN" sz="2000" b="1" dirty="0">
                <a:latin typeface="微软雅黑" pitchFamily="34" charset="-122"/>
                <a:ea typeface="微软雅黑" pitchFamily="34" charset="-122"/>
                <a:sym typeface="Wingdings 2" panose="05020102010507070707" pitchFamily="18" charset="2"/>
              </a:rPr>
              <a:t>4G</a:t>
            </a:r>
            <a:r>
              <a:rPr lang="zh-CN" altLang="en-US" sz="2000" b="1" dirty="0">
                <a:latin typeface="微软雅黑" pitchFamily="34" charset="-122"/>
                <a:ea typeface="微软雅黑" pitchFamily="34" charset="-122"/>
                <a:sym typeface="Wingdings 2" panose="05020102010507070707" pitchFamily="18" charset="2"/>
              </a:rPr>
              <a:t>中</a:t>
            </a:r>
            <a:r>
              <a:rPr lang="en-US" altLang="zh-CN" sz="2000" b="1" dirty="0">
                <a:latin typeface="微软雅黑" pitchFamily="34" charset="-122"/>
                <a:ea typeface="微软雅黑" pitchFamily="34" charset="-122"/>
                <a:sym typeface="Wingdings 2" panose="05020102010507070707" pitchFamily="18" charset="2"/>
              </a:rPr>
              <a:t>PCRF</a:t>
            </a:r>
            <a:r>
              <a:rPr lang="zh-CN" altLang="en-US" sz="2000" b="1" dirty="0">
                <a:latin typeface="微软雅黑" pitchFamily="34" charset="-122"/>
                <a:ea typeface="微软雅黑" pitchFamily="34" charset="-122"/>
                <a:sym typeface="Wingdings 2" panose="05020102010507070707" pitchFamily="18" charset="2"/>
              </a:rPr>
              <a:t>的功能。管理网络行为策略，给</a:t>
            </a:r>
            <a:r>
              <a:rPr lang="en-US" altLang="zh-CN" sz="2000" b="1" dirty="0">
                <a:latin typeface="微软雅黑" pitchFamily="34" charset="-122"/>
                <a:ea typeface="微软雅黑" pitchFamily="34" charset="-122"/>
                <a:sym typeface="Wingdings 2" panose="05020102010507070707" pitchFamily="18" charset="2"/>
              </a:rPr>
              <a:t>AMF /SMF</a:t>
            </a:r>
            <a:r>
              <a:rPr lang="zh-CN" altLang="en-US" sz="2000" b="1" dirty="0">
                <a:latin typeface="微软雅黑" pitchFamily="34" charset="-122"/>
                <a:ea typeface="微软雅黑" pitchFamily="34" charset="-122"/>
                <a:sym typeface="Wingdings 2" panose="05020102010507070707" pitchFamily="18" charset="2"/>
              </a:rPr>
              <a:t>下发移动性策略、会话策略、计费策略。</a:t>
            </a:r>
          </a:p>
        </p:txBody>
      </p:sp>
      <p:sp>
        <p:nvSpPr>
          <p:cNvPr id="5" name="AutoShape 5">
            <a:extLst>
              <a:ext uri="{FF2B5EF4-FFF2-40B4-BE49-F238E27FC236}">
                <a16:creationId xmlns:a16="http://schemas.microsoft.com/office/drawing/2014/main" id="{ED5DD2FD-AF40-3CA6-9F88-E85B290EBF05}"/>
              </a:ext>
            </a:extLst>
          </p:cNvPr>
          <p:cNvSpPr>
            <a:spLocks noChangeArrowheads="1"/>
          </p:cNvSpPr>
          <p:nvPr/>
        </p:nvSpPr>
        <p:spPr bwMode="auto">
          <a:xfrm>
            <a:off x="511897" y="618834"/>
            <a:ext cx="8129015" cy="353930"/>
          </a:xfrm>
          <a:prstGeom prst="roundRect">
            <a:avLst>
              <a:gd name="adj" fmla="val 16667"/>
            </a:avLst>
          </a:prstGeom>
          <a:solidFill>
            <a:schemeClr val="accent3">
              <a:lumMod val="75000"/>
            </a:schemeClr>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42DCA2C8-84A3-3A0A-5994-C13E31D592AE}"/>
              </a:ext>
            </a:extLst>
          </p:cNvPr>
          <p:cNvSpPr>
            <a:spLocks noChangeArrowheads="1"/>
          </p:cNvSpPr>
          <p:nvPr/>
        </p:nvSpPr>
        <p:spPr bwMode="auto">
          <a:xfrm>
            <a:off x="2500302" y="585623"/>
            <a:ext cx="412965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5G</a:t>
            </a:r>
            <a:r>
              <a:rPr lang="zh-CN" altLang="en-US" sz="2000" b="1" dirty="0">
                <a:solidFill>
                  <a:schemeClr val="bg1"/>
                </a:solidFill>
                <a:latin typeface="微软雅黑" pitchFamily="34" charset="-122"/>
                <a:ea typeface="微软雅黑" pitchFamily="34" charset="-122"/>
              </a:rPr>
              <a:t>核心网中最重要的一些服务功能</a:t>
            </a:r>
          </a:p>
        </p:txBody>
      </p:sp>
    </p:spTree>
    <p:extLst>
      <p:ext uri="{BB962C8B-B14F-4D97-AF65-F5344CB8AC3E}">
        <p14:creationId xmlns:p14="http://schemas.microsoft.com/office/powerpoint/2010/main" val="2769957783"/>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DEA41D-A7B8-A3D9-BD0C-92E2954FE19D}"/>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82A3A0AE-FB03-7C97-EF6E-41E0DA9CFEEF}"/>
              </a:ext>
            </a:extLst>
          </p:cNvPr>
          <p:cNvSpPr>
            <a:spLocks noChangeArrowheads="1"/>
          </p:cNvSpPr>
          <p:nvPr/>
        </p:nvSpPr>
        <p:spPr bwMode="auto">
          <a:xfrm>
            <a:off x="511895" y="977262"/>
            <a:ext cx="8129017" cy="35196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的这些网络功能已不再是依托某些专用硬件设备来完成，而是运行在云计算资源上的软件。</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这使得核心网的部署、扩容和升级像在云上部署一个应用程序一样灵活。</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核心网的这种特点常称为</a:t>
            </a:r>
            <a:r>
              <a:rPr lang="zh-CN" altLang="en-US" sz="2000" b="1" dirty="0">
                <a:solidFill>
                  <a:srgbClr val="C00000"/>
                </a:solidFill>
                <a:latin typeface="微软雅黑" pitchFamily="34" charset="-122"/>
                <a:ea typeface="微软雅黑" pitchFamily="34" charset="-122"/>
                <a:sym typeface="Wingdings 2" panose="05020102010507070707" pitchFamily="18" charset="2"/>
              </a:rPr>
              <a:t>云原生</a:t>
            </a:r>
            <a:r>
              <a:rPr lang="en-US" altLang="zh-CN" sz="2000" b="1" dirty="0">
                <a:latin typeface="微软雅黑" pitchFamily="34" charset="-122"/>
                <a:ea typeface="微软雅黑" pitchFamily="34" charset="-122"/>
                <a:sym typeface="Wingdings 2" panose="05020102010507070707" pitchFamily="18" charset="2"/>
              </a:rPr>
              <a:t>(cloud native)</a:t>
            </a:r>
            <a:r>
              <a:rPr lang="zh-CN" altLang="en-US" sz="2000" b="1" dirty="0">
                <a:latin typeface="微软雅黑" pitchFamily="34" charset="-122"/>
                <a:ea typeface="微软雅黑" pitchFamily="34" charset="-122"/>
                <a:sym typeface="Wingdings 2" panose="05020102010507070707" pitchFamily="18" charset="2"/>
              </a:rPr>
              <a:t>，这是为了强调</a:t>
            </a: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核心网从设计之初就按照“云原生”理念构建的一种云化的核心网。</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核心网中所有</a:t>
            </a:r>
            <a:r>
              <a:rPr lang="zh-CN" altLang="en-US" sz="2000" b="1" dirty="0">
                <a:solidFill>
                  <a:srgbClr val="0000FF"/>
                </a:solidFill>
                <a:latin typeface="微软雅黑" pitchFamily="34" charset="-122"/>
                <a:ea typeface="微软雅黑" pitchFamily="34" charset="-122"/>
                <a:sym typeface="Wingdings 2" panose="05020102010507070707" pitchFamily="18" charset="2"/>
              </a:rPr>
              <a:t>网络功能均已软件化</a:t>
            </a:r>
            <a:r>
              <a:rPr lang="zh-CN" altLang="en-US" sz="2000" b="1" dirty="0">
                <a:latin typeface="微软雅黑" pitchFamily="34" charset="-122"/>
                <a:ea typeface="微软雅黑" pitchFamily="34" charset="-122"/>
                <a:sym typeface="Wingdings 2" panose="05020102010507070707" pitchFamily="18" charset="2"/>
              </a:rPr>
              <a:t>，以虚拟机形态部署在电信云资源池，统一由云管理平台编排管理，不再依赖传统专用通信硬件。</a:t>
            </a:r>
          </a:p>
        </p:txBody>
      </p:sp>
      <p:sp>
        <p:nvSpPr>
          <p:cNvPr id="5" name="AutoShape 5">
            <a:extLst>
              <a:ext uri="{FF2B5EF4-FFF2-40B4-BE49-F238E27FC236}">
                <a16:creationId xmlns:a16="http://schemas.microsoft.com/office/drawing/2014/main" id="{13063EFF-D85C-682E-DF97-993641C91C15}"/>
              </a:ext>
            </a:extLst>
          </p:cNvPr>
          <p:cNvSpPr>
            <a:spLocks noChangeArrowheads="1"/>
          </p:cNvSpPr>
          <p:nvPr/>
        </p:nvSpPr>
        <p:spPr bwMode="auto">
          <a:xfrm>
            <a:off x="511897" y="618834"/>
            <a:ext cx="8129015" cy="353930"/>
          </a:xfrm>
          <a:prstGeom prst="roundRect">
            <a:avLst>
              <a:gd name="adj" fmla="val 16667"/>
            </a:avLst>
          </a:prstGeom>
          <a:solidFill>
            <a:schemeClr val="accent3">
              <a:lumMod val="75000"/>
            </a:schemeClr>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CB660058-505A-A00E-0CF3-4A810B7FC38A}"/>
              </a:ext>
            </a:extLst>
          </p:cNvPr>
          <p:cNvSpPr>
            <a:spLocks noChangeArrowheads="1"/>
          </p:cNvSpPr>
          <p:nvPr/>
        </p:nvSpPr>
        <p:spPr bwMode="auto">
          <a:xfrm>
            <a:off x="4088075" y="585623"/>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云原生</a:t>
            </a:r>
          </a:p>
        </p:txBody>
      </p:sp>
    </p:spTree>
    <p:extLst>
      <p:ext uri="{BB962C8B-B14F-4D97-AF65-F5344CB8AC3E}">
        <p14:creationId xmlns:p14="http://schemas.microsoft.com/office/powerpoint/2010/main" val="1659174469"/>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7ADA84-7E92-5A94-6308-33E9246A7AAD}"/>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389B5C23-AC2F-5705-A5C8-261B6476F2D8}"/>
              </a:ext>
            </a:extLst>
          </p:cNvPr>
          <p:cNvSpPr>
            <a:spLocks noChangeArrowheads="1"/>
          </p:cNvSpPr>
          <p:nvPr/>
        </p:nvSpPr>
        <p:spPr bwMode="auto">
          <a:xfrm>
            <a:off x="511895" y="977262"/>
            <a:ext cx="8129017" cy="15960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在</a:t>
            </a:r>
            <a:r>
              <a:rPr lang="en-US" altLang="zh-CN" sz="2000" b="1" dirty="0">
                <a:latin typeface="微软雅黑" pitchFamily="34" charset="-122"/>
                <a:ea typeface="微软雅黑" pitchFamily="34" charset="-122"/>
                <a:sym typeface="Wingdings 2" panose="05020102010507070707" pitchFamily="18" charset="2"/>
              </a:rPr>
              <a:t>3GPP</a:t>
            </a:r>
            <a:r>
              <a:rPr lang="zh-CN" altLang="en-US" sz="2000" b="1" dirty="0">
                <a:latin typeface="微软雅黑" pitchFamily="34" charset="-122"/>
                <a:ea typeface="微软雅黑" pitchFamily="34" charset="-122"/>
                <a:sym typeface="Wingdings 2" panose="05020102010507070707" pitchFamily="18" charset="2"/>
              </a:rPr>
              <a:t>的标准中，</a:t>
            </a: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核心网架构的重要设计原则之一就是：</a:t>
            </a:r>
            <a:r>
              <a:rPr lang="zh-CN" altLang="en-US" sz="2000" b="1" dirty="0">
                <a:solidFill>
                  <a:srgbClr val="0000FF"/>
                </a:solidFill>
                <a:latin typeface="微软雅黑" pitchFamily="34" charset="-122"/>
                <a:ea typeface="微软雅黑" pitchFamily="34" charset="-122"/>
                <a:sym typeface="Wingdings 2" panose="05020102010507070707" pitchFamily="18" charset="2"/>
              </a:rPr>
              <a:t>核心网的控制面与转发面彻底分离</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用户面负责高效地转发数据，而且用户面功能</a:t>
            </a:r>
            <a:r>
              <a:rPr lang="en-US" altLang="zh-CN" sz="2000" b="1" dirty="0">
                <a:latin typeface="微软雅黑" pitchFamily="34" charset="-122"/>
                <a:ea typeface="微软雅黑" pitchFamily="34" charset="-122"/>
                <a:sym typeface="Wingdings 2" panose="05020102010507070707" pitchFamily="18" charset="2"/>
              </a:rPr>
              <a:t>UPF</a:t>
            </a:r>
            <a:r>
              <a:rPr lang="zh-CN" altLang="en-US" sz="2000" b="1" dirty="0">
                <a:latin typeface="微软雅黑" pitchFamily="34" charset="-122"/>
                <a:ea typeface="微软雅黑" pitchFamily="34" charset="-122"/>
                <a:sym typeface="Wingdings 2" panose="05020102010507070707" pitchFamily="18" charset="2"/>
              </a:rPr>
              <a:t>可以下沉到离用户更近的地方，从而能够大幅度降低网络时延。</a:t>
            </a:r>
          </a:p>
        </p:txBody>
      </p:sp>
      <p:sp>
        <p:nvSpPr>
          <p:cNvPr id="5" name="AutoShape 5">
            <a:extLst>
              <a:ext uri="{FF2B5EF4-FFF2-40B4-BE49-F238E27FC236}">
                <a16:creationId xmlns:a16="http://schemas.microsoft.com/office/drawing/2014/main" id="{EE01B7EB-9026-8939-833F-E9692959A816}"/>
              </a:ext>
            </a:extLst>
          </p:cNvPr>
          <p:cNvSpPr>
            <a:spLocks noChangeArrowheads="1"/>
          </p:cNvSpPr>
          <p:nvPr/>
        </p:nvSpPr>
        <p:spPr bwMode="auto">
          <a:xfrm>
            <a:off x="511897" y="618834"/>
            <a:ext cx="8129015" cy="353930"/>
          </a:xfrm>
          <a:prstGeom prst="roundRect">
            <a:avLst>
              <a:gd name="adj" fmla="val 16667"/>
            </a:avLst>
          </a:prstGeom>
          <a:solidFill>
            <a:schemeClr val="accent3">
              <a:lumMod val="75000"/>
            </a:schemeClr>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95B22819-F5B9-367F-5E85-8CE2E241E075}"/>
              </a:ext>
            </a:extLst>
          </p:cNvPr>
          <p:cNvSpPr>
            <a:spLocks noChangeArrowheads="1"/>
          </p:cNvSpPr>
          <p:nvPr/>
        </p:nvSpPr>
        <p:spPr bwMode="auto">
          <a:xfrm>
            <a:off x="3318634" y="585623"/>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控制面与转发面分离</a:t>
            </a:r>
          </a:p>
        </p:txBody>
      </p:sp>
    </p:spTree>
    <p:extLst>
      <p:ext uri="{BB962C8B-B14F-4D97-AF65-F5344CB8AC3E}">
        <p14:creationId xmlns:p14="http://schemas.microsoft.com/office/powerpoint/2010/main" val="278206154"/>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6C7AAE-7439-F5F7-D6AA-805DE9542663}"/>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40DF47E4-2296-7042-8FC6-20DE2EAEBB38}"/>
              </a:ext>
            </a:extLst>
          </p:cNvPr>
          <p:cNvSpPr>
            <a:spLocks noChangeArrowheads="1"/>
          </p:cNvSpPr>
          <p:nvPr/>
        </p:nvSpPr>
        <p:spPr bwMode="auto">
          <a:xfrm>
            <a:off x="511895" y="977262"/>
            <a:ext cx="8129017" cy="313496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sym typeface="Wingdings 2" panose="05020102010507070707" pitchFamily="18" charset="2"/>
              </a:rPr>
              <a:t>网络切片</a:t>
            </a:r>
            <a:r>
              <a:rPr lang="en-US" altLang="zh-CN" sz="2000" b="1" dirty="0">
                <a:latin typeface="微软雅黑" pitchFamily="34" charset="-122"/>
                <a:ea typeface="微软雅黑" pitchFamily="34" charset="-122"/>
                <a:sym typeface="Wingdings 2" panose="05020102010507070707" pitchFamily="18" charset="2"/>
              </a:rPr>
              <a:t>(network slicing</a:t>
            </a:r>
            <a:r>
              <a:rPr lang="zh-CN" altLang="en-US" sz="2000" b="1" dirty="0">
                <a:latin typeface="微软雅黑" pitchFamily="34" charset="-122"/>
                <a:ea typeface="微软雅黑" pitchFamily="34" charset="-122"/>
                <a:sym typeface="Wingdings 2" panose="05020102010507070707" pitchFamily="18" charset="2"/>
              </a:rPr>
              <a:t>）是在同一个物理网络基础设施上，通过</a:t>
            </a:r>
            <a:r>
              <a:rPr lang="zh-CN" altLang="en-US" sz="2000" b="1" dirty="0">
                <a:solidFill>
                  <a:srgbClr val="0000FF"/>
                </a:solidFill>
                <a:latin typeface="微软雅黑" pitchFamily="34" charset="-122"/>
                <a:ea typeface="微软雅黑" pitchFamily="34" charset="-122"/>
                <a:sym typeface="Wingdings 2" panose="05020102010507070707" pitchFamily="18" charset="2"/>
              </a:rPr>
              <a:t>软件定义网络</a:t>
            </a:r>
            <a:r>
              <a:rPr lang="en-US" altLang="zh-CN" sz="2000" b="1" dirty="0">
                <a:solidFill>
                  <a:srgbClr val="0000FF"/>
                </a:solidFill>
                <a:latin typeface="微软雅黑" pitchFamily="34" charset="-122"/>
                <a:ea typeface="微软雅黑" pitchFamily="34" charset="-122"/>
                <a:sym typeface="Wingdings 2" panose="05020102010507070707" pitchFamily="18" charset="2"/>
              </a:rPr>
              <a:t>SDN</a:t>
            </a:r>
            <a:r>
              <a:rPr lang="zh-CN" altLang="en-US" sz="2000" b="1" dirty="0">
                <a:latin typeface="微软雅黑" pitchFamily="34" charset="-122"/>
                <a:ea typeface="微软雅黑" pitchFamily="34" charset="-122"/>
                <a:sym typeface="Wingdings 2" panose="05020102010507070707" pitchFamily="18" charset="2"/>
              </a:rPr>
              <a:t>和</a:t>
            </a:r>
            <a:r>
              <a:rPr lang="zh-CN" altLang="en-US" sz="2000" b="1" dirty="0">
                <a:solidFill>
                  <a:srgbClr val="0000FF"/>
                </a:solidFill>
                <a:latin typeface="微软雅黑" pitchFamily="34" charset="-122"/>
                <a:ea typeface="微软雅黑" pitchFamily="34" charset="-122"/>
                <a:sym typeface="Wingdings 2" panose="05020102010507070707" pitchFamily="18" charset="2"/>
              </a:rPr>
              <a:t>网络功能虚拟化</a:t>
            </a:r>
            <a:r>
              <a:rPr lang="en-US" altLang="zh-CN" sz="2000" b="1" dirty="0">
                <a:solidFill>
                  <a:srgbClr val="0000FF"/>
                </a:solidFill>
                <a:latin typeface="微软雅黑" pitchFamily="34" charset="-122"/>
                <a:ea typeface="微软雅黑" pitchFamily="34" charset="-122"/>
                <a:sym typeface="Wingdings 2" panose="05020102010507070707" pitchFamily="18" charset="2"/>
              </a:rPr>
              <a:t>NFV</a:t>
            </a:r>
            <a:r>
              <a:rPr lang="zh-CN" altLang="en-US" sz="2000" b="1" dirty="0">
                <a:latin typeface="微软雅黑" pitchFamily="34" charset="-122"/>
                <a:ea typeface="微软雅黑" pitchFamily="34" charset="-122"/>
                <a:sym typeface="Wingdings 2" panose="05020102010507070707" pitchFamily="18" charset="2"/>
              </a:rPr>
              <a:t>技术，虚拟出多个可定制的、端到端的、逻辑上独立的、特性各异的“专属网络”，以满足不同业务场景对带宽、时延、可靠性等方面的需求。</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切片之间的隔离性要求：</a:t>
            </a:r>
            <a:r>
              <a:rPr lang="zh-CN" altLang="en-US" sz="2000" b="1" dirty="0">
                <a:solidFill>
                  <a:srgbClr val="0000FF"/>
                </a:solidFill>
                <a:latin typeface="微软雅黑" pitchFamily="34" charset="-122"/>
                <a:ea typeface="微软雅黑" pitchFamily="34" charset="-122"/>
                <a:sym typeface="Wingdings 2" panose="05020102010507070707" pitchFamily="18" charset="2"/>
              </a:rPr>
              <a:t>数据隔离</a:t>
            </a:r>
            <a:r>
              <a:rPr lang="zh-CN" altLang="en-US" sz="2000" b="1" dirty="0">
                <a:latin typeface="微软雅黑" pitchFamily="34" charset="-122"/>
                <a:ea typeface="微软雅黑" pitchFamily="34" charset="-122"/>
                <a:sym typeface="Wingdings 2" panose="05020102010507070707" pitchFamily="18" charset="2"/>
              </a:rPr>
              <a:t>、</a:t>
            </a:r>
            <a:r>
              <a:rPr lang="zh-CN" altLang="en-US" sz="2000" b="1" dirty="0">
                <a:solidFill>
                  <a:srgbClr val="0000FF"/>
                </a:solidFill>
                <a:latin typeface="微软雅黑" pitchFamily="34" charset="-122"/>
                <a:ea typeface="微软雅黑" pitchFamily="34" charset="-122"/>
                <a:sym typeface="Wingdings 2" panose="05020102010507070707" pitchFamily="18" charset="2"/>
              </a:rPr>
              <a:t>网络隔离</a:t>
            </a:r>
            <a:r>
              <a:rPr lang="zh-CN" altLang="en-US" sz="2000" b="1" dirty="0">
                <a:latin typeface="微软雅黑" pitchFamily="34" charset="-122"/>
                <a:ea typeface="微软雅黑" pitchFamily="34" charset="-122"/>
                <a:sym typeface="Wingdings 2" panose="05020102010507070707" pitchFamily="18" charset="2"/>
              </a:rPr>
              <a:t>和</a:t>
            </a:r>
            <a:r>
              <a:rPr lang="zh-CN" altLang="en-US" sz="2000" b="1" dirty="0">
                <a:solidFill>
                  <a:srgbClr val="0000FF"/>
                </a:solidFill>
                <a:latin typeface="微软雅黑" pitchFamily="34" charset="-122"/>
                <a:ea typeface="微软雅黑" pitchFamily="34" charset="-122"/>
                <a:sym typeface="Wingdings 2" panose="05020102010507070707" pitchFamily="18" charset="2"/>
              </a:rPr>
              <a:t>资源隔离</a:t>
            </a:r>
            <a:r>
              <a:rPr lang="zh-CN" altLang="en-US" sz="2000" b="1" dirty="0">
                <a:latin typeface="微软雅黑" pitchFamily="34" charset="-122"/>
                <a:ea typeface="微软雅黑" pitchFamily="34" charset="-122"/>
                <a:sym typeface="Wingdings 2" panose="05020102010507070707" pitchFamily="18" charset="2"/>
              </a:rPr>
              <a:t>，以确保不同切片之间的安全性和服务质量。</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这种方式允许运营商为不同行业（如自动驾驶、智能制造、高清视频等）提供具有特定服务水平的网络服务。</a:t>
            </a:r>
          </a:p>
        </p:txBody>
      </p:sp>
      <p:sp>
        <p:nvSpPr>
          <p:cNvPr id="5" name="AutoShape 5">
            <a:extLst>
              <a:ext uri="{FF2B5EF4-FFF2-40B4-BE49-F238E27FC236}">
                <a16:creationId xmlns:a16="http://schemas.microsoft.com/office/drawing/2014/main" id="{C49FD5EF-4F54-DEC6-5E04-93FFE279403B}"/>
              </a:ext>
            </a:extLst>
          </p:cNvPr>
          <p:cNvSpPr>
            <a:spLocks noChangeArrowheads="1"/>
          </p:cNvSpPr>
          <p:nvPr/>
        </p:nvSpPr>
        <p:spPr bwMode="auto">
          <a:xfrm>
            <a:off x="511897" y="618834"/>
            <a:ext cx="8129015" cy="353930"/>
          </a:xfrm>
          <a:prstGeom prst="roundRect">
            <a:avLst>
              <a:gd name="adj" fmla="val 16667"/>
            </a:avLst>
          </a:prstGeom>
          <a:solidFill>
            <a:schemeClr val="accent3">
              <a:lumMod val="75000"/>
            </a:schemeClr>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EE487B8B-E371-2EF3-43ED-25D9D10E2591}"/>
              </a:ext>
            </a:extLst>
          </p:cNvPr>
          <p:cNvSpPr>
            <a:spLocks noChangeArrowheads="1"/>
          </p:cNvSpPr>
          <p:nvPr/>
        </p:nvSpPr>
        <p:spPr bwMode="auto">
          <a:xfrm>
            <a:off x="3446874" y="585623"/>
            <a:ext cx="22365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支持网络切片功能</a:t>
            </a:r>
          </a:p>
        </p:txBody>
      </p:sp>
    </p:spTree>
    <p:extLst>
      <p:ext uri="{BB962C8B-B14F-4D97-AF65-F5344CB8AC3E}">
        <p14:creationId xmlns:p14="http://schemas.microsoft.com/office/powerpoint/2010/main" val="1504044878"/>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DAC12E-CABF-7AC3-ABA4-CBA10EEA25B2}"/>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C783B55F-D0D4-CA4A-621F-60B8186EFEC7}"/>
              </a:ext>
            </a:extLst>
          </p:cNvPr>
          <p:cNvSpPr>
            <a:spLocks noChangeArrowheads="1"/>
          </p:cNvSpPr>
          <p:nvPr/>
        </p:nvSpPr>
        <p:spPr bwMode="auto">
          <a:xfrm>
            <a:off x="511895" y="977262"/>
            <a:ext cx="8129017" cy="313496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引入了</a:t>
            </a:r>
            <a:r>
              <a:rPr lang="zh-CN" altLang="en-US" sz="2000" b="1" dirty="0">
                <a:solidFill>
                  <a:srgbClr val="C00000"/>
                </a:solidFill>
                <a:latin typeface="微软雅黑" pitchFamily="34" charset="-122"/>
                <a:ea typeface="微软雅黑" pitchFamily="34" charset="-122"/>
                <a:sym typeface="Wingdings 2" panose="05020102010507070707" pitchFamily="18" charset="2"/>
              </a:rPr>
              <a:t>毫米波</a:t>
            </a:r>
            <a:r>
              <a:rPr lang="zh-CN" altLang="en-US" sz="2000" b="1" dirty="0">
                <a:latin typeface="微软雅黑" pitchFamily="34" charset="-122"/>
                <a:ea typeface="微软雅黑" pitchFamily="34" charset="-122"/>
                <a:sym typeface="Wingdings 2" panose="05020102010507070707" pitchFamily="18" charset="2"/>
              </a:rPr>
              <a:t>，即频率在</a:t>
            </a:r>
            <a:r>
              <a:rPr lang="en-US" altLang="zh-CN" sz="2000" b="1" dirty="0">
                <a:latin typeface="微软雅黑" pitchFamily="34" charset="-122"/>
                <a:ea typeface="微软雅黑" pitchFamily="34" charset="-122"/>
                <a:sym typeface="Wingdings 2" panose="05020102010507070707" pitchFamily="18" charset="2"/>
              </a:rPr>
              <a:t>30 ~300 GHz</a:t>
            </a:r>
            <a:r>
              <a:rPr lang="zh-CN" altLang="en-US" sz="2000" b="1" dirty="0">
                <a:latin typeface="微软雅黑" pitchFamily="34" charset="-122"/>
                <a:ea typeface="微软雅黑" pitchFamily="34" charset="-122"/>
                <a:sym typeface="Wingdings 2" panose="05020102010507070707" pitchFamily="18" charset="2"/>
              </a:rPr>
              <a:t>之间的无线电波。</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毫米波的可用频谱很宽，不仅能够有效地缓解频谱资源紧张的问题，而且能够支持</a:t>
            </a: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大容量和高速率的需求。</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但毫米波的缺点是传播损耗数据，穿透能力弱，这就使得基站的覆盖范围缩小了，因此</a:t>
            </a: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需要使用许多发射功率更低、覆盖面积更小的小蜂窝。</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根据蜂窝覆盖面积的大小，可划分为</a:t>
            </a:r>
            <a:r>
              <a:rPr lang="zh-CN" altLang="en-US" sz="2000" b="1" dirty="0">
                <a:solidFill>
                  <a:srgbClr val="C00000"/>
                </a:solidFill>
                <a:latin typeface="微软雅黑" pitchFamily="34" charset="-122"/>
                <a:ea typeface="微软雅黑" pitchFamily="34" charset="-122"/>
                <a:sym typeface="Wingdings 2" panose="05020102010507070707" pitchFamily="18" charset="2"/>
              </a:rPr>
              <a:t>微蜂窝</a:t>
            </a:r>
            <a:r>
              <a:rPr lang="en-US" altLang="zh-CN" sz="2000" b="1" dirty="0">
                <a:latin typeface="微软雅黑" pitchFamily="34" charset="-122"/>
                <a:ea typeface="微软雅黑" pitchFamily="34" charset="-122"/>
                <a:sym typeface="Wingdings 2" panose="05020102010507070707" pitchFamily="18" charset="2"/>
              </a:rPr>
              <a:t>(micro cell)</a:t>
            </a:r>
            <a:r>
              <a:rPr lang="zh-CN" altLang="en-US" sz="2000" b="1" dirty="0">
                <a:latin typeface="微软雅黑" pitchFamily="34" charset="-122"/>
                <a:ea typeface="微软雅黑" pitchFamily="34" charset="-122"/>
                <a:sym typeface="Wingdings 2" panose="05020102010507070707" pitchFamily="18" charset="2"/>
              </a:rPr>
              <a:t>、</a:t>
            </a:r>
            <a:r>
              <a:rPr lang="zh-CN" altLang="en-US" sz="2000" b="1" dirty="0">
                <a:solidFill>
                  <a:srgbClr val="C00000"/>
                </a:solidFill>
                <a:latin typeface="微软雅黑" pitchFamily="34" charset="-122"/>
                <a:ea typeface="微软雅黑" pitchFamily="34" charset="-122"/>
                <a:sym typeface="Wingdings 2" panose="05020102010507070707" pitchFamily="18" charset="2"/>
              </a:rPr>
              <a:t>皮蜂窝</a:t>
            </a:r>
            <a:r>
              <a:rPr lang="en-US" altLang="zh-CN" sz="2000" b="1" dirty="0">
                <a:latin typeface="微软雅黑" pitchFamily="34" charset="-122"/>
                <a:ea typeface="微软雅黑" pitchFamily="34" charset="-122"/>
                <a:sym typeface="Wingdings 2" panose="05020102010507070707" pitchFamily="18" charset="2"/>
              </a:rPr>
              <a:t>(</a:t>
            </a:r>
            <a:r>
              <a:rPr lang="en-US" altLang="zh-CN" sz="2000" b="1" dirty="0" err="1">
                <a:latin typeface="微软雅黑" pitchFamily="34" charset="-122"/>
                <a:ea typeface="微软雅黑" pitchFamily="34" charset="-122"/>
                <a:sym typeface="Wingdings 2" panose="05020102010507070707" pitchFamily="18" charset="2"/>
              </a:rPr>
              <a:t>pico</a:t>
            </a:r>
            <a:r>
              <a:rPr lang="en-US" altLang="zh-CN" sz="2000" b="1" dirty="0">
                <a:latin typeface="微软雅黑" pitchFamily="34" charset="-122"/>
                <a:ea typeface="微软雅黑" pitchFamily="34" charset="-122"/>
                <a:sym typeface="Wingdings 2" panose="05020102010507070707" pitchFamily="18" charset="2"/>
              </a:rPr>
              <a:t> cell)</a:t>
            </a:r>
            <a:r>
              <a:rPr lang="zh-CN" altLang="en-US" sz="2000" b="1" dirty="0">
                <a:latin typeface="微软雅黑" pitchFamily="34" charset="-122"/>
                <a:ea typeface="微软雅黑" pitchFamily="34" charset="-122"/>
                <a:sym typeface="Wingdings 2" panose="05020102010507070707" pitchFamily="18" charset="2"/>
              </a:rPr>
              <a:t>和</a:t>
            </a:r>
            <a:r>
              <a:rPr lang="zh-CN" altLang="en-US" sz="2000" b="1" dirty="0">
                <a:solidFill>
                  <a:srgbClr val="C00000"/>
                </a:solidFill>
                <a:latin typeface="微软雅黑" pitchFamily="34" charset="-122"/>
                <a:ea typeface="微软雅黑" pitchFamily="34" charset="-122"/>
                <a:sym typeface="Wingdings 2" panose="05020102010507070707" pitchFamily="18" charset="2"/>
              </a:rPr>
              <a:t>飞蜂窝</a:t>
            </a:r>
            <a:r>
              <a:rPr lang="en-US" altLang="zh-CN" sz="2000" b="1" dirty="0">
                <a:latin typeface="微软雅黑" pitchFamily="34" charset="-122"/>
                <a:ea typeface="微软雅黑" pitchFamily="34" charset="-122"/>
                <a:sym typeface="Wingdings 2" panose="05020102010507070707" pitchFamily="18" charset="2"/>
              </a:rPr>
              <a:t>(</a:t>
            </a:r>
            <a:r>
              <a:rPr lang="en-US" altLang="zh-CN" sz="2000" b="1" dirty="0" err="1">
                <a:latin typeface="微软雅黑" pitchFamily="34" charset="-122"/>
                <a:ea typeface="微软雅黑" pitchFamily="34" charset="-122"/>
                <a:sym typeface="Wingdings 2" panose="05020102010507070707" pitchFamily="18" charset="2"/>
              </a:rPr>
              <a:t>femto</a:t>
            </a:r>
            <a:r>
              <a:rPr lang="en-US" altLang="zh-CN" sz="2000" b="1" dirty="0">
                <a:latin typeface="微软雅黑" pitchFamily="34" charset="-122"/>
                <a:ea typeface="微软雅黑" pitchFamily="34" charset="-122"/>
                <a:sym typeface="Wingdings 2" panose="05020102010507070707" pitchFamily="18" charset="2"/>
              </a:rPr>
              <a:t> cell)</a:t>
            </a:r>
            <a:r>
              <a:rPr lang="zh-CN" altLang="en-US" sz="2000" b="1" dirty="0">
                <a:latin typeface="微软雅黑" pitchFamily="34" charset="-122"/>
                <a:ea typeface="微软雅黑" pitchFamily="34" charset="-122"/>
                <a:sym typeface="Wingdings 2" panose="05020102010507070707" pitchFamily="18" charset="2"/>
              </a:rPr>
              <a:t>。</a:t>
            </a:r>
          </a:p>
        </p:txBody>
      </p:sp>
      <p:sp>
        <p:nvSpPr>
          <p:cNvPr id="5" name="AutoShape 5">
            <a:extLst>
              <a:ext uri="{FF2B5EF4-FFF2-40B4-BE49-F238E27FC236}">
                <a16:creationId xmlns:a16="http://schemas.microsoft.com/office/drawing/2014/main" id="{2C75A1E1-DA02-53DF-1E07-0384620219AE}"/>
              </a:ext>
            </a:extLst>
          </p:cNvPr>
          <p:cNvSpPr>
            <a:spLocks noChangeArrowheads="1"/>
          </p:cNvSpPr>
          <p:nvPr/>
        </p:nvSpPr>
        <p:spPr bwMode="auto">
          <a:xfrm>
            <a:off x="511897" y="618834"/>
            <a:ext cx="8129015" cy="353930"/>
          </a:xfrm>
          <a:prstGeom prst="roundRect">
            <a:avLst>
              <a:gd name="adj" fmla="val 16667"/>
            </a:avLst>
          </a:prstGeom>
          <a:solidFill>
            <a:schemeClr val="accent3">
              <a:lumMod val="75000"/>
            </a:schemeClr>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5A4165C4-0ECE-9121-D9AF-E21AEC093798}"/>
              </a:ext>
            </a:extLst>
          </p:cNvPr>
          <p:cNvSpPr>
            <a:spLocks noChangeArrowheads="1"/>
          </p:cNvSpPr>
          <p:nvPr/>
        </p:nvSpPr>
        <p:spPr bwMode="auto">
          <a:xfrm>
            <a:off x="3831594" y="585623"/>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引入毫米波</a:t>
            </a:r>
          </a:p>
        </p:txBody>
      </p:sp>
    </p:spTree>
    <p:extLst>
      <p:ext uri="{BB962C8B-B14F-4D97-AF65-F5344CB8AC3E}">
        <p14:creationId xmlns:p14="http://schemas.microsoft.com/office/powerpoint/2010/main" val="596944175"/>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F61C73-1C5B-1B64-B033-7A0FA721A7B2}"/>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AE789600-CDD4-4E76-035F-CFC3E7BB2227}"/>
              </a:ext>
            </a:extLst>
          </p:cNvPr>
          <p:cNvSpPr>
            <a:spLocks noChangeArrowheads="1"/>
          </p:cNvSpPr>
          <p:nvPr/>
        </p:nvSpPr>
        <p:spPr bwMode="auto">
          <a:xfrm>
            <a:off x="511895" y="977262"/>
            <a:ext cx="8129017" cy="19807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的使用了数十甚至数百根天线的</a:t>
            </a:r>
            <a:r>
              <a:rPr lang="zh-CN" altLang="en-US" sz="2000" b="1" dirty="0">
                <a:solidFill>
                  <a:srgbClr val="C00000"/>
                </a:solidFill>
                <a:latin typeface="微软雅黑" pitchFamily="34" charset="-122"/>
                <a:ea typeface="微软雅黑" pitchFamily="34" charset="-122"/>
                <a:sym typeface="Wingdings 2" panose="05020102010507070707" pitchFamily="18" charset="2"/>
              </a:rPr>
              <a:t>大规模多输入多输出</a:t>
            </a:r>
            <a:r>
              <a:rPr lang="en-US" altLang="zh-CN" sz="2000" b="1" dirty="0">
                <a:latin typeface="微软雅黑" pitchFamily="34" charset="-122"/>
                <a:ea typeface="微软雅黑" pitchFamily="34" charset="-122"/>
                <a:sym typeface="Wingdings 2" panose="05020102010507070707" pitchFamily="18" charset="2"/>
              </a:rPr>
              <a:t>(Massive MIMO)</a:t>
            </a:r>
            <a:r>
              <a:rPr lang="zh-CN" altLang="en-US" sz="2000" b="1" dirty="0">
                <a:latin typeface="微软雅黑" pitchFamily="34" charset="-122"/>
                <a:ea typeface="微软雅黑" pitchFamily="34" charset="-122"/>
                <a:sym typeface="Wingdings 2" panose="05020102010507070707" pitchFamily="18" charset="2"/>
              </a:rPr>
              <a:t>技术，可以大幅度提升无线容量和覆盖范围。</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在天线方面使用的</a:t>
            </a:r>
            <a:r>
              <a:rPr lang="zh-CN" altLang="en-US" sz="2000" b="1" dirty="0">
                <a:solidFill>
                  <a:srgbClr val="C00000"/>
                </a:solidFill>
                <a:latin typeface="微软雅黑" pitchFamily="34" charset="-122"/>
                <a:ea typeface="微软雅黑" pitchFamily="34" charset="-122"/>
                <a:sym typeface="Wingdings 2" panose="05020102010507070707" pitchFamily="18" charset="2"/>
              </a:rPr>
              <a:t>波束赋形</a:t>
            </a:r>
            <a:r>
              <a:rPr lang="zh-CN" altLang="en-US" sz="2000" b="1" dirty="0">
                <a:latin typeface="微软雅黑" pitchFamily="34" charset="-122"/>
                <a:ea typeface="微软雅黑" pitchFamily="34" charset="-122"/>
                <a:sym typeface="Wingdings 2" panose="05020102010507070707" pitchFamily="18" charset="2"/>
              </a:rPr>
              <a:t>技术，可将射频能量集中成窄波束指向用户，增强了接收信号的强度，降低了蜂窝之间的干扰，提高了信道频带利用率。</a:t>
            </a:r>
          </a:p>
        </p:txBody>
      </p:sp>
      <p:sp>
        <p:nvSpPr>
          <p:cNvPr id="5" name="AutoShape 5">
            <a:extLst>
              <a:ext uri="{FF2B5EF4-FFF2-40B4-BE49-F238E27FC236}">
                <a16:creationId xmlns:a16="http://schemas.microsoft.com/office/drawing/2014/main" id="{D29F61D4-D578-64E3-01DE-A68E8483960A}"/>
              </a:ext>
            </a:extLst>
          </p:cNvPr>
          <p:cNvSpPr>
            <a:spLocks noChangeArrowheads="1"/>
          </p:cNvSpPr>
          <p:nvPr/>
        </p:nvSpPr>
        <p:spPr bwMode="auto">
          <a:xfrm>
            <a:off x="511897" y="618834"/>
            <a:ext cx="8129015" cy="353930"/>
          </a:xfrm>
          <a:prstGeom prst="roundRect">
            <a:avLst>
              <a:gd name="adj" fmla="val 16667"/>
            </a:avLst>
          </a:prstGeom>
          <a:solidFill>
            <a:schemeClr val="accent3">
              <a:lumMod val="75000"/>
            </a:schemeClr>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18DC9FDB-37BE-4A7D-765C-A35566AFD2D5}"/>
              </a:ext>
            </a:extLst>
          </p:cNvPr>
          <p:cNvSpPr>
            <a:spLocks noChangeArrowheads="1"/>
          </p:cNvSpPr>
          <p:nvPr/>
        </p:nvSpPr>
        <p:spPr bwMode="auto">
          <a:xfrm>
            <a:off x="2124399" y="585623"/>
            <a:ext cx="488146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使用大规模多输入多输出与波束赋形技术</a:t>
            </a:r>
          </a:p>
        </p:txBody>
      </p:sp>
    </p:spTree>
    <p:extLst>
      <p:ext uri="{BB962C8B-B14F-4D97-AF65-F5344CB8AC3E}">
        <p14:creationId xmlns:p14="http://schemas.microsoft.com/office/powerpoint/2010/main" val="3248879586"/>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3738D7-F457-44B1-0C00-7BBFC42D8B10}"/>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E5C3AFFD-F767-9400-C69A-424C64E4A25D}"/>
              </a:ext>
            </a:extLst>
          </p:cNvPr>
          <p:cNvSpPr>
            <a:spLocks noChangeArrowheads="1"/>
          </p:cNvSpPr>
          <p:nvPr/>
        </p:nvSpPr>
        <p:spPr bwMode="auto">
          <a:xfrm>
            <a:off x="511895" y="977262"/>
            <a:ext cx="8129017" cy="15960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还在用户面的协议栈增加了一个位于</a:t>
            </a:r>
            <a:r>
              <a:rPr lang="en-US" altLang="zh-CN" sz="2000" b="1" dirty="0">
                <a:latin typeface="微软雅黑" pitchFamily="34" charset="-122"/>
                <a:ea typeface="微软雅黑" pitchFamily="34" charset="-122"/>
                <a:sym typeface="Wingdings 2" panose="05020102010507070707" pitchFamily="18" charset="2"/>
              </a:rPr>
              <a:t>PDCP</a:t>
            </a:r>
            <a:r>
              <a:rPr lang="zh-CN" altLang="en-US" sz="2000" b="1" dirty="0">
                <a:latin typeface="微软雅黑" pitchFamily="34" charset="-122"/>
                <a:ea typeface="微软雅黑" pitchFamily="34" charset="-122"/>
                <a:sym typeface="Wingdings 2" panose="05020102010507070707" pitchFamily="18" charset="2"/>
              </a:rPr>
              <a:t>层上面的新协议层，此层的协议叫作</a:t>
            </a:r>
            <a:r>
              <a:rPr lang="zh-CN" altLang="en-US" sz="2000" b="1" dirty="0">
                <a:solidFill>
                  <a:srgbClr val="C00000"/>
                </a:solidFill>
                <a:latin typeface="微软雅黑" pitchFamily="34" charset="-122"/>
                <a:ea typeface="微软雅黑" pitchFamily="34" charset="-122"/>
                <a:sym typeface="Wingdings 2" panose="05020102010507070707" pitchFamily="18" charset="2"/>
              </a:rPr>
              <a:t>服务数据适配协议</a:t>
            </a:r>
            <a:r>
              <a:rPr lang="en-US" altLang="zh-CN" sz="2000" b="1" dirty="0">
                <a:solidFill>
                  <a:srgbClr val="C00000"/>
                </a:solidFill>
                <a:latin typeface="微软雅黑" pitchFamily="34" charset="-122"/>
                <a:ea typeface="微软雅黑" pitchFamily="34" charset="-122"/>
                <a:sym typeface="Wingdings 2" panose="05020102010507070707" pitchFamily="18" charset="2"/>
              </a:rPr>
              <a:t>SDAP </a:t>
            </a:r>
            <a:r>
              <a:rPr lang="en-US" altLang="zh-CN" sz="2000" b="1" dirty="0">
                <a:latin typeface="微软雅黑" pitchFamily="34" charset="-122"/>
                <a:ea typeface="微软雅黑" pitchFamily="34" charset="-122"/>
                <a:sym typeface="Wingdings 2" panose="05020102010507070707" pitchFamily="18" charset="2"/>
              </a:rPr>
              <a:t>(Service Data Adaptation Protocol)</a:t>
            </a:r>
            <a:r>
              <a:rPr lang="zh-CN" altLang="en-US" sz="2000" b="1" dirty="0">
                <a:latin typeface="微软雅黑" pitchFamily="34" charset="-122"/>
                <a:ea typeface="微软雅黑" pitchFamily="34" charset="-122"/>
                <a:sym typeface="Wingdings 2" panose="05020102010507070707" pitchFamily="18" charset="2"/>
              </a:rPr>
              <a:t>，用来给不同</a:t>
            </a:r>
            <a:r>
              <a:rPr lang="en-US" altLang="zh-CN" sz="2000" b="1" dirty="0">
                <a:latin typeface="微软雅黑" pitchFamily="34" charset="-122"/>
                <a:ea typeface="微软雅黑" pitchFamily="34" charset="-122"/>
                <a:sym typeface="Wingdings 2" panose="05020102010507070707" pitchFamily="18" charset="2"/>
              </a:rPr>
              <a:t>QoS</a:t>
            </a:r>
            <a:r>
              <a:rPr lang="zh-CN" altLang="en-US" sz="2000" b="1" dirty="0">
                <a:latin typeface="微软雅黑" pitchFamily="34" charset="-122"/>
                <a:ea typeface="微软雅黑" pitchFamily="34" charset="-122"/>
                <a:sym typeface="Wingdings 2" panose="05020102010507070707" pitchFamily="18" charset="2"/>
              </a:rPr>
              <a:t>的数据流进行调度策略处理，保证音频</a:t>
            </a:r>
            <a:r>
              <a:rPr lang="en-US" altLang="zh-CN" sz="2000" b="1" dirty="0">
                <a:latin typeface="微软雅黑" pitchFamily="34" charset="-122"/>
                <a:ea typeface="微软雅黑" pitchFamily="34" charset="-122"/>
                <a:sym typeface="Wingdings 2" panose="05020102010507070707" pitchFamily="18" charset="2"/>
              </a:rPr>
              <a:t>/</a:t>
            </a:r>
            <a:r>
              <a:rPr lang="zh-CN" altLang="en-US" sz="2000" b="1" dirty="0">
                <a:latin typeface="微软雅黑" pitchFamily="34" charset="-122"/>
                <a:ea typeface="微软雅黑" pitchFamily="34" charset="-122"/>
                <a:sym typeface="Wingdings 2" panose="05020102010507070707" pitchFamily="18" charset="2"/>
              </a:rPr>
              <a:t>视频、自动驾驶等不同业务获得合适的网络资源。</a:t>
            </a:r>
          </a:p>
        </p:txBody>
      </p:sp>
      <p:sp>
        <p:nvSpPr>
          <p:cNvPr id="5" name="AutoShape 5">
            <a:extLst>
              <a:ext uri="{FF2B5EF4-FFF2-40B4-BE49-F238E27FC236}">
                <a16:creationId xmlns:a16="http://schemas.microsoft.com/office/drawing/2014/main" id="{1C549FA2-F7FF-02CF-EAF3-AA211871933A}"/>
              </a:ext>
            </a:extLst>
          </p:cNvPr>
          <p:cNvSpPr>
            <a:spLocks noChangeArrowheads="1"/>
          </p:cNvSpPr>
          <p:nvPr/>
        </p:nvSpPr>
        <p:spPr bwMode="auto">
          <a:xfrm>
            <a:off x="511897" y="618834"/>
            <a:ext cx="8129015" cy="353930"/>
          </a:xfrm>
          <a:prstGeom prst="roundRect">
            <a:avLst>
              <a:gd name="adj" fmla="val 16667"/>
            </a:avLst>
          </a:prstGeom>
          <a:solidFill>
            <a:schemeClr val="accent3">
              <a:lumMod val="75000"/>
            </a:schemeClr>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F0DA4714-6418-E71A-D10B-8FEF97425E90}"/>
              </a:ext>
            </a:extLst>
          </p:cNvPr>
          <p:cNvSpPr>
            <a:spLocks noChangeArrowheads="1"/>
          </p:cNvSpPr>
          <p:nvPr/>
        </p:nvSpPr>
        <p:spPr bwMode="auto">
          <a:xfrm>
            <a:off x="3318635" y="585623"/>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用户面增加新协议层</a:t>
            </a:r>
          </a:p>
        </p:txBody>
      </p:sp>
    </p:spTree>
    <p:extLst>
      <p:ext uri="{BB962C8B-B14F-4D97-AF65-F5344CB8AC3E}">
        <p14:creationId xmlns:p14="http://schemas.microsoft.com/office/powerpoint/2010/main" val="1932365350"/>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D749D3-213C-F555-1830-FC353BC7A167}"/>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AD437134-3752-FE8F-8D4A-A2D3A6CB09F4}"/>
              </a:ext>
            </a:extLst>
          </p:cNvPr>
          <p:cNvSpPr>
            <a:spLocks noChangeArrowheads="1"/>
          </p:cNvSpPr>
          <p:nvPr/>
        </p:nvSpPr>
        <p:spPr bwMode="auto">
          <a:xfrm>
            <a:off x="511895" y="977262"/>
            <a:ext cx="8129017" cy="35196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4G</a:t>
            </a:r>
            <a:r>
              <a:rPr lang="zh-CN" altLang="en-US" sz="2000" b="1" dirty="0">
                <a:latin typeface="微软雅黑" pitchFamily="34" charset="-122"/>
                <a:ea typeface="微软雅黑" pitchFamily="34" charset="-122"/>
                <a:sym typeface="Wingdings 2" panose="05020102010507070707" pitchFamily="18" charset="2"/>
              </a:rPr>
              <a:t>网络能满足目前大部分业务的需求，</a:t>
            </a: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的建设需要很大的投资，目前运营商需要同时提供</a:t>
            </a:r>
            <a:r>
              <a:rPr lang="en-US" altLang="zh-CN" sz="2000" b="1" dirty="0">
                <a:latin typeface="微软雅黑" pitchFamily="34" charset="-122"/>
                <a:ea typeface="微软雅黑" pitchFamily="34" charset="-122"/>
                <a:sym typeface="Wingdings 2" panose="05020102010507070707" pitchFamily="18" charset="2"/>
              </a:rPr>
              <a:t>4G</a:t>
            </a:r>
            <a:r>
              <a:rPr lang="zh-CN" altLang="en-US" sz="2000" b="1" dirty="0">
                <a:latin typeface="微软雅黑" pitchFamily="34" charset="-122"/>
                <a:ea typeface="微软雅黑" pitchFamily="34" charset="-122"/>
                <a:sym typeface="Wingdings 2" panose="05020102010507070707" pitchFamily="18" charset="2"/>
              </a:rPr>
              <a:t>和</a:t>
            </a: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服务。</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3GPP</a:t>
            </a:r>
            <a:r>
              <a:rPr lang="zh-CN" altLang="en-US" sz="2000" b="1" dirty="0">
                <a:latin typeface="微软雅黑" pitchFamily="34" charset="-122"/>
                <a:ea typeface="微软雅黑" pitchFamily="34" charset="-122"/>
                <a:sym typeface="Wingdings 2" panose="05020102010507070707" pitchFamily="18" charset="2"/>
              </a:rPr>
              <a:t>提出了</a:t>
            </a:r>
            <a:r>
              <a:rPr lang="zh-CN" altLang="en-US" sz="2000" b="1" dirty="0">
                <a:solidFill>
                  <a:srgbClr val="0000FF"/>
                </a:solidFill>
                <a:latin typeface="微软雅黑" pitchFamily="34" charset="-122"/>
                <a:ea typeface="微软雅黑" pitchFamily="34" charset="-122"/>
                <a:sym typeface="Wingdings 2" panose="05020102010507070707" pitchFamily="18" charset="2"/>
              </a:rPr>
              <a:t>非独立组网</a:t>
            </a:r>
            <a:r>
              <a:rPr lang="en-US" altLang="zh-CN" sz="2000" b="1" dirty="0">
                <a:solidFill>
                  <a:srgbClr val="0000FF"/>
                </a:solidFill>
                <a:latin typeface="微软雅黑" pitchFamily="34" charset="-122"/>
                <a:ea typeface="微软雅黑" pitchFamily="34" charset="-122"/>
                <a:sym typeface="Wingdings 2" panose="05020102010507070707" pitchFamily="18" charset="2"/>
              </a:rPr>
              <a:t>NSA </a:t>
            </a:r>
            <a:r>
              <a:rPr lang="en-US" altLang="zh-CN" sz="2000" b="1" dirty="0">
                <a:latin typeface="微软雅黑" pitchFamily="34" charset="-122"/>
                <a:ea typeface="微软雅黑" pitchFamily="34" charset="-122"/>
                <a:sym typeface="Wingdings 2" panose="05020102010507070707" pitchFamily="18" charset="2"/>
              </a:rPr>
              <a:t>(Non-</a:t>
            </a:r>
            <a:r>
              <a:rPr lang="en-US" altLang="zh-CN" sz="2000" b="1" dirty="0" err="1">
                <a:latin typeface="微软雅黑" pitchFamily="34" charset="-122"/>
                <a:ea typeface="微软雅黑" pitchFamily="34" charset="-122"/>
                <a:sym typeface="Wingdings 2" panose="05020102010507070707" pitchFamily="18" charset="2"/>
              </a:rPr>
              <a:t>StandAlone</a:t>
            </a:r>
            <a:r>
              <a:rPr lang="en-US" altLang="zh-CN" sz="2000" b="1" dirty="0">
                <a:latin typeface="微软雅黑" pitchFamily="34" charset="-122"/>
                <a:ea typeface="微软雅黑" pitchFamily="34" charset="-122"/>
                <a:sym typeface="Wingdings 2" panose="05020102010507070707" pitchFamily="18" charset="2"/>
              </a:rPr>
              <a:t>)</a:t>
            </a:r>
            <a:r>
              <a:rPr lang="zh-CN" altLang="en-US" sz="2000" b="1" dirty="0">
                <a:latin typeface="微软雅黑" pitchFamily="34" charset="-122"/>
                <a:ea typeface="微软雅黑" pitchFamily="34" charset="-122"/>
                <a:sym typeface="Wingdings 2" panose="05020102010507070707" pitchFamily="18" charset="2"/>
              </a:rPr>
              <a:t>方案。例如，新建</a:t>
            </a: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的</a:t>
            </a:r>
            <a:r>
              <a:rPr lang="en-US" altLang="zh-CN" sz="2000" b="1" dirty="0" err="1">
                <a:latin typeface="微软雅黑" pitchFamily="34" charset="-122"/>
                <a:ea typeface="微软雅黑" pitchFamily="34" charset="-122"/>
                <a:sym typeface="Wingdings 2" panose="05020102010507070707" pitchFamily="18" charset="2"/>
              </a:rPr>
              <a:t>gNB</a:t>
            </a:r>
            <a:r>
              <a:rPr lang="zh-CN" altLang="en-US" sz="2000" b="1" dirty="0">
                <a:latin typeface="微软雅黑" pitchFamily="34" charset="-122"/>
                <a:ea typeface="微软雅黑" pitchFamily="34" charset="-122"/>
                <a:sym typeface="Wingdings 2" panose="05020102010507070707" pitchFamily="18" charset="2"/>
              </a:rPr>
              <a:t>基站，但仍使用经过适当改造升级的</a:t>
            </a:r>
            <a:r>
              <a:rPr lang="en-US" altLang="zh-CN" sz="2000" b="1" dirty="0">
                <a:latin typeface="微软雅黑" pitchFamily="34" charset="-122"/>
                <a:ea typeface="微软雅黑" pitchFamily="34" charset="-122"/>
                <a:sym typeface="Wingdings 2" panose="05020102010507070707" pitchFamily="18" charset="2"/>
              </a:rPr>
              <a:t>4G</a:t>
            </a:r>
            <a:r>
              <a:rPr lang="zh-CN" altLang="en-US" sz="2000" b="1" dirty="0">
                <a:latin typeface="微软雅黑" pitchFamily="34" charset="-122"/>
                <a:ea typeface="微软雅黑" pitchFamily="34" charset="-122"/>
                <a:sym typeface="Wingdings 2" panose="05020102010507070707" pitchFamily="18" charset="2"/>
              </a:rPr>
              <a:t>核心网</a:t>
            </a:r>
            <a:r>
              <a:rPr lang="en-US" altLang="zh-CN" sz="2000" b="1" dirty="0">
                <a:latin typeface="微软雅黑" pitchFamily="34" charset="-122"/>
                <a:ea typeface="微软雅黑" pitchFamily="34" charset="-122"/>
                <a:sym typeface="Wingdings 2" panose="05020102010507070707" pitchFamily="18" charset="2"/>
              </a:rPr>
              <a:t>EPC</a:t>
            </a:r>
            <a:r>
              <a:rPr lang="zh-CN" altLang="en-US" sz="2000" b="1" dirty="0">
                <a:latin typeface="微软雅黑" pitchFamily="34" charset="-122"/>
                <a:ea typeface="微软雅黑" pitchFamily="34" charset="-122"/>
                <a:sym typeface="Wingdings 2" panose="05020102010507070707" pitchFamily="18" charset="2"/>
              </a:rPr>
              <a:t>。可以快速部署，减少资金的投入。</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但非独立组网的许多性能受限，且网络时延较高，核心网不是云原生的，也不可能提供微服务、网络切片和边缘计算等功能。</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随着</a:t>
            </a: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用户数逐渐增多，运营商将会逐渐向</a:t>
            </a:r>
            <a:r>
              <a:rPr lang="zh-CN" altLang="en-US" sz="2000" b="1" dirty="0">
                <a:solidFill>
                  <a:srgbClr val="0000FF"/>
                </a:solidFill>
                <a:latin typeface="微软雅黑" pitchFamily="34" charset="-122"/>
                <a:ea typeface="微软雅黑" pitchFamily="34" charset="-122"/>
                <a:sym typeface="Wingdings 2" panose="05020102010507070707" pitchFamily="18" charset="2"/>
              </a:rPr>
              <a:t>独立组网</a:t>
            </a:r>
            <a:r>
              <a:rPr lang="en-US" altLang="zh-CN" sz="2000" b="1" dirty="0">
                <a:solidFill>
                  <a:srgbClr val="0000FF"/>
                </a:solidFill>
                <a:latin typeface="微软雅黑" pitchFamily="34" charset="-122"/>
                <a:ea typeface="微软雅黑" pitchFamily="34" charset="-122"/>
                <a:sym typeface="Wingdings 2" panose="05020102010507070707" pitchFamily="18" charset="2"/>
              </a:rPr>
              <a:t>SA</a:t>
            </a:r>
            <a:r>
              <a:rPr lang="en-US" altLang="zh-CN" sz="2000" b="1" dirty="0">
                <a:latin typeface="微软雅黑" pitchFamily="34" charset="-122"/>
                <a:ea typeface="微软雅黑" pitchFamily="34" charset="-122"/>
                <a:sym typeface="Wingdings 2" panose="05020102010507070707" pitchFamily="18" charset="2"/>
              </a:rPr>
              <a:t> (</a:t>
            </a:r>
            <a:r>
              <a:rPr lang="en-US" altLang="zh-CN" sz="2000" b="1" dirty="0" err="1">
                <a:latin typeface="微软雅黑" pitchFamily="34" charset="-122"/>
                <a:ea typeface="微软雅黑" pitchFamily="34" charset="-122"/>
                <a:sym typeface="Wingdings 2" panose="05020102010507070707" pitchFamily="18" charset="2"/>
              </a:rPr>
              <a:t>StandAlone</a:t>
            </a:r>
            <a:r>
              <a:rPr lang="en-US" altLang="zh-CN" sz="2000" b="1" dirty="0">
                <a:latin typeface="微软雅黑" pitchFamily="34" charset="-122"/>
                <a:ea typeface="微软雅黑" pitchFamily="34" charset="-122"/>
                <a:sym typeface="Wingdings 2" panose="05020102010507070707" pitchFamily="18" charset="2"/>
              </a:rPr>
              <a:t>)</a:t>
            </a:r>
            <a:r>
              <a:rPr lang="zh-CN" altLang="en-US" sz="2000" b="1" dirty="0">
                <a:latin typeface="微软雅黑" pitchFamily="34" charset="-122"/>
                <a:ea typeface="微软雅黑" pitchFamily="34" charset="-122"/>
                <a:sym typeface="Wingdings 2" panose="05020102010507070707" pitchFamily="18" charset="2"/>
              </a:rPr>
              <a:t>过渡，最终实现</a:t>
            </a: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基站连接</a:t>
            </a:r>
            <a:r>
              <a:rPr lang="en-US" altLang="zh-CN" sz="2000" b="1" dirty="0">
                <a:latin typeface="微软雅黑" pitchFamily="34" charset="-122"/>
                <a:ea typeface="微软雅黑" pitchFamily="34" charset="-122"/>
                <a:sym typeface="Wingdings 2" panose="05020102010507070707" pitchFamily="18" charset="2"/>
              </a:rPr>
              <a:t>5G</a:t>
            </a:r>
            <a:r>
              <a:rPr lang="zh-CN" altLang="en-US" sz="2000" b="1" dirty="0">
                <a:latin typeface="微软雅黑" pitchFamily="34" charset="-122"/>
                <a:ea typeface="微软雅黑" pitchFamily="34" charset="-122"/>
                <a:sym typeface="Wingdings 2" panose="05020102010507070707" pitchFamily="18" charset="2"/>
              </a:rPr>
              <a:t>核心网。</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a:extLst>
              <a:ext uri="{FF2B5EF4-FFF2-40B4-BE49-F238E27FC236}">
                <a16:creationId xmlns:a16="http://schemas.microsoft.com/office/drawing/2014/main" id="{D84A851A-BACC-7DA3-9DBA-5BF627419530}"/>
              </a:ext>
            </a:extLst>
          </p:cNvPr>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a:extLst>
              <a:ext uri="{FF2B5EF4-FFF2-40B4-BE49-F238E27FC236}">
                <a16:creationId xmlns:a16="http://schemas.microsoft.com/office/drawing/2014/main" id="{B974E9CD-5E3D-7647-2018-D89F64CDF2C2}"/>
              </a:ext>
            </a:extLst>
          </p:cNvPr>
          <p:cNvSpPr>
            <a:spLocks noChangeArrowheads="1"/>
          </p:cNvSpPr>
          <p:nvPr/>
        </p:nvSpPr>
        <p:spPr bwMode="auto">
          <a:xfrm>
            <a:off x="3322643" y="585623"/>
            <a:ext cx="24849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从</a:t>
            </a:r>
            <a:r>
              <a:rPr lang="en-US" altLang="zh-CN" sz="2000" b="1" dirty="0">
                <a:solidFill>
                  <a:schemeClr val="bg1"/>
                </a:solidFill>
                <a:latin typeface="微软雅黑" pitchFamily="34" charset="-122"/>
                <a:ea typeface="微软雅黑" pitchFamily="34" charset="-122"/>
              </a:rPr>
              <a:t>4G</a:t>
            </a:r>
            <a:r>
              <a:rPr lang="zh-CN" altLang="en-US" sz="2000" b="1" dirty="0">
                <a:solidFill>
                  <a:schemeClr val="bg1"/>
                </a:solidFill>
                <a:latin typeface="微软雅黑" pitchFamily="34" charset="-122"/>
                <a:ea typeface="微软雅黑" pitchFamily="34" charset="-122"/>
              </a:rPr>
              <a:t>到</a:t>
            </a:r>
            <a:r>
              <a:rPr lang="en-US" altLang="zh-CN" sz="2000" b="1" dirty="0">
                <a:solidFill>
                  <a:schemeClr val="bg1"/>
                </a:solidFill>
                <a:latin typeface="微软雅黑" pitchFamily="34" charset="-122"/>
                <a:ea typeface="微软雅黑" pitchFamily="34" charset="-122"/>
              </a:rPr>
              <a:t>5G</a:t>
            </a:r>
            <a:r>
              <a:rPr lang="zh-CN" altLang="en-US" sz="2000" b="1" dirty="0">
                <a:solidFill>
                  <a:schemeClr val="bg1"/>
                </a:solidFill>
                <a:latin typeface="微软雅黑" pitchFamily="34" charset="-122"/>
                <a:ea typeface="微软雅黑" pitchFamily="34" charset="-122"/>
              </a:rPr>
              <a:t>的演进</a:t>
            </a:r>
          </a:p>
        </p:txBody>
      </p:sp>
    </p:spTree>
    <p:extLst>
      <p:ext uri="{BB962C8B-B14F-4D97-AF65-F5344CB8AC3E}">
        <p14:creationId xmlns:p14="http://schemas.microsoft.com/office/powerpoint/2010/main" val="2614928751"/>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a:extLst>
              <a:ext uri="{FF2B5EF4-FFF2-40B4-BE49-F238E27FC236}">
                <a16:creationId xmlns:a16="http://schemas.microsoft.com/office/drawing/2014/main" id="{03BDA04E-B7F7-D3CF-8573-5677C4F0EBDA}"/>
              </a:ext>
            </a:extLst>
          </p:cNvPr>
          <p:cNvSpPr>
            <a:spLocks noChangeArrowheads="1"/>
          </p:cNvSpPr>
          <p:nvPr/>
        </p:nvSpPr>
        <p:spPr bwMode="auto">
          <a:xfrm>
            <a:off x="2697502" y="2457912"/>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3" name="Rectangle 9"/>
          <p:cNvSpPr>
            <a:spLocks noChangeArrowheads="1"/>
          </p:cNvSpPr>
          <p:nvPr/>
        </p:nvSpPr>
        <p:spPr bwMode="auto">
          <a:xfrm>
            <a:off x="2697502" y="124633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4" name="Rectangle 10"/>
          <p:cNvSpPr>
            <a:spLocks noChangeArrowheads="1"/>
          </p:cNvSpPr>
          <p:nvPr/>
        </p:nvSpPr>
        <p:spPr bwMode="auto">
          <a:xfrm>
            <a:off x="2697502" y="185276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5" name="Rectangle 27"/>
          <p:cNvSpPr>
            <a:spLocks noChangeArrowheads="1"/>
          </p:cNvSpPr>
          <p:nvPr/>
        </p:nvSpPr>
        <p:spPr bwMode="auto">
          <a:xfrm>
            <a:off x="708097" y="124633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6" name="Rectangle 29"/>
          <p:cNvSpPr>
            <a:spLocks noChangeArrowheads="1"/>
          </p:cNvSpPr>
          <p:nvPr/>
        </p:nvSpPr>
        <p:spPr bwMode="auto">
          <a:xfrm>
            <a:off x="716986" y="1341269"/>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8.4</a:t>
            </a:r>
          </a:p>
          <a:p>
            <a:pPr eaLnBrk="0" hangingPunct="0"/>
            <a:r>
              <a:rPr lang="zh-CN" altLang="en-US" sz="2000" b="1" dirty="0">
                <a:solidFill>
                  <a:schemeClr val="bg1"/>
                </a:solidFill>
                <a:latin typeface="微软雅黑" pitchFamily="34" charset="-122"/>
                <a:ea typeface="微软雅黑" pitchFamily="34" charset="-122"/>
              </a:rPr>
              <a:t>移动 </a:t>
            </a:r>
            <a:r>
              <a:rPr lang="en-US" altLang="zh-CN" sz="2000" b="1" dirty="0">
                <a:solidFill>
                  <a:schemeClr val="bg1"/>
                </a:solidFill>
                <a:latin typeface="微软雅黑" pitchFamily="34" charset="-122"/>
                <a:ea typeface="微软雅黑" pitchFamily="34" charset="-122"/>
              </a:rPr>
              <a:t>IP</a:t>
            </a:r>
            <a:endParaRPr lang="zh-CN" altLang="fr-FR" sz="2000" b="1" dirty="0">
              <a:solidFill>
                <a:schemeClr val="bg1"/>
              </a:solidFill>
              <a:latin typeface="微软雅黑" pitchFamily="34" charset="-122"/>
              <a:ea typeface="微软雅黑" pitchFamily="34" charset="-122"/>
            </a:endParaRPr>
          </a:p>
        </p:txBody>
      </p:sp>
      <p:sp>
        <p:nvSpPr>
          <p:cNvPr id="17" name="Line 16"/>
          <p:cNvSpPr>
            <a:spLocks noChangeShapeType="1"/>
          </p:cNvSpPr>
          <p:nvPr/>
        </p:nvSpPr>
        <p:spPr bwMode="auto">
          <a:xfrm>
            <a:off x="3705565" y="1174899"/>
            <a:ext cx="0" cy="1893041"/>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 name="Rectangle 8"/>
          <p:cNvSpPr>
            <a:spLocks noChangeArrowheads="1"/>
          </p:cNvSpPr>
          <p:nvPr/>
        </p:nvSpPr>
        <p:spPr bwMode="auto">
          <a:xfrm>
            <a:off x="2768941" y="992337"/>
            <a:ext cx="5703888" cy="18461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8.4.1  	                               </a:t>
            </a:r>
            <a:r>
              <a:rPr lang="zh-CN" altLang="en-US" sz="2000" b="1" dirty="0">
                <a:solidFill>
                  <a:schemeClr val="bg1"/>
                </a:solidFill>
                <a:latin typeface="微软雅黑" pitchFamily="34" charset="-122"/>
                <a:ea typeface="微软雅黑" pitchFamily="34" charset="-122"/>
              </a:rPr>
              <a:t>移动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的基本概念</a:t>
            </a:r>
          </a:p>
          <a:p>
            <a:pPr eaLnBrk="0" hangingPunct="0">
              <a:lnSpc>
                <a:spcPct val="200000"/>
              </a:lnSpc>
            </a:pPr>
            <a:r>
              <a:rPr lang="en-US" altLang="zh-CN" sz="2000" b="1" dirty="0">
                <a:solidFill>
                  <a:schemeClr val="bg1"/>
                </a:solidFill>
                <a:latin typeface="微软雅黑" pitchFamily="34" charset="-122"/>
                <a:ea typeface="微软雅黑" pitchFamily="34" charset="-122"/>
              </a:rPr>
              <a:t>8.4.2  		            </a:t>
            </a:r>
            <a:r>
              <a:rPr lang="zh-CN" altLang="en-US" sz="2000" b="1" dirty="0">
                <a:solidFill>
                  <a:schemeClr val="bg1"/>
                </a:solidFill>
                <a:latin typeface="微软雅黑" pitchFamily="34" charset="-122"/>
                <a:ea typeface="微软雅黑" pitchFamily="34" charset="-122"/>
              </a:rPr>
              <a:t>移动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的路由选择问题</a:t>
            </a:r>
            <a:endParaRPr lang="en-US" altLang="zh-CN" sz="2000" b="1" dirty="0">
              <a:solidFill>
                <a:schemeClr val="bg1"/>
              </a:solidFill>
              <a:latin typeface="微软雅黑" pitchFamily="34" charset="-122"/>
              <a:ea typeface="微软雅黑" pitchFamily="34" charset="-122"/>
            </a:endParaRPr>
          </a:p>
          <a:p>
            <a:pPr eaLnBrk="0" hangingPunct="0">
              <a:lnSpc>
                <a:spcPct val="200000"/>
              </a:lnSpc>
            </a:pPr>
            <a:r>
              <a:rPr lang="en-US" altLang="zh-CN" sz="2000" b="1" dirty="0">
                <a:solidFill>
                  <a:schemeClr val="bg1"/>
                </a:solidFill>
                <a:latin typeface="微软雅黑" pitchFamily="34" charset="-122"/>
                <a:ea typeface="微软雅黑" pitchFamily="34" charset="-122"/>
              </a:rPr>
              <a:t>8.4.3                                         </a:t>
            </a:r>
            <a:r>
              <a:rPr lang="zh-CN" altLang="en-US" sz="2000" b="1" dirty="0">
                <a:solidFill>
                  <a:schemeClr val="bg1"/>
                </a:solidFill>
                <a:latin typeface="微软雅黑" pitchFamily="34" charset="-122"/>
                <a:ea typeface="微软雅黑" pitchFamily="34" charset="-122"/>
              </a:rPr>
              <a:t>移动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的前景</a:t>
            </a:r>
          </a:p>
        </p:txBody>
      </p:sp>
    </p:spTree>
    <p:extLst>
      <p:ext uri="{BB962C8B-B14F-4D97-AF65-F5344CB8AC3E}">
        <p14:creationId xmlns:p14="http://schemas.microsoft.com/office/powerpoint/2010/main" val="31561294"/>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75B93E-4791-03B1-28B4-48746A877046}"/>
            </a:ext>
          </a:extLst>
        </p:cNvPr>
        <p:cNvGrpSpPr/>
        <p:nvPr/>
      </p:nvGrpSpPr>
      <p:grpSpPr>
        <a:xfrm>
          <a:off x="0" y="0"/>
          <a:ext cx="0" cy="0"/>
          <a:chOff x="0" y="0"/>
          <a:chExt cx="0" cy="0"/>
        </a:xfrm>
      </p:grpSpPr>
      <p:sp>
        <p:nvSpPr>
          <p:cNvPr id="2" name="AutoShape 12">
            <a:extLst>
              <a:ext uri="{FF2B5EF4-FFF2-40B4-BE49-F238E27FC236}">
                <a16:creationId xmlns:a16="http://schemas.microsoft.com/office/drawing/2014/main" id="{32AE5D38-A46D-2A0B-1842-398EB5890FFE}"/>
              </a:ext>
            </a:extLst>
          </p:cNvPr>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a:extLst>
              <a:ext uri="{FF2B5EF4-FFF2-40B4-BE49-F238E27FC236}">
                <a16:creationId xmlns:a16="http://schemas.microsoft.com/office/drawing/2014/main" id="{835C2CC2-951F-0D5B-5C22-549EE48F5324}"/>
              </a:ext>
            </a:extLst>
          </p:cNvPr>
          <p:cNvSpPr>
            <a:spLocks noChangeArrowheads="1"/>
          </p:cNvSpPr>
          <p:nvPr/>
        </p:nvSpPr>
        <p:spPr bwMode="auto">
          <a:xfrm>
            <a:off x="2745615" y="594451"/>
            <a:ext cx="366158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8.4.1 </a:t>
            </a:r>
            <a:r>
              <a:rPr lang="zh-CN" altLang="en-US" sz="2400" b="1" dirty="0">
                <a:solidFill>
                  <a:schemeClr val="bg1"/>
                </a:solidFill>
                <a:latin typeface="微软雅黑" pitchFamily="34" charset="-122"/>
                <a:ea typeface="微软雅黑" pitchFamily="34" charset="-122"/>
              </a:rPr>
              <a:t>移动 </a:t>
            </a:r>
            <a:r>
              <a:rPr lang="en-US" altLang="zh-CN" sz="2400" b="1" dirty="0">
                <a:solidFill>
                  <a:schemeClr val="bg1"/>
                </a:solidFill>
                <a:latin typeface="微软雅黑" pitchFamily="34" charset="-122"/>
                <a:ea typeface="微软雅黑" pitchFamily="34" charset="-122"/>
              </a:rPr>
              <a:t>IP </a:t>
            </a:r>
            <a:r>
              <a:rPr lang="zh-CN" altLang="en-US" sz="2400" b="1" dirty="0">
                <a:solidFill>
                  <a:schemeClr val="bg1"/>
                </a:solidFill>
                <a:latin typeface="微软雅黑" pitchFamily="34" charset="-122"/>
                <a:ea typeface="微软雅黑" pitchFamily="34" charset="-122"/>
              </a:rPr>
              <a:t>的基本概念</a:t>
            </a:r>
          </a:p>
        </p:txBody>
      </p:sp>
      <p:sp>
        <p:nvSpPr>
          <p:cNvPr id="4" name="Rectangle 46">
            <a:extLst>
              <a:ext uri="{FF2B5EF4-FFF2-40B4-BE49-F238E27FC236}">
                <a16:creationId xmlns:a16="http://schemas.microsoft.com/office/drawing/2014/main" id="{D7147BA4-8164-D392-556C-92D153175174}"/>
              </a:ext>
            </a:extLst>
          </p:cNvPr>
          <p:cNvSpPr>
            <a:spLocks noChangeArrowheads="1"/>
          </p:cNvSpPr>
          <p:nvPr/>
        </p:nvSpPr>
        <p:spPr bwMode="auto">
          <a:xfrm>
            <a:off x="511896" y="1042920"/>
            <a:ext cx="8129016" cy="313496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传统计算机的位置都是固定不变的。</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便携式笔记本电脑允许用户在不同地点上网，使用不同的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地址，不是移动 </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在移动中浏览网页，若要在移动中的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连接不中断，就必须使移动站的 </a:t>
            </a:r>
            <a:r>
              <a:rPr lang="en-US" altLang="zh-CN" sz="2000" b="1" dirty="0">
                <a:solidFill>
                  <a:srgbClr val="0000CC"/>
                </a:solidFill>
                <a:latin typeface="微软雅黑" pitchFamily="34" charset="-122"/>
                <a:ea typeface="微软雅黑" pitchFamily="34" charset="-122"/>
              </a:rPr>
              <a:t>IP </a:t>
            </a:r>
            <a:r>
              <a:rPr lang="zh-CN" altLang="en-US" sz="2000" b="1" dirty="0">
                <a:solidFill>
                  <a:srgbClr val="0000CC"/>
                </a:solidFill>
                <a:latin typeface="微软雅黑" pitchFamily="34" charset="-122"/>
                <a:ea typeface="微软雅黑" pitchFamily="34" charset="-122"/>
              </a:rPr>
              <a:t>地址</a:t>
            </a:r>
            <a:r>
              <a:rPr lang="zh-CN" altLang="en-US" sz="2000" b="1" dirty="0">
                <a:latin typeface="微软雅黑" pitchFamily="34" charset="-122"/>
                <a:ea typeface="微软雅黑" pitchFamily="34" charset="-122"/>
              </a:rPr>
              <a:t>在移动中</a:t>
            </a:r>
            <a:r>
              <a:rPr lang="zh-CN" altLang="en-US" sz="2000" b="1" dirty="0">
                <a:solidFill>
                  <a:srgbClr val="0000CC"/>
                </a:solidFill>
                <a:latin typeface="微软雅黑" pitchFamily="34" charset="-122"/>
                <a:ea typeface="微软雅黑" pitchFamily="34" charset="-122"/>
              </a:rPr>
              <a:t>保持不变。</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移动 </a:t>
            </a:r>
            <a:r>
              <a:rPr lang="en-US" altLang="zh-CN" sz="2000" b="1" dirty="0">
                <a:solidFill>
                  <a:srgbClr val="C00000"/>
                </a:solidFill>
                <a:latin typeface="微软雅黑" pitchFamily="34" charset="-122"/>
                <a:ea typeface="微软雅黑" pitchFamily="34" charset="-122"/>
              </a:rPr>
              <a:t>IP (Mobile IP) </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由 </a:t>
            </a:r>
            <a:r>
              <a:rPr lang="en-US" altLang="zh-CN" sz="2000" b="1" dirty="0">
                <a:latin typeface="微软雅黑" pitchFamily="34" charset="-122"/>
                <a:ea typeface="微软雅黑" pitchFamily="34" charset="-122"/>
              </a:rPr>
              <a:t>IETF </a:t>
            </a:r>
            <a:r>
              <a:rPr lang="zh-CN" altLang="en-US" sz="2000" b="1" dirty="0">
                <a:latin typeface="微软雅黑" pitchFamily="34" charset="-122"/>
                <a:ea typeface="微软雅黑" pitchFamily="34" charset="-122"/>
              </a:rPr>
              <a:t>开发的一种技术，允许计算机移动到外地时，仍然保留其原来的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移动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要解决的问题：</a:t>
            </a:r>
            <a:r>
              <a:rPr lang="zh-CN" altLang="en-US" sz="2000" b="1" dirty="0">
                <a:latin typeface="微软雅黑" pitchFamily="34" charset="-122"/>
                <a:ea typeface="微软雅黑" pitchFamily="34" charset="-122"/>
              </a:rPr>
              <a:t>使用户的移动性对上层的网络应用透明。 </a:t>
            </a:r>
          </a:p>
        </p:txBody>
      </p:sp>
    </p:spTree>
    <p:extLst>
      <p:ext uri="{BB962C8B-B14F-4D97-AF65-F5344CB8AC3E}">
        <p14:creationId xmlns:p14="http://schemas.microsoft.com/office/powerpoint/2010/main" val="2410734728"/>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54535"/>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p:cNvSpPr>
            <a:spLocks noChangeShapeType="1"/>
          </p:cNvSpPr>
          <p:nvPr/>
        </p:nvSpPr>
        <p:spPr bwMode="auto">
          <a:xfrm>
            <a:off x="2552700" y="1981034"/>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5" name="Cloud"/>
          <p:cNvSpPr>
            <a:spLocks noChangeAspect="1" noEditPoints="1" noChangeArrowheads="1"/>
          </p:cNvSpPr>
          <p:nvPr/>
        </p:nvSpPr>
        <p:spPr bwMode="auto">
          <a:xfrm>
            <a:off x="3542371" y="1419791"/>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09475" y="621675"/>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45914" y="598585"/>
            <a:ext cx="28713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移动 </a:t>
            </a:r>
            <a:r>
              <a:rPr lang="en-US" altLang="zh-CN" sz="2000" b="1" dirty="0">
                <a:solidFill>
                  <a:schemeClr val="bg1"/>
                </a:solidFill>
                <a:ea typeface="微软雅黑" pitchFamily="34" charset="-122"/>
              </a:rPr>
              <a:t>IP </a:t>
            </a:r>
            <a:r>
              <a:rPr lang="zh-CN" altLang="en-US" sz="2000" b="1" dirty="0">
                <a:solidFill>
                  <a:schemeClr val="bg1"/>
                </a:solidFill>
                <a:ea typeface="微软雅黑" pitchFamily="34" charset="-122"/>
              </a:rPr>
              <a:t>的一些基本概念 </a:t>
            </a:r>
          </a:p>
        </p:txBody>
      </p:sp>
      <p:sp>
        <p:nvSpPr>
          <p:cNvPr id="5" name="矩形 4"/>
          <p:cNvSpPr/>
          <p:nvPr/>
        </p:nvSpPr>
        <p:spPr>
          <a:xfrm>
            <a:off x="741528" y="2924706"/>
            <a:ext cx="7674591" cy="987578"/>
          </a:xfrm>
          <a:prstGeom prst="rect">
            <a:avLst/>
          </a:prstGeom>
          <a:noFill/>
          <a:ln>
            <a:noFill/>
          </a:ln>
        </p:spPr>
        <p:txBody>
          <a:bodyPr wrap="square">
            <a:spAutoFit/>
          </a:bodyPr>
          <a:lstStyle/>
          <a:p>
            <a:pPr>
              <a:lnSpc>
                <a:spcPts val="2400"/>
              </a:lnSpc>
            </a:pPr>
            <a:r>
              <a:rPr lang="zh-CN" altLang="en-US" sz="1600" b="1" dirty="0">
                <a:latin typeface="微软雅黑" pitchFamily="34" charset="-122"/>
                <a:ea typeface="微软雅黑" pitchFamily="34" charset="-122"/>
              </a:rPr>
              <a:t>移动站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必须有一个原始地址，即</a:t>
            </a:r>
            <a:r>
              <a:rPr lang="zh-CN" altLang="en-US" sz="1600" b="1" dirty="0">
                <a:solidFill>
                  <a:srgbClr val="0000FF"/>
                </a:solidFill>
                <a:latin typeface="微软雅黑" pitchFamily="34" charset="-122"/>
                <a:ea typeface="微软雅黑" pitchFamily="34" charset="-122"/>
              </a:rPr>
              <a:t>永久地址</a:t>
            </a:r>
            <a:r>
              <a:rPr lang="zh-CN" altLang="en-US" sz="1600" b="1" dirty="0">
                <a:latin typeface="微软雅黑" pitchFamily="34" charset="-122"/>
                <a:ea typeface="微软雅黑" pitchFamily="34" charset="-122"/>
              </a:rPr>
              <a:t>，或</a:t>
            </a:r>
            <a:r>
              <a:rPr lang="zh-CN" altLang="en-US" sz="1600" b="1" dirty="0">
                <a:solidFill>
                  <a:srgbClr val="0000CC"/>
                </a:solidFill>
                <a:latin typeface="微软雅黑" pitchFamily="34" charset="-122"/>
                <a:ea typeface="微软雅黑" pitchFamily="34" charset="-122"/>
              </a:rPr>
              <a:t>归属地址 </a:t>
            </a:r>
            <a:r>
              <a:rPr lang="en-US" altLang="zh-CN" sz="1600" b="1" dirty="0">
                <a:latin typeface="微软雅黑" pitchFamily="34" charset="-122"/>
                <a:ea typeface="微软雅黑" pitchFamily="34" charset="-122"/>
              </a:rPr>
              <a:t>(home address)</a:t>
            </a:r>
            <a:r>
              <a:rPr lang="zh-CN" altLang="en-US" sz="1600" b="1" dirty="0">
                <a:latin typeface="微软雅黑" pitchFamily="34" charset="-122"/>
                <a:ea typeface="微软雅黑" pitchFamily="34" charset="-122"/>
              </a:rPr>
              <a:t>。移动站原始连接到的网络</a:t>
            </a:r>
            <a:r>
              <a:rPr lang="en-US" altLang="zh-CN" sz="1600" b="1" dirty="0">
                <a:latin typeface="微软雅黑" pitchFamily="34" charset="-122"/>
                <a:ea typeface="微软雅黑" pitchFamily="34" charset="-122"/>
              </a:rPr>
              <a:t>(</a:t>
            </a:r>
            <a:r>
              <a:rPr lang="zh-CN" altLang="en-US" sz="1600" b="1" dirty="0">
                <a:latin typeface="微软雅黑" pitchFamily="34" charset="-122"/>
                <a:ea typeface="微软雅黑" pitchFamily="34" charset="-122"/>
              </a:rPr>
              <a:t>例如</a:t>
            </a:r>
            <a:r>
              <a:rPr lang="en-US" altLang="zh-CN" sz="1600" b="1" dirty="0">
                <a:latin typeface="微软雅黑" pitchFamily="34" charset="-122"/>
                <a:ea typeface="微软雅黑" pitchFamily="34" charset="-122"/>
              </a:rPr>
              <a:t>N</a:t>
            </a:r>
            <a:r>
              <a:rPr lang="en-US" altLang="zh-CN" sz="1600" b="1" baseline="-25000" dirty="0">
                <a:latin typeface="微软雅黑" pitchFamily="34" charset="-122"/>
                <a:ea typeface="微软雅黑" pitchFamily="34" charset="-122"/>
              </a:rPr>
              <a:t>1</a:t>
            </a:r>
            <a:r>
              <a:rPr lang="en-US" altLang="zh-CN" sz="1600" b="1" dirty="0">
                <a:latin typeface="微软雅黑" pitchFamily="34" charset="-122"/>
                <a:ea typeface="微软雅黑" pitchFamily="34" charset="-122"/>
              </a:rPr>
              <a:t>)</a:t>
            </a:r>
            <a:r>
              <a:rPr lang="zh-CN" altLang="en-US" sz="1600" b="1" dirty="0">
                <a:latin typeface="微软雅黑" pitchFamily="34" charset="-122"/>
                <a:ea typeface="微软雅黑" pitchFamily="34" charset="-122"/>
              </a:rPr>
              <a:t>叫做</a:t>
            </a:r>
            <a:r>
              <a:rPr lang="zh-CN" altLang="en-US" sz="1600" b="1" dirty="0">
                <a:solidFill>
                  <a:srgbClr val="0000FF"/>
                </a:solidFill>
                <a:latin typeface="微软雅黑" pitchFamily="34" charset="-122"/>
                <a:ea typeface="微软雅黑" pitchFamily="34" charset="-122"/>
              </a:rPr>
              <a:t>归属网络 </a:t>
            </a:r>
            <a:r>
              <a:rPr lang="en-US" altLang="zh-CN" sz="1600" b="1" dirty="0">
                <a:latin typeface="微软雅黑" pitchFamily="34" charset="-122"/>
                <a:ea typeface="微软雅黑" pitchFamily="34" charset="-122"/>
              </a:rPr>
              <a:t>(home network)</a:t>
            </a:r>
            <a:r>
              <a:rPr lang="zh-CN" altLang="en-US" sz="1600" b="1" dirty="0">
                <a:latin typeface="微软雅黑" pitchFamily="34" charset="-122"/>
                <a:ea typeface="微软雅黑" pitchFamily="34" charset="-122"/>
              </a:rPr>
              <a:t>。</a:t>
            </a:r>
            <a:r>
              <a:rPr lang="zh-CN" altLang="en-US" sz="1600" b="1" dirty="0">
                <a:solidFill>
                  <a:srgbClr val="C00000"/>
                </a:solidFill>
                <a:latin typeface="微软雅黑" pitchFamily="34" charset="-122"/>
                <a:ea typeface="微软雅黑" pitchFamily="34" charset="-122"/>
              </a:rPr>
              <a:t>永久地址和归属网络的关联是不变的。</a:t>
            </a:r>
            <a:endParaRPr lang="zh-CN" altLang="en-US" sz="1600" b="1" dirty="0">
              <a:latin typeface="微软雅黑" pitchFamily="34" charset="-122"/>
              <a:ea typeface="微软雅黑" pitchFamily="34" charset="-122"/>
            </a:endParaRPr>
          </a:p>
        </p:txBody>
      </p:sp>
      <p:sp>
        <p:nvSpPr>
          <p:cNvPr id="18" name="Text Box 113"/>
          <p:cNvSpPr txBox="1">
            <a:spLocks noChangeArrowheads="1"/>
          </p:cNvSpPr>
          <p:nvPr/>
        </p:nvSpPr>
        <p:spPr bwMode="auto">
          <a:xfrm>
            <a:off x="5463161" y="2506079"/>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9" name="Text Box 143"/>
          <p:cNvSpPr txBox="1">
            <a:spLocks noChangeArrowheads="1"/>
          </p:cNvSpPr>
          <p:nvPr/>
        </p:nvSpPr>
        <p:spPr bwMode="auto">
          <a:xfrm flipH="1">
            <a:off x="6735672" y="2070888"/>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24" name="Cloud"/>
          <p:cNvSpPr>
            <a:spLocks noChangeAspect="1" noEditPoints="1" noChangeArrowheads="1"/>
          </p:cNvSpPr>
          <p:nvPr/>
        </p:nvSpPr>
        <p:spPr bwMode="auto">
          <a:xfrm>
            <a:off x="1195056" y="1258989"/>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5" name="Text Box 91"/>
          <p:cNvSpPr txBox="1">
            <a:spLocks noChangeArrowheads="1"/>
          </p:cNvSpPr>
          <p:nvPr/>
        </p:nvSpPr>
        <p:spPr bwMode="auto">
          <a:xfrm>
            <a:off x="1323105" y="1445218"/>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26" name="Line 94"/>
          <p:cNvSpPr>
            <a:spLocks noChangeShapeType="1"/>
          </p:cNvSpPr>
          <p:nvPr/>
        </p:nvSpPr>
        <p:spPr bwMode="auto">
          <a:xfrm>
            <a:off x="2166379" y="1564063"/>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96"/>
          <p:cNvSpPr txBox="1">
            <a:spLocks noChangeArrowheads="1"/>
          </p:cNvSpPr>
          <p:nvPr/>
        </p:nvSpPr>
        <p:spPr bwMode="auto">
          <a:xfrm>
            <a:off x="1261408" y="1100992"/>
            <a:ext cx="1919115"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r>
              <a:rPr kumimoji="1" lang="zh-CN" altLang="en-US" sz="1100" b="1" dirty="0">
                <a:latin typeface="微软雅黑" panose="020B0503020204020204" pitchFamily="34" charset="-122"/>
                <a:ea typeface="微软雅黑" panose="020B0503020204020204" pitchFamily="34" charset="-122"/>
              </a:rPr>
              <a:t>  </a:t>
            </a:r>
            <a:r>
              <a:rPr kumimoji="1" lang="en-US" altLang="zh-CN" sz="1100" b="1" dirty="0">
                <a:latin typeface="微软雅黑" panose="020B0503020204020204" pitchFamily="34" charset="-122"/>
                <a:ea typeface="微软雅黑" panose="020B0503020204020204" pitchFamily="34" charset="-122"/>
              </a:rPr>
              <a:t>131.8.0.0/16</a:t>
            </a:r>
          </a:p>
        </p:txBody>
      </p:sp>
      <p:sp>
        <p:nvSpPr>
          <p:cNvPr id="28" name="Text Box 99"/>
          <p:cNvSpPr txBox="1">
            <a:spLocks noChangeArrowheads="1"/>
          </p:cNvSpPr>
          <p:nvPr/>
        </p:nvSpPr>
        <p:spPr bwMode="auto">
          <a:xfrm>
            <a:off x="1498304" y="1819406"/>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9" name="Line 116"/>
          <p:cNvSpPr>
            <a:spLocks noChangeShapeType="1"/>
          </p:cNvSpPr>
          <p:nvPr/>
        </p:nvSpPr>
        <p:spPr bwMode="auto">
          <a:xfrm rot="16200000" flipV="1">
            <a:off x="220927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28"/>
          <p:cNvSpPr>
            <a:spLocks noChangeShapeType="1"/>
          </p:cNvSpPr>
          <p:nvPr/>
        </p:nvSpPr>
        <p:spPr bwMode="auto">
          <a:xfrm>
            <a:off x="2325949" y="1746996"/>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2" name="Picture 1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6981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4" name="Text Box 147"/>
          <p:cNvSpPr txBox="1">
            <a:spLocks noChangeArrowheads="1"/>
          </p:cNvSpPr>
          <p:nvPr/>
        </p:nvSpPr>
        <p:spPr bwMode="auto">
          <a:xfrm>
            <a:off x="2190224" y="137865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45" name="Cloud"/>
          <p:cNvSpPr>
            <a:spLocks noChangeAspect="1" noEditPoints="1" noChangeArrowheads="1"/>
          </p:cNvSpPr>
          <p:nvPr/>
        </p:nvSpPr>
        <p:spPr bwMode="auto">
          <a:xfrm>
            <a:off x="5491783" y="1316516"/>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47" name="Line 90"/>
          <p:cNvSpPr>
            <a:spLocks noChangeShapeType="1"/>
          </p:cNvSpPr>
          <p:nvPr/>
        </p:nvSpPr>
        <p:spPr bwMode="auto">
          <a:xfrm flipH="1">
            <a:off x="6054970" y="1568024"/>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7540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9" name="Text Box 97"/>
          <p:cNvSpPr txBox="1">
            <a:spLocks noChangeArrowheads="1"/>
          </p:cNvSpPr>
          <p:nvPr/>
        </p:nvSpPr>
        <p:spPr bwMode="auto">
          <a:xfrm>
            <a:off x="5486176" y="1100992"/>
            <a:ext cx="174599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r>
              <a:rPr kumimoji="1" lang="zh-CN" altLang="en-US" sz="1100" b="1" dirty="0">
                <a:latin typeface="微软雅黑" panose="020B0503020204020204" pitchFamily="34" charset="-122"/>
                <a:ea typeface="微软雅黑" panose="020B0503020204020204" pitchFamily="34" charset="-122"/>
              </a:rPr>
              <a:t>  </a:t>
            </a:r>
            <a:r>
              <a:rPr kumimoji="1" lang="en-US" altLang="zh-CN" sz="1100" b="1" dirty="0">
                <a:latin typeface="微软雅黑" panose="020B0503020204020204" pitchFamily="34" charset="-122"/>
                <a:ea typeface="微软雅黑" panose="020B0503020204020204" pitchFamily="34" charset="-122"/>
              </a:rPr>
              <a:t>15.0.0.0/8</a:t>
            </a:r>
          </a:p>
        </p:txBody>
      </p:sp>
      <p:sp>
        <p:nvSpPr>
          <p:cNvPr id="50" name="Text Box 98"/>
          <p:cNvSpPr txBox="1">
            <a:spLocks noChangeArrowheads="1"/>
          </p:cNvSpPr>
          <p:nvPr/>
        </p:nvSpPr>
        <p:spPr bwMode="auto">
          <a:xfrm>
            <a:off x="5263371" y="2021765"/>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52" name="Line 130"/>
          <p:cNvSpPr>
            <a:spLocks noChangeShapeType="1"/>
          </p:cNvSpPr>
          <p:nvPr/>
        </p:nvSpPr>
        <p:spPr bwMode="auto">
          <a:xfrm rot="16200000" flipV="1">
            <a:off x="601636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Line 142"/>
          <p:cNvSpPr>
            <a:spLocks noChangeShapeType="1"/>
          </p:cNvSpPr>
          <p:nvPr/>
        </p:nvSpPr>
        <p:spPr bwMode="auto">
          <a:xfrm flipH="1">
            <a:off x="5743550" y="1746996"/>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6" name="Text Box 148"/>
          <p:cNvSpPr txBox="1">
            <a:spLocks noChangeArrowheads="1"/>
          </p:cNvSpPr>
          <p:nvPr/>
        </p:nvSpPr>
        <p:spPr bwMode="auto">
          <a:xfrm>
            <a:off x="5718150" y="1404053"/>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57" name="Text Box 149"/>
          <p:cNvSpPr txBox="1">
            <a:spLocks noChangeArrowheads="1"/>
          </p:cNvSpPr>
          <p:nvPr/>
        </p:nvSpPr>
        <p:spPr bwMode="auto">
          <a:xfrm>
            <a:off x="6099581" y="1396699"/>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58" name="AutoShape 150"/>
          <p:cNvSpPr>
            <a:spLocks noChangeArrowheads="1"/>
          </p:cNvSpPr>
          <p:nvPr/>
        </p:nvSpPr>
        <p:spPr bwMode="auto">
          <a:xfrm>
            <a:off x="6018405" y="1924605"/>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51" name="Line 112"/>
          <p:cNvSpPr>
            <a:spLocks noChangeShapeType="1"/>
          </p:cNvSpPr>
          <p:nvPr/>
        </p:nvSpPr>
        <p:spPr bwMode="auto">
          <a:xfrm flipV="1">
            <a:off x="5743550" y="1661398"/>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Freeform 114"/>
          <p:cNvSpPr>
            <a:spLocks/>
          </p:cNvSpPr>
          <p:nvPr/>
        </p:nvSpPr>
        <p:spPr bwMode="auto">
          <a:xfrm>
            <a:off x="2494100" y="1649598"/>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92"/>
          <p:cNvSpPr>
            <a:spLocks noChangeShapeType="1"/>
          </p:cNvSpPr>
          <p:nvPr/>
        </p:nvSpPr>
        <p:spPr bwMode="auto">
          <a:xfrm>
            <a:off x="2283388" y="1608411"/>
            <a:ext cx="3301874" cy="0"/>
          </a:xfrm>
          <a:prstGeom prst="line">
            <a:avLst/>
          </a:prstGeom>
          <a:noFill/>
          <a:ln w="38100">
            <a:solidFill>
              <a:srgbClr val="FF00FF"/>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111"/>
          <p:cNvSpPr>
            <a:spLocks noChangeShapeType="1"/>
          </p:cNvSpPr>
          <p:nvPr/>
        </p:nvSpPr>
        <p:spPr bwMode="auto">
          <a:xfrm flipH="1" flipV="1">
            <a:off x="2494098" y="2028289"/>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Freeform 115"/>
          <p:cNvSpPr>
            <a:spLocks/>
          </p:cNvSpPr>
          <p:nvPr/>
        </p:nvSpPr>
        <p:spPr bwMode="auto">
          <a:xfrm>
            <a:off x="6223967" y="1639295"/>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Text Box 93"/>
          <p:cNvSpPr txBox="1">
            <a:spLocks noChangeArrowheads="1"/>
          </p:cNvSpPr>
          <p:nvPr/>
        </p:nvSpPr>
        <p:spPr bwMode="auto">
          <a:xfrm>
            <a:off x="3921050" y="1811031"/>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167" name="组合 166"/>
          <p:cNvGrpSpPr/>
          <p:nvPr/>
        </p:nvGrpSpPr>
        <p:grpSpPr>
          <a:xfrm>
            <a:off x="6238223" y="2351876"/>
            <a:ext cx="309983" cy="332183"/>
            <a:chOff x="2565534" y="4101618"/>
            <a:chExt cx="360485" cy="386301"/>
          </a:xfrm>
        </p:grpSpPr>
        <p:sp>
          <p:nvSpPr>
            <p:cNvPr id="168"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69" name="Group 424"/>
            <p:cNvGrpSpPr>
              <a:grpSpLocks/>
            </p:cNvGrpSpPr>
            <p:nvPr/>
          </p:nvGrpSpPr>
          <p:grpSpPr bwMode="auto">
            <a:xfrm>
              <a:off x="2565534" y="4101618"/>
              <a:ext cx="360485" cy="119330"/>
              <a:chOff x="748" y="2251"/>
              <a:chExt cx="306" cy="90"/>
            </a:xfrm>
          </p:grpSpPr>
          <p:sp>
            <p:nvSpPr>
              <p:cNvPr id="171"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2"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3"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4"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5"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6"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70"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3" name="组合 72"/>
          <p:cNvGrpSpPr/>
          <p:nvPr/>
        </p:nvGrpSpPr>
        <p:grpSpPr>
          <a:xfrm>
            <a:off x="1877866" y="1351352"/>
            <a:ext cx="528586" cy="356119"/>
            <a:chOff x="4406004" y="4260453"/>
            <a:chExt cx="558674" cy="429804"/>
          </a:xfrm>
        </p:grpSpPr>
        <p:grpSp>
          <p:nvGrpSpPr>
            <p:cNvPr id="74" name="Group 460"/>
            <p:cNvGrpSpPr>
              <a:grpSpLocks/>
            </p:cNvGrpSpPr>
            <p:nvPr/>
          </p:nvGrpSpPr>
          <p:grpSpPr bwMode="auto">
            <a:xfrm>
              <a:off x="4543772" y="4322623"/>
              <a:ext cx="420906" cy="367634"/>
              <a:chOff x="657" y="1570"/>
              <a:chExt cx="318" cy="318"/>
            </a:xfrm>
          </p:grpSpPr>
          <p:sp>
            <p:nvSpPr>
              <p:cNvPr id="8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83"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5" name="Group 463"/>
            <p:cNvGrpSpPr>
              <a:grpSpLocks/>
            </p:cNvGrpSpPr>
            <p:nvPr/>
          </p:nvGrpSpPr>
          <p:grpSpPr bwMode="auto">
            <a:xfrm>
              <a:off x="4406004" y="4260453"/>
              <a:ext cx="405022" cy="119404"/>
              <a:chOff x="748" y="2251"/>
              <a:chExt cx="306" cy="90"/>
            </a:xfrm>
            <a:solidFill>
              <a:srgbClr val="0066FF"/>
            </a:solidFill>
          </p:grpSpPr>
          <p:sp>
            <p:nvSpPr>
              <p:cNvPr id="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84" name="组合 83"/>
          <p:cNvGrpSpPr/>
          <p:nvPr/>
        </p:nvGrpSpPr>
        <p:grpSpPr>
          <a:xfrm>
            <a:off x="5797409" y="1351352"/>
            <a:ext cx="528586" cy="356119"/>
            <a:chOff x="4406004" y="4260453"/>
            <a:chExt cx="558674" cy="429804"/>
          </a:xfrm>
        </p:grpSpPr>
        <p:grpSp>
          <p:nvGrpSpPr>
            <p:cNvPr id="85" name="Group 460"/>
            <p:cNvGrpSpPr>
              <a:grpSpLocks/>
            </p:cNvGrpSpPr>
            <p:nvPr/>
          </p:nvGrpSpPr>
          <p:grpSpPr bwMode="auto">
            <a:xfrm>
              <a:off x="4543772" y="4322623"/>
              <a:ext cx="420906" cy="367634"/>
              <a:chOff x="657" y="1570"/>
              <a:chExt cx="318" cy="318"/>
            </a:xfrm>
          </p:grpSpPr>
          <p:sp>
            <p:nvSpPr>
              <p:cNvPr id="9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4"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 name="Group 463"/>
            <p:cNvGrpSpPr>
              <a:grpSpLocks/>
            </p:cNvGrpSpPr>
            <p:nvPr/>
          </p:nvGrpSpPr>
          <p:grpSpPr bwMode="auto">
            <a:xfrm>
              <a:off x="4406004" y="4260453"/>
              <a:ext cx="405022" cy="119404"/>
              <a:chOff x="748" y="2251"/>
              <a:chExt cx="306" cy="90"/>
            </a:xfrm>
            <a:solidFill>
              <a:srgbClr val="0066FF"/>
            </a:solidFill>
          </p:grpSpPr>
          <p:sp>
            <p:nvSpPr>
              <p:cNvPr id="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146"/>
          <p:cNvSpPr txBox="1">
            <a:spLocks noChangeArrowheads="1"/>
          </p:cNvSpPr>
          <p:nvPr/>
        </p:nvSpPr>
        <p:spPr bwMode="auto">
          <a:xfrm flipH="1">
            <a:off x="4895447" y="214686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43" name="Text Box 144"/>
          <p:cNvSpPr txBox="1">
            <a:spLocks noChangeArrowheads="1"/>
          </p:cNvSpPr>
          <p:nvPr/>
        </p:nvSpPr>
        <p:spPr bwMode="auto">
          <a:xfrm flipH="1">
            <a:off x="2777069" y="157213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55" name="Text Box 145"/>
          <p:cNvSpPr txBox="1">
            <a:spLocks noChangeArrowheads="1"/>
          </p:cNvSpPr>
          <p:nvPr/>
        </p:nvSpPr>
        <p:spPr bwMode="auto">
          <a:xfrm flipH="1">
            <a:off x="5789011" y="17135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68" name="Text Box 145"/>
          <p:cNvSpPr txBox="1">
            <a:spLocks noChangeArrowheads="1"/>
          </p:cNvSpPr>
          <p:nvPr/>
        </p:nvSpPr>
        <p:spPr bwMode="auto">
          <a:xfrm flipH="1">
            <a:off x="7285719" y="18659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p>
        </p:txBody>
      </p:sp>
    </p:spTree>
    <p:extLst>
      <p:ext uri="{BB962C8B-B14F-4D97-AF65-F5344CB8AC3E}">
        <p14:creationId xmlns:p14="http://schemas.microsoft.com/office/powerpoint/2010/main" val="16321283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5" presetClass="emph" presetSubtype="0" repeatCount="3000" fill="hold" grpId="0" nodeType="clickEffect">
                                  <p:stCondLst>
                                    <p:cond delay="0"/>
                                  </p:stCondLst>
                                  <p:childTnLst>
                                    <p:anim calcmode="discrete" valueType="str">
                                      <p:cBhvr>
                                        <p:cTn id="13" dur="1000" fill="hold"/>
                                        <p:tgtEl>
                                          <p:spTgt spid="44"/>
                                        </p:tgtEl>
                                        <p:attrNameLst>
                                          <p:attrName>style.visibility</p:attrName>
                                        </p:attrNameLst>
                                      </p:cBhvr>
                                      <p:tavLst>
                                        <p:tav tm="0">
                                          <p:val>
                                            <p:strVal val="hidden"/>
                                          </p:val>
                                        </p:tav>
                                        <p:tav tm="50000">
                                          <p:val>
                                            <p:strVal val="visible"/>
                                          </p:val>
                                        </p:tav>
                                      </p:tavLst>
                                    </p:anim>
                                  </p:childTnLst>
                                </p:cTn>
                              </p:par>
                            </p:childTnLst>
                          </p:cTn>
                        </p:par>
                      </p:childTnLst>
                    </p:cTn>
                  </p:par>
                  <p:par>
                    <p:cTn id="14" fill="hold">
                      <p:stCondLst>
                        <p:cond delay="indefinite"/>
                      </p:stCondLst>
                      <p:childTnLst>
                        <p:par>
                          <p:cTn id="15" fill="hold">
                            <p:stCondLst>
                              <p:cond delay="0"/>
                            </p:stCondLst>
                            <p:childTnLst>
                              <p:par>
                                <p:cTn id="16" presetID="35" presetClass="emph" presetSubtype="0" repeatCount="3000" fill="hold" grpId="0" nodeType="clickEffect">
                                  <p:stCondLst>
                                    <p:cond delay="0"/>
                                  </p:stCondLst>
                                  <p:childTnLst>
                                    <p:anim calcmode="discrete" valueType="str">
                                      <p:cBhvr>
                                        <p:cTn id="17" dur="1000" fill="hold"/>
                                        <p:tgtEl>
                                          <p:spTgt spid="2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27" grpId="0"/>
      <p:bldP spid="44"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222E80-2BA1-6B8B-5184-2260E11A99B1}"/>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7BBAEA66-DF10-D204-00A5-F89BBFEAF91D}"/>
              </a:ext>
            </a:extLst>
          </p:cNvPr>
          <p:cNvSpPr/>
          <p:nvPr/>
        </p:nvSpPr>
        <p:spPr>
          <a:xfrm>
            <a:off x="509474" y="1054535"/>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a:extLst>
              <a:ext uri="{FF2B5EF4-FFF2-40B4-BE49-F238E27FC236}">
                <a16:creationId xmlns:a16="http://schemas.microsoft.com/office/drawing/2014/main" id="{A80E272F-A4D7-533B-E900-C299D8C0B20D}"/>
              </a:ext>
            </a:extLst>
          </p:cNvPr>
          <p:cNvSpPr>
            <a:spLocks noChangeShapeType="1"/>
          </p:cNvSpPr>
          <p:nvPr/>
        </p:nvSpPr>
        <p:spPr bwMode="auto">
          <a:xfrm>
            <a:off x="2552700" y="1981034"/>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5" name="Cloud">
            <a:extLst>
              <a:ext uri="{FF2B5EF4-FFF2-40B4-BE49-F238E27FC236}">
                <a16:creationId xmlns:a16="http://schemas.microsoft.com/office/drawing/2014/main" id="{4CABBD2C-75D7-9086-5C8A-F50E987A5506}"/>
              </a:ext>
            </a:extLst>
          </p:cNvPr>
          <p:cNvSpPr>
            <a:spLocks noChangeAspect="1" noEditPoints="1" noChangeArrowheads="1"/>
          </p:cNvSpPr>
          <p:nvPr/>
        </p:nvSpPr>
        <p:spPr bwMode="auto">
          <a:xfrm>
            <a:off x="3542371" y="1419791"/>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3" name="AutoShape 5">
            <a:extLst>
              <a:ext uri="{FF2B5EF4-FFF2-40B4-BE49-F238E27FC236}">
                <a16:creationId xmlns:a16="http://schemas.microsoft.com/office/drawing/2014/main" id="{2D9039BA-4DA5-D392-E788-EF58FFAF2F23}"/>
              </a:ext>
            </a:extLst>
          </p:cNvPr>
          <p:cNvSpPr>
            <a:spLocks noChangeArrowheads="1"/>
          </p:cNvSpPr>
          <p:nvPr/>
        </p:nvSpPr>
        <p:spPr bwMode="auto">
          <a:xfrm>
            <a:off x="509475" y="621675"/>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3DFADD59-0EAE-CF7C-DCBB-65D1AB075808}"/>
              </a:ext>
            </a:extLst>
          </p:cNvPr>
          <p:cNvSpPr>
            <a:spLocks noChangeArrowheads="1"/>
          </p:cNvSpPr>
          <p:nvPr/>
        </p:nvSpPr>
        <p:spPr bwMode="auto">
          <a:xfrm>
            <a:off x="3145914" y="598585"/>
            <a:ext cx="28713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移动 </a:t>
            </a:r>
            <a:r>
              <a:rPr lang="en-US" altLang="zh-CN" sz="2000" b="1" dirty="0">
                <a:solidFill>
                  <a:schemeClr val="bg1"/>
                </a:solidFill>
                <a:ea typeface="微软雅黑" pitchFamily="34" charset="-122"/>
              </a:rPr>
              <a:t>IP </a:t>
            </a:r>
            <a:r>
              <a:rPr lang="zh-CN" altLang="en-US" sz="2000" b="1" dirty="0">
                <a:solidFill>
                  <a:schemeClr val="bg1"/>
                </a:solidFill>
                <a:ea typeface="微软雅黑" pitchFamily="34" charset="-122"/>
              </a:rPr>
              <a:t>的一些基本概念 </a:t>
            </a:r>
          </a:p>
        </p:txBody>
      </p:sp>
      <p:sp>
        <p:nvSpPr>
          <p:cNvPr id="5" name="矩形 4">
            <a:extLst>
              <a:ext uri="{FF2B5EF4-FFF2-40B4-BE49-F238E27FC236}">
                <a16:creationId xmlns:a16="http://schemas.microsoft.com/office/drawing/2014/main" id="{3773CB03-C6C2-A004-CF38-7BC8B23142C8}"/>
              </a:ext>
            </a:extLst>
          </p:cNvPr>
          <p:cNvSpPr/>
          <p:nvPr/>
        </p:nvSpPr>
        <p:spPr>
          <a:xfrm>
            <a:off x="832512" y="2924706"/>
            <a:ext cx="7660945" cy="679801"/>
          </a:xfrm>
          <a:prstGeom prst="rect">
            <a:avLst/>
          </a:prstGeom>
          <a:noFill/>
          <a:ln>
            <a:noFill/>
          </a:ln>
        </p:spPr>
        <p:txBody>
          <a:bodyPr wrap="square">
            <a:spAutoFit/>
          </a:bodyPr>
          <a:lstStyle/>
          <a:p>
            <a:pPr>
              <a:lnSpc>
                <a:spcPts val="2400"/>
              </a:lnSpc>
            </a:pPr>
            <a:r>
              <a:rPr lang="zh-CN" altLang="en-US" sz="1600" b="1" dirty="0">
                <a:solidFill>
                  <a:srgbClr val="0000CC"/>
                </a:solidFill>
                <a:latin typeface="微软雅黑" pitchFamily="34" charset="-122"/>
                <a:ea typeface="微软雅黑" pitchFamily="34" charset="-122"/>
              </a:rPr>
              <a:t>归属代理 </a:t>
            </a:r>
            <a:r>
              <a:rPr lang="en-US" altLang="zh-CN" sz="1600" b="1" dirty="0">
                <a:latin typeface="微软雅黑" pitchFamily="34" charset="-122"/>
                <a:ea typeface="微软雅黑" pitchFamily="34" charset="-122"/>
              </a:rPr>
              <a:t>(home agent) </a:t>
            </a:r>
            <a:r>
              <a:rPr lang="zh-CN" altLang="en-US" sz="1600" b="1" dirty="0">
                <a:latin typeface="微软雅黑" pitchFamily="34" charset="-122"/>
                <a:ea typeface="微软雅黑" pitchFamily="34" charset="-122"/>
              </a:rPr>
              <a:t>让地址的改变对互联网的其余部分透明，它通常就是连接在归属网络上的路由器，代理功能在</a:t>
            </a:r>
            <a:r>
              <a:rPr lang="zh-CN" altLang="en-US" sz="1600" b="1" dirty="0">
                <a:solidFill>
                  <a:srgbClr val="0000CC"/>
                </a:solidFill>
                <a:latin typeface="微软雅黑" pitchFamily="34" charset="-122"/>
                <a:ea typeface="微软雅黑" pitchFamily="34" charset="-122"/>
              </a:rPr>
              <a:t>应用层</a:t>
            </a:r>
            <a:r>
              <a:rPr lang="zh-CN" altLang="en-US" sz="1600" b="1" dirty="0">
                <a:latin typeface="微软雅黑" pitchFamily="34" charset="-122"/>
                <a:ea typeface="微软雅黑" pitchFamily="34" charset="-122"/>
              </a:rPr>
              <a:t>完成。归属代理既是路由器，也是主机。</a:t>
            </a:r>
          </a:p>
        </p:txBody>
      </p:sp>
      <p:sp>
        <p:nvSpPr>
          <p:cNvPr id="18" name="Text Box 113">
            <a:extLst>
              <a:ext uri="{FF2B5EF4-FFF2-40B4-BE49-F238E27FC236}">
                <a16:creationId xmlns:a16="http://schemas.microsoft.com/office/drawing/2014/main" id="{F8C5FE96-B0F0-C638-469C-BDF35C7B3611}"/>
              </a:ext>
            </a:extLst>
          </p:cNvPr>
          <p:cNvSpPr txBox="1">
            <a:spLocks noChangeArrowheads="1"/>
          </p:cNvSpPr>
          <p:nvPr/>
        </p:nvSpPr>
        <p:spPr bwMode="auto">
          <a:xfrm>
            <a:off x="5463161" y="2506079"/>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9" name="Text Box 143">
            <a:extLst>
              <a:ext uri="{FF2B5EF4-FFF2-40B4-BE49-F238E27FC236}">
                <a16:creationId xmlns:a16="http://schemas.microsoft.com/office/drawing/2014/main" id="{465C7D2B-6981-2526-A6CB-8BB8F75BCA9B}"/>
              </a:ext>
            </a:extLst>
          </p:cNvPr>
          <p:cNvSpPr txBox="1">
            <a:spLocks noChangeArrowheads="1"/>
          </p:cNvSpPr>
          <p:nvPr/>
        </p:nvSpPr>
        <p:spPr bwMode="auto">
          <a:xfrm flipH="1">
            <a:off x="6735672" y="2070888"/>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24" name="Cloud">
            <a:extLst>
              <a:ext uri="{FF2B5EF4-FFF2-40B4-BE49-F238E27FC236}">
                <a16:creationId xmlns:a16="http://schemas.microsoft.com/office/drawing/2014/main" id="{BDC77AA8-438A-E18F-5A9E-7099A6763E96}"/>
              </a:ext>
            </a:extLst>
          </p:cNvPr>
          <p:cNvSpPr>
            <a:spLocks noChangeAspect="1" noEditPoints="1" noChangeArrowheads="1"/>
          </p:cNvSpPr>
          <p:nvPr/>
        </p:nvSpPr>
        <p:spPr bwMode="auto">
          <a:xfrm>
            <a:off x="1195056" y="1258989"/>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5" name="Text Box 91">
            <a:extLst>
              <a:ext uri="{FF2B5EF4-FFF2-40B4-BE49-F238E27FC236}">
                <a16:creationId xmlns:a16="http://schemas.microsoft.com/office/drawing/2014/main" id="{4F366421-17EA-63FF-B757-AC5924D689A6}"/>
              </a:ext>
            </a:extLst>
          </p:cNvPr>
          <p:cNvSpPr txBox="1">
            <a:spLocks noChangeArrowheads="1"/>
          </p:cNvSpPr>
          <p:nvPr/>
        </p:nvSpPr>
        <p:spPr bwMode="auto">
          <a:xfrm>
            <a:off x="1323105" y="1445218"/>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26" name="Line 94">
            <a:extLst>
              <a:ext uri="{FF2B5EF4-FFF2-40B4-BE49-F238E27FC236}">
                <a16:creationId xmlns:a16="http://schemas.microsoft.com/office/drawing/2014/main" id="{1BA629AC-AE14-38E6-992D-4BAFDC342EC2}"/>
              </a:ext>
            </a:extLst>
          </p:cNvPr>
          <p:cNvSpPr>
            <a:spLocks noChangeShapeType="1"/>
          </p:cNvSpPr>
          <p:nvPr/>
        </p:nvSpPr>
        <p:spPr bwMode="auto">
          <a:xfrm>
            <a:off x="2166379" y="1564063"/>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96">
            <a:extLst>
              <a:ext uri="{FF2B5EF4-FFF2-40B4-BE49-F238E27FC236}">
                <a16:creationId xmlns:a16="http://schemas.microsoft.com/office/drawing/2014/main" id="{1F95948A-05BD-6B79-BD25-7539F27CDEDC}"/>
              </a:ext>
            </a:extLst>
          </p:cNvPr>
          <p:cNvSpPr txBox="1">
            <a:spLocks noChangeArrowheads="1"/>
          </p:cNvSpPr>
          <p:nvPr/>
        </p:nvSpPr>
        <p:spPr bwMode="auto">
          <a:xfrm>
            <a:off x="1261408" y="1100992"/>
            <a:ext cx="1919115"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r>
              <a:rPr kumimoji="1" lang="zh-CN" altLang="en-US" sz="1100" b="1" dirty="0">
                <a:latin typeface="微软雅黑" panose="020B0503020204020204" pitchFamily="34" charset="-122"/>
                <a:ea typeface="微软雅黑" panose="020B0503020204020204" pitchFamily="34" charset="-122"/>
              </a:rPr>
              <a:t>  </a:t>
            </a:r>
            <a:r>
              <a:rPr kumimoji="1" lang="en-US" altLang="zh-CN" sz="1100" b="1" dirty="0">
                <a:latin typeface="微软雅黑" panose="020B0503020204020204" pitchFamily="34" charset="-122"/>
                <a:ea typeface="微软雅黑" panose="020B0503020204020204" pitchFamily="34" charset="-122"/>
              </a:rPr>
              <a:t>131.8.0.0/16</a:t>
            </a:r>
          </a:p>
        </p:txBody>
      </p:sp>
      <p:sp>
        <p:nvSpPr>
          <p:cNvPr id="28" name="Text Box 99">
            <a:extLst>
              <a:ext uri="{FF2B5EF4-FFF2-40B4-BE49-F238E27FC236}">
                <a16:creationId xmlns:a16="http://schemas.microsoft.com/office/drawing/2014/main" id="{74ACBD03-3C6F-5C3F-044C-6882791096A4}"/>
              </a:ext>
            </a:extLst>
          </p:cNvPr>
          <p:cNvSpPr txBox="1">
            <a:spLocks noChangeArrowheads="1"/>
          </p:cNvSpPr>
          <p:nvPr/>
        </p:nvSpPr>
        <p:spPr bwMode="auto">
          <a:xfrm>
            <a:off x="1498304" y="1819406"/>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9" name="Line 116">
            <a:extLst>
              <a:ext uri="{FF2B5EF4-FFF2-40B4-BE49-F238E27FC236}">
                <a16:creationId xmlns:a16="http://schemas.microsoft.com/office/drawing/2014/main" id="{F572BCF9-A058-5D9F-DC21-CD632EB6A575}"/>
              </a:ext>
            </a:extLst>
          </p:cNvPr>
          <p:cNvSpPr>
            <a:spLocks noChangeShapeType="1"/>
          </p:cNvSpPr>
          <p:nvPr/>
        </p:nvSpPr>
        <p:spPr bwMode="auto">
          <a:xfrm rot="16200000" flipV="1">
            <a:off x="220927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28">
            <a:extLst>
              <a:ext uri="{FF2B5EF4-FFF2-40B4-BE49-F238E27FC236}">
                <a16:creationId xmlns:a16="http://schemas.microsoft.com/office/drawing/2014/main" id="{C73251A2-CBC1-37F7-435E-3DA8B22DC57C}"/>
              </a:ext>
            </a:extLst>
          </p:cNvPr>
          <p:cNvSpPr>
            <a:spLocks noChangeShapeType="1"/>
          </p:cNvSpPr>
          <p:nvPr/>
        </p:nvSpPr>
        <p:spPr bwMode="auto">
          <a:xfrm>
            <a:off x="2325949" y="1746996"/>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2" name="Picture 129">
            <a:extLst>
              <a:ext uri="{FF2B5EF4-FFF2-40B4-BE49-F238E27FC236}">
                <a16:creationId xmlns:a16="http://schemas.microsoft.com/office/drawing/2014/main" id="{7B809E68-97B1-F0F5-BDA5-C8504A9211D9}"/>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6981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4" name="Text Box 147">
            <a:extLst>
              <a:ext uri="{FF2B5EF4-FFF2-40B4-BE49-F238E27FC236}">
                <a16:creationId xmlns:a16="http://schemas.microsoft.com/office/drawing/2014/main" id="{876BB548-A315-258A-6816-796813D4E627}"/>
              </a:ext>
            </a:extLst>
          </p:cNvPr>
          <p:cNvSpPr txBox="1">
            <a:spLocks noChangeArrowheads="1"/>
          </p:cNvSpPr>
          <p:nvPr/>
        </p:nvSpPr>
        <p:spPr bwMode="auto">
          <a:xfrm>
            <a:off x="2190224" y="137865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45" name="Cloud">
            <a:extLst>
              <a:ext uri="{FF2B5EF4-FFF2-40B4-BE49-F238E27FC236}">
                <a16:creationId xmlns:a16="http://schemas.microsoft.com/office/drawing/2014/main" id="{461CC2E7-292C-94AF-CD8F-668A8698BD8B}"/>
              </a:ext>
            </a:extLst>
          </p:cNvPr>
          <p:cNvSpPr>
            <a:spLocks noChangeAspect="1" noEditPoints="1" noChangeArrowheads="1"/>
          </p:cNvSpPr>
          <p:nvPr/>
        </p:nvSpPr>
        <p:spPr bwMode="auto">
          <a:xfrm>
            <a:off x="5491783" y="1316516"/>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47" name="Line 90">
            <a:extLst>
              <a:ext uri="{FF2B5EF4-FFF2-40B4-BE49-F238E27FC236}">
                <a16:creationId xmlns:a16="http://schemas.microsoft.com/office/drawing/2014/main" id="{08648E23-D67A-F2E8-0525-044DC942BF16}"/>
              </a:ext>
            </a:extLst>
          </p:cNvPr>
          <p:cNvSpPr>
            <a:spLocks noChangeShapeType="1"/>
          </p:cNvSpPr>
          <p:nvPr/>
        </p:nvSpPr>
        <p:spPr bwMode="auto">
          <a:xfrm flipH="1">
            <a:off x="6054970" y="1568024"/>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95">
            <a:extLst>
              <a:ext uri="{FF2B5EF4-FFF2-40B4-BE49-F238E27FC236}">
                <a16:creationId xmlns:a16="http://schemas.microsoft.com/office/drawing/2014/main" id="{2044CD98-7365-1756-D696-CB008FDB9A38}"/>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7540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9" name="Text Box 97">
            <a:extLst>
              <a:ext uri="{FF2B5EF4-FFF2-40B4-BE49-F238E27FC236}">
                <a16:creationId xmlns:a16="http://schemas.microsoft.com/office/drawing/2014/main" id="{45C77FDF-FBCD-DAB4-5981-CDEEAAA12827}"/>
              </a:ext>
            </a:extLst>
          </p:cNvPr>
          <p:cNvSpPr txBox="1">
            <a:spLocks noChangeArrowheads="1"/>
          </p:cNvSpPr>
          <p:nvPr/>
        </p:nvSpPr>
        <p:spPr bwMode="auto">
          <a:xfrm>
            <a:off x="5486176" y="1100992"/>
            <a:ext cx="174599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r>
              <a:rPr kumimoji="1" lang="zh-CN" altLang="en-US" sz="1100" b="1" dirty="0">
                <a:latin typeface="微软雅黑" panose="020B0503020204020204" pitchFamily="34" charset="-122"/>
                <a:ea typeface="微软雅黑" panose="020B0503020204020204" pitchFamily="34" charset="-122"/>
              </a:rPr>
              <a:t>  </a:t>
            </a:r>
            <a:r>
              <a:rPr kumimoji="1" lang="en-US" altLang="zh-CN" sz="1100" b="1" dirty="0">
                <a:latin typeface="微软雅黑" panose="020B0503020204020204" pitchFamily="34" charset="-122"/>
                <a:ea typeface="微软雅黑" panose="020B0503020204020204" pitchFamily="34" charset="-122"/>
              </a:rPr>
              <a:t>15.0.0.0/8</a:t>
            </a:r>
          </a:p>
        </p:txBody>
      </p:sp>
      <p:sp>
        <p:nvSpPr>
          <p:cNvPr id="50" name="Text Box 98">
            <a:extLst>
              <a:ext uri="{FF2B5EF4-FFF2-40B4-BE49-F238E27FC236}">
                <a16:creationId xmlns:a16="http://schemas.microsoft.com/office/drawing/2014/main" id="{EADCE59F-924C-B0B2-F7BA-FC36FDD4497B}"/>
              </a:ext>
            </a:extLst>
          </p:cNvPr>
          <p:cNvSpPr txBox="1">
            <a:spLocks noChangeArrowheads="1"/>
          </p:cNvSpPr>
          <p:nvPr/>
        </p:nvSpPr>
        <p:spPr bwMode="auto">
          <a:xfrm>
            <a:off x="5263371" y="2021765"/>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52" name="Line 130">
            <a:extLst>
              <a:ext uri="{FF2B5EF4-FFF2-40B4-BE49-F238E27FC236}">
                <a16:creationId xmlns:a16="http://schemas.microsoft.com/office/drawing/2014/main" id="{FF2E0FF1-9DD4-6A33-ED69-A2E0BB2812E3}"/>
              </a:ext>
            </a:extLst>
          </p:cNvPr>
          <p:cNvSpPr>
            <a:spLocks noChangeShapeType="1"/>
          </p:cNvSpPr>
          <p:nvPr/>
        </p:nvSpPr>
        <p:spPr bwMode="auto">
          <a:xfrm rot="16200000" flipV="1">
            <a:off x="601636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Line 142">
            <a:extLst>
              <a:ext uri="{FF2B5EF4-FFF2-40B4-BE49-F238E27FC236}">
                <a16:creationId xmlns:a16="http://schemas.microsoft.com/office/drawing/2014/main" id="{929A77D3-2C25-B4DA-632C-F95EAC231D4A}"/>
              </a:ext>
            </a:extLst>
          </p:cNvPr>
          <p:cNvSpPr>
            <a:spLocks noChangeShapeType="1"/>
          </p:cNvSpPr>
          <p:nvPr/>
        </p:nvSpPr>
        <p:spPr bwMode="auto">
          <a:xfrm flipH="1">
            <a:off x="5743550" y="1746996"/>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6" name="Text Box 148">
            <a:extLst>
              <a:ext uri="{FF2B5EF4-FFF2-40B4-BE49-F238E27FC236}">
                <a16:creationId xmlns:a16="http://schemas.microsoft.com/office/drawing/2014/main" id="{0ABE0CBA-78FE-22C4-87E9-510417CE6E2B}"/>
              </a:ext>
            </a:extLst>
          </p:cNvPr>
          <p:cNvSpPr txBox="1">
            <a:spLocks noChangeArrowheads="1"/>
          </p:cNvSpPr>
          <p:nvPr/>
        </p:nvSpPr>
        <p:spPr bwMode="auto">
          <a:xfrm>
            <a:off x="5718150" y="1404053"/>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57" name="Text Box 149">
            <a:extLst>
              <a:ext uri="{FF2B5EF4-FFF2-40B4-BE49-F238E27FC236}">
                <a16:creationId xmlns:a16="http://schemas.microsoft.com/office/drawing/2014/main" id="{1864396D-B29B-9276-C08B-6E76C37B5A56}"/>
              </a:ext>
            </a:extLst>
          </p:cNvPr>
          <p:cNvSpPr txBox="1">
            <a:spLocks noChangeArrowheads="1"/>
          </p:cNvSpPr>
          <p:nvPr/>
        </p:nvSpPr>
        <p:spPr bwMode="auto">
          <a:xfrm>
            <a:off x="6099581" y="1396699"/>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58" name="AutoShape 150">
            <a:extLst>
              <a:ext uri="{FF2B5EF4-FFF2-40B4-BE49-F238E27FC236}">
                <a16:creationId xmlns:a16="http://schemas.microsoft.com/office/drawing/2014/main" id="{BCEEFEE3-E10B-1A5F-0D76-C7FAAF394235}"/>
              </a:ext>
            </a:extLst>
          </p:cNvPr>
          <p:cNvSpPr>
            <a:spLocks noChangeArrowheads="1"/>
          </p:cNvSpPr>
          <p:nvPr/>
        </p:nvSpPr>
        <p:spPr bwMode="auto">
          <a:xfrm>
            <a:off x="6018405" y="1924605"/>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51" name="Line 112">
            <a:extLst>
              <a:ext uri="{FF2B5EF4-FFF2-40B4-BE49-F238E27FC236}">
                <a16:creationId xmlns:a16="http://schemas.microsoft.com/office/drawing/2014/main" id="{DA0C8294-148B-77AA-67E3-368CBA8F830A}"/>
              </a:ext>
            </a:extLst>
          </p:cNvPr>
          <p:cNvSpPr>
            <a:spLocks noChangeShapeType="1"/>
          </p:cNvSpPr>
          <p:nvPr/>
        </p:nvSpPr>
        <p:spPr bwMode="auto">
          <a:xfrm flipV="1">
            <a:off x="5743550" y="1661398"/>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Freeform 114">
            <a:extLst>
              <a:ext uri="{FF2B5EF4-FFF2-40B4-BE49-F238E27FC236}">
                <a16:creationId xmlns:a16="http://schemas.microsoft.com/office/drawing/2014/main" id="{6746897F-70A2-D4B4-C02C-227E94BC4206}"/>
              </a:ext>
            </a:extLst>
          </p:cNvPr>
          <p:cNvSpPr>
            <a:spLocks/>
          </p:cNvSpPr>
          <p:nvPr/>
        </p:nvSpPr>
        <p:spPr bwMode="auto">
          <a:xfrm>
            <a:off x="2494100" y="1649598"/>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92">
            <a:extLst>
              <a:ext uri="{FF2B5EF4-FFF2-40B4-BE49-F238E27FC236}">
                <a16:creationId xmlns:a16="http://schemas.microsoft.com/office/drawing/2014/main" id="{66993BFF-2D19-D6DA-5F51-0AECDAFA8AD8}"/>
              </a:ext>
            </a:extLst>
          </p:cNvPr>
          <p:cNvSpPr>
            <a:spLocks noChangeShapeType="1"/>
          </p:cNvSpPr>
          <p:nvPr/>
        </p:nvSpPr>
        <p:spPr bwMode="auto">
          <a:xfrm>
            <a:off x="2283388" y="1608411"/>
            <a:ext cx="3301874" cy="0"/>
          </a:xfrm>
          <a:prstGeom prst="line">
            <a:avLst/>
          </a:prstGeom>
          <a:noFill/>
          <a:ln w="38100">
            <a:solidFill>
              <a:srgbClr val="FF00FF"/>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111">
            <a:extLst>
              <a:ext uri="{FF2B5EF4-FFF2-40B4-BE49-F238E27FC236}">
                <a16:creationId xmlns:a16="http://schemas.microsoft.com/office/drawing/2014/main" id="{61758C4A-AE4D-828B-BDC3-966C73A42A2E}"/>
              </a:ext>
            </a:extLst>
          </p:cNvPr>
          <p:cNvSpPr>
            <a:spLocks noChangeShapeType="1"/>
          </p:cNvSpPr>
          <p:nvPr/>
        </p:nvSpPr>
        <p:spPr bwMode="auto">
          <a:xfrm flipH="1" flipV="1">
            <a:off x="2494098" y="2028289"/>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Freeform 115">
            <a:extLst>
              <a:ext uri="{FF2B5EF4-FFF2-40B4-BE49-F238E27FC236}">
                <a16:creationId xmlns:a16="http://schemas.microsoft.com/office/drawing/2014/main" id="{87339CD2-1E78-2A5B-0F4B-9C5D54085429}"/>
              </a:ext>
            </a:extLst>
          </p:cNvPr>
          <p:cNvSpPr>
            <a:spLocks/>
          </p:cNvSpPr>
          <p:nvPr/>
        </p:nvSpPr>
        <p:spPr bwMode="auto">
          <a:xfrm>
            <a:off x="6223967" y="1639295"/>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Text Box 93">
            <a:extLst>
              <a:ext uri="{FF2B5EF4-FFF2-40B4-BE49-F238E27FC236}">
                <a16:creationId xmlns:a16="http://schemas.microsoft.com/office/drawing/2014/main" id="{A920112A-CC69-47A0-5336-4FDF47E68AD2}"/>
              </a:ext>
            </a:extLst>
          </p:cNvPr>
          <p:cNvSpPr txBox="1">
            <a:spLocks noChangeArrowheads="1"/>
          </p:cNvSpPr>
          <p:nvPr/>
        </p:nvSpPr>
        <p:spPr bwMode="auto">
          <a:xfrm>
            <a:off x="3921050" y="1811031"/>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167" name="组合 166">
            <a:extLst>
              <a:ext uri="{FF2B5EF4-FFF2-40B4-BE49-F238E27FC236}">
                <a16:creationId xmlns:a16="http://schemas.microsoft.com/office/drawing/2014/main" id="{78524DFA-3453-826C-29A4-078A53B4C137}"/>
              </a:ext>
            </a:extLst>
          </p:cNvPr>
          <p:cNvGrpSpPr/>
          <p:nvPr/>
        </p:nvGrpSpPr>
        <p:grpSpPr>
          <a:xfrm>
            <a:off x="6238223" y="2351876"/>
            <a:ext cx="309983" cy="332183"/>
            <a:chOff x="2565534" y="4101618"/>
            <a:chExt cx="360485" cy="386301"/>
          </a:xfrm>
        </p:grpSpPr>
        <p:sp>
          <p:nvSpPr>
            <p:cNvPr id="168" name="Line 313">
              <a:extLst>
                <a:ext uri="{FF2B5EF4-FFF2-40B4-BE49-F238E27FC236}">
                  <a16:creationId xmlns:a16="http://schemas.microsoft.com/office/drawing/2014/main" id="{38849567-8F06-3F49-6E0F-CDB4BCD0DA41}"/>
                </a:ext>
              </a:extLst>
            </p:cNvPr>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69" name="Group 424">
              <a:extLst>
                <a:ext uri="{FF2B5EF4-FFF2-40B4-BE49-F238E27FC236}">
                  <a16:creationId xmlns:a16="http://schemas.microsoft.com/office/drawing/2014/main" id="{834D7218-0F4F-E6E9-D99D-9C70476BC4FB}"/>
                </a:ext>
              </a:extLst>
            </p:cNvPr>
            <p:cNvGrpSpPr>
              <a:grpSpLocks/>
            </p:cNvGrpSpPr>
            <p:nvPr/>
          </p:nvGrpSpPr>
          <p:grpSpPr bwMode="auto">
            <a:xfrm>
              <a:off x="2565534" y="4101618"/>
              <a:ext cx="360485" cy="119330"/>
              <a:chOff x="748" y="2251"/>
              <a:chExt cx="306" cy="90"/>
            </a:xfrm>
          </p:grpSpPr>
          <p:sp>
            <p:nvSpPr>
              <p:cNvPr id="171" name="AutoShape 317">
                <a:extLst>
                  <a:ext uri="{FF2B5EF4-FFF2-40B4-BE49-F238E27FC236}">
                    <a16:creationId xmlns:a16="http://schemas.microsoft.com/office/drawing/2014/main" id="{B6DD2CAB-FE42-0240-5EEE-2151606E7C76}"/>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2" name="AutoShape 318">
                <a:extLst>
                  <a:ext uri="{FF2B5EF4-FFF2-40B4-BE49-F238E27FC236}">
                    <a16:creationId xmlns:a16="http://schemas.microsoft.com/office/drawing/2014/main" id="{FFA88E84-2048-4609-CC56-A81D64A40C92}"/>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3" name="AutoShape 319">
                <a:extLst>
                  <a:ext uri="{FF2B5EF4-FFF2-40B4-BE49-F238E27FC236}">
                    <a16:creationId xmlns:a16="http://schemas.microsoft.com/office/drawing/2014/main" id="{AC2735B9-BF67-6562-3A10-6B05A009F38E}"/>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4" name="AutoShape 320">
                <a:extLst>
                  <a:ext uri="{FF2B5EF4-FFF2-40B4-BE49-F238E27FC236}">
                    <a16:creationId xmlns:a16="http://schemas.microsoft.com/office/drawing/2014/main" id="{BE1820D2-0EA4-7313-E946-C7D134355686}"/>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5" name="AutoShape 321">
                <a:extLst>
                  <a:ext uri="{FF2B5EF4-FFF2-40B4-BE49-F238E27FC236}">
                    <a16:creationId xmlns:a16="http://schemas.microsoft.com/office/drawing/2014/main" id="{9E9638A1-2A16-BF8F-8B28-5BB2643B0B43}"/>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6" name="AutoShape 322">
                <a:extLst>
                  <a:ext uri="{FF2B5EF4-FFF2-40B4-BE49-F238E27FC236}">
                    <a16:creationId xmlns:a16="http://schemas.microsoft.com/office/drawing/2014/main" id="{9FF9367B-BF0F-62C9-AFD1-938BAD8F39BB}"/>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70" name="Picture 200" descr="jisuanji">
              <a:extLst>
                <a:ext uri="{FF2B5EF4-FFF2-40B4-BE49-F238E27FC236}">
                  <a16:creationId xmlns:a16="http://schemas.microsoft.com/office/drawing/2014/main" id="{A2608A7A-33DA-D30C-2F32-5B2C629E237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3" name="组合 72">
            <a:extLst>
              <a:ext uri="{FF2B5EF4-FFF2-40B4-BE49-F238E27FC236}">
                <a16:creationId xmlns:a16="http://schemas.microsoft.com/office/drawing/2014/main" id="{3A11D625-139B-776D-DE9F-BABFD7EAD1BB}"/>
              </a:ext>
            </a:extLst>
          </p:cNvPr>
          <p:cNvGrpSpPr/>
          <p:nvPr/>
        </p:nvGrpSpPr>
        <p:grpSpPr>
          <a:xfrm>
            <a:off x="1877866" y="1351352"/>
            <a:ext cx="528586" cy="356119"/>
            <a:chOff x="4406004" y="4260453"/>
            <a:chExt cx="558674" cy="429804"/>
          </a:xfrm>
        </p:grpSpPr>
        <p:grpSp>
          <p:nvGrpSpPr>
            <p:cNvPr id="74" name="Group 460">
              <a:extLst>
                <a:ext uri="{FF2B5EF4-FFF2-40B4-BE49-F238E27FC236}">
                  <a16:creationId xmlns:a16="http://schemas.microsoft.com/office/drawing/2014/main" id="{39ADD03E-D874-6892-BDB4-2D517A8E310D}"/>
                </a:ext>
              </a:extLst>
            </p:cNvPr>
            <p:cNvGrpSpPr>
              <a:grpSpLocks/>
            </p:cNvGrpSpPr>
            <p:nvPr/>
          </p:nvGrpSpPr>
          <p:grpSpPr bwMode="auto">
            <a:xfrm>
              <a:off x="4543772" y="4322623"/>
              <a:ext cx="420906" cy="367634"/>
              <a:chOff x="657" y="1570"/>
              <a:chExt cx="318" cy="318"/>
            </a:xfrm>
          </p:grpSpPr>
          <p:sp>
            <p:nvSpPr>
              <p:cNvPr id="82" name="Line 461">
                <a:extLst>
                  <a:ext uri="{FF2B5EF4-FFF2-40B4-BE49-F238E27FC236}">
                    <a16:creationId xmlns:a16="http://schemas.microsoft.com/office/drawing/2014/main" id="{8FA25143-BA96-95A9-D6C1-020B73C12901}"/>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83" name="Picture 462" descr="laptop copy">
                <a:extLst>
                  <a:ext uri="{FF2B5EF4-FFF2-40B4-BE49-F238E27FC236}">
                    <a16:creationId xmlns:a16="http://schemas.microsoft.com/office/drawing/2014/main" id="{4BF59C0D-C1BB-D1C1-4C6B-E87AA4F3831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5" name="Group 463">
              <a:extLst>
                <a:ext uri="{FF2B5EF4-FFF2-40B4-BE49-F238E27FC236}">
                  <a16:creationId xmlns:a16="http://schemas.microsoft.com/office/drawing/2014/main" id="{3C6B5ECC-1A2C-3796-14F0-B52FB615C603}"/>
                </a:ext>
              </a:extLst>
            </p:cNvPr>
            <p:cNvGrpSpPr>
              <a:grpSpLocks/>
            </p:cNvGrpSpPr>
            <p:nvPr/>
          </p:nvGrpSpPr>
          <p:grpSpPr bwMode="auto">
            <a:xfrm>
              <a:off x="4406004" y="4260453"/>
              <a:ext cx="405022" cy="119404"/>
              <a:chOff x="748" y="2251"/>
              <a:chExt cx="306" cy="90"/>
            </a:xfrm>
            <a:solidFill>
              <a:srgbClr val="0066FF"/>
            </a:solidFill>
          </p:grpSpPr>
          <p:sp>
            <p:nvSpPr>
              <p:cNvPr id="76" name="AutoShape 464">
                <a:extLst>
                  <a:ext uri="{FF2B5EF4-FFF2-40B4-BE49-F238E27FC236}">
                    <a16:creationId xmlns:a16="http://schemas.microsoft.com/office/drawing/2014/main" id="{6A3846AD-D9DC-B2FB-99C9-34EB8BF530B0}"/>
                  </a:ext>
                </a:extLst>
              </p:cNvPr>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7" name="AutoShape 465">
                <a:extLst>
                  <a:ext uri="{FF2B5EF4-FFF2-40B4-BE49-F238E27FC236}">
                    <a16:creationId xmlns:a16="http://schemas.microsoft.com/office/drawing/2014/main" id="{D5191E90-C71E-A9D5-06CB-459CCC198AAD}"/>
                  </a:ext>
                </a:extLst>
              </p:cNvPr>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8" name="AutoShape 466">
                <a:extLst>
                  <a:ext uri="{FF2B5EF4-FFF2-40B4-BE49-F238E27FC236}">
                    <a16:creationId xmlns:a16="http://schemas.microsoft.com/office/drawing/2014/main" id="{4D869AFF-6007-7979-2B7B-663974D2ECA9}"/>
                  </a:ext>
                </a:extLst>
              </p:cNvPr>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9" name="AutoShape 467">
                <a:extLst>
                  <a:ext uri="{FF2B5EF4-FFF2-40B4-BE49-F238E27FC236}">
                    <a16:creationId xmlns:a16="http://schemas.microsoft.com/office/drawing/2014/main" id="{0674E3FE-6064-7685-D946-CD9A3B7BA735}"/>
                  </a:ext>
                </a:extLst>
              </p:cNvPr>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0" name="AutoShape 468">
                <a:extLst>
                  <a:ext uri="{FF2B5EF4-FFF2-40B4-BE49-F238E27FC236}">
                    <a16:creationId xmlns:a16="http://schemas.microsoft.com/office/drawing/2014/main" id="{7E91A39F-ADCD-FE90-7D18-E3003D2239D4}"/>
                  </a:ext>
                </a:extLst>
              </p:cNvPr>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1" name="AutoShape 469">
                <a:extLst>
                  <a:ext uri="{FF2B5EF4-FFF2-40B4-BE49-F238E27FC236}">
                    <a16:creationId xmlns:a16="http://schemas.microsoft.com/office/drawing/2014/main" id="{7D69537B-7FF4-B2FE-E787-84C8284C45B7}"/>
                  </a:ext>
                </a:extLst>
              </p:cNvPr>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84" name="组合 83">
            <a:extLst>
              <a:ext uri="{FF2B5EF4-FFF2-40B4-BE49-F238E27FC236}">
                <a16:creationId xmlns:a16="http://schemas.microsoft.com/office/drawing/2014/main" id="{4C62332D-3D27-CA79-929E-3ED0BFAB0D14}"/>
              </a:ext>
            </a:extLst>
          </p:cNvPr>
          <p:cNvGrpSpPr/>
          <p:nvPr/>
        </p:nvGrpSpPr>
        <p:grpSpPr>
          <a:xfrm>
            <a:off x="5797409" y="1351352"/>
            <a:ext cx="528586" cy="356119"/>
            <a:chOff x="4406004" y="4260453"/>
            <a:chExt cx="558674" cy="429804"/>
          </a:xfrm>
        </p:grpSpPr>
        <p:grpSp>
          <p:nvGrpSpPr>
            <p:cNvPr id="85" name="Group 460">
              <a:extLst>
                <a:ext uri="{FF2B5EF4-FFF2-40B4-BE49-F238E27FC236}">
                  <a16:creationId xmlns:a16="http://schemas.microsoft.com/office/drawing/2014/main" id="{8B016AC4-D1DD-EEA7-38F5-66C603341472}"/>
                </a:ext>
              </a:extLst>
            </p:cNvPr>
            <p:cNvGrpSpPr>
              <a:grpSpLocks/>
            </p:cNvGrpSpPr>
            <p:nvPr/>
          </p:nvGrpSpPr>
          <p:grpSpPr bwMode="auto">
            <a:xfrm>
              <a:off x="4543772" y="4322623"/>
              <a:ext cx="420906" cy="367634"/>
              <a:chOff x="657" y="1570"/>
              <a:chExt cx="318" cy="318"/>
            </a:xfrm>
          </p:grpSpPr>
          <p:sp>
            <p:nvSpPr>
              <p:cNvPr id="93" name="Line 461">
                <a:extLst>
                  <a:ext uri="{FF2B5EF4-FFF2-40B4-BE49-F238E27FC236}">
                    <a16:creationId xmlns:a16="http://schemas.microsoft.com/office/drawing/2014/main" id="{6AE7D174-020C-0D61-BB5B-506DC53FD0FD}"/>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4" name="Picture 462" descr="laptop copy">
                <a:extLst>
                  <a:ext uri="{FF2B5EF4-FFF2-40B4-BE49-F238E27FC236}">
                    <a16:creationId xmlns:a16="http://schemas.microsoft.com/office/drawing/2014/main" id="{2E527B2C-3BD3-5EC8-8F4C-AE5F7DCA1AED}"/>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 name="Group 463">
              <a:extLst>
                <a:ext uri="{FF2B5EF4-FFF2-40B4-BE49-F238E27FC236}">
                  <a16:creationId xmlns:a16="http://schemas.microsoft.com/office/drawing/2014/main" id="{BF853612-4012-A8A4-DBD0-371401C575C1}"/>
                </a:ext>
              </a:extLst>
            </p:cNvPr>
            <p:cNvGrpSpPr>
              <a:grpSpLocks/>
            </p:cNvGrpSpPr>
            <p:nvPr/>
          </p:nvGrpSpPr>
          <p:grpSpPr bwMode="auto">
            <a:xfrm>
              <a:off x="4406004" y="4260453"/>
              <a:ext cx="405022" cy="119404"/>
              <a:chOff x="748" y="2251"/>
              <a:chExt cx="306" cy="90"/>
            </a:xfrm>
            <a:solidFill>
              <a:srgbClr val="0066FF"/>
            </a:solidFill>
          </p:grpSpPr>
          <p:sp>
            <p:nvSpPr>
              <p:cNvPr id="87" name="AutoShape 464">
                <a:extLst>
                  <a:ext uri="{FF2B5EF4-FFF2-40B4-BE49-F238E27FC236}">
                    <a16:creationId xmlns:a16="http://schemas.microsoft.com/office/drawing/2014/main" id="{0C10E783-75C2-348F-F3CB-8A271069927F}"/>
                  </a:ext>
                </a:extLst>
              </p:cNvPr>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8" name="AutoShape 465">
                <a:extLst>
                  <a:ext uri="{FF2B5EF4-FFF2-40B4-BE49-F238E27FC236}">
                    <a16:creationId xmlns:a16="http://schemas.microsoft.com/office/drawing/2014/main" id="{584E4991-EA3F-4E78-A2F5-1942976E8F6F}"/>
                  </a:ext>
                </a:extLst>
              </p:cNvPr>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9" name="AutoShape 466">
                <a:extLst>
                  <a:ext uri="{FF2B5EF4-FFF2-40B4-BE49-F238E27FC236}">
                    <a16:creationId xmlns:a16="http://schemas.microsoft.com/office/drawing/2014/main" id="{2AE7064E-1DFB-47E8-8E37-6AC5E40F527C}"/>
                  </a:ext>
                </a:extLst>
              </p:cNvPr>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7">
                <a:extLst>
                  <a:ext uri="{FF2B5EF4-FFF2-40B4-BE49-F238E27FC236}">
                    <a16:creationId xmlns:a16="http://schemas.microsoft.com/office/drawing/2014/main" id="{4FC76FB5-F06F-502F-E2E1-69E083C36639}"/>
                  </a:ext>
                </a:extLst>
              </p:cNvPr>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8">
                <a:extLst>
                  <a:ext uri="{FF2B5EF4-FFF2-40B4-BE49-F238E27FC236}">
                    <a16:creationId xmlns:a16="http://schemas.microsoft.com/office/drawing/2014/main" id="{4D0D30F5-1543-55F4-209D-025106204637}"/>
                  </a:ext>
                </a:extLst>
              </p:cNvPr>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9">
                <a:extLst>
                  <a:ext uri="{FF2B5EF4-FFF2-40B4-BE49-F238E27FC236}">
                    <a16:creationId xmlns:a16="http://schemas.microsoft.com/office/drawing/2014/main" id="{C8FFCAC1-59D0-86DB-3844-FD3874DEF03F}"/>
                  </a:ext>
                </a:extLst>
              </p:cNvPr>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146">
            <a:extLst>
              <a:ext uri="{FF2B5EF4-FFF2-40B4-BE49-F238E27FC236}">
                <a16:creationId xmlns:a16="http://schemas.microsoft.com/office/drawing/2014/main" id="{9932889B-010B-DB76-F84B-604A441BF3CE}"/>
              </a:ext>
            </a:extLst>
          </p:cNvPr>
          <p:cNvSpPr txBox="1">
            <a:spLocks noChangeArrowheads="1"/>
          </p:cNvSpPr>
          <p:nvPr/>
        </p:nvSpPr>
        <p:spPr bwMode="auto">
          <a:xfrm flipH="1">
            <a:off x="4895447" y="214686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43" name="Text Box 144">
            <a:extLst>
              <a:ext uri="{FF2B5EF4-FFF2-40B4-BE49-F238E27FC236}">
                <a16:creationId xmlns:a16="http://schemas.microsoft.com/office/drawing/2014/main" id="{E42172C8-1A60-AB03-C242-B6FBB9841C1C}"/>
              </a:ext>
            </a:extLst>
          </p:cNvPr>
          <p:cNvSpPr txBox="1">
            <a:spLocks noChangeArrowheads="1"/>
          </p:cNvSpPr>
          <p:nvPr/>
        </p:nvSpPr>
        <p:spPr bwMode="auto">
          <a:xfrm flipH="1">
            <a:off x="2777069" y="157213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55" name="Text Box 145">
            <a:extLst>
              <a:ext uri="{FF2B5EF4-FFF2-40B4-BE49-F238E27FC236}">
                <a16:creationId xmlns:a16="http://schemas.microsoft.com/office/drawing/2014/main" id="{00A657E1-6D41-BE79-8F44-B055FC700CE7}"/>
              </a:ext>
            </a:extLst>
          </p:cNvPr>
          <p:cNvSpPr txBox="1">
            <a:spLocks noChangeArrowheads="1"/>
          </p:cNvSpPr>
          <p:nvPr/>
        </p:nvSpPr>
        <p:spPr bwMode="auto">
          <a:xfrm flipH="1">
            <a:off x="5789011" y="17135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68" name="Text Box 145">
            <a:extLst>
              <a:ext uri="{FF2B5EF4-FFF2-40B4-BE49-F238E27FC236}">
                <a16:creationId xmlns:a16="http://schemas.microsoft.com/office/drawing/2014/main" id="{AB2C2279-FF63-D784-211A-66932333D6DD}"/>
              </a:ext>
            </a:extLst>
          </p:cNvPr>
          <p:cNvSpPr txBox="1">
            <a:spLocks noChangeArrowheads="1"/>
          </p:cNvSpPr>
          <p:nvPr/>
        </p:nvSpPr>
        <p:spPr bwMode="auto">
          <a:xfrm flipH="1">
            <a:off x="7285719" y="18659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p>
        </p:txBody>
      </p:sp>
    </p:spTree>
    <p:extLst>
      <p:ext uri="{BB962C8B-B14F-4D97-AF65-F5344CB8AC3E}">
        <p14:creationId xmlns:p14="http://schemas.microsoft.com/office/powerpoint/2010/main" val="1531364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54535"/>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p:cNvSpPr>
            <a:spLocks noChangeShapeType="1"/>
          </p:cNvSpPr>
          <p:nvPr/>
        </p:nvSpPr>
        <p:spPr bwMode="auto">
          <a:xfrm>
            <a:off x="2552700" y="1981034"/>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5" name="Cloud"/>
          <p:cNvSpPr>
            <a:spLocks noChangeAspect="1" noEditPoints="1" noChangeArrowheads="1"/>
          </p:cNvSpPr>
          <p:nvPr/>
        </p:nvSpPr>
        <p:spPr bwMode="auto">
          <a:xfrm>
            <a:off x="3542371" y="1419791"/>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09475" y="621675"/>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45913" y="598585"/>
            <a:ext cx="28712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移动 </a:t>
            </a:r>
            <a:r>
              <a:rPr lang="en-US" altLang="zh-CN" sz="2000" b="1" dirty="0">
                <a:solidFill>
                  <a:schemeClr val="bg1"/>
                </a:solidFill>
                <a:ea typeface="微软雅黑" pitchFamily="34" charset="-122"/>
              </a:rPr>
              <a:t>IP </a:t>
            </a:r>
            <a:r>
              <a:rPr lang="zh-CN" altLang="en-US" sz="2000" b="1" dirty="0">
                <a:solidFill>
                  <a:schemeClr val="bg1"/>
                </a:solidFill>
                <a:ea typeface="微软雅黑" pitchFamily="34" charset="-122"/>
              </a:rPr>
              <a:t>使用的基本概念 </a:t>
            </a:r>
          </a:p>
        </p:txBody>
      </p:sp>
      <p:sp>
        <p:nvSpPr>
          <p:cNvPr id="5" name="矩形 4"/>
          <p:cNvSpPr/>
          <p:nvPr/>
        </p:nvSpPr>
        <p:spPr>
          <a:xfrm>
            <a:off x="804804" y="2924706"/>
            <a:ext cx="7737886" cy="1295355"/>
          </a:xfrm>
          <a:prstGeom prst="rect">
            <a:avLst/>
          </a:prstGeom>
          <a:noFill/>
          <a:ln>
            <a:noFill/>
          </a:ln>
        </p:spPr>
        <p:txBody>
          <a:bodyPr wrap="square">
            <a:spAutoFit/>
          </a:bodyPr>
          <a:lstStyle/>
          <a:p>
            <a:pPr>
              <a:lnSpc>
                <a:spcPts val="2400"/>
              </a:lnSpc>
            </a:pPr>
            <a:r>
              <a:rPr lang="zh-CN" altLang="en-US" sz="1600" b="1" dirty="0">
                <a:latin typeface="微软雅黑" pitchFamily="34" charset="-122"/>
                <a:ea typeface="微软雅黑" pitchFamily="34" charset="-122"/>
              </a:rPr>
              <a:t>当移动站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移动到另一个地点，接入的网络</a:t>
            </a:r>
            <a:r>
              <a:rPr lang="en-US" altLang="zh-CN" sz="1600" b="1" dirty="0">
                <a:latin typeface="微软雅黑" pitchFamily="34" charset="-122"/>
                <a:ea typeface="微软雅黑" pitchFamily="34" charset="-122"/>
              </a:rPr>
              <a:t>(</a:t>
            </a:r>
            <a:r>
              <a:rPr lang="zh-CN" altLang="en-US" sz="1600" b="1" dirty="0">
                <a:latin typeface="微软雅黑" pitchFamily="34" charset="-122"/>
                <a:ea typeface="微软雅黑" pitchFamily="34" charset="-122"/>
              </a:rPr>
              <a:t>例如</a:t>
            </a:r>
            <a:r>
              <a:rPr lang="en-US" altLang="zh-CN" sz="1600" b="1" dirty="0">
                <a:latin typeface="微软雅黑" pitchFamily="34" charset="-122"/>
                <a:ea typeface="微软雅黑" pitchFamily="34" charset="-122"/>
              </a:rPr>
              <a:t>N</a:t>
            </a:r>
            <a:r>
              <a:rPr lang="en-US" altLang="zh-CN" sz="1600" b="1" baseline="-25000" dirty="0">
                <a:latin typeface="微软雅黑" pitchFamily="34" charset="-122"/>
                <a:ea typeface="微软雅黑" pitchFamily="34" charset="-122"/>
              </a:rPr>
              <a:t>2</a:t>
            </a:r>
            <a:r>
              <a:rPr lang="en-US" altLang="zh-CN" sz="1600" b="1" dirty="0">
                <a:latin typeface="微软雅黑" pitchFamily="34" charset="-122"/>
                <a:ea typeface="微软雅黑" pitchFamily="34" charset="-122"/>
              </a:rPr>
              <a:t>)</a:t>
            </a:r>
            <a:r>
              <a:rPr lang="zh-CN" altLang="en-US" sz="1600" b="1" dirty="0">
                <a:latin typeface="微软雅黑" pitchFamily="34" charset="-122"/>
                <a:ea typeface="微软雅黑" pitchFamily="34" charset="-122"/>
              </a:rPr>
              <a:t>称为</a:t>
            </a:r>
            <a:r>
              <a:rPr lang="zh-CN" altLang="en-US" sz="1600" b="1" dirty="0">
                <a:solidFill>
                  <a:srgbClr val="0000CC"/>
                </a:solidFill>
                <a:latin typeface="微软雅黑" pitchFamily="34" charset="-122"/>
                <a:ea typeface="微软雅黑" pitchFamily="34" charset="-122"/>
              </a:rPr>
              <a:t>被访网络 </a:t>
            </a:r>
            <a:r>
              <a:rPr lang="en-US" altLang="zh-CN" sz="1600" b="1" dirty="0">
                <a:latin typeface="微软雅黑" pitchFamily="34" charset="-122"/>
                <a:ea typeface="微软雅黑" pitchFamily="34" charset="-122"/>
              </a:rPr>
              <a:t>(visited network)</a:t>
            </a:r>
            <a:r>
              <a:rPr lang="zh-CN" altLang="en-US" sz="1600" b="1" dirty="0">
                <a:latin typeface="微软雅黑" pitchFamily="34" charset="-122"/>
                <a:ea typeface="微软雅黑" pitchFamily="34" charset="-122"/>
              </a:rPr>
              <a:t>或</a:t>
            </a:r>
            <a:r>
              <a:rPr lang="zh-CN" altLang="en-US" sz="1600" b="1" dirty="0">
                <a:solidFill>
                  <a:srgbClr val="0000CC"/>
                </a:solidFill>
                <a:latin typeface="微软雅黑" pitchFamily="34" charset="-122"/>
                <a:ea typeface="微软雅黑" pitchFamily="34" charset="-122"/>
              </a:rPr>
              <a:t>外地网络 </a:t>
            </a:r>
            <a:r>
              <a:rPr lang="en-US" altLang="zh-CN" sz="1600" b="1" dirty="0">
                <a:latin typeface="微软雅黑" pitchFamily="34" charset="-122"/>
                <a:ea typeface="微软雅黑" pitchFamily="34" charset="-122"/>
              </a:rPr>
              <a:t>(foreign network)</a:t>
            </a:r>
            <a:r>
              <a:rPr lang="zh-CN" altLang="en-US" sz="1600" b="1" dirty="0">
                <a:latin typeface="微软雅黑" pitchFamily="34" charset="-122"/>
                <a:ea typeface="微软雅黑" pitchFamily="34" charset="-122"/>
              </a:rPr>
              <a:t>。</a:t>
            </a:r>
            <a:endParaRPr lang="en-US" altLang="zh-CN" sz="1600" b="1" dirty="0">
              <a:latin typeface="微软雅黑" pitchFamily="34" charset="-122"/>
              <a:ea typeface="微软雅黑" pitchFamily="34" charset="-122"/>
            </a:endParaRPr>
          </a:p>
          <a:p>
            <a:pPr>
              <a:lnSpc>
                <a:spcPts val="2400"/>
              </a:lnSpc>
            </a:pPr>
            <a:r>
              <a:rPr lang="zh-CN" altLang="en-US" sz="1600" b="1" dirty="0">
                <a:latin typeface="微软雅黑" pitchFamily="34" charset="-122"/>
                <a:ea typeface="微软雅黑" pitchFamily="34" charset="-122"/>
              </a:rPr>
              <a:t>被访网络中使用的代理叫做</a:t>
            </a:r>
            <a:r>
              <a:rPr lang="zh-CN" altLang="en-US" sz="1600" b="1" dirty="0">
                <a:solidFill>
                  <a:srgbClr val="0000CC"/>
                </a:solidFill>
                <a:latin typeface="微软雅黑" pitchFamily="34" charset="-122"/>
                <a:ea typeface="微软雅黑" pitchFamily="34" charset="-122"/>
              </a:rPr>
              <a:t>外地代理 </a:t>
            </a:r>
            <a:r>
              <a:rPr lang="en-US" altLang="zh-CN" sz="1600" b="1" dirty="0">
                <a:latin typeface="微软雅黑" pitchFamily="34" charset="-122"/>
                <a:ea typeface="微软雅黑" pitchFamily="34" charset="-122"/>
              </a:rPr>
              <a:t>(foreign agent)</a:t>
            </a:r>
            <a:r>
              <a:rPr lang="zh-CN" altLang="en-US" sz="1600" b="1" dirty="0">
                <a:latin typeface="微软雅黑" pitchFamily="34" charset="-122"/>
                <a:ea typeface="微软雅黑" pitchFamily="34" charset="-122"/>
              </a:rPr>
              <a:t>，它通常就是连接在被访网络上的路由器。</a:t>
            </a:r>
          </a:p>
        </p:txBody>
      </p:sp>
      <p:sp>
        <p:nvSpPr>
          <p:cNvPr id="18" name="Text Box 113"/>
          <p:cNvSpPr txBox="1">
            <a:spLocks noChangeArrowheads="1"/>
          </p:cNvSpPr>
          <p:nvPr/>
        </p:nvSpPr>
        <p:spPr bwMode="auto">
          <a:xfrm>
            <a:off x="5463161" y="2506079"/>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9" name="Text Box 143"/>
          <p:cNvSpPr txBox="1">
            <a:spLocks noChangeArrowheads="1"/>
          </p:cNvSpPr>
          <p:nvPr/>
        </p:nvSpPr>
        <p:spPr bwMode="auto">
          <a:xfrm flipH="1">
            <a:off x="6735672" y="2070888"/>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24" name="Cloud"/>
          <p:cNvSpPr>
            <a:spLocks noChangeAspect="1" noEditPoints="1" noChangeArrowheads="1"/>
          </p:cNvSpPr>
          <p:nvPr/>
        </p:nvSpPr>
        <p:spPr bwMode="auto">
          <a:xfrm>
            <a:off x="1195056" y="1258989"/>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5" name="Text Box 91"/>
          <p:cNvSpPr txBox="1">
            <a:spLocks noChangeArrowheads="1"/>
          </p:cNvSpPr>
          <p:nvPr/>
        </p:nvSpPr>
        <p:spPr bwMode="auto">
          <a:xfrm>
            <a:off x="1323105" y="1445218"/>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26" name="Line 94"/>
          <p:cNvSpPr>
            <a:spLocks noChangeShapeType="1"/>
          </p:cNvSpPr>
          <p:nvPr/>
        </p:nvSpPr>
        <p:spPr bwMode="auto">
          <a:xfrm>
            <a:off x="2166379" y="1564063"/>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8" name="Text Box 99"/>
          <p:cNvSpPr txBox="1">
            <a:spLocks noChangeArrowheads="1"/>
          </p:cNvSpPr>
          <p:nvPr/>
        </p:nvSpPr>
        <p:spPr bwMode="auto">
          <a:xfrm>
            <a:off x="1498304" y="1819406"/>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9" name="Line 116"/>
          <p:cNvSpPr>
            <a:spLocks noChangeShapeType="1"/>
          </p:cNvSpPr>
          <p:nvPr/>
        </p:nvSpPr>
        <p:spPr bwMode="auto">
          <a:xfrm rot="16200000" flipV="1">
            <a:off x="220927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28"/>
          <p:cNvSpPr>
            <a:spLocks noChangeShapeType="1"/>
          </p:cNvSpPr>
          <p:nvPr/>
        </p:nvSpPr>
        <p:spPr bwMode="auto">
          <a:xfrm>
            <a:off x="2325949" y="1746996"/>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2" name="Picture 1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6981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4" name="Text Box 147"/>
          <p:cNvSpPr txBox="1">
            <a:spLocks noChangeArrowheads="1"/>
          </p:cNvSpPr>
          <p:nvPr/>
        </p:nvSpPr>
        <p:spPr bwMode="auto">
          <a:xfrm>
            <a:off x="2190224" y="137865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45" name="Cloud"/>
          <p:cNvSpPr>
            <a:spLocks noChangeAspect="1" noEditPoints="1" noChangeArrowheads="1"/>
          </p:cNvSpPr>
          <p:nvPr/>
        </p:nvSpPr>
        <p:spPr bwMode="auto">
          <a:xfrm>
            <a:off x="5491783" y="1316516"/>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47" name="Line 90"/>
          <p:cNvSpPr>
            <a:spLocks noChangeShapeType="1"/>
          </p:cNvSpPr>
          <p:nvPr/>
        </p:nvSpPr>
        <p:spPr bwMode="auto">
          <a:xfrm flipH="1">
            <a:off x="6054970" y="1568024"/>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7540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0" name="Text Box 98"/>
          <p:cNvSpPr txBox="1">
            <a:spLocks noChangeArrowheads="1"/>
          </p:cNvSpPr>
          <p:nvPr/>
        </p:nvSpPr>
        <p:spPr bwMode="auto">
          <a:xfrm>
            <a:off x="5263371" y="2021765"/>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52" name="Line 130"/>
          <p:cNvSpPr>
            <a:spLocks noChangeShapeType="1"/>
          </p:cNvSpPr>
          <p:nvPr/>
        </p:nvSpPr>
        <p:spPr bwMode="auto">
          <a:xfrm rot="16200000" flipV="1">
            <a:off x="601636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Line 142"/>
          <p:cNvSpPr>
            <a:spLocks noChangeShapeType="1"/>
          </p:cNvSpPr>
          <p:nvPr/>
        </p:nvSpPr>
        <p:spPr bwMode="auto">
          <a:xfrm flipH="1">
            <a:off x="5743550" y="1746996"/>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6" name="Text Box 148"/>
          <p:cNvSpPr txBox="1">
            <a:spLocks noChangeArrowheads="1"/>
          </p:cNvSpPr>
          <p:nvPr/>
        </p:nvSpPr>
        <p:spPr bwMode="auto">
          <a:xfrm>
            <a:off x="5718150" y="1404053"/>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57" name="Text Box 149"/>
          <p:cNvSpPr txBox="1">
            <a:spLocks noChangeArrowheads="1"/>
          </p:cNvSpPr>
          <p:nvPr/>
        </p:nvSpPr>
        <p:spPr bwMode="auto">
          <a:xfrm>
            <a:off x="6099581" y="1396699"/>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58" name="AutoShape 150"/>
          <p:cNvSpPr>
            <a:spLocks noChangeArrowheads="1"/>
          </p:cNvSpPr>
          <p:nvPr/>
        </p:nvSpPr>
        <p:spPr bwMode="auto">
          <a:xfrm>
            <a:off x="6018405" y="1924605"/>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51" name="Line 112"/>
          <p:cNvSpPr>
            <a:spLocks noChangeShapeType="1"/>
          </p:cNvSpPr>
          <p:nvPr/>
        </p:nvSpPr>
        <p:spPr bwMode="auto">
          <a:xfrm flipV="1">
            <a:off x="5743550" y="1661398"/>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Freeform 114"/>
          <p:cNvSpPr>
            <a:spLocks/>
          </p:cNvSpPr>
          <p:nvPr/>
        </p:nvSpPr>
        <p:spPr bwMode="auto">
          <a:xfrm>
            <a:off x="2494100" y="1649598"/>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92"/>
          <p:cNvSpPr>
            <a:spLocks noChangeShapeType="1"/>
          </p:cNvSpPr>
          <p:nvPr/>
        </p:nvSpPr>
        <p:spPr bwMode="auto">
          <a:xfrm>
            <a:off x="2283388" y="1608411"/>
            <a:ext cx="3301874" cy="0"/>
          </a:xfrm>
          <a:prstGeom prst="line">
            <a:avLst/>
          </a:prstGeom>
          <a:noFill/>
          <a:ln w="38100">
            <a:solidFill>
              <a:srgbClr val="FF00FF"/>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111"/>
          <p:cNvSpPr>
            <a:spLocks noChangeShapeType="1"/>
          </p:cNvSpPr>
          <p:nvPr/>
        </p:nvSpPr>
        <p:spPr bwMode="auto">
          <a:xfrm flipH="1" flipV="1">
            <a:off x="2494098" y="2028289"/>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Freeform 115"/>
          <p:cNvSpPr>
            <a:spLocks/>
          </p:cNvSpPr>
          <p:nvPr/>
        </p:nvSpPr>
        <p:spPr bwMode="auto">
          <a:xfrm>
            <a:off x="6223967" y="1639295"/>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Text Box 93"/>
          <p:cNvSpPr txBox="1">
            <a:spLocks noChangeArrowheads="1"/>
          </p:cNvSpPr>
          <p:nvPr/>
        </p:nvSpPr>
        <p:spPr bwMode="auto">
          <a:xfrm>
            <a:off x="3921050" y="1811031"/>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167" name="组合 166"/>
          <p:cNvGrpSpPr/>
          <p:nvPr/>
        </p:nvGrpSpPr>
        <p:grpSpPr>
          <a:xfrm>
            <a:off x="6238223" y="2351876"/>
            <a:ext cx="309983" cy="332183"/>
            <a:chOff x="2565534" y="4101618"/>
            <a:chExt cx="360485" cy="386301"/>
          </a:xfrm>
        </p:grpSpPr>
        <p:sp>
          <p:nvSpPr>
            <p:cNvPr id="168"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69" name="Group 424"/>
            <p:cNvGrpSpPr>
              <a:grpSpLocks/>
            </p:cNvGrpSpPr>
            <p:nvPr/>
          </p:nvGrpSpPr>
          <p:grpSpPr bwMode="auto">
            <a:xfrm>
              <a:off x="2565534" y="4101618"/>
              <a:ext cx="360485" cy="119330"/>
              <a:chOff x="748" y="2251"/>
              <a:chExt cx="306" cy="90"/>
            </a:xfrm>
          </p:grpSpPr>
          <p:sp>
            <p:nvSpPr>
              <p:cNvPr id="171"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2"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3"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4"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5"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6"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70"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3" name="组合 72"/>
          <p:cNvGrpSpPr/>
          <p:nvPr/>
        </p:nvGrpSpPr>
        <p:grpSpPr>
          <a:xfrm>
            <a:off x="1877866" y="1351352"/>
            <a:ext cx="528586" cy="356119"/>
            <a:chOff x="4406004" y="4260453"/>
            <a:chExt cx="558674" cy="429804"/>
          </a:xfrm>
        </p:grpSpPr>
        <p:grpSp>
          <p:nvGrpSpPr>
            <p:cNvPr id="74" name="Group 460"/>
            <p:cNvGrpSpPr>
              <a:grpSpLocks/>
            </p:cNvGrpSpPr>
            <p:nvPr/>
          </p:nvGrpSpPr>
          <p:grpSpPr bwMode="auto">
            <a:xfrm>
              <a:off x="4543772" y="4322623"/>
              <a:ext cx="420906" cy="367634"/>
              <a:chOff x="657" y="1570"/>
              <a:chExt cx="318" cy="318"/>
            </a:xfrm>
          </p:grpSpPr>
          <p:sp>
            <p:nvSpPr>
              <p:cNvPr id="8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83"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5" name="Group 463"/>
            <p:cNvGrpSpPr>
              <a:grpSpLocks/>
            </p:cNvGrpSpPr>
            <p:nvPr/>
          </p:nvGrpSpPr>
          <p:grpSpPr bwMode="auto">
            <a:xfrm>
              <a:off x="4406004" y="4260453"/>
              <a:ext cx="405022" cy="119404"/>
              <a:chOff x="748" y="2251"/>
              <a:chExt cx="306" cy="90"/>
            </a:xfrm>
            <a:solidFill>
              <a:srgbClr val="0066FF"/>
            </a:solidFill>
          </p:grpSpPr>
          <p:sp>
            <p:nvSpPr>
              <p:cNvPr id="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84" name="组合 83"/>
          <p:cNvGrpSpPr/>
          <p:nvPr/>
        </p:nvGrpSpPr>
        <p:grpSpPr>
          <a:xfrm>
            <a:off x="5797409" y="1351352"/>
            <a:ext cx="528586" cy="356119"/>
            <a:chOff x="4406004" y="4260453"/>
            <a:chExt cx="558674" cy="429804"/>
          </a:xfrm>
        </p:grpSpPr>
        <p:grpSp>
          <p:nvGrpSpPr>
            <p:cNvPr id="85" name="Group 460"/>
            <p:cNvGrpSpPr>
              <a:grpSpLocks/>
            </p:cNvGrpSpPr>
            <p:nvPr/>
          </p:nvGrpSpPr>
          <p:grpSpPr bwMode="auto">
            <a:xfrm>
              <a:off x="4543772" y="4322623"/>
              <a:ext cx="420906" cy="367634"/>
              <a:chOff x="657" y="1570"/>
              <a:chExt cx="318" cy="318"/>
            </a:xfrm>
          </p:grpSpPr>
          <p:sp>
            <p:nvSpPr>
              <p:cNvPr id="9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4"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 name="Group 463"/>
            <p:cNvGrpSpPr>
              <a:grpSpLocks/>
            </p:cNvGrpSpPr>
            <p:nvPr/>
          </p:nvGrpSpPr>
          <p:grpSpPr bwMode="auto">
            <a:xfrm>
              <a:off x="4406004" y="4260453"/>
              <a:ext cx="405022" cy="119404"/>
              <a:chOff x="748" y="2251"/>
              <a:chExt cx="306" cy="90"/>
            </a:xfrm>
            <a:solidFill>
              <a:srgbClr val="0066FF"/>
            </a:solidFill>
          </p:grpSpPr>
          <p:sp>
            <p:nvSpPr>
              <p:cNvPr id="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146"/>
          <p:cNvSpPr txBox="1">
            <a:spLocks noChangeArrowheads="1"/>
          </p:cNvSpPr>
          <p:nvPr/>
        </p:nvSpPr>
        <p:spPr bwMode="auto">
          <a:xfrm flipH="1">
            <a:off x="4895447" y="214686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43" name="Text Box 144"/>
          <p:cNvSpPr txBox="1">
            <a:spLocks noChangeArrowheads="1"/>
          </p:cNvSpPr>
          <p:nvPr/>
        </p:nvSpPr>
        <p:spPr bwMode="auto">
          <a:xfrm flipH="1">
            <a:off x="2777069" y="157213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55" name="Text Box 145"/>
          <p:cNvSpPr txBox="1">
            <a:spLocks noChangeArrowheads="1"/>
          </p:cNvSpPr>
          <p:nvPr/>
        </p:nvSpPr>
        <p:spPr bwMode="auto">
          <a:xfrm flipH="1">
            <a:off x="5789011" y="17135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68" name="Text Box 145"/>
          <p:cNvSpPr txBox="1">
            <a:spLocks noChangeArrowheads="1"/>
          </p:cNvSpPr>
          <p:nvPr/>
        </p:nvSpPr>
        <p:spPr bwMode="auto">
          <a:xfrm flipH="1">
            <a:off x="7285719" y="18659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p>
        </p:txBody>
      </p:sp>
      <p:sp>
        <p:nvSpPr>
          <p:cNvPr id="7" name="Text Box 96">
            <a:extLst>
              <a:ext uri="{FF2B5EF4-FFF2-40B4-BE49-F238E27FC236}">
                <a16:creationId xmlns:a16="http://schemas.microsoft.com/office/drawing/2014/main" id="{77828392-5E73-4EA9-DF0C-F91310B7AC66}"/>
              </a:ext>
            </a:extLst>
          </p:cNvPr>
          <p:cNvSpPr txBox="1">
            <a:spLocks noChangeArrowheads="1"/>
          </p:cNvSpPr>
          <p:nvPr/>
        </p:nvSpPr>
        <p:spPr bwMode="auto">
          <a:xfrm>
            <a:off x="1261408" y="1100992"/>
            <a:ext cx="1919115"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r>
              <a:rPr kumimoji="1" lang="zh-CN" altLang="en-US" sz="1100" b="1" dirty="0">
                <a:latin typeface="微软雅黑" panose="020B0503020204020204" pitchFamily="34" charset="-122"/>
                <a:ea typeface="微软雅黑" panose="020B0503020204020204" pitchFamily="34" charset="-122"/>
              </a:rPr>
              <a:t>  </a:t>
            </a:r>
            <a:r>
              <a:rPr kumimoji="1" lang="en-US" altLang="zh-CN" sz="1100" b="1" dirty="0">
                <a:latin typeface="微软雅黑" panose="020B0503020204020204" pitchFamily="34" charset="-122"/>
                <a:ea typeface="微软雅黑" panose="020B0503020204020204" pitchFamily="34" charset="-122"/>
              </a:rPr>
              <a:t>131.8.0.0/16</a:t>
            </a:r>
          </a:p>
        </p:txBody>
      </p:sp>
      <p:sp>
        <p:nvSpPr>
          <p:cNvPr id="8" name="Text Box 97">
            <a:extLst>
              <a:ext uri="{FF2B5EF4-FFF2-40B4-BE49-F238E27FC236}">
                <a16:creationId xmlns:a16="http://schemas.microsoft.com/office/drawing/2014/main" id="{DA661DD1-5577-32A2-DDB1-609EBA2D52AB}"/>
              </a:ext>
            </a:extLst>
          </p:cNvPr>
          <p:cNvSpPr txBox="1">
            <a:spLocks noChangeArrowheads="1"/>
          </p:cNvSpPr>
          <p:nvPr/>
        </p:nvSpPr>
        <p:spPr bwMode="auto">
          <a:xfrm>
            <a:off x="5486176" y="1100992"/>
            <a:ext cx="174599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r>
              <a:rPr kumimoji="1" lang="zh-CN" altLang="en-US" sz="1100" b="1" dirty="0">
                <a:latin typeface="微软雅黑" panose="020B0503020204020204" pitchFamily="34" charset="-122"/>
                <a:ea typeface="微软雅黑" panose="020B0503020204020204" pitchFamily="34" charset="-122"/>
              </a:rPr>
              <a:t>  </a:t>
            </a:r>
            <a:r>
              <a:rPr kumimoji="1" lang="en-US" altLang="zh-CN" sz="1100" b="1" dirty="0">
                <a:latin typeface="微软雅黑" panose="020B0503020204020204" pitchFamily="34" charset="-122"/>
                <a:ea typeface="微软雅黑" panose="020B0503020204020204" pitchFamily="34" charset="-122"/>
              </a:rPr>
              <a:t>15.0.0.0/8</a:t>
            </a:r>
          </a:p>
        </p:txBody>
      </p:sp>
    </p:spTree>
    <p:extLst>
      <p:ext uri="{BB962C8B-B14F-4D97-AF65-F5344CB8AC3E}">
        <p14:creationId xmlns:p14="http://schemas.microsoft.com/office/powerpoint/2010/main" val="41269654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1000"/>
                                        <p:tgtEl>
                                          <p:spTgt spid="5">
                                            <p:txEl>
                                              <p:pRg st="0" end="0"/>
                                            </p:txEl>
                                          </p:spTgt>
                                        </p:tgtEl>
                                      </p:cBhvr>
                                    </p:animEffect>
                                    <p:anim calcmode="lin" valueType="num">
                                      <p:cBhvr>
                                        <p:cTn id="8"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5">
                                            <p:txEl>
                                              <p:pRg st="1" end="1"/>
                                            </p:txEl>
                                          </p:spTgt>
                                        </p:tgtEl>
                                        <p:attrNameLst>
                                          <p:attrName>style.visibility</p:attrName>
                                        </p:attrNameLst>
                                      </p:cBhvr>
                                      <p:to>
                                        <p:strVal val="visible"/>
                                      </p:to>
                                    </p:set>
                                    <p:animEffect transition="in" filter="fade">
                                      <p:cBhvr>
                                        <p:cTn id="14" dur="1000"/>
                                        <p:tgtEl>
                                          <p:spTgt spid="5">
                                            <p:txEl>
                                              <p:pRg st="1" end="1"/>
                                            </p:txEl>
                                          </p:spTgt>
                                        </p:tgtEl>
                                      </p:cBhvr>
                                    </p:animEffect>
                                    <p:anim calcmode="lin" valueType="num">
                                      <p:cBhvr>
                                        <p:cTn id="15"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grpId="0" nodeType="clickEffect">
                                  <p:stCondLst>
                                    <p:cond delay="0"/>
                                  </p:stCondLst>
                                  <p:childTnLst>
                                    <p:anim calcmode="discrete" valueType="str">
                                      <p:cBhvr>
                                        <p:cTn id="20"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DC4040-33C8-4E6B-223C-6A9A05187216}"/>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62BB7C84-F835-C826-4C90-AAA2F5D30F97}"/>
              </a:ext>
            </a:extLst>
          </p:cNvPr>
          <p:cNvSpPr/>
          <p:nvPr/>
        </p:nvSpPr>
        <p:spPr>
          <a:xfrm>
            <a:off x="509474" y="1054535"/>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a:extLst>
              <a:ext uri="{FF2B5EF4-FFF2-40B4-BE49-F238E27FC236}">
                <a16:creationId xmlns:a16="http://schemas.microsoft.com/office/drawing/2014/main" id="{8512567D-3FA4-BD05-CAD4-FB96021A994C}"/>
              </a:ext>
            </a:extLst>
          </p:cNvPr>
          <p:cNvSpPr>
            <a:spLocks noChangeShapeType="1"/>
          </p:cNvSpPr>
          <p:nvPr/>
        </p:nvSpPr>
        <p:spPr bwMode="auto">
          <a:xfrm>
            <a:off x="2552700" y="1981034"/>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5" name="Cloud">
            <a:extLst>
              <a:ext uri="{FF2B5EF4-FFF2-40B4-BE49-F238E27FC236}">
                <a16:creationId xmlns:a16="http://schemas.microsoft.com/office/drawing/2014/main" id="{EB2DEB99-7AC4-7D38-9D8A-E20CB8073DFB}"/>
              </a:ext>
            </a:extLst>
          </p:cNvPr>
          <p:cNvSpPr>
            <a:spLocks noChangeAspect="1" noEditPoints="1" noChangeArrowheads="1"/>
          </p:cNvSpPr>
          <p:nvPr/>
        </p:nvSpPr>
        <p:spPr bwMode="auto">
          <a:xfrm>
            <a:off x="3542371" y="1419791"/>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3" name="AutoShape 5">
            <a:extLst>
              <a:ext uri="{FF2B5EF4-FFF2-40B4-BE49-F238E27FC236}">
                <a16:creationId xmlns:a16="http://schemas.microsoft.com/office/drawing/2014/main" id="{6A6C4D9A-04B5-2191-7700-2FFAB4916D4A}"/>
              </a:ext>
            </a:extLst>
          </p:cNvPr>
          <p:cNvSpPr>
            <a:spLocks noChangeArrowheads="1"/>
          </p:cNvSpPr>
          <p:nvPr/>
        </p:nvSpPr>
        <p:spPr bwMode="auto">
          <a:xfrm>
            <a:off x="509475" y="621675"/>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6F761925-9E7F-41F6-A0C3-9BAAF84C2641}"/>
              </a:ext>
            </a:extLst>
          </p:cNvPr>
          <p:cNvSpPr>
            <a:spLocks noChangeArrowheads="1"/>
          </p:cNvSpPr>
          <p:nvPr/>
        </p:nvSpPr>
        <p:spPr bwMode="auto">
          <a:xfrm>
            <a:off x="3145913" y="598585"/>
            <a:ext cx="28712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移动 </a:t>
            </a:r>
            <a:r>
              <a:rPr lang="en-US" altLang="zh-CN" sz="2000" b="1" dirty="0">
                <a:solidFill>
                  <a:schemeClr val="bg1"/>
                </a:solidFill>
                <a:ea typeface="微软雅黑" pitchFamily="34" charset="-122"/>
              </a:rPr>
              <a:t>IP </a:t>
            </a:r>
            <a:r>
              <a:rPr lang="zh-CN" altLang="en-US" sz="2000" b="1" dirty="0">
                <a:solidFill>
                  <a:schemeClr val="bg1"/>
                </a:solidFill>
                <a:ea typeface="微软雅黑" pitchFamily="34" charset="-122"/>
              </a:rPr>
              <a:t>使用的基本概念 </a:t>
            </a:r>
          </a:p>
        </p:txBody>
      </p:sp>
      <p:sp>
        <p:nvSpPr>
          <p:cNvPr id="5" name="矩形 4">
            <a:extLst>
              <a:ext uri="{FF2B5EF4-FFF2-40B4-BE49-F238E27FC236}">
                <a16:creationId xmlns:a16="http://schemas.microsoft.com/office/drawing/2014/main" id="{028A2CC8-CD32-9071-EEF5-61193A7C98C9}"/>
              </a:ext>
            </a:extLst>
          </p:cNvPr>
          <p:cNvSpPr/>
          <p:nvPr/>
        </p:nvSpPr>
        <p:spPr>
          <a:xfrm>
            <a:off x="804804" y="2924706"/>
            <a:ext cx="7737886" cy="987578"/>
          </a:xfrm>
          <a:prstGeom prst="rect">
            <a:avLst/>
          </a:prstGeom>
          <a:noFill/>
          <a:ln>
            <a:noFill/>
          </a:ln>
        </p:spPr>
        <p:txBody>
          <a:bodyPr wrap="square">
            <a:spAutoFit/>
          </a:bodyPr>
          <a:lstStyle/>
          <a:p>
            <a:pPr>
              <a:lnSpc>
                <a:spcPts val="2400"/>
              </a:lnSpc>
            </a:pPr>
            <a:r>
              <a:rPr lang="zh-CN" altLang="en-US" sz="1600" b="1" dirty="0">
                <a:latin typeface="微软雅黑" pitchFamily="34" charset="-122"/>
                <a:ea typeface="微软雅黑" pitchFamily="34" charset="-122"/>
              </a:rPr>
              <a:t>外地代理的一个任务就是要为移动站 </a:t>
            </a:r>
            <a:r>
              <a:rPr lang="en-US" altLang="zh-CN" sz="1600" b="1" dirty="0">
                <a:latin typeface="微软雅黑" pitchFamily="34" charset="-122"/>
                <a:ea typeface="微软雅黑" pitchFamily="34" charset="-122"/>
              </a:rPr>
              <a:t>A </a:t>
            </a:r>
            <a:r>
              <a:rPr lang="zh-CN" altLang="en-US" sz="1600" b="1" dirty="0">
                <a:solidFill>
                  <a:srgbClr val="C00000"/>
                </a:solidFill>
                <a:latin typeface="微软雅黑" pitchFamily="34" charset="-122"/>
                <a:ea typeface="微软雅黑" pitchFamily="34" charset="-122"/>
              </a:rPr>
              <a:t>在被访网络中</a:t>
            </a:r>
            <a:r>
              <a:rPr lang="zh-CN" altLang="en-US" sz="1600" b="1" dirty="0">
                <a:latin typeface="微软雅黑" pitchFamily="34" charset="-122"/>
                <a:ea typeface="微软雅黑" pitchFamily="34" charset="-122"/>
              </a:rPr>
              <a:t>创建的</a:t>
            </a:r>
            <a:r>
              <a:rPr lang="zh-CN" altLang="en-US" sz="1600" b="1" dirty="0">
                <a:solidFill>
                  <a:srgbClr val="C00000"/>
                </a:solidFill>
                <a:latin typeface="微软雅黑" pitchFamily="34" charset="-122"/>
                <a:ea typeface="微软雅黑" pitchFamily="34" charset="-122"/>
              </a:rPr>
              <a:t>临时地址</a:t>
            </a:r>
            <a:r>
              <a:rPr lang="zh-CN" altLang="en-US" sz="1600" b="1" dirty="0">
                <a:latin typeface="微软雅黑" pitchFamily="34" charset="-122"/>
                <a:ea typeface="微软雅黑" pitchFamily="34" charset="-122"/>
              </a:rPr>
              <a:t>叫做</a:t>
            </a:r>
            <a:r>
              <a:rPr lang="zh-CN" altLang="en-US" sz="1600" b="1" dirty="0">
                <a:solidFill>
                  <a:srgbClr val="0000CC"/>
                </a:solidFill>
                <a:latin typeface="微软雅黑" pitchFamily="34" charset="-122"/>
                <a:ea typeface="微软雅黑" pitchFamily="34" charset="-122"/>
              </a:rPr>
              <a:t>转交地址</a:t>
            </a:r>
            <a:r>
              <a:rPr lang="zh-CN" altLang="en-US" sz="1600" b="1" dirty="0">
                <a:latin typeface="微软雅黑" pitchFamily="34" charset="-122"/>
                <a:ea typeface="微软雅黑" pitchFamily="34" charset="-122"/>
              </a:rPr>
              <a:t> </a:t>
            </a:r>
            <a:r>
              <a:rPr lang="en-US" altLang="zh-CN" sz="1600" b="1" dirty="0">
                <a:latin typeface="微软雅黑" pitchFamily="34" charset="-122"/>
                <a:ea typeface="微软雅黑" pitchFamily="34" charset="-122"/>
              </a:rPr>
              <a:t>(care-of address)</a:t>
            </a:r>
            <a:r>
              <a:rPr lang="zh-CN" altLang="en-US" sz="1600" b="1" dirty="0">
                <a:latin typeface="微软雅黑" pitchFamily="34" charset="-122"/>
                <a:ea typeface="微软雅黑" pitchFamily="34" charset="-122"/>
              </a:rPr>
              <a:t>。</a:t>
            </a:r>
            <a:endParaRPr lang="en-US" altLang="zh-CN" sz="1600" b="1" dirty="0">
              <a:latin typeface="微软雅黑" pitchFamily="34" charset="-122"/>
              <a:ea typeface="微软雅黑" pitchFamily="34" charset="-122"/>
            </a:endParaRPr>
          </a:p>
          <a:p>
            <a:pPr>
              <a:lnSpc>
                <a:spcPts val="2400"/>
              </a:lnSpc>
            </a:pPr>
            <a:r>
              <a:rPr lang="zh-CN" altLang="en-US" sz="1600" b="1" dirty="0">
                <a:latin typeface="微软雅黑" pitchFamily="34" charset="-122"/>
                <a:ea typeface="微软雅黑" pitchFamily="34" charset="-122"/>
              </a:rPr>
              <a:t>外地代理的另一个功能是及时把移动站</a:t>
            </a:r>
            <a:r>
              <a:rPr lang="en-US" altLang="zh-CN" sz="1600" b="1" dirty="0">
                <a:latin typeface="微软雅黑" pitchFamily="34" charset="-122"/>
                <a:ea typeface="微软雅黑" pitchFamily="34" charset="-122"/>
              </a:rPr>
              <a:t>A</a:t>
            </a:r>
            <a:r>
              <a:rPr lang="zh-CN" altLang="en-US" sz="1600" b="1" dirty="0">
                <a:latin typeface="微软雅黑" pitchFamily="34" charset="-122"/>
                <a:ea typeface="微软雅黑" pitchFamily="34" charset="-122"/>
              </a:rPr>
              <a:t>的转交地址通知</a:t>
            </a:r>
            <a:r>
              <a:rPr lang="en-US" altLang="zh-CN" sz="1600" b="1" dirty="0">
                <a:latin typeface="微软雅黑" pitchFamily="34" charset="-122"/>
                <a:ea typeface="微软雅黑" pitchFamily="34" charset="-122"/>
              </a:rPr>
              <a:t>A</a:t>
            </a:r>
            <a:r>
              <a:rPr lang="zh-CN" altLang="en-US" sz="1600" b="1" dirty="0">
                <a:latin typeface="微软雅黑" pitchFamily="34" charset="-122"/>
                <a:ea typeface="微软雅黑" pitchFamily="34" charset="-122"/>
              </a:rPr>
              <a:t>的归属代理。</a:t>
            </a:r>
          </a:p>
        </p:txBody>
      </p:sp>
      <p:sp>
        <p:nvSpPr>
          <p:cNvPr id="18" name="Text Box 113">
            <a:extLst>
              <a:ext uri="{FF2B5EF4-FFF2-40B4-BE49-F238E27FC236}">
                <a16:creationId xmlns:a16="http://schemas.microsoft.com/office/drawing/2014/main" id="{5B6D6E69-BDCF-91C4-F558-5796EA2A0491}"/>
              </a:ext>
            </a:extLst>
          </p:cNvPr>
          <p:cNvSpPr txBox="1">
            <a:spLocks noChangeArrowheads="1"/>
          </p:cNvSpPr>
          <p:nvPr/>
        </p:nvSpPr>
        <p:spPr bwMode="auto">
          <a:xfrm>
            <a:off x="5463161" y="2506079"/>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9" name="Text Box 143">
            <a:extLst>
              <a:ext uri="{FF2B5EF4-FFF2-40B4-BE49-F238E27FC236}">
                <a16:creationId xmlns:a16="http://schemas.microsoft.com/office/drawing/2014/main" id="{D1E654E4-B84C-DCE4-8B03-758975A2E986}"/>
              </a:ext>
            </a:extLst>
          </p:cNvPr>
          <p:cNvSpPr txBox="1">
            <a:spLocks noChangeArrowheads="1"/>
          </p:cNvSpPr>
          <p:nvPr/>
        </p:nvSpPr>
        <p:spPr bwMode="auto">
          <a:xfrm flipH="1">
            <a:off x="6735672" y="2070888"/>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24" name="Cloud">
            <a:extLst>
              <a:ext uri="{FF2B5EF4-FFF2-40B4-BE49-F238E27FC236}">
                <a16:creationId xmlns:a16="http://schemas.microsoft.com/office/drawing/2014/main" id="{89F72951-5CC8-C678-8218-F881FF033105}"/>
              </a:ext>
            </a:extLst>
          </p:cNvPr>
          <p:cNvSpPr>
            <a:spLocks noChangeAspect="1" noEditPoints="1" noChangeArrowheads="1"/>
          </p:cNvSpPr>
          <p:nvPr/>
        </p:nvSpPr>
        <p:spPr bwMode="auto">
          <a:xfrm>
            <a:off x="1195056" y="1258989"/>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5" name="Text Box 91">
            <a:extLst>
              <a:ext uri="{FF2B5EF4-FFF2-40B4-BE49-F238E27FC236}">
                <a16:creationId xmlns:a16="http://schemas.microsoft.com/office/drawing/2014/main" id="{4AF25FC6-189B-62B1-E162-5F1C9C74F4B3}"/>
              </a:ext>
            </a:extLst>
          </p:cNvPr>
          <p:cNvSpPr txBox="1">
            <a:spLocks noChangeArrowheads="1"/>
          </p:cNvSpPr>
          <p:nvPr/>
        </p:nvSpPr>
        <p:spPr bwMode="auto">
          <a:xfrm>
            <a:off x="1323105" y="1445218"/>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26" name="Line 94">
            <a:extLst>
              <a:ext uri="{FF2B5EF4-FFF2-40B4-BE49-F238E27FC236}">
                <a16:creationId xmlns:a16="http://schemas.microsoft.com/office/drawing/2014/main" id="{C2A4324E-C3AD-0E5A-E659-94159F1CDAC9}"/>
              </a:ext>
            </a:extLst>
          </p:cNvPr>
          <p:cNvSpPr>
            <a:spLocks noChangeShapeType="1"/>
          </p:cNvSpPr>
          <p:nvPr/>
        </p:nvSpPr>
        <p:spPr bwMode="auto">
          <a:xfrm>
            <a:off x="2166379" y="1564063"/>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8" name="Text Box 99">
            <a:extLst>
              <a:ext uri="{FF2B5EF4-FFF2-40B4-BE49-F238E27FC236}">
                <a16:creationId xmlns:a16="http://schemas.microsoft.com/office/drawing/2014/main" id="{10414855-7237-1981-2768-6E67B1B87A63}"/>
              </a:ext>
            </a:extLst>
          </p:cNvPr>
          <p:cNvSpPr txBox="1">
            <a:spLocks noChangeArrowheads="1"/>
          </p:cNvSpPr>
          <p:nvPr/>
        </p:nvSpPr>
        <p:spPr bwMode="auto">
          <a:xfrm>
            <a:off x="1498304" y="1819406"/>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9" name="Line 116">
            <a:extLst>
              <a:ext uri="{FF2B5EF4-FFF2-40B4-BE49-F238E27FC236}">
                <a16:creationId xmlns:a16="http://schemas.microsoft.com/office/drawing/2014/main" id="{4553477E-07BF-5FFF-B352-CA720995A53E}"/>
              </a:ext>
            </a:extLst>
          </p:cNvPr>
          <p:cNvSpPr>
            <a:spLocks noChangeShapeType="1"/>
          </p:cNvSpPr>
          <p:nvPr/>
        </p:nvSpPr>
        <p:spPr bwMode="auto">
          <a:xfrm rot="16200000" flipV="1">
            <a:off x="220927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28">
            <a:extLst>
              <a:ext uri="{FF2B5EF4-FFF2-40B4-BE49-F238E27FC236}">
                <a16:creationId xmlns:a16="http://schemas.microsoft.com/office/drawing/2014/main" id="{B70634C1-F46B-C1BC-1E7B-BDC0212E05CC}"/>
              </a:ext>
            </a:extLst>
          </p:cNvPr>
          <p:cNvSpPr>
            <a:spLocks noChangeShapeType="1"/>
          </p:cNvSpPr>
          <p:nvPr/>
        </p:nvSpPr>
        <p:spPr bwMode="auto">
          <a:xfrm>
            <a:off x="2325949" y="1746996"/>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2" name="Picture 129">
            <a:extLst>
              <a:ext uri="{FF2B5EF4-FFF2-40B4-BE49-F238E27FC236}">
                <a16:creationId xmlns:a16="http://schemas.microsoft.com/office/drawing/2014/main" id="{6E74778E-BEF1-9AA3-DC2B-2AD33D65C462}"/>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6981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4" name="Text Box 147">
            <a:extLst>
              <a:ext uri="{FF2B5EF4-FFF2-40B4-BE49-F238E27FC236}">
                <a16:creationId xmlns:a16="http://schemas.microsoft.com/office/drawing/2014/main" id="{5091EBA8-B57B-AFDC-3524-EDB3C7CA2692}"/>
              </a:ext>
            </a:extLst>
          </p:cNvPr>
          <p:cNvSpPr txBox="1">
            <a:spLocks noChangeArrowheads="1"/>
          </p:cNvSpPr>
          <p:nvPr/>
        </p:nvSpPr>
        <p:spPr bwMode="auto">
          <a:xfrm>
            <a:off x="2190224" y="137865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45" name="Cloud">
            <a:extLst>
              <a:ext uri="{FF2B5EF4-FFF2-40B4-BE49-F238E27FC236}">
                <a16:creationId xmlns:a16="http://schemas.microsoft.com/office/drawing/2014/main" id="{74C97D09-1C3A-B907-6A80-75D43427CB75}"/>
              </a:ext>
            </a:extLst>
          </p:cNvPr>
          <p:cNvSpPr>
            <a:spLocks noChangeAspect="1" noEditPoints="1" noChangeArrowheads="1"/>
          </p:cNvSpPr>
          <p:nvPr/>
        </p:nvSpPr>
        <p:spPr bwMode="auto">
          <a:xfrm>
            <a:off x="5491783" y="1316516"/>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47" name="Line 90">
            <a:extLst>
              <a:ext uri="{FF2B5EF4-FFF2-40B4-BE49-F238E27FC236}">
                <a16:creationId xmlns:a16="http://schemas.microsoft.com/office/drawing/2014/main" id="{BCED1035-6435-3D8A-0AD5-60A5F6F51A28}"/>
              </a:ext>
            </a:extLst>
          </p:cNvPr>
          <p:cNvSpPr>
            <a:spLocks noChangeShapeType="1"/>
          </p:cNvSpPr>
          <p:nvPr/>
        </p:nvSpPr>
        <p:spPr bwMode="auto">
          <a:xfrm flipH="1">
            <a:off x="6054970" y="1568024"/>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95">
            <a:extLst>
              <a:ext uri="{FF2B5EF4-FFF2-40B4-BE49-F238E27FC236}">
                <a16:creationId xmlns:a16="http://schemas.microsoft.com/office/drawing/2014/main" id="{D68C2594-018A-BA32-AD92-85B0D11B1835}"/>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7540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0" name="Text Box 98">
            <a:extLst>
              <a:ext uri="{FF2B5EF4-FFF2-40B4-BE49-F238E27FC236}">
                <a16:creationId xmlns:a16="http://schemas.microsoft.com/office/drawing/2014/main" id="{57F8D7DA-1C77-F588-9EBD-6A204495E5BD}"/>
              </a:ext>
            </a:extLst>
          </p:cNvPr>
          <p:cNvSpPr txBox="1">
            <a:spLocks noChangeArrowheads="1"/>
          </p:cNvSpPr>
          <p:nvPr/>
        </p:nvSpPr>
        <p:spPr bwMode="auto">
          <a:xfrm>
            <a:off x="5263371" y="2021765"/>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52" name="Line 130">
            <a:extLst>
              <a:ext uri="{FF2B5EF4-FFF2-40B4-BE49-F238E27FC236}">
                <a16:creationId xmlns:a16="http://schemas.microsoft.com/office/drawing/2014/main" id="{E2923B64-D508-7321-C360-AE4921AEA7FD}"/>
              </a:ext>
            </a:extLst>
          </p:cNvPr>
          <p:cNvSpPr>
            <a:spLocks noChangeShapeType="1"/>
          </p:cNvSpPr>
          <p:nvPr/>
        </p:nvSpPr>
        <p:spPr bwMode="auto">
          <a:xfrm rot="16200000" flipV="1">
            <a:off x="601636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Line 142">
            <a:extLst>
              <a:ext uri="{FF2B5EF4-FFF2-40B4-BE49-F238E27FC236}">
                <a16:creationId xmlns:a16="http://schemas.microsoft.com/office/drawing/2014/main" id="{9988E15C-B70E-E5A8-EB1F-08E14AE40BC5}"/>
              </a:ext>
            </a:extLst>
          </p:cNvPr>
          <p:cNvSpPr>
            <a:spLocks noChangeShapeType="1"/>
          </p:cNvSpPr>
          <p:nvPr/>
        </p:nvSpPr>
        <p:spPr bwMode="auto">
          <a:xfrm flipH="1">
            <a:off x="5743550" y="1746996"/>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6" name="Text Box 148">
            <a:extLst>
              <a:ext uri="{FF2B5EF4-FFF2-40B4-BE49-F238E27FC236}">
                <a16:creationId xmlns:a16="http://schemas.microsoft.com/office/drawing/2014/main" id="{FB9BB07C-0437-BE71-B9A0-A60797B43C96}"/>
              </a:ext>
            </a:extLst>
          </p:cNvPr>
          <p:cNvSpPr txBox="1">
            <a:spLocks noChangeArrowheads="1"/>
          </p:cNvSpPr>
          <p:nvPr/>
        </p:nvSpPr>
        <p:spPr bwMode="auto">
          <a:xfrm>
            <a:off x="5718150" y="1404053"/>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57" name="Text Box 149">
            <a:extLst>
              <a:ext uri="{FF2B5EF4-FFF2-40B4-BE49-F238E27FC236}">
                <a16:creationId xmlns:a16="http://schemas.microsoft.com/office/drawing/2014/main" id="{8975BFCB-64F9-EF0A-61A4-C218CA398DD2}"/>
              </a:ext>
            </a:extLst>
          </p:cNvPr>
          <p:cNvSpPr txBox="1">
            <a:spLocks noChangeArrowheads="1"/>
          </p:cNvSpPr>
          <p:nvPr/>
        </p:nvSpPr>
        <p:spPr bwMode="auto">
          <a:xfrm>
            <a:off x="6099581" y="1396699"/>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58" name="AutoShape 150">
            <a:extLst>
              <a:ext uri="{FF2B5EF4-FFF2-40B4-BE49-F238E27FC236}">
                <a16:creationId xmlns:a16="http://schemas.microsoft.com/office/drawing/2014/main" id="{C23089AC-1581-E6EE-796A-83F9F730335B}"/>
              </a:ext>
            </a:extLst>
          </p:cNvPr>
          <p:cNvSpPr>
            <a:spLocks noChangeArrowheads="1"/>
          </p:cNvSpPr>
          <p:nvPr/>
        </p:nvSpPr>
        <p:spPr bwMode="auto">
          <a:xfrm>
            <a:off x="6018405" y="1924605"/>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51" name="Line 112">
            <a:extLst>
              <a:ext uri="{FF2B5EF4-FFF2-40B4-BE49-F238E27FC236}">
                <a16:creationId xmlns:a16="http://schemas.microsoft.com/office/drawing/2014/main" id="{D3A1864A-6AF4-12DA-7C4F-3BF1D5B7ADA1}"/>
              </a:ext>
            </a:extLst>
          </p:cNvPr>
          <p:cNvSpPr>
            <a:spLocks noChangeShapeType="1"/>
          </p:cNvSpPr>
          <p:nvPr/>
        </p:nvSpPr>
        <p:spPr bwMode="auto">
          <a:xfrm flipV="1">
            <a:off x="5743550" y="1661398"/>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Freeform 114">
            <a:extLst>
              <a:ext uri="{FF2B5EF4-FFF2-40B4-BE49-F238E27FC236}">
                <a16:creationId xmlns:a16="http://schemas.microsoft.com/office/drawing/2014/main" id="{92CD7AC1-2214-185A-A08E-ECC158816D37}"/>
              </a:ext>
            </a:extLst>
          </p:cNvPr>
          <p:cNvSpPr>
            <a:spLocks/>
          </p:cNvSpPr>
          <p:nvPr/>
        </p:nvSpPr>
        <p:spPr bwMode="auto">
          <a:xfrm>
            <a:off x="2494100" y="1649598"/>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92">
            <a:extLst>
              <a:ext uri="{FF2B5EF4-FFF2-40B4-BE49-F238E27FC236}">
                <a16:creationId xmlns:a16="http://schemas.microsoft.com/office/drawing/2014/main" id="{EBC8579C-66A4-0567-00B4-08E5CF9FF140}"/>
              </a:ext>
            </a:extLst>
          </p:cNvPr>
          <p:cNvSpPr>
            <a:spLocks noChangeShapeType="1"/>
          </p:cNvSpPr>
          <p:nvPr/>
        </p:nvSpPr>
        <p:spPr bwMode="auto">
          <a:xfrm>
            <a:off x="2283388" y="1608411"/>
            <a:ext cx="3301874" cy="0"/>
          </a:xfrm>
          <a:prstGeom prst="line">
            <a:avLst/>
          </a:prstGeom>
          <a:noFill/>
          <a:ln w="38100">
            <a:solidFill>
              <a:srgbClr val="FF00FF"/>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111">
            <a:extLst>
              <a:ext uri="{FF2B5EF4-FFF2-40B4-BE49-F238E27FC236}">
                <a16:creationId xmlns:a16="http://schemas.microsoft.com/office/drawing/2014/main" id="{EF7637EF-BD4E-1336-39BD-6228348CE158}"/>
              </a:ext>
            </a:extLst>
          </p:cNvPr>
          <p:cNvSpPr>
            <a:spLocks noChangeShapeType="1"/>
          </p:cNvSpPr>
          <p:nvPr/>
        </p:nvSpPr>
        <p:spPr bwMode="auto">
          <a:xfrm flipH="1" flipV="1">
            <a:off x="2494098" y="2028289"/>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Freeform 115">
            <a:extLst>
              <a:ext uri="{FF2B5EF4-FFF2-40B4-BE49-F238E27FC236}">
                <a16:creationId xmlns:a16="http://schemas.microsoft.com/office/drawing/2014/main" id="{44C43FB8-1A68-02F7-76CF-3882AE7C4FD6}"/>
              </a:ext>
            </a:extLst>
          </p:cNvPr>
          <p:cNvSpPr>
            <a:spLocks/>
          </p:cNvSpPr>
          <p:nvPr/>
        </p:nvSpPr>
        <p:spPr bwMode="auto">
          <a:xfrm>
            <a:off x="6223967" y="1639295"/>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Text Box 93">
            <a:extLst>
              <a:ext uri="{FF2B5EF4-FFF2-40B4-BE49-F238E27FC236}">
                <a16:creationId xmlns:a16="http://schemas.microsoft.com/office/drawing/2014/main" id="{7A15768C-CBDB-5D80-1E5D-98FDA8D4DA7F}"/>
              </a:ext>
            </a:extLst>
          </p:cNvPr>
          <p:cNvSpPr txBox="1">
            <a:spLocks noChangeArrowheads="1"/>
          </p:cNvSpPr>
          <p:nvPr/>
        </p:nvSpPr>
        <p:spPr bwMode="auto">
          <a:xfrm>
            <a:off x="3921050" y="1811031"/>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167" name="组合 166">
            <a:extLst>
              <a:ext uri="{FF2B5EF4-FFF2-40B4-BE49-F238E27FC236}">
                <a16:creationId xmlns:a16="http://schemas.microsoft.com/office/drawing/2014/main" id="{4857FFE7-7FBD-4B50-5E95-9822DF11C902}"/>
              </a:ext>
            </a:extLst>
          </p:cNvPr>
          <p:cNvGrpSpPr/>
          <p:nvPr/>
        </p:nvGrpSpPr>
        <p:grpSpPr>
          <a:xfrm>
            <a:off x="6238223" y="2351876"/>
            <a:ext cx="309983" cy="332183"/>
            <a:chOff x="2565534" y="4101618"/>
            <a:chExt cx="360485" cy="386301"/>
          </a:xfrm>
        </p:grpSpPr>
        <p:sp>
          <p:nvSpPr>
            <p:cNvPr id="168" name="Line 313">
              <a:extLst>
                <a:ext uri="{FF2B5EF4-FFF2-40B4-BE49-F238E27FC236}">
                  <a16:creationId xmlns:a16="http://schemas.microsoft.com/office/drawing/2014/main" id="{7BE946BE-1DAE-A3D2-669B-145FCA9E0E2C}"/>
                </a:ext>
              </a:extLst>
            </p:cNvPr>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69" name="Group 424">
              <a:extLst>
                <a:ext uri="{FF2B5EF4-FFF2-40B4-BE49-F238E27FC236}">
                  <a16:creationId xmlns:a16="http://schemas.microsoft.com/office/drawing/2014/main" id="{E4EA6BD1-05D3-524F-2507-D429CC17C06E}"/>
                </a:ext>
              </a:extLst>
            </p:cNvPr>
            <p:cNvGrpSpPr>
              <a:grpSpLocks/>
            </p:cNvGrpSpPr>
            <p:nvPr/>
          </p:nvGrpSpPr>
          <p:grpSpPr bwMode="auto">
            <a:xfrm>
              <a:off x="2565534" y="4101618"/>
              <a:ext cx="360485" cy="119330"/>
              <a:chOff x="748" y="2251"/>
              <a:chExt cx="306" cy="90"/>
            </a:xfrm>
          </p:grpSpPr>
          <p:sp>
            <p:nvSpPr>
              <p:cNvPr id="171" name="AutoShape 317">
                <a:extLst>
                  <a:ext uri="{FF2B5EF4-FFF2-40B4-BE49-F238E27FC236}">
                    <a16:creationId xmlns:a16="http://schemas.microsoft.com/office/drawing/2014/main" id="{5A76C045-9341-9392-5B4B-FF0ABAFC253C}"/>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2" name="AutoShape 318">
                <a:extLst>
                  <a:ext uri="{FF2B5EF4-FFF2-40B4-BE49-F238E27FC236}">
                    <a16:creationId xmlns:a16="http://schemas.microsoft.com/office/drawing/2014/main" id="{E3CD8C0C-8879-3DEE-8B09-89CE6A29B225}"/>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3" name="AutoShape 319">
                <a:extLst>
                  <a:ext uri="{FF2B5EF4-FFF2-40B4-BE49-F238E27FC236}">
                    <a16:creationId xmlns:a16="http://schemas.microsoft.com/office/drawing/2014/main" id="{0308E9BB-3292-F5F9-5D06-1F2734A4507E}"/>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4" name="AutoShape 320">
                <a:extLst>
                  <a:ext uri="{FF2B5EF4-FFF2-40B4-BE49-F238E27FC236}">
                    <a16:creationId xmlns:a16="http://schemas.microsoft.com/office/drawing/2014/main" id="{1F22F17E-44B9-08CF-CC07-A3E08715A9DC}"/>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5" name="AutoShape 321">
                <a:extLst>
                  <a:ext uri="{FF2B5EF4-FFF2-40B4-BE49-F238E27FC236}">
                    <a16:creationId xmlns:a16="http://schemas.microsoft.com/office/drawing/2014/main" id="{D7FC572B-BC80-D8D2-F7D2-585B7A2D3AE5}"/>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6" name="AutoShape 322">
                <a:extLst>
                  <a:ext uri="{FF2B5EF4-FFF2-40B4-BE49-F238E27FC236}">
                    <a16:creationId xmlns:a16="http://schemas.microsoft.com/office/drawing/2014/main" id="{5BCC37AF-14D4-C613-22C1-DC22892F9C71}"/>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70" name="Picture 200" descr="jisuanji">
              <a:extLst>
                <a:ext uri="{FF2B5EF4-FFF2-40B4-BE49-F238E27FC236}">
                  <a16:creationId xmlns:a16="http://schemas.microsoft.com/office/drawing/2014/main" id="{00CF765D-546F-F1AD-87C3-BD8A4277056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3" name="组合 72">
            <a:extLst>
              <a:ext uri="{FF2B5EF4-FFF2-40B4-BE49-F238E27FC236}">
                <a16:creationId xmlns:a16="http://schemas.microsoft.com/office/drawing/2014/main" id="{4DE59503-A9CF-0177-872F-8817A3844007}"/>
              </a:ext>
            </a:extLst>
          </p:cNvPr>
          <p:cNvGrpSpPr/>
          <p:nvPr/>
        </p:nvGrpSpPr>
        <p:grpSpPr>
          <a:xfrm>
            <a:off x="1877866" y="1351352"/>
            <a:ext cx="528586" cy="356119"/>
            <a:chOff x="4406004" y="4260453"/>
            <a:chExt cx="558674" cy="429804"/>
          </a:xfrm>
        </p:grpSpPr>
        <p:grpSp>
          <p:nvGrpSpPr>
            <p:cNvPr id="74" name="Group 460">
              <a:extLst>
                <a:ext uri="{FF2B5EF4-FFF2-40B4-BE49-F238E27FC236}">
                  <a16:creationId xmlns:a16="http://schemas.microsoft.com/office/drawing/2014/main" id="{0789E72F-3A1D-1B66-E2ED-D2CC6B4BB450}"/>
                </a:ext>
              </a:extLst>
            </p:cNvPr>
            <p:cNvGrpSpPr>
              <a:grpSpLocks/>
            </p:cNvGrpSpPr>
            <p:nvPr/>
          </p:nvGrpSpPr>
          <p:grpSpPr bwMode="auto">
            <a:xfrm>
              <a:off x="4543772" y="4322623"/>
              <a:ext cx="420906" cy="367634"/>
              <a:chOff x="657" y="1570"/>
              <a:chExt cx="318" cy="318"/>
            </a:xfrm>
          </p:grpSpPr>
          <p:sp>
            <p:nvSpPr>
              <p:cNvPr id="82" name="Line 461">
                <a:extLst>
                  <a:ext uri="{FF2B5EF4-FFF2-40B4-BE49-F238E27FC236}">
                    <a16:creationId xmlns:a16="http://schemas.microsoft.com/office/drawing/2014/main" id="{A9C2F585-7B1E-2ABE-15AC-B4F21AEFB801}"/>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83" name="Picture 462" descr="laptop copy">
                <a:extLst>
                  <a:ext uri="{FF2B5EF4-FFF2-40B4-BE49-F238E27FC236}">
                    <a16:creationId xmlns:a16="http://schemas.microsoft.com/office/drawing/2014/main" id="{49758186-4AD5-F0C8-BD5E-5960C01E0BF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5" name="Group 463">
              <a:extLst>
                <a:ext uri="{FF2B5EF4-FFF2-40B4-BE49-F238E27FC236}">
                  <a16:creationId xmlns:a16="http://schemas.microsoft.com/office/drawing/2014/main" id="{E5551CCE-5D38-8589-0CA3-3C9748901400}"/>
                </a:ext>
              </a:extLst>
            </p:cNvPr>
            <p:cNvGrpSpPr>
              <a:grpSpLocks/>
            </p:cNvGrpSpPr>
            <p:nvPr/>
          </p:nvGrpSpPr>
          <p:grpSpPr bwMode="auto">
            <a:xfrm>
              <a:off x="4406004" y="4260453"/>
              <a:ext cx="405022" cy="119404"/>
              <a:chOff x="748" y="2251"/>
              <a:chExt cx="306" cy="90"/>
            </a:xfrm>
            <a:solidFill>
              <a:srgbClr val="0066FF"/>
            </a:solidFill>
          </p:grpSpPr>
          <p:sp>
            <p:nvSpPr>
              <p:cNvPr id="76" name="AutoShape 464">
                <a:extLst>
                  <a:ext uri="{FF2B5EF4-FFF2-40B4-BE49-F238E27FC236}">
                    <a16:creationId xmlns:a16="http://schemas.microsoft.com/office/drawing/2014/main" id="{9A3752F2-5137-72E6-3EC7-50498EBB5B57}"/>
                  </a:ext>
                </a:extLst>
              </p:cNvPr>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7" name="AutoShape 465">
                <a:extLst>
                  <a:ext uri="{FF2B5EF4-FFF2-40B4-BE49-F238E27FC236}">
                    <a16:creationId xmlns:a16="http://schemas.microsoft.com/office/drawing/2014/main" id="{BC80B4A5-CF02-0F4B-3901-7277FB9147BD}"/>
                  </a:ext>
                </a:extLst>
              </p:cNvPr>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8" name="AutoShape 466">
                <a:extLst>
                  <a:ext uri="{FF2B5EF4-FFF2-40B4-BE49-F238E27FC236}">
                    <a16:creationId xmlns:a16="http://schemas.microsoft.com/office/drawing/2014/main" id="{215E5B14-60BA-E8CD-F271-8467E0AF5B49}"/>
                  </a:ext>
                </a:extLst>
              </p:cNvPr>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9" name="AutoShape 467">
                <a:extLst>
                  <a:ext uri="{FF2B5EF4-FFF2-40B4-BE49-F238E27FC236}">
                    <a16:creationId xmlns:a16="http://schemas.microsoft.com/office/drawing/2014/main" id="{045B7F85-AC18-AD56-DBED-81346DC04E72}"/>
                  </a:ext>
                </a:extLst>
              </p:cNvPr>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0" name="AutoShape 468">
                <a:extLst>
                  <a:ext uri="{FF2B5EF4-FFF2-40B4-BE49-F238E27FC236}">
                    <a16:creationId xmlns:a16="http://schemas.microsoft.com/office/drawing/2014/main" id="{036A759A-DD5E-1E9F-0020-B90D0A374A50}"/>
                  </a:ext>
                </a:extLst>
              </p:cNvPr>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1" name="AutoShape 469">
                <a:extLst>
                  <a:ext uri="{FF2B5EF4-FFF2-40B4-BE49-F238E27FC236}">
                    <a16:creationId xmlns:a16="http://schemas.microsoft.com/office/drawing/2014/main" id="{D7DD8027-C211-8CF5-A727-6507E9CAB916}"/>
                  </a:ext>
                </a:extLst>
              </p:cNvPr>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84" name="组合 83">
            <a:extLst>
              <a:ext uri="{FF2B5EF4-FFF2-40B4-BE49-F238E27FC236}">
                <a16:creationId xmlns:a16="http://schemas.microsoft.com/office/drawing/2014/main" id="{A0E2557D-7B04-2DF1-81AB-A767E7346215}"/>
              </a:ext>
            </a:extLst>
          </p:cNvPr>
          <p:cNvGrpSpPr/>
          <p:nvPr/>
        </p:nvGrpSpPr>
        <p:grpSpPr>
          <a:xfrm>
            <a:off x="5797409" y="1351352"/>
            <a:ext cx="528586" cy="356119"/>
            <a:chOff x="4406004" y="4260453"/>
            <a:chExt cx="558674" cy="429804"/>
          </a:xfrm>
        </p:grpSpPr>
        <p:grpSp>
          <p:nvGrpSpPr>
            <p:cNvPr id="85" name="Group 460">
              <a:extLst>
                <a:ext uri="{FF2B5EF4-FFF2-40B4-BE49-F238E27FC236}">
                  <a16:creationId xmlns:a16="http://schemas.microsoft.com/office/drawing/2014/main" id="{47725FF9-1440-EAB3-2F93-F7C59F1A96BD}"/>
                </a:ext>
              </a:extLst>
            </p:cNvPr>
            <p:cNvGrpSpPr>
              <a:grpSpLocks/>
            </p:cNvGrpSpPr>
            <p:nvPr/>
          </p:nvGrpSpPr>
          <p:grpSpPr bwMode="auto">
            <a:xfrm>
              <a:off x="4543772" y="4322623"/>
              <a:ext cx="420906" cy="367634"/>
              <a:chOff x="657" y="1570"/>
              <a:chExt cx="318" cy="318"/>
            </a:xfrm>
          </p:grpSpPr>
          <p:sp>
            <p:nvSpPr>
              <p:cNvPr id="93" name="Line 461">
                <a:extLst>
                  <a:ext uri="{FF2B5EF4-FFF2-40B4-BE49-F238E27FC236}">
                    <a16:creationId xmlns:a16="http://schemas.microsoft.com/office/drawing/2014/main" id="{794E57EE-6568-C264-9946-4EC1689AF34F}"/>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4" name="Picture 462" descr="laptop copy">
                <a:extLst>
                  <a:ext uri="{FF2B5EF4-FFF2-40B4-BE49-F238E27FC236}">
                    <a16:creationId xmlns:a16="http://schemas.microsoft.com/office/drawing/2014/main" id="{6DAF736D-1794-5B58-8872-46BCD93673C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 name="Group 463">
              <a:extLst>
                <a:ext uri="{FF2B5EF4-FFF2-40B4-BE49-F238E27FC236}">
                  <a16:creationId xmlns:a16="http://schemas.microsoft.com/office/drawing/2014/main" id="{5ADBC3DF-42A2-0489-4A73-4D6145B47AC9}"/>
                </a:ext>
              </a:extLst>
            </p:cNvPr>
            <p:cNvGrpSpPr>
              <a:grpSpLocks/>
            </p:cNvGrpSpPr>
            <p:nvPr/>
          </p:nvGrpSpPr>
          <p:grpSpPr bwMode="auto">
            <a:xfrm>
              <a:off x="4406004" y="4260453"/>
              <a:ext cx="405022" cy="119404"/>
              <a:chOff x="748" y="2251"/>
              <a:chExt cx="306" cy="90"/>
            </a:xfrm>
            <a:solidFill>
              <a:srgbClr val="0066FF"/>
            </a:solidFill>
          </p:grpSpPr>
          <p:sp>
            <p:nvSpPr>
              <p:cNvPr id="87" name="AutoShape 464">
                <a:extLst>
                  <a:ext uri="{FF2B5EF4-FFF2-40B4-BE49-F238E27FC236}">
                    <a16:creationId xmlns:a16="http://schemas.microsoft.com/office/drawing/2014/main" id="{201CFCB1-B31D-BCC7-E8AA-7844AA6A2463}"/>
                  </a:ext>
                </a:extLst>
              </p:cNvPr>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8" name="AutoShape 465">
                <a:extLst>
                  <a:ext uri="{FF2B5EF4-FFF2-40B4-BE49-F238E27FC236}">
                    <a16:creationId xmlns:a16="http://schemas.microsoft.com/office/drawing/2014/main" id="{C2A39A82-2FA7-A65E-A703-0D20B4159D8D}"/>
                  </a:ext>
                </a:extLst>
              </p:cNvPr>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9" name="AutoShape 466">
                <a:extLst>
                  <a:ext uri="{FF2B5EF4-FFF2-40B4-BE49-F238E27FC236}">
                    <a16:creationId xmlns:a16="http://schemas.microsoft.com/office/drawing/2014/main" id="{2242BC21-4B8E-8AB3-AB0A-139BDBF08781}"/>
                  </a:ext>
                </a:extLst>
              </p:cNvPr>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7">
                <a:extLst>
                  <a:ext uri="{FF2B5EF4-FFF2-40B4-BE49-F238E27FC236}">
                    <a16:creationId xmlns:a16="http://schemas.microsoft.com/office/drawing/2014/main" id="{E56F345C-FB70-4E80-7479-04DCD2E06A9E}"/>
                  </a:ext>
                </a:extLst>
              </p:cNvPr>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8">
                <a:extLst>
                  <a:ext uri="{FF2B5EF4-FFF2-40B4-BE49-F238E27FC236}">
                    <a16:creationId xmlns:a16="http://schemas.microsoft.com/office/drawing/2014/main" id="{0ED9E25D-2EFE-02AC-1062-4D5ACB68B0AB}"/>
                  </a:ext>
                </a:extLst>
              </p:cNvPr>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9">
                <a:extLst>
                  <a:ext uri="{FF2B5EF4-FFF2-40B4-BE49-F238E27FC236}">
                    <a16:creationId xmlns:a16="http://schemas.microsoft.com/office/drawing/2014/main" id="{AF1C3C42-9D20-0137-6B70-AF28842A95A6}"/>
                  </a:ext>
                </a:extLst>
              </p:cNvPr>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146">
            <a:extLst>
              <a:ext uri="{FF2B5EF4-FFF2-40B4-BE49-F238E27FC236}">
                <a16:creationId xmlns:a16="http://schemas.microsoft.com/office/drawing/2014/main" id="{81E6A26A-37D5-E418-B682-A949BBC33A87}"/>
              </a:ext>
            </a:extLst>
          </p:cNvPr>
          <p:cNvSpPr txBox="1">
            <a:spLocks noChangeArrowheads="1"/>
          </p:cNvSpPr>
          <p:nvPr/>
        </p:nvSpPr>
        <p:spPr bwMode="auto">
          <a:xfrm flipH="1">
            <a:off x="4895447" y="214686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43" name="Text Box 144">
            <a:extLst>
              <a:ext uri="{FF2B5EF4-FFF2-40B4-BE49-F238E27FC236}">
                <a16:creationId xmlns:a16="http://schemas.microsoft.com/office/drawing/2014/main" id="{A10646B5-23AC-AB9E-4584-D2D35A46C005}"/>
              </a:ext>
            </a:extLst>
          </p:cNvPr>
          <p:cNvSpPr txBox="1">
            <a:spLocks noChangeArrowheads="1"/>
          </p:cNvSpPr>
          <p:nvPr/>
        </p:nvSpPr>
        <p:spPr bwMode="auto">
          <a:xfrm flipH="1">
            <a:off x="2777069" y="157213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55" name="Text Box 145">
            <a:extLst>
              <a:ext uri="{FF2B5EF4-FFF2-40B4-BE49-F238E27FC236}">
                <a16:creationId xmlns:a16="http://schemas.microsoft.com/office/drawing/2014/main" id="{2FC1F28F-A7E7-3BE8-D920-90476AEAA105}"/>
              </a:ext>
            </a:extLst>
          </p:cNvPr>
          <p:cNvSpPr txBox="1">
            <a:spLocks noChangeArrowheads="1"/>
          </p:cNvSpPr>
          <p:nvPr/>
        </p:nvSpPr>
        <p:spPr bwMode="auto">
          <a:xfrm flipH="1">
            <a:off x="5789011" y="17135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68" name="Text Box 145">
            <a:extLst>
              <a:ext uri="{FF2B5EF4-FFF2-40B4-BE49-F238E27FC236}">
                <a16:creationId xmlns:a16="http://schemas.microsoft.com/office/drawing/2014/main" id="{3ED0467F-C3A0-C3C4-428B-DF384F1246F4}"/>
              </a:ext>
            </a:extLst>
          </p:cNvPr>
          <p:cNvSpPr txBox="1">
            <a:spLocks noChangeArrowheads="1"/>
          </p:cNvSpPr>
          <p:nvPr/>
        </p:nvSpPr>
        <p:spPr bwMode="auto">
          <a:xfrm flipH="1">
            <a:off x="7285719" y="18659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p>
        </p:txBody>
      </p:sp>
      <p:sp>
        <p:nvSpPr>
          <p:cNvPr id="7" name="Text Box 96">
            <a:extLst>
              <a:ext uri="{FF2B5EF4-FFF2-40B4-BE49-F238E27FC236}">
                <a16:creationId xmlns:a16="http://schemas.microsoft.com/office/drawing/2014/main" id="{DF0235E8-CBE4-1CB8-8DAA-860E115AA0F4}"/>
              </a:ext>
            </a:extLst>
          </p:cNvPr>
          <p:cNvSpPr txBox="1">
            <a:spLocks noChangeArrowheads="1"/>
          </p:cNvSpPr>
          <p:nvPr/>
        </p:nvSpPr>
        <p:spPr bwMode="auto">
          <a:xfrm>
            <a:off x="1261408" y="1100992"/>
            <a:ext cx="1919115"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r>
              <a:rPr kumimoji="1" lang="zh-CN" altLang="en-US" sz="1100" b="1" dirty="0">
                <a:latin typeface="微软雅黑" panose="020B0503020204020204" pitchFamily="34" charset="-122"/>
                <a:ea typeface="微软雅黑" panose="020B0503020204020204" pitchFamily="34" charset="-122"/>
              </a:rPr>
              <a:t>  </a:t>
            </a:r>
            <a:r>
              <a:rPr kumimoji="1" lang="en-US" altLang="zh-CN" sz="1100" b="1" dirty="0">
                <a:latin typeface="微软雅黑" panose="020B0503020204020204" pitchFamily="34" charset="-122"/>
                <a:ea typeface="微软雅黑" panose="020B0503020204020204" pitchFamily="34" charset="-122"/>
              </a:rPr>
              <a:t>131.8.0.0/16</a:t>
            </a:r>
          </a:p>
        </p:txBody>
      </p:sp>
      <p:sp>
        <p:nvSpPr>
          <p:cNvPr id="8" name="Text Box 97">
            <a:extLst>
              <a:ext uri="{FF2B5EF4-FFF2-40B4-BE49-F238E27FC236}">
                <a16:creationId xmlns:a16="http://schemas.microsoft.com/office/drawing/2014/main" id="{4F4B21DF-9BCE-8948-7865-3F44DEC7A378}"/>
              </a:ext>
            </a:extLst>
          </p:cNvPr>
          <p:cNvSpPr txBox="1">
            <a:spLocks noChangeArrowheads="1"/>
          </p:cNvSpPr>
          <p:nvPr/>
        </p:nvSpPr>
        <p:spPr bwMode="auto">
          <a:xfrm>
            <a:off x="5486176" y="1100992"/>
            <a:ext cx="174599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r>
              <a:rPr kumimoji="1" lang="zh-CN" altLang="en-US" sz="1100" b="1" dirty="0">
                <a:latin typeface="微软雅黑" panose="020B0503020204020204" pitchFamily="34" charset="-122"/>
                <a:ea typeface="微软雅黑" panose="020B0503020204020204" pitchFamily="34" charset="-122"/>
              </a:rPr>
              <a:t>  </a:t>
            </a:r>
            <a:r>
              <a:rPr kumimoji="1" lang="en-US" altLang="zh-CN" sz="1100" b="1" dirty="0">
                <a:latin typeface="微软雅黑" panose="020B0503020204020204" pitchFamily="34" charset="-122"/>
                <a:ea typeface="微软雅黑" panose="020B0503020204020204" pitchFamily="34" charset="-122"/>
              </a:rPr>
              <a:t>15.0.0.0/8</a:t>
            </a:r>
          </a:p>
        </p:txBody>
      </p:sp>
    </p:spTree>
    <p:extLst>
      <p:ext uri="{BB962C8B-B14F-4D97-AF65-F5344CB8AC3E}">
        <p14:creationId xmlns:p14="http://schemas.microsoft.com/office/powerpoint/2010/main" val="3542329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1000"/>
                                        <p:tgtEl>
                                          <p:spTgt spid="5">
                                            <p:txEl>
                                              <p:pRg st="0" end="0"/>
                                            </p:txEl>
                                          </p:spTgt>
                                        </p:tgtEl>
                                      </p:cBhvr>
                                    </p:animEffect>
                                    <p:anim calcmode="lin" valueType="num">
                                      <p:cBhvr>
                                        <p:cTn id="8"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5" presetClass="emph" presetSubtype="0" repeatCount="3000" fill="hold" grpId="0" nodeType="clickEffect">
                                  <p:stCondLst>
                                    <p:cond delay="0"/>
                                  </p:stCondLst>
                                  <p:childTnLst>
                                    <p:anim calcmode="discrete" valueType="str">
                                      <p:cBhvr>
                                        <p:cTn id="13" dur="1000" fill="hold"/>
                                        <p:tgtEl>
                                          <p:spTgt spid="58"/>
                                        </p:tgtEl>
                                        <p:attrNameLst>
                                          <p:attrName>style.visibility</p:attrName>
                                        </p:attrNameLst>
                                      </p:cBhvr>
                                      <p:tavLst>
                                        <p:tav tm="0">
                                          <p:val>
                                            <p:strVal val="hidden"/>
                                          </p:val>
                                        </p:tav>
                                        <p:tav tm="50000">
                                          <p:val>
                                            <p:strVal val="visible"/>
                                          </p:val>
                                        </p:tav>
                                      </p:tavLst>
                                    </p:anim>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nodeType="clickEffect">
                                  <p:stCondLst>
                                    <p:cond delay="0"/>
                                  </p:stCondLst>
                                  <p:childTnLst>
                                    <p:set>
                                      <p:cBhvr>
                                        <p:cTn id="17" dur="1" fill="hold">
                                          <p:stCondLst>
                                            <p:cond delay="0"/>
                                          </p:stCondLst>
                                        </p:cTn>
                                        <p:tgtEl>
                                          <p:spTgt spid="5">
                                            <p:txEl>
                                              <p:pRg st="1" end="1"/>
                                            </p:txEl>
                                          </p:spTgt>
                                        </p:tgtEl>
                                        <p:attrNameLst>
                                          <p:attrName>style.visibility</p:attrName>
                                        </p:attrNameLst>
                                      </p:cBhvr>
                                      <p:to>
                                        <p:strVal val="visible"/>
                                      </p:to>
                                    </p:set>
                                    <p:animEffect transition="in" filter="fade">
                                      <p:cBhvr>
                                        <p:cTn id="18" dur="1000"/>
                                        <p:tgtEl>
                                          <p:spTgt spid="5">
                                            <p:txEl>
                                              <p:pRg st="1" end="1"/>
                                            </p:txEl>
                                          </p:spTgt>
                                        </p:tgtEl>
                                      </p:cBhvr>
                                    </p:animEffect>
                                    <p:anim calcmode="lin" valueType="num">
                                      <p:cBhvr>
                                        <p:cTn id="19"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20" dur="10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33717"/>
            <a:ext cx="8133857" cy="312887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b="1" dirty="0">
                <a:latin typeface="微软雅黑" pitchFamily="34" charset="-122"/>
                <a:ea typeface="微软雅黑" pitchFamily="34" charset="-122"/>
                <a:sym typeface="Wingdings 2" panose="05020102010507070707" pitchFamily="18" charset="2"/>
              </a:rPr>
              <a:t>1</a:t>
            </a:r>
            <a:r>
              <a:rPr lang="zh-CN" altLang="en-US" b="1" dirty="0">
                <a:latin typeface="微软雅黑" pitchFamily="34" charset="-122"/>
                <a:ea typeface="微软雅黑" pitchFamily="34" charset="-122"/>
                <a:sym typeface="Wingdings 2" panose="05020102010507070707" pitchFamily="18" charset="2"/>
              </a:rPr>
              <a:t>，</a:t>
            </a:r>
            <a:r>
              <a:rPr lang="zh-CN" altLang="en-US" b="1" dirty="0">
                <a:solidFill>
                  <a:srgbClr val="C00000"/>
                </a:solidFill>
                <a:latin typeface="微软雅黑" pitchFamily="34" charset="-122"/>
                <a:ea typeface="微软雅黑" pitchFamily="34" charset="-122"/>
                <a:sym typeface="Wingdings 2" panose="05020102010507070707" pitchFamily="18" charset="2"/>
              </a:rPr>
              <a:t>转交地址</a:t>
            </a:r>
            <a:r>
              <a:rPr lang="zh-CN" altLang="en-US" b="1" dirty="0">
                <a:latin typeface="微软雅黑" pitchFamily="34" charset="-122"/>
                <a:ea typeface="微软雅黑" pitchFamily="34" charset="-122"/>
                <a:sym typeface="Wingdings 2" panose="05020102010507070707" pitchFamily="18" charset="2"/>
              </a:rPr>
              <a:t>是供移动站、归属代理以及外地代理使用的，</a:t>
            </a:r>
            <a:r>
              <a:rPr lang="zh-CN" altLang="en-US" b="1" dirty="0">
                <a:solidFill>
                  <a:srgbClr val="0000CC"/>
                </a:solidFill>
                <a:latin typeface="微软雅黑" pitchFamily="34" charset="-122"/>
                <a:ea typeface="微软雅黑" pitchFamily="34" charset="-122"/>
                <a:sym typeface="Wingdings 2" panose="05020102010507070707" pitchFamily="18" charset="2"/>
              </a:rPr>
              <a:t>各种应用程序都</a:t>
            </a:r>
            <a:r>
              <a:rPr lang="zh-CN" altLang="en-US" b="1" dirty="0">
                <a:solidFill>
                  <a:srgbClr val="C00000"/>
                </a:solidFill>
                <a:latin typeface="微软雅黑" pitchFamily="34" charset="-122"/>
                <a:ea typeface="微软雅黑" pitchFamily="34" charset="-122"/>
                <a:sym typeface="Wingdings 2" panose="05020102010507070707" pitchFamily="18" charset="2"/>
              </a:rPr>
              <a:t>不使用</a:t>
            </a:r>
            <a:r>
              <a:rPr lang="zh-CN" altLang="en-US" b="1" dirty="0">
                <a:solidFill>
                  <a:srgbClr val="0000CC"/>
                </a:solidFill>
                <a:latin typeface="微软雅黑" pitchFamily="34" charset="-122"/>
                <a:ea typeface="微软雅黑" pitchFamily="34" charset="-122"/>
                <a:sym typeface="Wingdings 2" panose="05020102010507070707" pitchFamily="18" charset="2"/>
              </a:rPr>
              <a:t>这种转交地址。</a:t>
            </a:r>
            <a:endParaRPr lang="en-US" altLang="zh-CN" b="1" dirty="0">
              <a:solidFill>
                <a:srgbClr val="0000CC"/>
              </a:solidFill>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en-US" altLang="zh-CN" b="1" dirty="0">
                <a:latin typeface="微软雅黑" pitchFamily="34" charset="-122"/>
                <a:ea typeface="微软雅黑" pitchFamily="34" charset="-122"/>
                <a:sym typeface="Wingdings 2" panose="05020102010507070707" pitchFamily="18" charset="2"/>
              </a:rPr>
              <a:t>2</a:t>
            </a:r>
            <a:r>
              <a:rPr lang="zh-CN" altLang="en-US" b="1" dirty="0">
                <a:latin typeface="微软雅黑" pitchFamily="34" charset="-122"/>
                <a:ea typeface="微软雅黑" pitchFamily="34" charset="-122"/>
                <a:sym typeface="Wingdings 2" panose="05020102010507070707" pitchFamily="18" charset="2"/>
              </a:rPr>
              <a:t>，</a:t>
            </a:r>
            <a:r>
              <a:rPr lang="zh-CN" altLang="en-US" b="1" dirty="0">
                <a:solidFill>
                  <a:srgbClr val="C00000"/>
                </a:solidFill>
                <a:latin typeface="微软雅黑" pitchFamily="34" charset="-122"/>
                <a:ea typeface="微软雅黑" pitchFamily="34" charset="-122"/>
                <a:sym typeface="Wingdings 2" panose="05020102010507070707" pitchFamily="18" charset="2"/>
              </a:rPr>
              <a:t>转交地址</a:t>
            </a:r>
            <a:r>
              <a:rPr lang="zh-CN" altLang="en-US" b="1" dirty="0">
                <a:latin typeface="微软雅黑" pitchFamily="34" charset="-122"/>
                <a:ea typeface="微软雅黑" pitchFamily="34" charset="-122"/>
                <a:sym typeface="Wingdings 2" panose="05020102010507070707" pitchFamily="18" charset="2"/>
              </a:rPr>
              <a:t>在互联网中并</a:t>
            </a:r>
            <a:r>
              <a:rPr lang="zh-CN" altLang="en-US" b="1" dirty="0">
                <a:solidFill>
                  <a:srgbClr val="C00000"/>
                </a:solidFill>
                <a:latin typeface="微软雅黑" pitchFamily="34" charset="-122"/>
                <a:ea typeface="微软雅黑" pitchFamily="34" charset="-122"/>
                <a:sym typeface="Wingdings 2" panose="05020102010507070707" pitchFamily="18" charset="2"/>
              </a:rPr>
              <a:t>不唯一。</a:t>
            </a:r>
            <a:r>
              <a:rPr lang="zh-CN" altLang="en-US" b="1" dirty="0">
                <a:latin typeface="微软雅黑" pitchFamily="34" charset="-122"/>
                <a:ea typeface="微软雅黑" pitchFamily="34" charset="-122"/>
                <a:sym typeface="Wingdings 2" panose="05020102010507070707" pitchFamily="18" charset="2"/>
              </a:rPr>
              <a:t>外地代理可以给好几个移动站指派同样的转交地址，甚至把自己的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地址指派为移动站的转交地址。</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当</a:t>
            </a:r>
            <a:r>
              <a:rPr lang="zh-CN" altLang="en-US" b="1" dirty="0">
                <a:solidFill>
                  <a:srgbClr val="0000CC"/>
                </a:solidFill>
                <a:latin typeface="微软雅黑" pitchFamily="34" charset="-122"/>
                <a:ea typeface="微软雅黑" pitchFamily="34" charset="-122"/>
                <a:sym typeface="Wingdings 2" panose="05020102010507070707" pitchFamily="18" charset="2"/>
              </a:rPr>
              <a:t>外地代理</a:t>
            </a:r>
            <a:r>
              <a:rPr lang="zh-CN" altLang="en-US" b="1" dirty="0">
                <a:latin typeface="微软雅黑" pitchFamily="34" charset="-122"/>
                <a:ea typeface="微软雅黑" pitchFamily="34" charset="-122"/>
                <a:sym typeface="Wingdings 2" panose="05020102010507070707" pitchFamily="18" charset="2"/>
              </a:rPr>
              <a:t>要向连接在</a:t>
            </a:r>
            <a:r>
              <a:rPr lang="zh-CN" altLang="en-US" b="1" dirty="0">
                <a:solidFill>
                  <a:srgbClr val="0000CC"/>
                </a:solidFill>
                <a:latin typeface="微软雅黑" pitchFamily="34" charset="-122"/>
                <a:ea typeface="微软雅黑" pitchFamily="34" charset="-122"/>
                <a:sym typeface="Wingdings 2" panose="05020102010507070707" pitchFamily="18" charset="2"/>
              </a:rPr>
              <a:t>被访网络上的移动站</a:t>
            </a:r>
            <a:r>
              <a:rPr lang="zh-CN" altLang="en-US" b="1" dirty="0">
                <a:latin typeface="微软雅黑" pitchFamily="34" charset="-122"/>
                <a:ea typeface="微软雅黑" pitchFamily="34" charset="-122"/>
                <a:sym typeface="Wingdings 2" panose="05020102010507070707" pitchFamily="18" charset="2"/>
              </a:rPr>
              <a:t>发送数据报时，并不会像通常那样使用地址解析协议</a:t>
            </a:r>
            <a:r>
              <a:rPr lang="en-US" altLang="zh-CN" b="1" dirty="0">
                <a:latin typeface="微软雅黑" pitchFamily="34" charset="-122"/>
                <a:ea typeface="微软雅黑" pitchFamily="34" charset="-122"/>
                <a:sym typeface="Wingdings 2" panose="05020102010507070707" pitchFamily="18" charset="2"/>
              </a:rPr>
              <a:t>ARP</a:t>
            </a:r>
            <a:r>
              <a:rPr lang="zh-CN" altLang="en-US" b="1" dirty="0">
                <a:latin typeface="微软雅黑" pitchFamily="34" charset="-122"/>
                <a:ea typeface="微软雅黑" pitchFamily="34" charset="-122"/>
                <a:sym typeface="Wingdings 2" panose="05020102010507070707" pitchFamily="18" charset="2"/>
              </a:rPr>
              <a:t>，而是</a:t>
            </a:r>
            <a:r>
              <a:rPr lang="zh-CN" altLang="en-US" b="1" dirty="0">
                <a:solidFill>
                  <a:srgbClr val="0000CC"/>
                </a:solidFill>
                <a:latin typeface="微软雅黑" pitchFamily="34" charset="-122"/>
                <a:ea typeface="微软雅黑" pitchFamily="34" charset="-122"/>
                <a:sym typeface="Wingdings 2" panose="05020102010507070707" pitchFamily="18" charset="2"/>
              </a:rPr>
              <a:t>直接使用这个移动站的 </a:t>
            </a:r>
            <a:r>
              <a:rPr lang="en-US" altLang="zh-CN" b="1" dirty="0">
                <a:solidFill>
                  <a:srgbClr val="0000CC"/>
                </a:solidFill>
                <a:latin typeface="微软雅黑" pitchFamily="34" charset="-122"/>
                <a:ea typeface="微软雅黑" pitchFamily="34" charset="-122"/>
                <a:sym typeface="Wingdings 2" panose="05020102010507070707" pitchFamily="18" charset="2"/>
              </a:rPr>
              <a:t>MAC </a:t>
            </a:r>
            <a:r>
              <a:rPr lang="zh-CN" altLang="en-US" b="1" dirty="0">
                <a:solidFill>
                  <a:srgbClr val="0000CC"/>
                </a:solidFill>
                <a:latin typeface="微软雅黑" pitchFamily="34" charset="-122"/>
                <a:ea typeface="微软雅黑" pitchFamily="34" charset="-122"/>
                <a:sym typeface="Wingdings 2" panose="05020102010507070707" pitchFamily="18" charset="2"/>
              </a:rPr>
              <a:t>地址</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当移动站首次和外地代理通信时，外地代理就记录下这个移动站的 </a:t>
            </a:r>
            <a:r>
              <a:rPr lang="en-US" altLang="zh-CN" b="1" dirty="0">
                <a:latin typeface="微软雅黑" pitchFamily="34" charset="-122"/>
                <a:ea typeface="微软雅黑" pitchFamily="34" charset="-122"/>
                <a:sym typeface="Wingdings 2" panose="05020102010507070707" pitchFamily="18" charset="2"/>
              </a:rPr>
              <a:t>MAC </a:t>
            </a:r>
            <a:r>
              <a:rPr lang="zh-CN" altLang="en-US" b="1" dirty="0">
                <a:latin typeface="微软雅黑" pitchFamily="34" charset="-122"/>
                <a:ea typeface="微软雅黑" pitchFamily="34" charset="-122"/>
                <a:sym typeface="Wingdings 2" panose="05020102010507070707" pitchFamily="18" charset="2"/>
              </a:rPr>
              <a:t>地址。</a:t>
            </a:r>
            <a:endParaRPr lang="en-US" altLang="zh-CN" b="1" dirty="0">
              <a:latin typeface="微软雅黑" pitchFamily="34" charset="-122"/>
              <a:ea typeface="微软雅黑" pitchFamily="34" charset="-122"/>
              <a:sym typeface="Wingdings 2" panose="05020102010507070707" pitchFamily="18" charset="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9541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注意：</a:t>
            </a:r>
          </a:p>
        </p:txBody>
      </p:sp>
    </p:spTree>
    <p:extLst>
      <p:ext uri="{BB962C8B-B14F-4D97-AF65-F5344CB8AC3E}">
        <p14:creationId xmlns:p14="http://schemas.microsoft.com/office/powerpoint/2010/main" val="3284474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72615A-9F3E-3738-F25C-91D12948E3A9}"/>
            </a:ext>
          </a:extLst>
        </p:cNvPr>
        <p:cNvGrpSpPr/>
        <p:nvPr/>
      </p:nvGrpSpPr>
      <p:grpSpPr>
        <a:xfrm>
          <a:off x="0" y="0"/>
          <a:ext cx="0" cy="0"/>
          <a:chOff x="0" y="0"/>
          <a:chExt cx="0" cy="0"/>
        </a:xfrm>
      </p:grpSpPr>
      <p:sp>
        <p:nvSpPr>
          <p:cNvPr id="4" name="Rectangle 46">
            <a:extLst>
              <a:ext uri="{FF2B5EF4-FFF2-40B4-BE49-F238E27FC236}">
                <a16:creationId xmlns:a16="http://schemas.microsoft.com/office/drawing/2014/main" id="{94F20E22-7830-046C-7F6B-681990BE8A9A}"/>
              </a:ext>
            </a:extLst>
          </p:cNvPr>
          <p:cNvSpPr>
            <a:spLocks noChangeArrowheads="1"/>
          </p:cNvSpPr>
          <p:nvPr/>
        </p:nvSpPr>
        <p:spPr bwMode="auto">
          <a:xfrm>
            <a:off x="511895" y="933717"/>
            <a:ext cx="8133857" cy="197470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有时，</a:t>
            </a:r>
            <a:r>
              <a:rPr lang="zh-CN" altLang="en-US" b="1" dirty="0">
                <a:solidFill>
                  <a:srgbClr val="0000CC"/>
                </a:solidFill>
                <a:latin typeface="微软雅黑" pitchFamily="34" charset="-122"/>
                <a:ea typeface="微软雅黑" pitchFamily="34" charset="-122"/>
                <a:sym typeface="Wingdings 2" panose="05020102010507070707" pitchFamily="18" charset="2"/>
              </a:rPr>
              <a:t>移动站本身也可以充当外地代理，</a:t>
            </a:r>
            <a:r>
              <a:rPr lang="zh-CN" altLang="en-US" b="1" dirty="0">
                <a:latin typeface="微软雅黑" pitchFamily="34" charset="-122"/>
                <a:ea typeface="微软雅黑" pitchFamily="34" charset="-122"/>
                <a:sym typeface="Wingdings 2" panose="05020102010507070707" pitchFamily="18" charset="2"/>
              </a:rPr>
              <a:t>即移动站和外地代理是同一个设备。这时的转交地址叫做</a:t>
            </a:r>
            <a:r>
              <a:rPr lang="zh-CN" altLang="en-US" b="1" dirty="0">
                <a:solidFill>
                  <a:srgbClr val="C00000"/>
                </a:solidFill>
                <a:latin typeface="微软雅黑" pitchFamily="34" charset="-122"/>
                <a:ea typeface="微软雅黑" pitchFamily="34" charset="-122"/>
                <a:sym typeface="Wingdings 2" panose="05020102010507070707" pitchFamily="18" charset="2"/>
              </a:rPr>
              <a:t>同址转交地址</a:t>
            </a:r>
            <a:r>
              <a:rPr lang="en-US" altLang="zh-CN" b="1" dirty="0">
                <a:latin typeface="微软雅黑" pitchFamily="34" charset="-122"/>
                <a:ea typeface="微软雅黑" pitchFamily="34" charset="-122"/>
                <a:sym typeface="Wingdings 2" panose="05020102010507070707" pitchFamily="18" charset="2"/>
              </a:rPr>
              <a:t>(co-located care-of address)</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使用同址转交地址的好处是移动站可以移动到任何网络，而不必担心外地代理的可用性，但缺点是移动站需要有额外的软件，使之能够充当自己的外地代理。</a:t>
            </a:r>
            <a:endParaRPr lang="en-US" altLang="zh-CN" b="1" dirty="0">
              <a:latin typeface="微软雅黑" pitchFamily="34" charset="-122"/>
              <a:ea typeface="微软雅黑" pitchFamily="34" charset="-122"/>
              <a:sym typeface="Wingdings 2" panose="05020102010507070707" pitchFamily="18" charset="2"/>
            </a:endParaRPr>
          </a:p>
        </p:txBody>
      </p:sp>
      <p:sp>
        <p:nvSpPr>
          <p:cNvPr id="7" name="AutoShape 5">
            <a:extLst>
              <a:ext uri="{FF2B5EF4-FFF2-40B4-BE49-F238E27FC236}">
                <a16:creationId xmlns:a16="http://schemas.microsoft.com/office/drawing/2014/main" id="{EA81C086-0217-F403-85F3-39E70D98811F}"/>
              </a:ext>
            </a:extLst>
          </p:cNvPr>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a:extLst>
              <a:ext uri="{FF2B5EF4-FFF2-40B4-BE49-F238E27FC236}">
                <a16:creationId xmlns:a16="http://schemas.microsoft.com/office/drawing/2014/main" id="{D9343801-B5BC-2B9A-54DE-2A7E71A302A1}"/>
              </a:ext>
            </a:extLst>
          </p:cNvPr>
          <p:cNvSpPr>
            <a:spLocks noChangeArrowheads="1"/>
          </p:cNvSpPr>
          <p:nvPr/>
        </p:nvSpPr>
        <p:spPr bwMode="auto">
          <a:xfrm>
            <a:off x="635844" y="567754"/>
            <a:ext cx="53528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同址转交地址</a:t>
            </a:r>
            <a:r>
              <a:rPr lang="en-US" altLang="zh-CN" sz="2000" b="1" dirty="0">
                <a:latin typeface="微软雅黑" pitchFamily="34" charset="-122"/>
                <a:ea typeface="微软雅黑" pitchFamily="34" charset="-122"/>
              </a:rPr>
              <a:t>(co-located care-of address)</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3864397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09474" y="112432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p:cNvSpPr>
            <a:spLocks noChangeShapeType="1"/>
          </p:cNvSpPr>
          <p:nvPr/>
        </p:nvSpPr>
        <p:spPr bwMode="auto">
          <a:xfrm>
            <a:off x="2552700" y="2050828"/>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Cloud"/>
          <p:cNvSpPr>
            <a:spLocks noChangeAspect="1" noEditPoints="1" noChangeArrowheads="1"/>
          </p:cNvSpPr>
          <p:nvPr/>
        </p:nvSpPr>
        <p:spPr bwMode="auto">
          <a:xfrm>
            <a:off x="3542371" y="148958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 name="矩形 7"/>
          <p:cNvSpPr/>
          <p:nvPr/>
        </p:nvSpPr>
        <p:spPr>
          <a:xfrm>
            <a:off x="626451" y="2975387"/>
            <a:ext cx="7895059" cy="759182"/>
          </a:xfrm>
          <a:prstGeom prst="rect">
            <a:avLst/>
          </a:prstGeom>
          <a:noFill/>
          <a:ln>
            <a:noFill/>
          </a:ln>
        </p:spPr>
        <p:txBody>
          <a:bodyPr wrap="square">
            <a:spAutoFit/>
          </a:bodyPr>
          <a:lstStyle/>
          <a:p>
            <a:pPr>
              <a:lnSpc>
                <a:spcPts val="2600"/>
              </a:lnSpc>
            </a:pPr>
            <a:r>
              <a:rPr lang="zh-CN" altLang="en-US" b="1" dirty="0">
                <a:latin typeface="微软雅黑" pitchFamily="34" charset="-122"/>
                <a:ea typeface="微软雅黑" pitchFamily="34" charset="-122"/>
                <a:sym typeface="Wingdings 2" panose="05020102010507070707" pitchFamily="18" charset="2"/>
              </a:rPr>
              <a:t>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发送给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的数据报的目的地址是：</a:t>
            </a:r>
            <a:r>
              <a:rPr lang="en-US" altLang="zh-CN" b="1" dirty="0">
                <a:latin typeface="微软雅黑" pitchFamily="34" charset="-122"/>
                <a:ea typeface="微软雅黑" pitchFamily="34" charset="-122"/>
              </a:rPr>
              <a:t>131.8.6.7</a:t>
            </a:r>
            <a:r>
              <a:rPr lang="zh-CN" altLang="en-US" b="1" dirty="0">
                <a:latin typeface="微软雅黑" pitchFamily="34" charset="-122"/>
                <a:ea typeface="微软雅黑" pitchFamily="34" charset="-122"/>
              </a:rPr>
              <a:t>。此数据报被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的</a:t>
            </a:r>
            <a:r>
              <a:rPr lang="zh-CN" altLang="en-US" b="1" dirty="0">
                <a:solidFill>
                  <a:srgbClr val="0000CC"/>
                </a:solidFill>
                <a:latin typeface="微软雅黑" pitchFamily="34" charset="-122"/>
                <a:ea typeface="微软雅黑" pitchFamily="34" charset="-122"/>
              </a:rPr>
              <a:t>归属代理截获</a:t>
            </a:r>
            <a:r>
              <a:rPr lang="zh-CN" altLang="en-US" b="1" dirty="0">
                <a:latin typeface="微软雅黑" pitchFamily="34" charset="-122"/>
                <a:ea typeface="微软雅黑" pitchFamily="34" charset="-122"/>
              </a:rPr>
              <a:t>（只有当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离开归属网络时，归属代理才能截获发给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的数据报）。</a:t>
            </a:r>
          </a:p>
        </p:txBody>
      </p:sp>
      <p:sp>
        <p:nvSpPr>
          <p:cNvPr id="9" name="Text Box 113"/>
          <p:cNvSpPr txBox="1">
            <a:spLocks noChangeArrowheads="1"/>
          </p:cNvSpPr>
          <p:nvPr/>
        </p:nvSpPr>
        <p:spPr bwMode="auto">
          <a:xfrm>
            <a:off x="5463161" y="257587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0" name="Text Box 143"/>
          <p:cNvSpPr txBox="1">
            <a:spLocks noChangeArrowheads="1"/>
          </p:cNvSpPr>
          <p:nvPr/>
        </p:nvSpPr>
        <p:spPr bwMode="auto">
          <a:xfrm flipH="1">
            <a:off x="6735672" y="214068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11" name="Cloud"/>
          <p:cNvSpPr>
            <a:spLocks noChangeAspect="1" noEditPoints="1" noChangeArrowheads="1"/>
          </p:cNvSpPr>
          <p:nvPr/>
        </p:nvSpPr>
        <p:spPr bwMode="auto">
          <a:xfrm>
            <a:off x="1195056" y="132878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12" name="Text Box 91"/>
          <p:cNvSpPr txBox="1">
            <a:spLocks noChangeArrowheads="1"/>
          </p:cNvSpPr>
          <p:nvPr/>
        </p:nvSpPr>
        <p:spPr bwMode="auto">
          <a:xfrm>
            <a:off x="1323105" y="151501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13" name="Line 94"/>
          <p:cNvSpPr>
            <a:spLocks noChangeShapeType="1"/>
          </p:cNvSpPr>
          <p:nvPr/>
        </p:nvSpPr>
        <p:spPr bwMode="auto">
          <a:xfrm>
            <a:off x="2166379" y="1633857"/>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Text Box 99"/>
          <p:cNvSpPr txBox="1">
            <a:spLocks noChangeArrowheads="1"/>
          </p:cNvSpPr>
          <p:nvPr/>
        </p:nvSpPr>
        <p:spPr bwMode="auto">
          <a:xfrm>
            <a:off x="1498304" y="188920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6" name="Line 116"/>
          <p:cNvSpPr>
            <a:spLocks noChangeShapeType="1"/>
          </p:cNvSpPr>
          <p:nvPr/>
        </p:nvSpPr>
        <p:spPr bwMode="auto">
          <a:xfrm rot="16200000" flipV="1">
            <a:off x="2209274" y="138869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 name="Line 128"/>
          <p:cNvSpPr>
            <a:spLocks noChangeShapeType="1"/>
          </p:cNvSpPr>
          <p:nvPr/>
        </p:nvSpPr>
        <p:spPr bwMode="auto">
          <a:xfrm>
            <a:off x="2325949" y="1816790"/>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8" name="Picture 1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69811" y="199655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147"/>
          <p:cNvSpPr txBox="1">
            <a:spLocks noChangeArrowheads="1"/>
          </p:cNvSpPr>
          <p:nvPr/>
        </p:nvSpPr>
        <p:spPr bwMode="auto">
          <a:xfrm>
            <a:off x="2190224" y="144844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20" name="Cloud"/>
          <p:cNvSpPr>
            <a:spLocks noChangeAspect="1" noEditPoints="1" noChangeArrowheads="1"/>
          </p:cNvSpPr>
          <p:nvPr/>
        </p:nvSpPr>
        <p:spPr bwMode="auto">
          <a:xfrm>
            <a:off x="5491783" y="138631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1" name="Line 90"/>
          <p:cNvSpPr>
            <a:spLocks noChangeShapeType="1"/>
          </p:cNvSpPr>
          <p:nvPr/>
        </p:nvSpPr>
        <p:spPr bwMode="auto">
          <a:xfrm flipH="1">
            <a:off x="6054970" y="1637818"/>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22"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75401" y="199655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4" name="Text Box 98"/>
          <p:cNvSpPr txBox="1">
            <a:spLocks noChangeArrowheads="1"/>
          </p:cNvSpPr>
          <p:nvPr/>
        </p:nvSpPr>
        <p:spPr bwMode="auto">
          <a:xfrm>
            <a:off x="5263371" y="209155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25" name="Line 130"/>
          <p:cNvSpPr>
            <a:spLocks noChangeShapeType="1"/>
          </p:cNvSpPr>
          <p:nvPr/>
        </p:nvSpPr>
        <p:spPr bwMode="auto">
          <a:xfrm rot="16200000" flipV="1">
            <a:off x="6016364" y="138869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6" name="Line 142"/>
          <p:cNvSpPr>
            <a:spLocks noChangeShapeType="1"/>
          </p:cNvSpPr>
          <p:nvPr/>
        </p:nvSpPr>
        <p:spPr bwMode="auto">
          <a:xfrm flipH="1">
            <a:off x="5743550" y="1816790"/>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148"/>
          <p:cNvSpPr txBox="1">
            <a:spLocks noChangeArrowheads="1"/>
          </p:cNvSpPr>
          <p:nvPr/>
        </p:nvSpPr>
        <p:spPr bwMode="auto">
          <a:xfrm>
            <a:off x="5718150" y="147384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28" name="Text Box 149"/>
          <p:cNvSpPr txBox="1">
            <a:spLocks noChangeArrowheads="1"/>
          </p:cNvSpPr>
          <p:nvPr/>
        </p:nvSpPr>
        <p:spPr bwMode="auto">
          <a:xfrm>
            <a:off x="6099581" y="146649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29" name="AutoShape 150"/>
          <p:cNvSpPr>
            <a:spLocks noChangeArrowheads="1"/>
          </p:cNvSpPr>
          <p:nvPr/>
        </p:nvSpPr>
        <p:spPr bwMode="auto">
          <a:xfrm>
            <a:off x="6018405" y="199439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32" name="Line 92"/>
          <p:cNvSpPr>
            <a:spLocks noChangeShapeType="1"/>
          </p:cNvSpPr>
          <p:nvPr/>
        </p:nvSpPr>
        <p:spPr bwMode="auto">
          <a:xfrm>
            <a:off x="2283388" y="1678205"/>
            <a:ext cx="3301874" cy="0"/>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Text Box 93"/>
          <p:cNvSpPr txBox="1">
            <a:spLocks noChangeArrowheads="1"/>
          </p:cNvSpPr>
          <p:nvPr/>
        </p:nvSpPr>
        <p:spPr bwMode="auto">
          <a:xfrm>
            <a:off x="3921050" y="188082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36" name="组合 35"/>
          <p:cNvGrpSpPr/>
          <p:nvPr/>
        </p:nvGrpSpPr>
        <p:grpSpPr>
          <a:xfrm>
            <a:off x="6238223" y="2421670"/>
            <a:ext cx="309983" cy="332183"/>
            <a:chOff x="2565534" y="4101618"/>
            <a:chExt cx="360485" cy="386301"/>
          </a:xfrm>
        </p:grpSpPr>
        <p:sp>
          <p:nvSpPr>
            <p:cNvPr id="37"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38" name="Group 424"/>
            <p:cNvGrpSpPr>
              <a:grpSpLocks/>
            </p:cNvGrpSpPr>
            <p:nvPr/>
          </p:nvGrpSpPr>
          <p:grpSpPr bwMode="auto">
            <a:xfrm>
              <a:off x="2565534" y="4101618"/>
              <a:ext cx="360485" cy="119330"/>
              <a:chOff x="748" y="2251"/>
              <a:chExt cx="306" cy="90"/>
            </a:xfrm>
          </p:grpSpPr>
          <p:sp>
            <p:nvSpPr>
              <p:cNvPr id="40"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1"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2"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3"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4"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5"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39"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6" name="组合 45"/>
          <p:cNvGrpSpPr/>
          <p:nvPr/>
        </p:nvGrpSpPr>
        <p:grpSpPr>
          <a:xfrm>
            <a:off x="1877866" y="1421146"/>
            <a:ext cx="528586" cy="356119"/>
            <a:chOff x="4406004" y="4260453"/>
            <a:chExt cx="558674" cy="429804"/>
          </a:xfrm>
        </p:grpSpPr>
        <p:grpSp>
          <p:nvGrpSpPr>
            <p:cNvPr id="47" name="Group 460"/>
            <p:cNvGrpSpPr>
              <a:grpSpLocks/>
            </p:cNvGrpSpPr>
            <p:nvPr/>
          </p:nvGrpSpPr>
          <p:grpSpPr bwMode="auto">
            <a:xfrm>
              <a:off x="4543772" y="4322623"/>
              <a:ext cx="420906" cy="367634"/>
              <a:chOff x="657" y="1570"/>
              <a:chExt cx="318" cy="318"/>
            </a:xfrm>
          </p:grpSpPr>
          <p:sp>
            <p:nvSpPr>
              <p:cNvPr id="5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56"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 name="Group 463"/>
            <p:cNvGrpSpPr>
              <a:grpSpLocks/>
            </p:cNvGrpSpPr>
            <p:nvPr/>
          </p:nvGrpSpPr>
          <p:grpSpPr bwMode="auto">
            <a:xfrm>
              <a:off x="4406004" y="4260453"/>
              <a:ext cx="405022" cy="119404"/>
              <a:chOff x="748" y="2251"/>
              <a:chExt cx="306" cy="90"/>
            </a:xfrm>
            <a:solidFill>
              <a:srgbClr val="0066FF"/>
            </a:solidFill>
          </p:grpSpPr>
          <p:sp>
            <p:nvSpPr>
              <p:cNvPr id="4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57" name="组合 56"/>
          <p:cNvGrpSpPr/>
          <p:nvPr/>
        </p:nvGrpSpPr>
        <p:grpSpPr>
          <a:xfrm>
            <a:off x="5797409" y="1421146"/>
            <a:ext cx="528586" cy="356119"/>
            <a:chOff x="4406004" y="4260453"/>
            <a:chExt cx="558674" cy="429804"/>
          </a:xfrm>
        </p:grpSpPr>
        <p:grpSp>
          <p:nvGrpSpPr>
            <p:cNvPr id="58" name="Group 460"/>
            <p:cNvGrpSpPr>
              <a:grpSpLocks/>
            </p:cNvGrpSpPr>
            <p:nvPr/>
          </p:nvGrpSpPr>
          <p:grpSpPr bwMode="auto">
            <a:xfrm>
              <a:off x="4543772" y="4322623"/>
              <a:ext cx="420906" cy="367634"/>
              <a:chOff x="657" y="1570"/>
              <a:chExt cx="318" cy="318"/>
            </a:xfrm>
          </p:grpSpPr>
          <p:sp>
            <p:nvSpPr>
              <p:cNvPr id="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6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9" name="Group 463"/>
            <p:cNvGrpSpPr>
              <a:grpSpLocks/>
            </p:cNvGrpSpPr>
            <p:nvPr/>
          </p:nvGrpSpPr>
          <p:grpSpPr bwMode="auto">
            <a:xfrm>
              <a:off x="4406004" y="4260453"/>
              <a:ext cx="405022" cy="119404"/>
              <a:chOff x="748" y="2251"/>
              <a:chExt cx="306" cy="90"/>
            </a:xfrm>
            <a:solidFill>
              <a:srgbClr val="0066FF"/>
            </a:solidFill>
          </p:grpSpPr>
          <p:sp>
            <p:nvSpPr>
              <p:cNvPr id="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72" name="组合 71"/>
          <p:cNvGrpSpPr/>
          <p:nvPr/>
        </p:nvGrpSpPr>
        <p:grpSpPr>
          <a:xfrm>
            <a:off x="2494098" y="2098083"/>
            <a:ext cx="3761679" cy="571185"/>
            <a:chOff x="2494098" y="1993453"/>
            <a:chExt cx="3761679" cy="571185"/>
          </a:xfrm>
        </p:grpSpPr>
        <p:sp>
          <p:nvSpPr>
            <p:cNvPr id="33"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sp>
        <p:nvSpPr>
          <p:cNvPr id="2" name="Text Box 96">
            <a:extLst>
              <a:ext uri="{FF2B5EF4-FFF2-40B4-BE49-F238E27FC236}">
                <a16:creationId xmlns:a16="http://schemas.microsoft.com/office/drawing/2014/main" id="{61ADDD06-4196-D8FE-7C25-56AE88FB8970}"/>
              </a:ext>
            </a:extLst>
          </p:cNvPr>
          <p:cNvSpPr txBox="1">
            <a:spLocks noChangeArrowheads="1"/>
          </p:cNvSpPr>
          <p:nvPr/>
        </p:nvSpPr>
        <p:spPr bwMode="auto">
          <a:xfrm>
            <a:off x="1261408" y="1205622"/>
            <a:ext cx="1919115"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r>
              <a:rPr kumimoji="1" lang="zh-CN" altLang="en-US" sz="1100" b="1" dirty="0">
                <a:latin typeface="微软雅黑" panose="020B0503020204020204" pitchFamily="34" charset="-122"/>
                <a:ea typeface="微软雅黑" panose="020B0503020204020204" pitchFamily="34" charset="-122"/>
              </a:rPr>
              <a:t>  </a:t>
            </a:r>
            <a:r>
              <a:rPr kumimoji="1" lang="en-US" altLang="zh-CN" sz="1100" b="1" dirty="0">
                <a:latin typeface="微软雅黑" panose="020B0503020204020204" pitchFamily="34" charset="-122"/>
                <a:ea typeface="微软雅黑" panose="020B0503020204020204" pitchFamily="34" charset="-122"/>
              </a:rPr>
              <a:t>131.8.0.0/16</a:t>
            </a:r>
          </a:p>
        </p:txBody>
      </p:sp>
      <p:sp>
        <p:nvSpPr>
          <p:cNvPr id="30" name="Text Box 97">
            <a:extLst>
              <a:ext uri="{FF2B5EF4-FFF2-40B4-BE49-F238E27FC236}">
                <a16:creationId xmlns:a16="http://schemas.microsoft.com/office/drawing/2014/main" id="{2BA3CE0E-B646-8FBA-A7D2-B5C75517F183}"/>
              </a:ext>
            </a:extLst>
          </p:cNvPr>
          <p:cNvSpPr txBox="1">
            <a:spLocks noChangeArrowheads="1"/>
          </p:cNvSpPr>
          <p:nvPr/>
        </p:nvSpPr>
        <p:spPr bwMode="auto">
          <a:xfrm>
            <a:off x="5486176" y="1205622"/>
            <a:ext cx="174599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r>
              <a:rPr kumimoji="1" lang="zh-CN" altLang="en-US" sz="1100" b="1" dirty="0">
                <a:latin typeface="微软雅黑" panose="020B0503020204020204" pitchFamily="34" charset="-122"/>
                <a:ea typeface="微软雅黑" panose="020B0503020204020204" pitchFamily="34" charset="-122"/>
              </a:rPr>
              <a:t>  </a:t>
            </a:r>
            <a:r>
              <a:rPr kumimoji="1" lang="en-US" altLang="zh-CN" sz="1100" b="1" dirty="0">
                <a:latin typeface="微软雅黑" panose="020B0503020204020204" pitchFamily="34" charset="-122"/>
                <a:ea typeface="微软雅黑" panose="020B0503020204020204" pitchFamily="34" charset="-122"/>
              </a:rPr>
              <a:t>15.0.0.0/8</a:t>
            </a:r>
          </a:p>
        </p:txBody>
      </p:sp>
      <p:sp>
        <p:nvSpPr>
          <p:cNvPr id="31" name="AutoShape 12">
            <a:extLst>
              <a:ext uri="{FF2B5EF4-FFF2-40B4-BE49-F238E27FC236}">
                <a16:creationId xmlns:a16="http://schemas.microsoft.com/office/drawing/2014/main" id="{A81E1468-FBF9-0173-4DEB-BEC1CBD97BDC}"/>
              </a:ext>
            </a:extLst>
          </p:cNvPr>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4" name="Rectangle 13">
            <a:extLst>
              <a:ext uri="{FF2B5EF4-FFF2-40B4-BE49-F238E27FC236}">
                <a16:creationId xmlns:a16="http://schemas.microsoft.com/office/drawing/2014/main" id="{106A9A5D-D412-6F58-84F6-B1FD814A045D}"/>
              </a:ext>
            </a:extLst>
          </p:cNvPr>
          <p:cNvSpPr>
            <a:spLocks noChangeArrowheads="1"/>
          </p:cNvSpPr>
          <p:nvPr/>
        </p:nvSpPr>
        <p:spPr bwMode="auto">
          <a:xfrm>
            <a:off x="2483525" y="594451"/>
            <a:ext cx="41857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8.4.2 </a:t>
            </a:r>
            <a:r>
              <a:rPr lang="zh-CN" altLang="en-US" sz="2400" b="1" dirty="0">
                <a:solidFill>
                  <a:schemeClr val="bg1"/>
                </a:solidFill>
                <a:latin typeface="微软雅黑" pitchFamily="34" charset="-122"/>
                <a:ea typeface="微软雅黑" pitchFamily="34" charset="-122"/>
              </a:rPr>
              <a:t>移动</a:t>
            </a:r>
            <a:r>
              <a:rPr lang="en-US" altLang="zh-CN" sz="2400" b="1" dirty="0">
                <a:solidFill>
                  <a:schemeClr val="bg1"/>
                </a:solidFill>
                <a:latin typeface="微软雅黑" pitchFamily="34" charset="-122"/>
                <a:ea typeface="微软雅黑" pitchFamily="34" charset="-122"/>
              </a:rPr>
              <a:t>IP</a:t>
            </a:r>
            <a:r>
              <a:rPr lang="zh-CN" altLang="en-US" sz="2400" b="1" dirty="0">
                <a:solidFill>
                  <a:schemeClr val="bg1"/>
                </a:solidFill>
                <a:latin typeface="微软雅黑" pitchFamily="34" charset="-122"/>
                <a:ea typeface="微软雅黑" pitchFamily="34" charset="-122"/>
              </a:rPr>
              <a:t>的路由选择问题</a:t>
            </a:r>
          </a:p>
        </p:txBody>
      </p:sp>
    </p:spTree>
    <p:extLst>
      <p:ext uri="{BB962C8B-B14F-4D97-AF65-F5344CB8AC3E}">
        <p14:creationId xmlns:p14="http://schemas.microsoft.com/office/powerpoint/2010/main" val="510761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9"/>
                                        </p:tgtEl>
                                        <p:attrNameLst>
                                          <p:attrName>style.visibility</p:attrName>
                                        </p:attrNameLst>
                                      </p:cBhvr>
                                      <p:tavLst>
                                        <p:tav tm="0">
                                          <p:val>
                                            <p:strVal val="hidden"/>
                                          </p:val>
                                        </p:tav>
                                        <p:tav tm="50000">
                                          <p:val>
                                            <p:strVal val="visible"/>
                                          </p:val>
                                        </p:tav>
                                      </p:tavLst>
                                    </p:anim>
                                  </p:childTnLst>
                                </p:cTn>
                              </p:par>
                              <p:par>
                                <p:cTn id="7" presetID="22" presetClass="entr" presetSubtype="2" fill="hold" nodeType="withEffect">
                                  <p:stCondLst>
                                    <p:cond delay="500"/>
                                  </p:stCondLst>
                                  <p:childTnLst>
                                    <p:set>
                                      <p:cBhvr>
                                        <p:cTn id="8" dur="1" fill="hold">
                                          <p:stCondLst>
                                            <p:cond delay="0"/>
                                          </p:stCondLst>
                                        </p:cTn>
                                        <p:tgtEl>
                                          <p:spTgt spid="72"/>
                                        </p:tgtEl>
                                        <p:attrNameLst>
                                          <p:attrName>style.visibility</p:attrName>
                                        </p:attrNameLst>
                                      </p:cBhvr>
                                      <p:to>
                                        <p:strVal val="visible"/>
                                      </p:to>
                                    </p:set>
                                    <p:animEffect transition="in" filter="wipe(right)">
                                      <p:cBhvr>
                                        <p:cTn id="9" dur="1000"/>
                                        <p:tgtEl>
                                          <p:spTgt spid="72"/>
                                        </p:tgtEl>
                                      </p:cBhvr>
                                    </p:animEffect>
                                  </p:childTnLst>
                                </p:cTn>
                              </p:par>
                            </p:childTnLst>
                          </p:cTn>
                        </p:par>
                      </p:childTnLst>
                    </p:cTn>
                  </p:par>
                  <p:par>
                    <p:cTn id="10" fill="hold">
                      <p:stCondLst>
                        <p:cond delay="indefinite"/>
                      </p:stCondLst>
                      <p:childTnLst>
                        <p:par>
                          <p:cTn id="11" fill="hold">
                            <p:stCondLst>
                              <p:cond delay="0"/>
                            </p:stCondLst>
                            <p:childTnLst>
                              <p:par>
                                <p:cTn id="12" presetID="35" presetClass="emph" presetSubtype="0" repeatCount="3000" fill="hold" grpId="0" nodeType="clickEffect">
                                  <p:stCondLst>
                                    <p:cond delay="0"/>
                                  </p:stCondLst>
                                  <p:childTnLst>
                                    <p:anim calcmode="discrete" valueType="str">
                                      <p:cBhvr>
                                        <p:cTn id="13" dur="1000" fill="hold"/>
                                        <p:tgtEl>
                                          <p:spTgt spid="19"/>
                                        </p:tgtEl>
                                        <p:attrNameLst>
                                          <p:attrName>style.visibility</p:attrName>
                                        </p:attrNameLst>
                                      </p:cBhvr>
                                      <p:tavLst>
                                        <p:tav tm="0">
                                          <p:val>
                                            <p:strVal val="hidden"/>
                                          </p:val>
                                        </p:tav>
                                        <p:tav tm="50000">
                                          <p:val>
                                            <p:strVal val="visible"/>
                                          </p:val>
                                        </p:tav>
                                      </p:tavLst>
                                    </p:anim>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nodeType="clickEffect">
                                  <p:stCondLst>
                                    <p:cond delay="0"/>
                                  </p:stCondLst>
                                  <p:childTnLst>
                                    <p:set>
                                      <p:cBhvr>
                                        <p:cTn id="17" dur="1" fill="hold">
                                          <p:stCondLst>
                                            <p:cond delay="0"/>
                                          </p:stCondLst>
                                        </p:cTn>
                                        <p:tgtEl>
                                          <p:spTgt spid="8">
                                            <p:txEl>
                                              <p:pRg st="0" end="0"/>
                                            </p:txEl>
                                          </p:spTgt>
                                        </p:tgtEl>
                                        <p:attrNameLst>
                                          <p:attrName>style.visibility</p:attrName>
                                        </p:attrNameLst>
                                      </p:cBhvr>
                                      <p:to>
                                        <p:strVal val="visible"/>
                                      </p:to>
                                    </p:set>
                                    <p:animEffect transition="in" filter="fade">
                                      <p:cBhvr>
                                        <p:cTn id="18" dur="1000"/>
                                        <p:tgtEl>
                                          <p:spTgt spid="8">
                                            <p:txEl>
                                              <p:pRg st="0" end="0"/>
                                            </p:txEl>
                                          </p:spTgt>
                                        </p:tgtEl>
                                      </p:cBhvr>
                                    </p:animEffect>
                                    <p:anim calcmode="lin" valueType="num">
                                      <p:cBhvr>
                                        <p:cTn id="19"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20"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9" grpId="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通信者 </a:t>
            </a:r>
            <a:r>
              <a:rPr lang="en-US" altLang="zh-CN" sz="2000" b="1" dirty="0">
                <a:solidFill>
                  <a:schemeClr val="bg1"/>
                </a:solidFill>
                <a:latin typeface="微软雅黑" pitchFamily="34" charset="-122"/>
                <a:ea typeface="微软雅黑" pitchFamily="34" charset="-122"/>
              </a:rPr>
              <a:t>B </a:t>
            </a:r>
            <a:r>
              <a:rPr lang="zh-CN" altLang="en-US" sz="2000" b="1" dirty="0">
                <a:solidFill>
                  <a:schemeClr val="bg1"/>
                </a:solidFill>
                <a:latin typeface="微软雅黑" pitchFamily="34" charset="-122"/>
                <a:ea typeface="微软雅黑" pitchFamily="34" charset="-122"/>
              </a:rPr>
              <a:t>和移动站 </a:t>
            </a:r>
            <a:r>
              <a:rPr lang="en-US" altLang="zh-CN" sz="2000" b="1" dirty="0">
                <a:solidFill>
                  <a:schemeClr val="bg1"/>
                </a:solidFill>
                <a:latin typeface="微软雅黑" pitchFamily="34" charset="-122"/>
                <a:ea typeface="微软雅黑" pitchFamily="34" charset="-122"/>
              </a:rPr>
              <a:t>A </a:t>
            </a:r>
            <a:r>
              <a:rPr lang="zh-CN" altLang="en-US" sz="2000" b="1" dirty="0">
                <a:solidFill>
                  <a:schemeClr val="bg1"/>
                </a:solidFill>
                <a:latin typeface="微软雅黑" pitchFamily="34" charset="-122"/>
                <a:ea typeface="微软雅黑" pitchFamily="34" charset="-122"/>
              </a:rPr>
              <a:t>通信的四个重要步骤</a:t>
            </a:r>
          </a:p>
        </p:txBody>
      </p:sp>
      <p:sp>
        <p:nvSpPr>
          <p:cNvPr id="8" name="矩形 7"/>
          <p:cNvSpPr/>
          <p:nvPr/>
        </p:nvSpPr>
        <p:spPr>
          <a:xfrm>
            <a:off x="626451" y="2979939"/>
            <a:ext cx="7895059" cy="1092607"/>
          </a:xfrm>
          <a:prstGeom prst="rect">
            <a:avLst/>
          </a:prstGeom>
          <a:noFill/>
          <a:ln>
            <a:noFill/>
          </a:ln>
        </p:spPr>
        <p:txBody>
          <a:bodyPr wrap="square">
            <a:spAutoFit/>
          </a:bodyPr>
          <a:lstStyle/>
          <a:p>
            <a:pPr>
              <a:lnSpc>
                <a:spcPts val="2600"/>
              </a:lnSpc>
            </a:pPr>
            <a:r>
              <a:rPr lang="zh-CN" altLang="en-US"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rPr>
              <a:t>归属代理把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发来的数据报进行</a:t>
            </a:r>
            <a:r>
              <a:rPr lang="zh-CN" altLang="en-US" b="1" dirty="0">
                <a:solidFill>
                  <a:srgbClr val="0000CC"/>
                </a:solidFill>
                <a:latin typeface="微软雅黑" pitchFamily="34" charset="-122"/>
                <a:ea typeface="微软雅黑" pitchFamily="34" charset="-122"/>
              </a:rPr>
              <a:t>再封装，</a:t>
            </a:r>
            <a:r>
              <a:rPr lang="zh-CN" altLang="en-US" b="1" dirty="0">
                <a:latin typeface="微软雅黑" pitchFamily="34" charset="-122"/>
                <a:ea typeface="微软雅黑" pitchFamily="34" charset="-122"/>
              </a:rPr>
              <a:t>新的数据报的目的地址是：</a:t>
            </a:r>
            <a:r>
              <a:rPr lang="en-US" altLang="zh-CN" b="1" dirty="0">
                <a:solidFill>
                  <a:srgbClr val="0000FF"/>
                </a:solidFill>
                <a:latin typeface="微软雅黑" pitchFamily="34" charset="-122"/>
                <a:ea typeface="微软雅黑" pitchFamily="34" charset="-122"/>
              </a:rPr>
              <a:t>15.5.6.7</a:t>
            </a:r>
            <a:r>
              <a:rPr lang="zh-CN" altLang="en-US" b="1" dirty="0">
                <a:latin typeface="微软雅黑" pitchFamily="34" charset="-122"/>
                <a:ea typeface="微软雅黑" pitchFamily="34" charset="-122"/>
              </a:rPr>
              <a:t>，就是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现在的转交地址。使用</a:t>
            </a:r>
            <a:r>
              <a:rPr lang="zh-CN" altLang="en-US" b="1" dirty="0">
                <a:solidFill>
                  <a:srgbClr val="0000CC"/>
                </a:solidFill>
                <a:latin typeface="微软雅黑" pitchFamily="34" charset="-122"/>
                <a:ea typeface="微软雅黑" pitchFamily="34" charset="-122"/>
              </a:rPr>
              <a:t>隧道技术</a:t>
            </a:r>
            <a:r>
              <a:rPr lang="zh-CN" altLang="en-US" b="1" dirty="0">
                <a:latin typeface="微软雅黑" pitchFamily="34" charset="-122"/>
                <a:ea typeface="微软雅黑" pitchFamily="34" charset="-122"/>
              </a:rPr>
              <a:t>将新封装的数据报发送到被访网络的</a:t>
            </a:r>
            <a:r>
              <a:rPr lang="zh-CN" altLang="en-US" b="1" dirty="0">
                <a:solidFill>
                  <a:srgbClr val="0000CC"/>
                </a:solidFill>
                <a:latin typeface="微软雅黑" pitchFamily="34" charset="-122"/>
                <a:ea typeface="微软雅黑" pitchFamily="34" charset="-122"/>
              </a:rPr>
              <a:t>外地代理。</a:t>
            </a:r>
          </a:p>
        </p:txBody>
      </p:sp>
      <p:sp>
        <p:nvSpPr>
          <p:cNvPr id="72" name="圆角矩形 71"/>
          <p:cNvSpPr/>
          <p:nvPr/>
        </p:nvSpPr>
        <p:spPr>
          <a:xfrm>
            <a:off x="509474" y="1128881"/>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Line 5"/>
          <p:cNvSpPr>
            <a:spLocks noChangeShapeType="1"/>
          </p:cNvSpPr>
          <p:nvPr/>
        </p:nvSpPr>
        <p:spPr bwMode="auto">
          <a:xfrm>
            <a:off x="2552700" y="2055380"/>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494137"/>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580425"/>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76" name="Text Box 143"/>
          <p:cNvSpPr txBox="1">
            <a:spLocks noChangeArrowheads="1"/>
          </p:cNvSpPr>
          <p:nvPr/>
        </p:nvSpPr>
        <p:spPr bwMode="auto">
          <a:xfrm flipH="1">
            <a:off x="6735672" y="2145234"/>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77" name="Cloud"/>
          <p:cNvSpPr>
            <a:spLocks noChangeAspect="1" noEditPoints="1" noChangeArrowheads="1"/>
          </p:cNvSpPr>
          <p:nvPr/>
        </p:nvSpPr>
        <p:spPr bwMode="auto">
          <a:xfrm>
            <a:off x="1195056" y="1333335"/>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519564"/>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79" name="Line 94"/>
          <p:cNvSpPr>
            <a:spLocks noChangeShapeType="1"/>
          </p:cNvSpPr>
          <p:nvPr/>
        </p:nvSpPr>
        <p:spPr bwMode="auto">
          <a:xfrm>
            <a:off x="2166379" y="1638409"/>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1" name="Text Box 99"/>
          <p:cNvSpPr txBox="1">
            <a:spLocks noChangeArrowheads="1"/>
          </p:cNvSpPr>
          <p:nvPr/>
        </p:nvSpPr>
        <p:spPr bwMode="auto">
          <a:xfrm>
            <a:off x="1498304" y="1893752"/>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82" name="Line 116"/>
          <p:cNvSpPr>
            <a:spLocks noChangeShapeType="1"/>
          </p:cNvSpPr>
          <p:nvPr/>
        </p:nvSpPr>
        <p:spPr bwMode="auto">
          <a:xfrm rot="16200000" flipV="1">
            <a:off x="2209274" y="1393246"/>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821342"/>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69811" y="2001106"/>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452999"/>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86" name="Cloud"/>
          <p:cNvSpPr>
            <a:spLocks noChangeAspect="1" noEditPoints="1" noChangeArrowheads="1"/>
          </p:cNvSpPr>
          <p:nvPr/>
        </p:nvSpPr>
        <p:spPr bwMode="auto">
          <a:xfrm>
            <a:off x="5491783" y="1390862"/>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642370"/>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75401" y="2001106"/>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0" name="Text Box 98"/>
          <p:cNvSpPr txBox="1">
            <a:spLocks noChangeArrowheads="1"/>
          </p:cNvSpPr>
          <p:nvPr/>
        </p:nvSpPr>
        <p:spPr bwMode="auto">
          <a:xfrm>
            <a:off x="5263371" y="2096111"/>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91" name="Line 130"/>
          <p:cNvSpPr>
            <a:spLocks noChangeShapeType="1"/>
          </p:cNvSpPr>
          <p:nvPr/>
        </p:nvSpPr>
        <p:spPr bwMode="auto">
          <a:xfrm rot="16200000" flipV="1">
            <a:off x="6016364" y="1393246"/>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821342"/>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478399"/>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94" name="Text Box 149"/>
          <p:cNvSpPr txBox="1">
            <a:spLocks noChangeArrowheads="1"/>
          </p:cNvSpPr>
          <p:nvPr/>
        </p:nvSpPr>
        <p:spPr bwMode="auto">
          <a:xfrm>
            <a:off x="6099581" y="1471045"/>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95" name="AutoShape 150"/>
          <p:cNvSpPr>
            <a:spLocks noChangeArrowheads="1"/>
          </p:cNvSpPr>
          <p:nvPr/>
        </p:nvSpPr>
        <p:spPr bwMode="auto">
          <a:xfrm>
            <a:off x="6018405" y="1998951"/>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96" name="Line 92"/>
          <p:cNvSpPr>
            <a:spLocks noChangeShapeType="1"/>
          </p:cNvSpPr>
          <p:nvPr/>
        </p:nvSpPr>
        <p:spPr bwMode="auto">
          <a:xfrm>
            <a:off x="2283388" y="1682757"/>
            <a:ext cx="3301874" cy="0"/>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885377"/>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98" name="组合 97"/>
          <p:cNvGrpSpPr/>
          <p:nvPr/>
        </p:nvGrpSpPr>
        <p:grpSpPr>
          <a:xfrm>
            <a:off x="6238223" y="2426222"/>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0" name="Group 424"/>
            <p:cNvGrpSpPr>
              <a:grpSpLocks/>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1"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8" name="组合 107"/>
          <p:cNvGrpSpPr/>
          <p:nvPr/>
        </p:nvGrpSpPr>
        <p:grpSpPr>
          <a:xfrm>
            <a:off x="1877866" y="1425698"/>
            <a:ext cx="528586" cy="356119"/>
            <a:chOff x="4406004" y="4260453"/>
            <a:chExt cx="558674" cy="429804"/>
          </a:xfrm>
        </p:grpSpPr>
        <p:grpSp>
          <p:nvGrpSpPr>
            <p:cNvPr id="109" name="Group 460"/>
            <p:cNvGrpSpPr>
              <a:grpSpLocks/>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0" name="Group 463"/>
            <p:cNvGrpSpPr>
              <a:grpSpLocks/>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425698"/>
            <a:ext cx="528586" cy="356119"/>
            <a:chOff x="4406004" y="4260453"/>
            <a:chExt cx="558674" cy="429804"/>
          </a:xfrm>
        </p:grpSpPr>
        <p:grpSp>
          <p:nvGrpSpPr>
            <p:cNvPr id="120" name="Group 460"/>
            <p:cNvGrpSpPr>
              <a:grpSpLocks/>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1" name="Group 463"/>
            <p:cNvGrpSpPr>
              <a:grpSpLocks/>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2102635"/>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3" name="组合 132"/>
          <p:cNvGrpSpPr/>
          <p:nvPr/>
        </p:nvGrpSpPr>
        <p:grpSpPr>
          <a:xfrm>
            <a:off x="2494100" y="1681266"/>
            <a:ext cx="3103098" cy="348671"/>
            <a:chOff x="2494100" y="1572084"/>
            <a:chExt cx="3103098" cy="348671"/>
          </a:xfrm>
        </p:grpSpPr>
        <p:sp>
          <p:nvSpPr>
            <p:cNvPr id="134" name="Freeform 114"/>
            <p:cNvSpPr>
              <a:spLocks/>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sp>
        <p:nvSpPr>
          <p:cNvPr id="2" name="矩形 1"/>
          <p:cNvSpPr/>
          <p:nvPr/>
        </p:nvSpPr>
        <p:spPr>
          <a:xfrm>
            <a:off x="5926385" y="2003059"/>
            <a:ext cx="1127183" cy="406265"/>
          </a:xfrm>
          <a:prstGeom prst="rect">
            <a:avLst/>
          </a:prstGeom>
        </p:spPr>
        <p:txBody>
          <a:bodyPr wrap="square">
            <a:spAutoFit/>
          </a:bodyPr>
          <a:lstStyle/>
          <a:p>
            <a:pPr algn="ctr">
              <a:lnSpc>
                <a:spcPct val="85000"/>
              </a:lnSpc>
            </a:pPr>
            <a:r>
              <a:rPr kumimoji="1" lang="zh-CN" altLang="en-US" sz="1200" b="1" dirty="0">
                <a:solidFill>
                  <a:schemeClr val="bg1"/>
                </a:solidFill>
                <a:latin typeface="微软雅黑" panose="020B0503020204020204" pitchFamily="34" charset="-122"/>
                <a:ea typeface="微软雅黑" panose="020B0503020204020204" pitchFamily="34" charset="-122"/>
              </a:rPr>
              <a:t>转交地址 </a:t>
            </a:r>
            <a:r>
              <a:rPr kumimoji="1" lang="en-US" altLang="zh-CN" sz="1200" b="1" dirty="0">
                <a:solidFill>
                  <a:schemeClr val="bg1"/>
                </a:solidFill>
                <a:latin typeface="微软雅黑" panose="020B0503020204020204" pitchFamily="34" charset="-122"/>
                <a:ea typeface="微软雅黑" panose="020B0503020204020204" pitchFamily="34" charset="-122"/>
              </a:rPr>
              <a:t>15.5.6.7/8</a:t>
            </a:r>
          </a:p>
        </p:txBody>
      </p:sp>
      <p:sp>
        <p:nvSpPr>
          <p:cNvPr id="5" name="Text Box 96">
            <a:extLst>
              <a:ext uri="{FF2B5EF4-FFF2-40B4-BE49-F238E27FC236}">
                <a16:creationId xmlns:a16="http://schemas.microsoft.com/office/drawing/2014/main" id="{CC8D7177-09CB-DD65-F987-2C8CA2FED81C}"/>
              </a:ext>
            </a:extLst>
          </p:cNvPr>
          <p:cNvSpPr txBox="1">
            <a:spLocks noChangeArrowheads="1"/>
          </p:cNvSpPr>
          <p:nvPr/>
        </p:nvSpPr>
        <p:spPr bwMode="auto">
          <a:xfrm>
            <a:off x="1261408" y="1210174"/>
            <a:ext cx="1919115"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r>
              <a:rPr kumimoji="1" lang="zh-CN" altLang="en-US" sz="1100" b="1" dirty="0">
                <a:latin typeface="微软雅黑" panose="020B0503020204020204" pitchFamily="34" charset="-122"/>
                <a:ea typeface="微软雅黑" panose="020B0503020204020204" pitchFamily="34" charset="-122"/>
              </a:rPr>
              <a:t>  </a:t>
            </a:r>
            <a:r>
              <a:rPr kumimoji="1" lang="en-US" altLang="zh-CN" sz="1100" b="1" dirty="0">
                <a:latin typeface="微软雅黑" panose="020B0503020204020204" pitchFamily="34" charset="-122"/>
                <a:ea typeface="微软雅黑" panose="020B0503020204020204" pitchFamily="34" charset="-122"/>
              </a:rPr>
              <a:t>131.8.0.0/16</a:t>
            </a:r>
          </a:p>
        </p:txBody>
      </p:sp>
      <p:sp>
        <p:nvSpPr>
          <p:cNvPr id="6" name="Text Box 97">
            <a:extLst>
              <a:ext uri="{FF2B5EF4-FFF2-40B4-BE49-F238E27FC236}">
                <a16:creationId xmlns:a16="http://schemas.microsoft.com/office/drawing/2014/main" id="{15FCA5D9-B0FA-4697-F9C7-934B38BCBBA7}"/>
              </a:ext>
            </a:extLst>
          </p:cNvPr>
          <p:cNvSpPr txBox="1">
            <a:spLocks noChangeArrowheads="1"/>
          </p:cNvSpPr>
          <p:nvPr/>
        </p:nvSpPr>
        <p:spPr bwMode="auto">
          <a:xfrm>
            <a:off x="5486176" y="1210174"/>
            <a:ext cx="174599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r>
              <a:rPr kumimoji="1" lang="zh-CN" altLang="en-US" sz="1100" b="1" dirty="0">
                <a:latin typeface="微软雅黑" panose="020B0503020204020204" pitchFamily="34" charset="-122"/>
                <a:ea typeface="微软雅黑" panose="020B0503020204020204" pitchFamily="34" charset="-122"/>
              </a:rPr>
              <a:t>  </a:t>
            </a:r>
            <a:r>
              <a:rPr kumimoji="1" lang="en-US" altLang="zh-CN" sz="1100" b="1" dirty="0">
                <a:latin typeface="微软雅黑" panose="020B0503020204020204" pitchFamily="34" charset="-122"/>
                <a:ea typeface="微软雅黑" panose="020B0503020204020204" pitchFamily="34" charset="-122"/>
              </a:rPr>
              <a:t>15.0.0.0/8</a:t>
            </a:r>
          </a:p>
        </p:txBody>
      </p:sp>
      <p:sp>
        <p:nvSpPr>
          <p:cNvPr id="7" name="AutoShape 12">
            <a:extLst>
              <a:ext uri="{FF2B5EF4-FFF2-40B4-BE49-F238E27FC236}">
                <a16:creationId xmlns:a16="http://schemas.microsoft.com/office/drawing/2014/main" id="{51F75097-AD89-BD83-8362-0EDB060FF562}"/>
              </a:ext>
            </a:extLst>
          </p:cNvPr>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9" name="Rectangle 13">
            <a:extLst>
              <a:ext uri="{FF2B5EF4-FFF2-40B4-BE49-F238E27FC236}">
                <a16:creationId xmlns:a16="http://schemas.microsoft.com/office/drawing/2014/main" id="{EA54DAA4-DDAE-469D-EB4D-3B681F063C37}"/>
              </a:ext>
            </a:extLst>
          </p:cNvPr>
          <p:cNvSpPr>
            <a:spLocks noChangeArrowheads="1"/>
          </p:cNvSpPr>
          <p:nvPr/>
        </p:nvSpPr>
        <p:spPr bwMode="auto">
          <a:xfrm>
            <a:off x="2483525" y="594451"/>
            <a:ext cx="41857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8.4.2 </a:t>
            </a:r>
            <a:r>
              <a:rPr lang="zh-CN" altLang="en-US" sz="2400" b="1" dirty="0">
                <a:solidFill>
                  <a:schemeClr val="bg1"/>
                </a:solidFill>
                <a:latin typeface="微软雅黑" pitchFamily="34" charset="-122"/>
                <a:ea typeface="微软雅黑" pitchFamily="34" charset="-122"/>
              </a:rPr>
              <a:t>移动</a:t>
            </a:r>
            <a:r>
              <a:rPr lang="en-US" altLang="zh-CN" sz="2400" b="1" dirty="0">
                <a:solidFill>
                  <a:schemeClr val="bg1"/>
                </a:solidFill>
                <a:latin typeface="微软雅黑" pitchFamily="34" charset="-122"/>
                <a:ea typeface="微软雅黑" pitchFamily="34" charset="-122"/>
              </a:rPr>
              <a:t>IP</a:t>
            </a:r>
            <a:r>
              <a:rPr lang="zh-CN" altLang="en-US" sz="2400" b="1" dirty="0">
                <a:solidFill>
                  <a:schemeClr val="bg1"/>
                </a:solidFill>
                <a:latin typeface="微软雅黑" pitchFamily="34" charset="-122"/>
                <a:ea typeface="微软雅黑" pitchFamily="34" charset="-122"/>
              </a:rPr>
              <a:t>的路由选择问题</a:t>
            </a:r>
          </a:p>
        </p:txBody>
      </p:sp>
    </p:spTree>
    <p:extLst>
      <p:ext uri="{BB962C8B-B14F-4D97-AF65-F5344CB8AC3E}">
        <p14:creationId xmlns:p14="http://schemas.microsoft.com/office/powerpoint/2010/main" val="1737410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1000"/>
                                        <p:tgtEl>
                                          <p:spTgt spid="8">
                                            <p:txEl>
                                              <p:pRg st="0" end="0"/>
                                            </p:txEl>
                                          </p:spTgt>
                                        </p:tgtEl>
                                      </p:cBhvr>
                                    </p:animEffect>
                                    <p:anim calcmode="lin" valueType="num">
                                      <p:cBhvr>
                                        <p:cTn id="8"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5" presetClass="emph" presetSubtype="0" repeatCount="3000" fill="hold" grpId="0" nodeType="clickEffect">
                                  <p:stCondLst>
                                    <p:cond delay="0"/>
                                  </p:stCondLst>
                                  <p:childTnLst>
                                    <p:anim calcmode="discrete" valueType="str">
                                      <p:cBhvr>
                                        <p:cTn id="13"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nodeType="clickEffect">
                                  <p:stCondLst>
                                    <p:cond delay="0"/>
                                  </p:stCondLst>
                                  <p:childTnLst>
                                    <p:set>
                                      <p:cBhvr>
                                        <p:cTn id="17" dur="1" fill="hold">
                                          <p:stCondLst>
                                            <p:cond delay="0"/>
                                          </p:stCondLst>
                                        </p:cTn>
                                        <p:tgtEl>
                                          <p:spTgt spid="133"/>
                                        </p:tgtEl>
                                        <p:attrNameLst>
                                          <p:attrName>style.visibility</p:attrName>
                                        </p:attrNameLst>
                                      </p:cBhvr>
                                      <p:to>
                                        <p:strVal val="visible"/>
                                      </p:to>
                                    </p:set>
                                    <p:animEffect transition="in" filter="wipe(left)">
                                      <p:cBhvr>
                                        <p:cTn id="18" dur="10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626451" y="2984492"/>
            <a:ext cx="7895059" cy="1092607"/>
          </a:xfrm>
          <a:prstGeom prst="rect">
            <a:avLst/>
          </a:prstGeom>
          <a:noFill/>
          <a:ln>
            <a:noFill/>
          </a:ln>
        </p:spPr>
        <p:txBody>
          <a:bodyPr wrap="square">
            <a:spAutoFit/>
          </a:bodyPr>
          <a:lstStyle/>
          <a:p>
            <a:pPr>
              <a:lnSpc>
                <a:spcPts val="2600"/>
              </a:lnSpc>
            </a:pPr>
            <a:r>
              <a:rPr lang="zh-CN" altLang="en-US" b="1" dirty="0">
                <a:latin typeface="微软雅黑" pitchFamily="34" charset="-122"/>
                <a:ea typeface="微软雅黑" pitchFamily="34" charset="-122"/>
                <a:sym typeface="Wingdings 2" panose="05020102010507070707" pitchFamily="18" charset="2"/>
              </a:rPr>
              <a:t> 被访网络中的</a:t>
            </a:r>
            <a:r>
              <a:rPr lang="zh-CN" altLang="en-US" b="1" dirty="0">
                <a:solidFill>
                  <a:srgbClr val="0000CC"/>
                </a:solidFill>
                <a:latin typeface="微软雅黑" pitchFamily="34" charset="-122"/>
                <a:ea typeface="微软雅黑" pitchFamily="34" charset="-122"/>
                <a:sym typeface="Wingdings 2" panose="05020102010507070707" pitchFamily="18" charset="2"/>
              </a:rPr>
              <a:t>外地代理</a:t>
            </a:r>
            <a:r>
              <a:rPr lang="zh-CN" altLang="en-US" b="1" dirty="0">
                <a:latin typeface="微软雅黑" pitchFamily="34" charset="-122"/>
                <a:ea typeface="微软雅黑" pitchFamily="34" charset="-122"/>
                <a:sym typeface="Wingdings 2" panose="05020102010507070707" pitchFamily="18" charset="2"/>
              </a:rPr>
              <a:t>把收到的封装的数据报进行</a:t>
            </a:r>
            <a:r>
              <a:rPr lang="zh-CN" altLang="en-US" b="1" dirty="0">
                <a:solidFill>
                  <a:srgbClr val="0000CC"/>
                </a:solidFill>
                <a:latin typeface="微软雅黑" pitchFamily="34" charset="-122"/>
                <a:ea typeface="微软雅黑" pitchFamily="34" charset="-122"/>
                <a:sym typeface="Wingdings 2" panose="05020102010507070707" pitchFamily="18" charset="2"/>
              </a:rPr>
              <a:t>拆封，</a:t>
            </a:r>
            <a:r>
              <a:rPr lang="zh-CN" altLang="en-US" b="1" dirty="0">
                <a:latin typeface="微软雅黑" pitchFamily="34" charset="-122"/>
                <a:ea typeface="微软雅黑" pitchFamily="34" charset="-122"/>
                <a:sym typeface="Wingdings 2" panose="05020102010507070707" pitchFamily="18" charset="2"/>
              </a:rPr>
              <a:t>取出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发送的原始数据报，然后</a:t>
            </a:r>
            <a:r>
              <a:rPr lang="zh-CN" altLang="en-US" b="1" dirty="0">
                <a:solidFill>
                  <a:srgbClr val="0000CC"/>
                </a:solidFill>
                <a:latin typeface="微软雅黑" pitchFamily="34" charset="-122"/>
                <a:ea typeface="微软雅黑" pitchFamily="34" charset="-122"/>
                <a:sym typeface="Wingdings 2" panose="05020102010507070707" pitchFamily="18" charset="2"/>
              </a:rPr>
              <a:t>转发</a:t>
            </a:r>
            <a:r>
              <a:rPr lang="zh-CN" altLang="en-US" b="1" dirty="0">
                <a:latin typeface="微软雅黑" pitchFamily="34" charset="-122"/>
                <a:ea typeface="微软雅黑" pitchFamily="34" charset="-122"/>
                <a:sym typeface="Wingdings 2" panose="05020102010507070707" pitchFamily="18" charset="2"/>
              </a:rPr>
              <a:t>给移动站 </a:t>
            </a:r>
            <a:r>
              <a:rPr lang="en-US" altLang="zh-CN" b="1" dirty="0">
                <a:latin typeface="微软雅黑" pitchFamily="34" charset="-122"/>
                <a:ea typeface="微软雅黑" pitchFamily="34" charset="-122"/>
                <a:sym typeface="Wingdings 2" panose="05020102010507070707" pitchFamily="18" charset="2"/>
              </a:rPr>
              <a:t>A</a:t>
            </a:r>
            <a:r>
              <a:rPr lang="zh-CN" altLang="en-US" b="1" dirty="0">
                <a:latin typeface="微软雅黑" pitchFamily="34" charset="-122"/>
                <a:ea typeface="微软雅黑" pitchFamily="34" charset="-122"/>
                <a:sym typeface="Wingdings 2" panose="05020102010507070707" pitchFamily="18" charset="2"/>
              </a:rPr>
              <a:t>。这个数据报的目的地址是：</a:t>
            </a:r>
            <a:r>
              <a:rPr lang="en-US" altLang="zh-CN" b="1" dirty="0">
                <a:latin typeface="微软雅黑" pitchFamily="34" charset="-122"/>
                <a:ea typeface="微软雅黑" pitchFamily="34" charset="-122"/>
                <a:sym typeface="Wingdings 2" panose="05020102010507070707" pitchFamily="18" charset="2"/>
              </a:rPr>
              <a:t>131.8.6.7</a:t>
            </a:r>
            <a:r>
              <a:rPr lang="zh-CN" altLang="en-US" b="1" dirty="0">
                <a:latin typeface="微软雅黑" pitchFamily="34" charset="-122"/>
                <a:ea typeface="微软雅黑" pitchFamily="34" charset="-122"/>
                <a:sym typeface="Wingdings 2" panose="05020102010507070707" pitchFamily="18" charset="2"/>
              </a:rPr>
              <a:t>，就是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的永久地址。</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收到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发送的原始数据报后，也得到了 </a:t>
            </a:r>
            <a:r>
              <a:rPr lang="en-US" altLang="zh-CN" b="1" dirty="0">
                <a:solidFill>
                  <a:srgbClr val="0000CC"/>
                </a:solidFill>
                <a:latin typeface="微软雅黑" pitchFamily="34" charset="-122"/>
                <a:ea typeface="微软雅黑" pitchFamily="34" charset="-122"/>
                <a:sym typeface="Wingdings 2" panose="05020102010507070707" pitchFamily="18" charset="2"/>
              </a:rPr>
              <a:t>B </a:t>
            </a:r>
            <a:r>
              <a:rPr lang="zh-CN" altLang="en-US" b="1" dirty="0">
                <a:solidFill>
                  <a:srgbClr val="0000CC"/>
                </a:solidFill>
                <a:latin typeface="微软雅黑" pitchFamily="34" charset="-122"/>
                <a:ea typeface="微软雅黑" pitchFamily="34" charset="-122"/>
                <a:sym typeface="Wingdings 2" panose="05020102010507070707" pitchFamily="18" charset="2"/>
              </a:rPr>
              <a:t>的</a:t>
            </a:r>
            <a:r>
              <a:rPr lang="en-US" altLang="zh-CN" b="1" dirty="0">
                <a:solidFill>
                  <a:srgbClr val="0000CC"/>
                </a:solidFill>
                <a:latin typeface="微软雅黑" pitchFamily="34" charset="-122"/>
                <a:ea typeface="微软雅黑" pitchFamily="34" charset="-122"/>
                <a:sym typeface="Wingdings 2" panose="05020102010507070707" pitchFamily="18" charset="2"/>
              </a:rPr>
              <a:t>IP</a:t>
            </a:r>
            <a:r>
              <a:rPr lang="zh-CN" altLang="en-US" b="1" dirty="0">
                <a:solidFill>
                  <a:srgbClr val="0000CC"/>
                </a:solidFill>
                <a:latin typeface="微软雅黑" pitchFamily="34" charset="-122"/>
                <a:ea typeface="微软雅黑" pitchFamily="34" charset="-122"/>
                <a:sym typeface="Wingdings 2" panose="05020102010507070707" pitchFamily="18" charset="2"/>
              </a:rPr>
              <a:t>地址。</a:t>
            </a:r>
            <a:endParaRPr lang="zh-CN" altLang="en-US" b="1" dirty="0">
              <a:solidFill>
                <a:srgbClr val="0000CC"/>
              </a:solidFill>
              <a:latin typeface="微软雅黑" pitchFamily="34" charset="-122"/>
              <a:ea typeface="微软雅黑" pitchFamily="34" charset="-122"/>
            </a:endParaRPr>
          </a:p>
        </p:txBody>
      </p:sp>
      <p:sp>
        <p:nvSpPr>
          <p:cNvPr id="72" name="圆角矩形 71"/>
          <p:cNvSpPr/>
          <p:nvPr/>
        </p:nvSpPr>
        <p:spPr>
          <a:xfrm>
            <a:off x="509474" y="1133434"/>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Line 5"/>
          <p:cNvSpPr>
            <a:spLocks noChangeShapeType="1"/>
          </p:cNvSpPr>
          <p:nvPr/>
        </p:nvSpPr>
        <p:spPr bwMode="auto">
          <a:xfrm>
            <a:off x="2552700" y="2059933"/>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498690"/>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584978"/>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76" name="Text Box 143"/>
          <p:cNvSpPr txBox="1">
            <a:spLocks noChangeArrowheads="1"/>
          </p:cNvSpPr>
          <p:nvPr/>
        </p:nvSpPr>
        <p:spPr bwMode="auto">
          <a:xfrm flipH="1">
            <a:off x="6735672" y="2149787"/>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77" name="Cloud"/>
          <p:cNvSpPr>
            <a:spLocks noChangeAspect="1" noEditPoints="1" noChangeArrowheads="1"/>
          </p:cNvSpPr>
          <p:nvPr/>
        </p:nvSpPr>
        <p:spPr bwMode="auto">
          <a:xfrm>
            <a:off x="1195056" y="1337888"/>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524117"/>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79" name="Line 94"/>
          <p:cNvSpPr>
            <a:spLocks noChangeShapeType="1"/>
          </p:cNvSpPr>
          <p:nvPr/>
        </p:nvSpPr>
        <p:spPr bwMode="auto">
          <a:xfrm>
            <a:off x="2166379" y="1642962"/>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1" name="Text Box 99"/>
          <p:cNvSpPr txBox="1">
            <a:spLocks noChangeArrowheads="1"/>
          </p:cNvSpPr>
          <p:nvPr/>
        </p:nvSpPr>
        <p:spPr bwMode="auto">
          <a:xfrm>
            <a:off x="1498304" y="1898305"/>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82" name="Line 116"/>
          <p:cNvSpPr>
            <a:spLocks noChangeShapeType="1"/>
          </p:cNvSpPr>
          <p:nvPr/>
        </p:nvSpPr>
        <p:spPr bwMode="auto">
          <a:xfrm rot="16200000" flipV="1">
            <a:off x="2209274" y="1397799"/>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825895"/>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69811" y="2005659"/>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457552"/>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86" name="Cloud"/>
          <p:cNvSpPr>
            <a:spLocks noChangeAspect="1" noEditPoints="1" noChangeArrowheads="1"/>
          </p:cNvSpPr>
          <p:nvPr/>
        </p:nvSpPr>
        <p:spPr bwMode="auto">
          <a:xfrm>
            <a:off x="5491783" y="1395415"/>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646923"/>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75401" y="2005659"/>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0" name="Text Box 98"/>
          <p:cNvSpPr txBox="1">
            <a:spLocks noChangeArrowheads="1"/>
          </p:cNvSpPr>
          <p:nvPr/>
        </p:nvSpPr>
        <p:spPr bwMode="auto">
          <a:xfrm>
            <a:off x="5263371" y="2100664"/>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91" name="Line 130"/>
          <p:cNvSpPr>
            <a:spLocks noChangeShapeType="1"/>
          </p:cNvSpPr>
          <p:nvPr/>
        </p:nvSpPr>
        <p:spPr bwMode="auto">
          <a:xfrm rot="16200000" flipV="1">
            <a:off x="6016364" y="1397799"/>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825895"/>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482952"/>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94" name="Text Box 149"/>
          <p:cNvSpPr txBox="1">
            <a:spLocks noChangeArrowheads="1"/>
          </p:cNvSpPr>
          <p:nvPr/>
        </p:nvSpPr>
        <p:spPr bwMode="auto">
          <a:xfrm>
            <a:off x="6099581" y="1475598"/>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95" name="AutoShape 150"/>
          <p:cNvSpPr>
            <a:spLocks noChangeArrowheads="1"/>
          </p:cNvSpPr>
          <p:nvPr/>
        </p:nvSpPr>
        <p:spPr bwMode="auto">
          <a:xfrm>
            <a:off x="6018405" y="2003504"/>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96" name="Line 92"/>
          <p:cNvSpPr>
            <a:spLocks noChangeShapeType="1"/>
          </p:cNvSpPr>
          <p:nvPr/>
        </p:nvSpPr>
        <p:spPr bwMode="auto">
          <a:xfrm>
            <a:off x="2283388" y="1687310"/>
            <a:ext cx="3301874" cy="0"/>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889930"/>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98" name="组合 97"/>
          <p:cNvGrpSpPr/>
          <p:nvPr/>
        </p:nvGrpSpPr>
        <p:grpSpPr>
          <a:xfrm>
            <a:off x="6238223" y="2430775"/>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0" name="Group 424"/>
            <p:cNvGrpSpPr>
              <a:grpSpLocks/>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1"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8" name="组合 107"/>
          <p:cNvGrpSpPr/>
          <p:nvPr/>
        </p:nvGrpSpPr>
        <p:grpSpPr>
          <a:xfrm>
            <a:off x="1877866" y="1430251"/>
            <a:ext cx="528586" cy="356119"/>
            <a:chOff x="4406004" y="4260453"/>
            <a:chExt cx="558674" cy="429804"/>
          </a:xfrm>
        </p:grpSpPr>
        <p:grpSp>
          <p:nvGrpSpPr>
            <p:cNvPr id="109" name="Group 460"/>
            <p:cNvGrpSpPr>
              <a:grpSpLocks/>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0" name="Group 463"/>
            <p:cNvGrpSpPr>
              <a:grpSpLocks/>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430251"/>
            <a:ext cx="528586" cy="356119"/>
            <a:chOff x="4406004" y="4260453"/>
            <a:chExt cx="558674" cy="429804"/>
          </a:xfrm>
        </p:grpSpPr>
        <p:grpSp>
          <p:nvGrpSpPr>
            <p:cNvPr id="120" name="Group 460"/>
            <p:cNvGrpSpPr>
              <a:grpSpLocks/>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1" name="Group 463"/>
            <p:cNvGrpSpPr>
              <a:grpSpLocks/>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2107188"/>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3" name="组合 132"/>
          <p:cNvGrpSpPr/>
          <p:nvPr/>
        </p:nvGrpSpPr>
        <p:grpSpPr>
          <a:xfrm>
            <a:off x="2494100" y="1685819"/>
            <a:ext cx="3103098" cy="348671"/>
            <a:chOff x="2494100" y="1572084"/>
            <a:chExt cx="3103098" cy="348671"/>
          </a:xfrm>
        </p:grpSpPr>
        <p:sp>
          <p:nvSpPr>
            <p:cNvPr id="134" name="Freeform 114"/>
            <p:cNvSpPr>
              <a:spLocks/>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6" name="组合 135"/>
          <p:cNvGrpSpPr/>
          <p:nvPr/>
        </p:nvGrpSpPr>
        <p:grpSpPr>
          <a:xfrm>
            <a:off x="5743550" y="1740297"/>
            <a:ext cx="387289" cy="389534"/>
            <a:chOff x="5743550" y="1626562"/>
            <a:chExt cx="387289" cy="389534"/>
          </a:xfrm>
        </p:grpSpPr>
        <p:sp>
          <p:nvSpPr>
            <p:cNvPr id="137" name="Line 112"/>
            <p:cNvSpPr>
              <a:spLocks noChangeShapeType="1"/>
            </p:cNvSpPr>
            <p:nvPr/>
          </p:nvSpPr>
          <p:spPr bwMode="auto">
            <a:xfrm flipV="1">
              <a:off x="5743550" y="1626562"/>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8" name="Text Box 145"/>
            <p:cNvSpPr txBox="1">
              <a:spLocks noChangeArrowheads="1"/>
            </p:cNvSpPr>
            <p:nvPr/>
          </p:nvSpPr>
          <p:spPr bwMode="auto">
            <a:xfrm flipH="1">
              <a:off x="5763431" y="167754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sp>
        <p:nvSpPr>
          <p:cNvPr id="2" name="Text Box 96">
            <a:extLst>
              <a:ext uri="{FF2B5EF4-FFF2-40B4-BE49-F238E27FC236}">
                <a16:creationId xmlns:a16="http://schemas.microsoft.com/office/drawing/2014/main" id="{A81CE81B-7936-F20D-DE10-749369148EC8}"/>
              </a:ext>
            </a:extLst>
          </p:cNvPr>
          <p:cNvSpPr txBox="1">
            <a:spLocks noChangeArrowheads="1"/>
          </p:cNvSpPr>
          <p:nvPr/>
        </p:nvSpPr>
        <p:spPr bwMode="auto">
          <a:xfrm>
            <a:off x="1261408" y="1214727"/>
            <a:ext cx="1919115"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r>
              <a:rPr kumimoji="1" lang="zh-CN" altLang="en-US" sz="1100" b="1" dirty="0">
                <a:latin typeface="微软雅黑" panose="020B0503020204020204" pitchFamily="34" charset="-122"/>
                <a:ea typeface="微软雅黑" panose="020B0503020204020204" pitchFamily="34" charset="-122"/>
              </a:rPr>
              <a:t>  </a:t>
            </a:r>
            <a:r>
              <a:rPr kumimoji="1" lang="en-US" altLang="zh-CN" sz="1100" b="1" dirty="0">
                <a:latin typeface="微软雅黑" panose="020B0503020204020204" pitchFamily="34" charset="-122"/>
                <a:ea typeface="微软雅黑" panose="020B0503020204020204" pitchFamily="34" charset="-122"/>
              </a:rPr>
              <a:t>131.8.0.0/16</a:t>
            </a:r>
          </a:p>
        </p:txBody>
      </p:sp>
      <p:sp>
        <p:nvSpPr>
          <p:cNvPr id="5" name="Text Box 97">
            <a:extLst>
              <a:ext uri="{FF2B5EF4-FFF2-40B4-BE49-F238E27FC236}">
                <a16:creationId xmlns:a16="http://schemas.microsoft.com/office/drawing/2014/main" id="{79E40A9E-0EC1-C6C7-081F-CB84F7BD77F4}"/>
              </a:ext>
            </a:extLst>
          </p:cNvPr>
          <p:cNvSpPr txBox="1">
            <a:spLocks noChangeArrowheads="1"/>
          </p:cNvSpPr>
          <p:nvPr/>
        </p:nvSpPr>
        <p:spPr bwMode="auto">
          <a:xfrm>
            <a:off x="5486176" y="1214727"/>
            <a:ext cx="174599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r>
              <a:rPr kumimoji="1" lang="zh-CN" altLang="en-US" sz="1100" b="1" dirty="0">
                <a:latin typeface="微软雅黑" panose="020B0503020204020204" pitchFamily="34" charset="-122"/>
                <a:ea typeface="微软雅黑" panose="020B0503020204020204" pitchFamily="34" charset="-122"/>
              </a:rPr>
              <a:t>  </a:t>
            </a:r>
            <a:r>
              <a:rPr kumimoji="1" lang="en-US" altLang="zh-CN" sz="1100" b="1" dirty="0">
                <a:latin typeface="微软雅黑" panose="020B0503020204020204" pitchFamily="34" charset="-122"/>
                <a:ea typeface="微软雅黑" panose="020B0503020204020204" pitchFamily="34" charset="-122"/>
              </a:rPr>
              <a:t>15.0.0.0/8</a:t>
            </a:r>
          </a:p>
        </p:txBody>
      </p:sp>
      <p:sp>
        <p:nvSpPr>
          <p:cNvPr id="6" name="AutoShape 12">
            <a:extLst>
              <a:ext uri="{FF2B5EF4-FFF2-40B4-BE49-F238E27FC236}">
                <a16:creationId xmlns:a16="http://schemas.microsoft.com/office/drawing/2014/main" id="{722A8C58-098E-2387-C387-32939D76F246}"/>
              </a:ext>
            </a:extLst>
          </p:cNvPr>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7" name="Rectangle 13">
            <a:extLst>
              <a:ext uri="{FF2B5EF4-FFF2-40B4-BE49-F238E27FC236}">
                <a16:creationId xmlns:a16="http://schemas.microsoft.com/office/drawing/2014/main" id="{595FBF5F-CE1D-C75B-BC90-E5E331A11F6A}"/>
              </a:ext>
            </a:extLst>
          </p:cNvPr>
          <p:cNvSpPr>
            <a:spLocks noChangeArrowheads="1"/>
          </p:cNvSpPr>
          <p:nvPr/>
        </p:nvSpPr>
        <p:spPr bwMode="auto">
          <a:xfrm>
            <a:off x="2483525" y="594451"/>
            <a:ext cx="41857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8.4.2 </a:t>
            </a:r>
            <a:r>
              <a:rPr lang="zh-CN" altLang="en-US" sz="2400" b="1" dirty="0">
                <a:solidFill>
                  <a:schemeClr val="bg1"/>
                </a:solidFill>
                <a:latin typeface="微软雅黑" pitchFamily="34" charset="-122"/>
                <a:ea typeface="微软雅黑" pitchFamily="34" charset="-122"/>
              </a:rPr>
              <a:t>移动</a:t>
            </a:r>
            <a:r>
              <a:rPr lang="en-US" altLang="zh-CN" sz="2400" b="1" dirty="0">
                <a:solidFill>
                  <a:schemeClr val="bg1"/>
                </a:solidFill>
                <a:latin typeface="微软雅黑" pitchFamily="34" charset="-122"/>
                <a:ea typeface="微软雅黑" pitchFamily="34" charset="-122"/>
              </a:rPr>
              <a:t>IP</a:t>
            </a:r>
            <a:r>
              <a:rPr lang="zh-CN" altLang="en-US" sz="2400" b="1" dirty="0">
                <a:solidFill>
                  <a:schemeClr val="bg1"/>
                </a:solidFill>
                <a:latin typeface="微软雅黑" pitchFamily="34" charset="-122"/>
                <a:ea typeface="微软雅黑" pitchFamily="34" charset="-122"/>
              </a:rPr>
              <a:t>的路由选择问题</a:t>
            </a:r>
          </a:p>
        </p:txBody>
      </p:sp>
    </p:spTree>
    <p:extLst>
      <p:ext uri="{BB962C8B-B14F-4D97-AF65-F5344CB8AC3E}">
        <p14:creationId xmlns:p14="http://schemas.microsoft.com/office/powerpoint/2010/main" val="1807797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1000"/>
                                        <p:tgtEl>
                                          <p:spTgt spid="8">
                                            <p:txEl>
                                              <p:pRg st="0" end="0"/>
                                            </p:txEl>
                                          </p:spTgt>
                                        </p:tgtEl>
                                      </p:cBhvr>
                                    </p:animEffect>
                                    <p:anim calcmode="lin" valueType="num">
                                      <p:cBhvr>
                                        <p:cTn id="8"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nodeType="clickEffect">
                                  <p:stCondLst>
                                    <p:cond delay="0"/>
                                  </p:stCondLst>
                                  <p:childTnLst>
                                    <p:set>
                                      <p:cBhvr>
                                        <p:cTn id="13" dur="1" fill="hold">
                                          <p:stCondLst>
                                            <p:cond delay="0"/>
                                          </p:stCondLst>
                                        </p:cTn>
                                        <p:tgtEl>
                                          <p:spTgt spid="136"/>
                                        </p:tgtEl>
                                        <p:attrNameLst>
                                          <p:attrName>style.visibility</p:attrName>
                                        </p:attrNameLst>
                                      </p:cBhvr>
                                      <p:to>
                                        <p:strVal val="visible"/>
                                      </p:to>
                                    </p:set>
                                    <p:animEffect transition="in" filter="wipe(down)">
                                      <p:cBhvr>
                                        <p:cTn id="14" dur="2000"/>
                                        <p:tgtEl>
                                          <p:spTgt spid="136"/>
                                        </p:tgtEl>
                                      </p:cBhvr>
                                    </p:animEffect>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3000" fill="hold" grpId="0" nodeType="clickEffect">
                                  <p:stCondLst>
                                    <p:cond delay="0"/>
                                  </p:stCondLst>
                                  <p:childTnLst>
                                    <p:anim calcmode="discrete" valueType="str">
                                      <p:cBhvr>
                                        <p:cTn id="18" dur="1000" fill="hold"/>
                                        <p:tgtEl>
                                          <p:spTgt spid="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626451" y="2975388"/>
            <a:ext cx="7895059" cy="1092607"/>
          </a:xfrm>
          <a:prstGeom prst="rect">
            <a:avLst/>
          </a:prstGeom>
          <a:noFill/>
          <a:ln>
            <a:noFill/>
          </a:ln>
        </p:spPr>
        <p:txBody>
          <a:bodyPr wrap="square">
            <a:spAutoFit/>
          </a:bodyPr>
          <a:lstStyle/>
          <a:p>
            <a:pPr>
              <a:lnSpc>
                <a:spcPts val="2600"/>
              </a:lnSpc>
            </a:pPr>
            <a:r>
              <a:rPr lang="zh-CN" altLang="en-US" b="1" dirty="0">
                <a:latin typeface="微软雅黑" pitchFamily="34" charset="-122"/>
                <a:ea typeface="微软雅黑" pitchFamily="34" charset="-122"/>
                <a:sym typeface="Wingdings 2" panose="05020102010507070707" pitchFamily="18" charset="2"/>
              </a:rPr>
              <a:t> 如果现在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要向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发送数据报，</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仍然使用自己的永久地址作为数据报的源地址，用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地址作为数据报的目的地址。这个数据报不需要通过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的归属代理进行转发，而是直接发送给</a:t>
            </a:r>
            <a:r>
              <a:rPr lang="en-US" altLang="zh-CN" b="1" dirty="0">
                <a:latin typeface="微软雅黑" pitchFamily="34" charset="-122"/>
                <a:ea typeface="微软雅黑" pitchFamily="34" charset="-122"/>
                <a:sym typeface="Wingdings 2" panose="05020102010507070707" pitchFamily="18" charset="2"/>
              </a:rPr>
              <a:t>B</a:t>
            </a:r>
            <a:r>
              <a:rPr lang="zh-CN" altLang="en-US" b="1" dirty="0">
                <a:latin typeface="微软雅黑" pitchFamily="34" charset="-122"/>
                <a:ea typeface="微软雅黑" pitchFamily="34" charset="-122"/>
                <a:sym typeface="Wingdings 2" panose="05020102010507070707" pitchFamily="18" charset="2"/>
              </a:rPr>
              <a:t>。</a:t>
            </a:r>
            <a:endParaRPr lang="zh-CN" altLang="en-US" b="1" dirty="0">
              <a:solidFill>
                <a:srgbClr val="0000CC"/>
              </a:solidFill>
              <a:latin typeface="微软雅黑" pitchFamily="34" charset="-122"/>
              <a:ea typeface="微软雅黑" pitchFamily="34" charset="-122"/>
            </a:endParaRPr>
          </a:p>
        </p:txBody>
      </p:sp>
      <p:sp>
        <p:nvSpPr>
          <p:cNvPr id="72" name="圆角矩形 71"/>
          <p:cNvSpPr/>
          <p:nvPr/>
        </p:nvSpPr>
        <p:spPr>
          <a:xfrm>
            <a:off x="509474" y="1124330"/>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Line 5"/>
          <p:cNvSpPr>
            <a:spLocks noChangeShapeType="1"/>
          </p:cNvSpPr>
          <p:nvPr/>
        </p:nvSpPr>
        <p:spPr bwMode="auto">
          <a:xfrm>
            <a:off x="2552700" y="2050829"/>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489586"/>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575874"/>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76" name="Text Box 143"/>
          <p:cNvSpPr txBox="1">
            <a:spLocks noChangeArrowheads="1"/>
          </p:cNvSpPr>
          <p:nvPr/>
        </p:nvSpPr>
        <p:spPr bwMode="auto">
          <a:xfrm flipH="1">
            <a:off x="6735672" y="2140683"/>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77" name="Cloud"/>
          <p:cNvSpPr>
            <a:spLocks noChangeAspect="1" noEditPoints="1" noChangeArrowheads="1"/>
          </p:cNvSpPr>
          <p:nvPr/>
        </p:nvSpPr>
        <p:spPr bwMode="auto">
          <a:xfrm>
            <a:off x="1195056" y="1328784"/>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5150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79" name="Line 94"/>
          <p:cNvSpPr>
            <a:spLocks noChangeShapeType="1"/>
          </p:cNvSpPr>
          <p:nvPr/>
        </p:nvSpPr>
        <p:spPr bwMode="auto">
          <a:xfrm>
            <a:off x="2166379" y="1633858"/>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1" name="Text Box 99"/>
          <p:cNvSpPr txBox="1">
            <a:spLocks noChangeArrowheads="1"/>
          </p:cNvSpPr>
          <p:nvPr/>
        </p:nvSpPr>
        <p:spPr bwMode="auto">
          <a:xfrm>
            <a:off x="1498304" y="1889201"/>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82" name="Line 116"/>
          <p:cNvSpPr>
            <a:spLocks noChangeShapeType="1"/>
          </p:cNvSpPr>
          <p:nvPr/>
        </p:nvSpPr>
        <p:spPr bwMode="auto">
          <a:xfrm rot="16200000" flipV="1">
            <a:off x="2209274" y="1388695"/>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816791"/>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69811" y="1996555"/>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448448"/>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86" name="Cloud"/>
          <p:cNvSpPr>
            <a:spLocks noChangeAspect="1" noEditPoints="1" noChangeArrowheads="1"/>
          </p:cNvSpPr>
          <p:nvPr/>
        </p:nvSpPr>
        <p:spPr bwMode="auto">
          <a:xfrm>
            <a:off x="5491783" y="1386311"/>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637819"/>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75401" y="1996555"/>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0" name="Text Box 98"/>
          <p:cNvSpPr txBox="1">
            <a:spLocks noChangeArrowheads="1"/>
          </p:cNvSpPr>
          <p:nvPr/>
        </p:nvSpPr>
        <p:spPr bwMode="auto">
          <a:xfrm>
            <a:off x="5263371" y="209156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91" name="Line 130"/>
          <p:cNvSpPr>
            <a:spLocks noChangeShapeType="1"/>
          </p:cNvSpPr>
          <p:nvPr/>
        </p:nvSpPr>
        <p:spPr bwMode="auto">
          <a:xfrm rot="16200000" flipV="1">
            <a:off x="6016364" y="1388695"/>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816791"/>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473848"/>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94" name="Text Box 149"/>
          <p:cNvSpPr txBox="1">
            <a:spLocks noChangeArrowheads="1"/>
          </p:cNvSpPr>
          <p:nvPr/>
        </p:nvSpPr>
        <p:spPr bwMode="auto">
          <a:xfrm>
            <a:off x="6099581" y="1466494"/>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95" name="AutoShape 150"/>
          <p:cNvSpPr>
            <a:spLocks noChangeArrowheads="1"/>
          </p:cNvSpPr>
          <p:nvPr/>
        </p:nvSpPr>
        <p:spPr bwMode="auto">
          <a:xfrm>
            <a:off x="6018405" y="1994400"/>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96" name="Line 92"/>
          <p:cNvSpPr>
            <a:spLocks noChangeShapeType="1"/>
          </p:cNvSpPr>
          <p:nvPr/>
        </p:nvSpPr>
        <p:spPr bwMode="auto">
          <a:xfrm>
            <a:off x="2283388" y="1678206"/>
            <a:ext cx="3301874" cy="0"/>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880826"/>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98" name="组合 97"/>
          <p:cNvGrpSpPr/>
          <p:nvPr/>
        </p:nvGrpSpPr>
        <p:grpSpPr>
          <a:xfrm>
            <a:off x="6238223" y="2421671"/>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0" name="Group 424"/>
            <p:cNvGrpSpPr>
              <a:grpSpLocks/>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1"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8" name="组合 107"/>
          <p:cNvGrpSpPr/>
          <p:nvPr/>
        </p:nvGrpSpPr>
        <p:grpSpPr>
          <a:xfrm>
            <a:off x="1877866" y="1421147"/>
            <a:ext cx="528586" cy="356119"/>
            <a:chOff x="4406004" y="4260453"/>
            <a:chExt cx="558674" cy="429804"/>
          </a:xfrm>
        </p:grpSpPr>
        <p:grpSp>
          <p:nvGrpSpPr>
            <p:cNvPr id="109" name="Group 460"/>
            <p:cNvGrpSpPr>
              <a:grpSpLocks/>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0" name="Group 463"/>
            <p:cNvGrpSpPr>
              <a:grpSpLocks/>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421147"/>
            <a:ext cx="528586" cy="356119"/>
            <a:chOff x="4406004" y="4260453"/>
            <a:chExt cx="558674" cy="429804"/>
          </a:xfrm>
        </p:grpSpPr>
        <p:grpSp>
          <p:nvGrpSpPr>
            <p:cNvPr id="120" name="Group 460"/>
            <p:cNvGrpSpPr>
              <a:grpSpLocks/>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1" name="Group 463"/>
            <p:cNvGrpSpPr>
              <a:grpSpLocks/>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2098084"/>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3" name="组合 132"/>
          <p:cNvGrpSpPr/>
          <p:nvPr/>
        </p:nvGrpSpPr>
        <p:grpSpPr>
          <a:xfrm>
            <a:off x="2494100" y="1676715"/>
            <a:ext cx="3103098" cy="348671"/>
            <a:chOff x="2494100" y="1572084"/>
            <a:chExt cx="3103098" cy="348671"/>
          </a:xfrm>
        </p:grpSpPr>
        <p:sp>
          <p:nvSpPr>
            <p:cNvPr id="134" name="Freeform 114"/>
            <p:cNvSpPr>
              <a:spLocks/>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6" name="组合 135"/>
          <p:cNvGrpSpPr/>
          <p:nvPr/>
        </p:nvGrpSpPr>
        <p:grpSpPr>
          <a:xfrm>
            <a:off x="5743550" y="1731193"/>
            <a:ext cx="387289" cy="389534"/>
            <a:chOff x="5743550" y="1626562"/>
            <a:chExt cx="387289" cy="389534"/>
          </a:xfrm>
        </p:grpSpPr>
        <p:sp>
          <p:nvSpPr>
            <p:cNvPr id="137" name="Line 112"/>
            <p:cNvSpPr>
              <a:spLocks noChangeShapeType="1"/>
            </p:cNvSpPr>
            <p:nvPr/>
          </p:nvSpPr>
          <p:spPr bwMode="auto">
            <a:xfrm flipV="1">
              <a:off x="5743550" y="1626562"/>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8" name="Text Box 145"/>
            <p:cNvSpPr txBox="1">
              <a:spLocks noChangeArrowheads="1"/>
            </p:cNvSpPr>
            <p:nvPr/>
          </p:nvSpPr>
          <p:spPr bwMode="auto">
            <a:xfrm flipH="1">
              <a:off x="5763431" y="167754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9" name="组合 138"/>
          <p:cNvGrpSpPr/>
          <p:nvPr/>
        </p:nvGrpSpPr>
        <p:grpSpPr>
          <a:xfrm>
            <a:off x="6223967" y="1613757"/>
            <a:ext cx="1098283" cy="989245"/>
            <a:chOff x="6223967" y="1509126"/>
            <a:chExt cx="1098283" cy="989245"/>
          </a:xfrm>
        </p:grpSpPr>
        <p:sp>
          <p:nvSpPr>
            <p:cNvPr id="140" name="Freeform 115"/>
            <p:cNvSpPr>
              <a:spLocks/>
            </p:cNvSpPr>
            <p:nvPr/>
          </p:nvSpPr>
          <p:spPr bwMode="auto">
            <a:xfrm>
              <a:off x="6223967" y="1604459"/>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Text Box 145"/>
            <p:cNvSpPr txBox="1">
              <a:spLocks noChangeArrowheads="1"/>
            </p:cNvSpPr>
            <p:nvPr/>
          </p:nvSpPr>
          <p:spPr bwMode="auto">
            <a:xfrm flipH="1">
              <a:off x="6892993" y="1509126"/>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p>
          </p:txBody>
        </p:sp>
      </p:grpSp>
      <p:sp>
        <p:nvSpPr>
          <p:cNvPr id="2" name="Text Box 96">
            <a:extLst>
              <a:ext uri="{FF2B5EF4-FFF2-40B4-BE49-F238E27FC236}">
                <a16:creationId xmlns:a16="http://schemas.microsoft.com/office/drawing/2014/main" id="{0B22F65F-9F9A-3BD2-05A3-77CDA9D135FA}"/>
              </a:ext>
            </a:extLst>
          </p:cNvPr>
          <p:cNvSpPr txBox="1">
            <a:spLocks noChangeArrowheads="1"/>
          </p:cNvSpPr>
          <p:nvPr/>
        </p:nvSpPr>
        <p:spPr bwMode="auto">
          <a:xfrm>
            <a:off x="1261408" y="1205623"/>
            <a:ext cx="1919115"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r>
              <a:rPr kumimoji="1" lang="zh-CN" altLang="en-US" sz="1100" b="1" dirty="0">
                <a:latin typeface="微软雅黑" panose="020B0503020204020204" pitchFamily="34" charset="-122"/>
                <a:ea typeface="微软雅黑" panose="020B0503020204020204" pitchFamily="34" charset="-122"/>
              </a:rPr>
              <a:t>  </a:t>
            </a:r>
            <a:r>
              <a:rPr kumimoji="1" lang="en-US" altLang="zh-CN" sz="1100" b="1" dirty="0">
                <a:latin typeface="微软雅黑" panose="020B0503020204020204" pitchFamily="34" charset="-122"/>
                <a:ea typeface="微软雅黑" panose="020B0503020204020204" pitchFamily="34" charset="-122"/>
              </a:rPr>
              <a:t>131.8.0.0/16</a:t>
            </a:r>
          </a:p>
        </p:txBody>
      </p:sp>
      <p:sp>
        <p:nvSpPr>
          <p:cNvPr id="5" name="Text Box 97">
            <a:extLst>
              <a:ext uri="{FF2B5EF4-FFF2-40B4-BE49-F238E27FC236}">
                <a16:creationId xmlns:a16="http://schemas.microsoft.com/office/drawing/2014/main" id="{1C21F923-393B-599E-C05B-A0C7FB6402BA}"/>
              </a:ext>
            </a:extLst>
          </p:cNvPr>
          <p:cNvSpPr txBox="1">
            <a:spLocks noChangeArrowheads="1"/>
          </p:cNvSpPr>
          <p:nvPr/>
        </p:nvSpPr>
        <p:spPr bwMode="auto">
          <a:xfrm>
            <a:off x="5486176" y="1205623"/>
            <a:ext cx="174599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r>
              <a:rPr kumimoji="1" lang="zh-CN" altLang="en-US" sz="1100" b="1" dirty="0">
                <a:latin typeface="微软雅黑" panose="020B0503020204020204" pitchFamily="34" charset="-122"/>
                <a:ea typeface="微软雅黑" panose="020B0503020204020204" pitchFamily="34" charset="-122"/>
              </a:rPr>
              <a:t>  </a:t>
            </a:r>
            <a:r>
              <a:rPr kumimoji="1" lang="en-US" altLang="zh-CN" sz="1100" b="1" dirty="0">
                <a:latin typeface="微软雅黑" panose="020B0503020204020204" pitchFamily="34" charset="-122"/>
                <a:ea typeface="微软雅黑" panose="020B0503020204020204" pitchFamily="34" charset="-122"/>
              </a:rPr>
              <a:t>15.0.0.0/8</a:t>
            </a:r>
          </a:p>
        </p:txBody>
      </p:sp>
      <p:sp>
        <p:nvSpPr>
          <p:cNvPr id="6" name="AutoShape 12">
            <a:extLst>
              <a:ext uri="{FF2B5EF4-FFF2-40B4-BE49-F238E27FC236}">
                <a16:creationId xmlns:a16="http://schemas.microsoft.com/office/drawing/2014/main" id="{62E5E478-1C93-BD73-DD8F-93FF0A7B5B66}"/>
              </a:ext>
            </a:extLst>
          </p:cNvPr>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7" name="Rectangle 13">
            <a:extLst>
              <a:ext uri="{FF2B5EF4-FFF2-40B4-BE49-F238E27FC236}">
                <a16:creationId xmlns:a16="http://schemas.microsoft.com/office/drawing/2014/main" id="{C898BA12-9655-5CD2-B99B-131793FA75D2}"/>
              </a:ext>
            </a:extLst>
          </p:cNvPr>
          <p:cNvSpPr>
            <a:spLocks noChangeArrowheads="1"/>
          </p:cNvSpPr>
          <p:nvPr/>
        </p:nvSpPr>
        <p:spPr bwMode="auto">
          <a:xfrm>
            <a:off x="2483525" y="594451"/>
            <a:ext cx="41857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8.4.2 </a:t>
            </a:r>
            <a:r>
              <a:rPr lang="zh-CN" altLang="en-US" sz="2400" b="1" dirty="0">
                <a:solidFill>
                  <a:schemeClr val="bg1"/>
                </a:solidFill>
                <a:latin typeface="微软雅黑" pitchFamily="34" charset="-122"/>
                <a:ea typeface="微软雅黑" pitchFamily="34" charset="-122"/>
              </a:rPr>
              <a:t>移动</a:t>
            </a:r>
            <a:r>
              <a:rPr lang="en-US" altLang="zh-CN" sz="2400" b="1" dirty="0">
                <a:solidFill>
                  <a:schemeClr val="bg1"/>
                </a:solidFill>
                <a:latin typeface="微软雅黑" pitchFamily="34" charset="-122"/>
                <a:ea typeface="微软雅黑" pitchFamily="34" charset="-122"/>
              </a:rPr>
              <a:t>IP</a:t>
            </a:r>
            <a:r>
              <a:rPr lang="zh-CN" altLang="en-US" sz="2400" b="1" dirty="0">
                <a:solidFill>
                  <a:schemeClr val="bg1"/>
                </a:solidFill>
                <a:latin typeface="微软雅黑" pitchFamily="34" charset="-122"/>
                <a:ea typeface="微软雅黑" pitchFamily="34" charset="-122"/>
              </a:rPr>
              <a:t>的路由选择问题</a:t>
            </a:r>
          </a:p>
        </p:txBody>
      </p:sp>
    </p:spTree>
    <p:extLst>
      <p:ext uri="{BB962C8B-B14F-4D97-AF65-F5344CB8AC3E}">
        <p14:creationId xmlns:p14="http://schemas.microsoft.com/office/powerpoint/2010/main" val="2624837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1000"/>
                                        <p:tgtEl>
                                          <p:spTgt spid="8">
                                            <p:txEl>
                                              <p:pRg st="0" end="0"/>
                                            </p:txEl>
                                          </p:spTgt>
                                        </p:tgtEl>
                                      </p:cBhvr>
                                    </p:animEffect>
                                    <p:anim calcmode="lin" valueType="num">
                                      <p:cBhvr>
                                        <p:cTn id="8"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139"/>
                                        </p:tgtEl>
                                        <p:attrNameLst>
                                          <p:attrName>style.visibility</p:attrName>
                                        </p:attrNameLst>
                                      </p:cBhvr>
                                      <p:to>
                                        <p:strVal val="visible"/>
                                      </p:to>
                                    </p:set>
                                    <p:animEffect transition="in" filter="wipe(up)">
                                      <p:cBhvr>
                                        <p:cTn id="14" dur="1000"/>
                                        <p:tgtEl>
                                          <p:spTgt spid="1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4627"/>
            <a:ext cx="8129015" cy="34331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9900CC"/>
              </a:buClr>
            </a:pPr>
            <a:r>
              <a:rPr lang="en-US" altLang="zh-CN" sz="2000" b="1" dirty="0">
                <a:solidFill>
                  <a:srgbClr val="9900CC"/>
                </a:solidFill>
                <a:latin typeface="微软雅黑" pitchFamily="34" charset="-122"/>
                <a:ea typeface="微软雅黑" pitchFamily="34" charset="-122"/>
              </a:rPr>
              <a:t>1. </a:t>
            </a:r>
            <a:r>
              <a:rPr lang="zh-CN" altLang="en-US" sz="2000" b="1" dirty="0">
                <a:latin typeface="微软雅黑" pitchFamily="34" charset="-122"/>
                <a:ea typeface="微软雅黑" pitchFamily="34" charset="-122"/>
              </a:rPr>
              <a:t>移动站到外地代理的协议</a:t>
            </a:r>
            <a:endParaRPr lang="en-US" altLang="zh-CN" sz="2000" b="1" dirty="0">
              <a:latin typeface="微软雅黑" pitchFamily="34" charset="-122"/>
              <a:ea typeface="微软雅黑" pitchFamily="34" charset="-122"/>
            </a:endParaRPr>
          </a:p>
          <a:p>
            <a:pPr eaLnBrk="0" hangingPunct="0">
              <a:lnSpc>
                <a:spcPts val="3300"/>
              </a:lnSpc>
              <a:buClr>
                <a:srgbClr val="9900CC"/>
              </a:buClr>
            </a:pPr>
            <a:r>
              <a:rPr lang="zh-CN" altLang="en-US" sz="2000" b="1" dirty="0">
                <a:latin typeface="微软雅黑" pitchFamily="34" charset="-122"/>
                <a:ea typeface="微软雅黑" pitchFamily="34" charset="-122"/>
              </a:rPr>
              <a:t>     向外地代理进行注册，以获得一个临时的转交地址。</a:t>
            </a:r>
          </a:p>
          <a:p>
            <a:pPr eaLnBrk="0" hangingPunct="0">
              <a:lnSpc>
                <a:spcPts val="3300"/>
              </a:lnSpc>
              <a:buClr>
                <a:srgbClr val="9900CC"/>
              </a:buClr>
            </a:pPr>
            <a:r>
              <a:rPr lang="en-US" altLang="zh-CN" sz="2000" b="1" dirty="0">
                <a:solidFill>
                  <a:srgbClr val="9900CC"/>
                </a:solidFill>
                <a:latin typeface="微软雅黑" pitchFamily="34" charset="-122"/>
                <a:ea typeface="微软雅黑" pitchFamily="34" charset="-122"/>
              </a:rPr>
              <a:t>2. </a:t>
            </a:r>
            <a:r>
              <a:rPr lang="zh-CN" altLang="en-US" sz="2000" b="1" dirty="0">
                <a:latin typeface="微软雅黑" pitchFamily="34" charset="-122"/>
                <a:ea typeface="微软雅黑" pitchFamily="34" charset="-122"/>
              </a:rPr>
              <a:t>外地代理到归属代理的注册协议</a:t>
            </a:r>
            <a:endParaRPr lang="en-US" altLang="zh-CN" sz="2000" b="1" dirty="0">
              <a:latin typeface="微软雅黑" pitchFamily="34" charset="-122"/>
              <a:ea typeface="微软雅黑" pitchFamily="34" charset="-122"/>
            </a:endParaRPr>
          </a:p>
          <a:p>
            <a:pPr eaLnBrk="0" hangingPunct="0">
              <a:lnSpc>
                <a:spcPts val="3300"/>
              </a:lnSpc>
              <a:buClr>
                <a:srgbClr val="9900CC"/>
              </a:buClr>
            </a:pPr>
            <a:r>
              <a:rPr lang="zh-CN" altLang="en-US" sz="2000" b="1" dirty="0">
                <a:latin typeface="微软雅黑" pitchFamily="34" charset="-122"/>
                <a:ea typeface="微软雅黑" pitchFamily="34" charset="-122"/>
              </a:rPr>
              <a:t>     外地代理要向移动站的归属代理注册移动站的转交地址。</a:t>
            </a:r>
          </a:p>
          <a:p>
            <a:pPr eaLnBrk="0" hangingPunct="0">
              <a:lnSpc>
                <a:spcPts val="3300"/>
              </a:lnSpc>
              <a:buClr>
                <a:srgbClr val="9900CC"/>
              </a:buClr>
            </a:pPr>
            <a:r>
              <a:rPr lang="en-US" altLang="zh-CN" sz="2000" b="1" dirty="0">
                <a:solidFill>
                  <a:srgbClr val="9900CC"/>
                </a:solidFill>
                <a:latin typeface="微软雅黑" pitchFamily="34" charset="-122"/>
                <a:ea typeface="微软雅黑" pitchFamily="34" charset="-122"/>
              </a:rPr>
              <a:t>3. </a:t>
            </a:r>
            <a:r>
              <a:rPr lang="zh-CN" altLang="en-US" sz="2000" b="1" dirty="0">
                <a:latin typeface="微软雅黑" pitchFamily="34" charset="-122"/>
                <a:ea typeface="微软雅黑" pitchFamily="34" charset="-122"/>
              </a:rPr>
              <a:t>归属代理数据报封装协议</a:t>
            </a:r>
            <a:endParaRPr lang="en-US" altLang="zh-CN" sz="2000" b="1" dirty="0">
              <a:latin typeface="微软雅黑" pitchFamily="34" charset="-122"/>
              <a:ea typeface="微软雅黑" pitchFamily="34" charset="-122"/>
            </a:endParaRPr>
          </a:p>
          <a:p>
            <a:pPr eaLnBrk="0" hangingPunct="0">
              <a:lnSpc>
                <a:spcPts val="3300"/>
              </a:lnSpc>
              <a:buClr>
                <a:srgbClr val="9900CC"/>
              </a:buClr>
            </a:pPr>
            <a:r>
              <a:rPr lang="zh-CN" altLang="en-US" sz="2000" b="1" dirty="0">
                <a:latin typeface="微软雅黑" pitchFamily="34" charset="-122"/>
                <a:ea typeface="微软雅黑" pitchFamily="34" charset="-122"/>
              </a:rPr>
              <a:t>     归属代理将移动站的数据报用转交地址再封装转发给外地代理。</a:t>
            </a:r>
          </a:p>
          <a:p>
            <a:pPr eaLnBrk="0" hangingPunct="0">
              <a:lnSpc>
                <a:spcPts val="3300"/>
              </a:lnSpc>
              <a:buClr>
                <a:srgbClr val="9900CC"/>
              </a:buClr>
            </a:pPr>
            <a:r>
              <a:rPr lang="en-US" altLang="zh-CN" sz="2000" b="1" dirty="0">
                <a:solidFill>
                  <a:srgbClr val="9900CC"/>
                </a:solidFill>
                <a:latin typeface="微软雅黑" pitchFamily="34" charset="-122"/>
                <a:ea typeface="微软雅黑" pitchFamily="34" charset="-122"/>
              </a:rPr>
              <a:t>4. </a:t>
            </a:r>
            <a:r>
              <a:rPr lang="zh-CN" altLang="en-US" sz="2000" b="1" dirty="0">
                <a:latin typeface="微软雅黑" pitchFamily="34" charset="-122"/>
                <a:ea typeface="微软雅黑" pitchFamily="34" charset="-122"/>
              </a:rPr>
              <a:t>外地代理拆封协议</a:t>
            </a:r>
            <a:endParaRPr lang="en-US" altLang="zh-CN" sz="2000" b="1" dirty="0">
              <a:latin typeface="微软雅黑" pitchFamily="34" charset="-122"/>
              <a:ea typeface="微软雅黑" pitchFamily="34" charset="-122"/>
            </a:endParaRPr>
          </a:p>
          <a:p>
            <a:pPr eaLnBrk="0" hangingPunct="0">
              <a:lnSpc>
                <a:spcPts val="3300"/>
              </a:lnSpc>
              <a:buClr>
                <a:srgbClr val="9900CC"/>
              </a:buClr>
            </a:pPr>
            <a:r>
              <a:rPr lang="zh-CN" altLang="en-US" sz="2000" b="1" dirty="0">
                <a:latin typeface="微软雅黑" pitchFamily="34" charset="-122"/>
                <a:ea typeface="微软雅黑" pitchFamily="34" charset="-122"/>
              </a:rPr>
              <a:t>    外地代理从封装的数据报中取出原始数据报，并发送给移动站。</a:t>
            </a:r>
          </a:p>
        </p:txBody>
      </p:sp>
      <p:sp>
        <p:nvSpPr>
          <p:cNvPr id="3" name="AutoShape 5"/>
          <p:cNvSpPr>
            <a:spLocks noChangeArrowheads="1"/>
          </p:cNvSpPr>
          <p:nvPr/>
        </p:nvSpPr>
        <p:spPr bwMode="auto">
          <a:xfrm>
            <a:off x="511897" y="620341"/>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201668" y="587130"/>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网络层应增加的新功能</a:t>
            </a:r>
          </a:p>
        </p:txBody>
      </p:sp>
    </p:spTree>
    <p:extLst>
      <p:ext uri="{BB962C8B-B14F-4D97-AF65-F5344CB8AC3E}">
        <p14:creationId xmlns:p14="http://schemas.microsoft.com/office/powerpoint/2010/main" val="82302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wipe(left)">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
                                            <p:txEl>
                                              <p:pRg st="3" end="3"/>
                                            </p:txEl>
                                          </p:spTgt>
                                        </p:tgtEl>
                                        <p:attrNameLst>
                                          <p:attrName>style.visibility</p:attrName>
                                        </p:attrNameLst>
                                      </p:cBhvr>
                                      <p:to>
                                        <p:strVal val="visible"/>
                                      </p:to>
                                    </p:set>
                                    <p:animEffect transition="in" filter="wipe(left)">
                                      <p:cBhvr>
                                        <p:cTn id="12" dur="500"/>
                                        <p:tgtEl>
                                          <p:spTgt spid="2">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
                                            <p:txEl>
                                              <p:pRg st="5" end="5"/>
                                            </p:txEl>
                                          </p:spTgt>
                                        </p:tgtEl>
                                        <p:attrNameLst>
                                          <p:attrName>style.visibility</p:attrName>
                                        </p:attrNameLst>
                                      </p:cBhvr>
                                      <p:to>
                                        <p:strVal val="visible"/>
                                      </p:to>
                                    </p:set>
                                    <p:animEffect transition="in" filter="wipe(left)">
                                      <p:cBhvr>
                                        <p:cTn id="17" dur="500"/>
                                        <p:tgtEl>
                                          <p:spTgt spid="2">
                                            <p:txEl>
                                              <p:pRg st="5" end="5"/>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
                                            <p:txEl>
                                              <p:pRg st="7" end="7"/>
                                            </p:txEl>
                                          </p:spTgt>
                                        </p:tgtEl>
                                        <p:attrNameLst>
                                          <p:attrName>style.visibility</p:attrName>
                                        </p:attrNameLst>
                                      </p:cBhvr>
                                      <p:to>
                                        <p:strVal val="visible"/>
                                      </p:to>
                                    </p:set>
                                    <p:animEffect transition="in" filter="wipe(left)">
                                      <p:cBhvr>
                                        <p:cTn id="22" dur="500"/>
                                        <p:tgtEl>
                                          <p:spTgt spid="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5586"/>
            <a:ext cx="8129015" cy="15960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间接路由选择：</a:t>
            </a:r>
            <a:r>
              <a:rPr lang="zh-CN" altLang="en-US" sz="2000" b="1" dirty="0">
                <a:latin typeface="微软雅黑" pitchFamily="34" charset="-122"/>
                <a:ea typeface="微软雅黑" pitchFamily="34" charset="-122"/>
              </a:rPr>
              <a:t>把数据报发往移动站的归属网络，由</a:t>
            </a:r>
            <a:r>
              <a:rPr lang="zh-CN" altLang="en-US" sz="2000" b="1" dirty="0">
                <a:solidFill>
                  <a:srgbClr val="0000CC"/>
                </a:solidFill>
                <a:latin typeface="微软雅黑" pitchFamily="34" charset="-122"/>
                <a:ea typeface="微软雅黑" pitchFamily="34" charset="-122"/>
              </a:rPr>
              <a:t>归属代理</a:t>
            </a:r>
            <a:r>
              <a:rPr lang="zh-CN" altLang="en-US" sz="2000" b="1" dirty="0">
                <a:latin typeface="微软雅黑" pitchFamily="34" charset="-122"/>
                <a:ea typeface="微软雅黑" pitchFamily="34" charset="-122"/>
              </a:rPr>
              <a:t>完成以后的</a:t>
            </a:r>
            <a:r>
              <a:rPr lang="zh-CN" altLang="en-US" sz="2000" b="1" dirty="0">
                <a:solidFill>
                  <a:srgbClr val="0000CC"/>
                </a:solidFill>
                <a:latin typeface="微软雅黑" pitchFamily="34" charset="-122"/>
                <a:ea typeface="微软雅黑" pitchFamily="34" charset="-122"/>
              </a:rPr>
              <a:t>寻址</a:t>
            </a:r>
            <a:r>
              <a:rPr lang="zh-CN" altLang="en-US" sz="2000" b="1" dirty="0">
                <a:latin typeface="微软雅黑" pitchFamily="34" charset="-122"/>
                <a:ea typeface="微软雅黑" pitchFamily="34" charset="-122"/>
              </a:rPr>
              <a:t>工作，进而完成数据报</a:t>
            </a:r>
            <a:r>
              <a:rPr lang="zh-CN" altLang="en-US" sz="2000" b="1" dirty="0">
                <a:solidFill>
                  <a:srgbClr val="0000CC"/>
                </a:solidFill>
                <a:latin typeface="微软雅黑" pitchFamily="34" charset="-122"/>
                <a:ea typeface="微软雅黑" pitchFamily="34" charset="-122"/>
              </a:rPr>
              <a:t>转发</a:t>
            </a:r>
            <a:r>
              <a:rPr lang="zh-CN" altLang="en-US" sz="2000" b="1" dirty="0">
                <a:latin typeface="微软雅黑" pitchFamily="34" charset="-122"/>
                <a:ea typeface="微软雅黑" pitchFamily="34" charset="-122"/>
              </a:rPr>
              <a:t>的方式。</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可能会引起数据报转发的</a:t>
            </a:r>
            <a:r>
              <a:rPr lang="zh-CN" altLang="en-US" sz="2000" b="1" dirty="0">
                <a:solidFill>
                  <a:srgbClr val="C00000"/>
                </a:solidFill>
                <a:latin typeface="微软雅黑" pitchFamily="34" charset="-122"/>
                <a:ea typeface="微软雅黑" pitchFamily="34" charset="-122"/>
              </a:rPr>
              <a:t>低效，</a:t>
            </a:r>
            <a:r>
              <a:rPr lang="zh-CN" altLang="en-US" sz="2000" b="1" dirty="0">
                <a:latin typeface="微软雅黑" pitchFamily="34" charset="-122"/>
                <a:ea typeface="微软雅黑" pitchFamily="34" charset="-122"/>
              </a:rPr>
              <a:t>即</a:t>
            </a:r>
            <a:r>
              <a:rPr lang="zh-CN" altLang="en-US" sz="2000" b="1" dirty="0">
                <a:solidFill>
                  <a:srgbClr val="C00000"/>
                </a:solidFill>
                <a:latin typeface="微软雅黑" pitchFamily="34" charset="-122"/>
                <a:ea typeface="微软雅黑" pitchFamily="34" charset="-122"/>
              </a:rPr>
              <a:t>三角形路由选择问题</a:t>
            </a:r>
            <a:r>
              <a:rPr lang="en-US" altLang="zh-CN" sz="2000" b="1" dirty="0">
                <a:latin typeface="微软雅黑" pitchFamily="34" charset="-122"/>
                <a:ea typeface="微软雅黑" pitchFamily="34" charset="-122"/>
              </a:rPr>
              <a:t>(triangle routing problem)</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11897" y="62130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329908" y="588089"/>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三角形路由选择问题</a:t>
            </a:r>
          </a:p>
        </p:txBody>
      </p:sp>
      <p:sp>
        <p:nvSpPr>
          <p:cNvPr id="5" name="矩形 4"/>
          <p:cNvSpPr/>
          <p:nvPr/>
        </p:nvSpPr>
        <p:spPr>
          <a:xfrm>
            <a:off x="951000" y="2565893"/>
            <a:ext cx="7376159" cy="1759456"/>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本来在 </a:t>
            </a:r>
            <a:r>
              <a:rPr lang="en-US" altLang="zh-CN" b="1" dirty="0">
                <a:latin typeface="微软雅黑" panose="020B0503020204020204" pitchFamily="34" charset="-122"/>
                <a:ea typeface="微软雅黑" panose="020B0503020204020204" pitchFamily="34" charset="-122"/>
              </a:rPr>
              <a:t>B </a:t>
            </a:r>
            <a:r>
              <a:rPr lang="zh-CN" altLang="en-US" b="1" dirty="0">
                <a:latin typeface="微软雅黑" panose="020B0503020204020204" pitchFamily="34" charset="-122"/>
                <a:ea typeface="微软雅黑" panose="020B0503020204020204" pitchFamily="34" charset="-122"/>
              </a:rPr>
              <a:t>和 </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之间可能有一条更有效的路由，但现在要走另外</a:t>
            </a:r>
            <a:r>
              <a:rPr lang="zh-CN" altLang="en-US" b="1" dirty="0">
                <a:solidFill>
                  <a:srgbClr val="0000CC"/>
                </a:solidFill>
                <a:latin typeface="微软雅黑" panose="020B0503020204020204" pitchFamily="34" charset="-122"/>
                <a:ea typeface="微软雅黑" panose="020B0503020204020204" pitchFamily="34" charset="-122"/>
              </a:rPr>
              <a:t>两条路：</a:t>
            </a:r>
            <a:r>
              <a:rPr lang="zh-CN" altLang="en-US" b="1" dirty="0">
                <a:latin typeface="微软雅黑" panose="020B0503020204020204" pitchFamily="34" charset="-122"/>
                <a:ea typeface="微软雅黑" panose="020B0503020204020204" pitchFamily="34" charset="-122"/>
              </a:rPr>
              <a:t>先要把数据报从 </a:t>
            </a:r>
            <a:r>
              <a:rPr lang="en-US" altLang="zh-CN" b="1" dirty="0">
                <a:latin typeface="微软雅黑" panose="020B0503020204020204" pitchFamily="34" charset="-122"/>
                <a:ea typeface="微软雅黑" panose="020B0503020204020204" pitchFamily="34" charset="-122"/>
              </a:rPr>
              <a:t>B </a:t>
            </a:r>
            <a:r>
              <a:rPr lang="zh-CN" altLang="en-US" b="1" dirty="0">
                <a:latin typeface="微软雅黑" panose="020B0503020204020204" pitchFamily="34" charset="-122"/>
                <a:ea typeface="微软雅黑" panose="020B0503020204020204" pitchFamily="34" charset="-122"/>
              </a:rPr>
              <a:t>发送到 </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的归属代理，然后再转发给漫游到被访网络的 </a:t>
            </a:r>
            <a:r>
              <a:rPr lang="en-US" altLang="zh-CN" b="1" dirty="0">
                <a:latin typeface="微软雅黑" panose="020B0503020204020204" pitchFamily="34" charset="-122"/>
                <a:ea typeface="微软雅黑" panose="020B0503020204020204" pitchFamily="34" charset="-122"/>
              </a:rPr>
              <a:t>A</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a:lnSpc>
                <a:spcPts val="2600"/>
              </a:lnSpc>
            </a:pPr>
            <a:r>
              <a:rPr lang="zh-CN" altLang="en-US" b="1" dirty="0">
                <a:solidFill>
                  <a:srgbClr val="C00000"/>
                </a:solidFill>
                <a:latin typeface="微软雅黑" panose="020B0503020204020204" pitchFamily="34" charset="-122"/>
                <a:ea typeface="微软雅黑" panose="020B0503020204020204" pitchFamily="34" charset="-122"/>
              </a:rPr>
              <a:t>如果 </a:t>
            </a:r>
            <a:r>
              <a:rPr lang="en-US" altLang="zh-CN" b="1" dirty="0">
                <a:solidFill>
                  <a:srgbClr val="C00000"/>
                </a:solidFill>
                <a:latin typeface="微软雅黑" panose="020B0503020204020204" pitchFamily="34" charset="-122"/>
                <a:ea typeface="微软雅黑" panose="020B0503020204020204" pitchFamily="34" charset="-122"/>
              </a:rPr>
              <a:t>B </a:t>
            </a:r>
            <a:r>
              <a:rPr lang="zh-CN" altLang="en-US" b="1" dirty="0">
                <a:solidFill>
                  <a:srgbClr val="C00000"/>
                </a:solidFill>
                <a:latin typeface="微软雅黑" panose="020B0503020204020204" pitchFamily="34" charset="-122"/>
                <a:ea typeface="微软雅黑" panose="020B0503020204020204" pitchFamily="34" charset="-122"/>
              </a:rPr>
              <a:t>所在的网络就是 </a:t>
            </a:r>
            <a:r>
              <a:rPr lang="en-US" altLang="zh-CN" b="1" dirty="0">
                <a:solidFill>
                  <a:srgbClr val="C00000"/>
                </a:solidFill>
                <a:latin typeface="微软雅黑" panose="020B0503020204020204" pitchFamily="34" charset="-122"/>
                <a:ea typeface="微软雅黑" panose="020B0503020204020204" pitchFamily="34" charset="-122"/>
              </a:rPr>
              <a:t>A </a:t>
            </a:r>
            <a:r>
              <a:rPr lang="zh-CN" altLang="en-US" b="1" dirty="0">
                <a:solidFill>
                  <a:srgbClr val="C00000"/>
                </a:solidFill>
                <a:latin typeface="微软雅黑" panose="020B0503020204020204" pitchFamily="34" charset="-122"/>
                <a:ea typeface="微软雅黑" panose="020B0503020204020204" pitchFamily="34" charset="-122"/>
              </a:rPr>
              <a:t>到达的被访网络呢？</a:t>
            </a:r>
            <a:endParaRPr lang="en-US" altLang="zh-CN" b="1" dirty="0">
              <a:solidFill>
                <a:srgbClr val="C00000"/>
              </a:solidFill>
              <a:latin typeface="微软雅黑" panose="020B0503020204020204" pitchFamily="34" charset="-122"/>
              <a:ea typeface="微软雅黑" panose="020B0503020204020204" pitchFamily="34" charset="-122"/>
            </a:endParaRPr>
          </a:p>
          <a:p>
            <a:pPr>
              <a:lnSpc>
                <a:spcPts val="2600"/>
              </a:lnSpc>
            </a:pPr>
            <a:r>
              <a:rPr lang="zh-CN" altLang="en-US" b="1" dirty="0">
                <a:solidFill>
                  <a:srgbClr val="0000CC"/>
                </a:solidFill>
                <a:latin typeface="微软雅黑" panose="020B0503020204020204" pitchFamily="34" charset="-122"/>
                <a:ea typeface="微软雅黑" panose="020B0503020204020204" pitchFamily="34" charset="-122"/>
              </a:rPr>
              <a:t>直接交付即可，根本不需要使用路由器。</a:t>
            </a:r>
          </a:p>
        </p:txBody>
      </p:sp>
    </p:spTree>
    <p:extLst>
      <p:ext uri="{BB962C8B-B14F-4D97-AF65-F5344CB8AC3E}">
        <p14:creationId xmlns:p14="http://schemas.microsoft.com/office/powerpoint/2010/main" val="39439777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5">
                                            <p:bg/>
                                          </p:spTgt>
                                        </p:tgtEl>
                                        <p:attrNameLst>
                                          <p:attrName>style.visibility</p:attrName>
                                        </p:attrNameLst>
                                      </p:cBhvr>
                                      <p:to>
                                        <p:strVal val="visible"/>
                                      </p:to>
                                    </p:set>
                                    <p:animEffect transition="in" filter="fade">
                                      <p:cBhvr>
                                        <p:cTn id="21" dur="1000"/>
                                        <p:tgtEl>
                                          <p:spTgt spid="5">
                                            <p:bg/>
                                          </p:spTgt>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5">
                                            <p:txEl>
                                              <p:pRg st="0" end="0"/>
                                            </p:txEl>
                                          </p:spTgt>
                                        </p:tgtEl>
                                        <p:attrNameLst>
                                          <p:attrName>style.visibility</p:attrName>
                                        </p:attrNameLst>
                                      </p:cBhvr>
                                      <p:to>
                                        <p:strVal val="visible"/>
                                      </p:to>
                                    </p:set>
                                    <p:animEffect transition="in" filter="fade">
                                      <p:cBhvr>
                                        <p:cTn id="24" dur="1000"/>
                                        <p:tgtEl>
                                          <p:spTgt spid="5">
                                            <p:txEl>
                                              <p:pRg st="0" end="0"/>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5">
                                            <p:txEl>
                                              <p:pRg st="1" end="1"/>
                                            </p:txEl>
                                          </p:spTgt>
                                        </p:tgtEl>
                                        <p:attrNameLst>
                                          <p:attrName>style.visibility</p:attrName>
                                        </p:attrNameLst>
                                      </p:cBhvr>
                                      <p:to>
                                        <p:strVal val="visible"/>
                                      </p:to>
                                    </p:set>
                                    <p:animEffect transition="in" filter="fade">
                                      <p:cBhvr>
                                        <p:cTn id="29" dur="1000"/>
                                        <p:tgtEl>
                                          <p:spTgt spid="5">
                                            <p:txEl>
                                              <p:pRg st="1" end="1"/>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5">
                                            <p:txEl>
                                              <p:pRg st="2" end="2"/>
                                            </p:txEl>
                                          </p:spTgt>
                                        </p:tgtEl>
                                        <p:attrNameLst>
                                          <p:attrName>style.visibility</p:attrName>
                                        </p:attrNameLst>
                                      </p:cBhvr>
                                      <p:to>
                                        <p:strVal val="visible"/>
                                      </p:to>
                                    </p:set>
                                    <p:animEffect transition="in" filter="fade">
                                      <p:cBhvr>
                                        <p:cTn id="34" dur="1000"/>
                                        <p:tgtEl>
                                          <p:spTgt spid="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301565" y="598587"/>
            <a:ext cx="45448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a:t>
            </a:r>
          </a:p>
        </p:txBody>
      </p:sp>
      <p:sp>
        <p:nvSpPr>
          <p:cNvPr id="5" name="矩形 4"/>
          <p:cNvSpPr/>
          <p:nvPr/>
        </p:nvSpPr>
        <p:spPr>
          <a:xfrm>
            <a:off x="966651" y="3161212"/>
            <a:ext cx="7245532" cy="1220847"/>
          </a:xfrm>
          <a:prstGeom prst="rect">
            <a:avLst/>
          </a:prstGeom>
          <a:noFill/>
          <a:ln>
            <a:noFill/>
          </a:ln>
        </p:spPr>
        <p:txBody>
          <a:bodyPr wrap="square">
            <a:spAutoFit/>
          </a:bodyPr>
          <a:lstStyle/>
          <a:p>
            <a:pPr>
              <a:lnSpc>
                <a:spcPts val="2200"/>
              </a:lnSpc>
            </a:pPr>
            <a:r>
              <a:rPr lang="zh-CN" altLang="en-US" sz="1600" b="1" dirty="0">
                <a:latin typeface="微软雅黑" pitchFamily="34" charset="-122"/>
                <a:ea typeface="微软雅黑" pitchFamily="34" charset="-122"/>
              </a:rPr>
              <a:t>让通信者 </a:t>
            </a:r>
            <a:r>
              <a:rPr lang="en-US" altLang="zh-CN" sz="1600" b="1" dirty="0">
                <a:latin typeface="微软雅黑" pitchFamily="34" charset="-122"/>
                <a:ea typeface="微软雅黑" pitchFamily="34" charset="-122"/>
              </a:rPr>
              <a:t>B </a:t>
            </a:r>
            <a:r>
              <a:rPr lang="zh-CN" altLang="en-US" sz="1600" b="1" dirty="0">
                <a:latin typeface="微软雅黑" pitchFamily="34" charset="-122"/>
                <a:ea typeface="微软雅黑" pitchFamily="34" charset="-122"/>
              </a:rPr>
              <a:t>创建一个</a:t>
            </a:r>
            <a:r>
              <a:rPr lang="zh-CN" altLang="en-US" sz="1600" b="1" dirty="0">
                <a:solidFill>
                  <a:srgbClr val="C00000"/>
                </a:solidFill>
                <a:latin typeface="微软雅黑" pitchFamily="34" charset="-122"/>
                <a:ea typeface="微软雅黑" pitchFamily="34" charset="-122"/>
              </a:rPr>
              <a:t>通信者代理 </a:t>
            </a:r>
            <a:r>
              <a:rPr lang="en-US" altLang="zh-CN" sz="1600" b="1" dirty="0">
                <a:latin typeface="微软雅黑" pitchFamily="34" charset="-122"/>
                <a:ea typeface="微软雅黑" pitchFamily="34" charset="-122"/>
              </a:rPr>
              <a:t>(correspondent agent)</a:t>
            </a:r>
            <a:r>
              <a:rPr lang="zh-CN" altLang="en-US" sz="1600" b="1" dirty="0">
                <a:latin typeface="微软雅黑" pitchFamily="34" charset="-122"/>
                <a:ea typeface="微软雅黑" pitchFamily="34" charset="-122"/>
              </a:rPr>
              <a:t>，让通信者代理向</a:t>
            </a:r>
            <a:r>
              <a:rPr lang="zh-CN" altLang="en-US" sz="1600" b="1" dirty="0">
                <a:solidFill>
                  <a:srgbClr val="0000CC"/>
                </a:solidFill>
                <a:latin typeface="微软雅黑" pitchFamily="34" charset="-122"/>
                <a:ea typeface="微软雅黑" pitchFamily="34" charset="-122"/>
              </a:rPr>
              <a:t>归属代理</a:t>
            </a:r>
            <a:r>
              <a:rPr lang="zh-CN" altLang="en-US" sz="1600" b="1" dirty="0">
                <a:solidFill>
                  <a:srgbClr val="C00000"/>
                </a:solidFill>
                <a:latin typeface="微软雅黑" pitchFamily="34" charset="-122"/>
                <a:ea typeface="微软雅黑" pitchFamily="34" charset="-122"/>
              </a:rPr>
              <a:t>询问</a:t>
            </a:r>
            <a:r>
              <a:rPr lang="zh-CN" altLang="en-US" sz="1600" b="1" dirty="0">
                <a:latin typeface="微软雅黑" pitchFamily="34" charset="-122"/>
                <a:ea typeface="微软雅黑" pitchFamily="34" charset="-122"/>
              </a:rPr>
              <a:t>到移动站在被访网络的</a:t>
            </a:r>
            <a:r>
              <a:rPr lang="zh-CN" altLang="en-US" sz="1600" b="1" dirty="0">
                <a:solidFill>
                  <a:srgbClr val="0000CC"/>
                </a:solidFill>
                <a:latin typeface="微软雅黑" pitchFamily="34" charset="-122"/>
                <a:ea typeface="微软雅黑" pitchFamily="34" charset="-122"/>
              </a:rPr>
              <a:t>转交地址。</a:t>
            </a:r>
            <a:r>
              <a:rPr lang="zh-CN" altLang="en-US" sz="1600" b="1" dirty="0">
                <a:latin typeface="微软雅黑" pitchFamily="34" charset="-122"/>
                <a:ea typeface="微软雅黑" pitchFamily="34" charset="-122"/>
              </a:rPr>
              <a:t>然后由通信者代理把数据报用</a:t>
            </a:r>
            <a:r>
              <a:rPr lang="zh-CN" altLang="en-US" sz="1600" b="1" dirty="0">
                <a:solidFill>
                  <a:srgbClr val="C00000"/>
                </a:solidFill>
                <a:latin typeface="微软雅黑" pitchFamily="34" charset="-122"/>
                <a:ea typeface="微软雅黑" pitchFamily="34" charset="-122"/>
              </a:rPr>
              <a:t>隧道技术</a:t>
            </a:r>
            <a:r>
              <a:rPr lang="zh-CN" altLang="en-US" sz="1600" b="1" dirty="0">
                <a:latin typeface="微软雅黑" pitchFamily="34" charset="-122"/>
                <a:ea typeface="微软雅黑" pitchFamily="34" charset="-122"/>
              </a:rPr>
              <a:t>发送到被访网络的</a:t>
            </a:r>
            <a:r>
              <a:rPr lang="zh-CN" altLang="en-US" sz="1600" b="1" dirty="0">
                <a:solidFill>
                  <a:srgbClr val="0000CC"/>
                </a:solidFill>
                <a:latin typeface="微软雅黑" pitchFamily="34" charset="-122"/>
                <a:ea typeface="微软雅黑" pitchFamily="34" charset="-122"/>
              </a:rPr>
              <a:t>外地代理，</a:t>
            </a:r>
            <a:r>
              <a:rPr lang="zh-CN" altLang="en-US" sz="1600" b="1" dirty="0">
                <a:latin typeface="微软雅黑" pitchFamily="34" charset="-122"/>
                <a:ea typeface="微软雅黑" pitchFamily="34" charset="-122"/>
              </a:rPr>
              <a:t>最后再由这个外地代理拆封，把数据报转发给移动站。</a:t>
            </a:r>
          </a:p>
        </p:txBody>
      </p:sp>
      <p:sp>
        <p:nvSpPr>
          <p:cNvPr id="100"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01"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2"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103" name="Picture 1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4"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105"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06"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107" name="组合 106"/>
          <p:cNvGrpSpPr/>
          <p:nvPr/>
        </p:nvGrpSpPr>
        <p:grpSpPr>
          <a:xfrm>
            <a:off x="1812942" y="1105129"/>
            <a:ext cx="1524445" cy="1036309"/>
            <a:chOff x="1812942" y="1105129"/>
            <a:chExt cx="1524445" cy="1036309"/>
          </a:xfrm>
        </p:grpSpPr>
        <p:sp>
          <p:nvSpPr>
            <p:cNvPr id="10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09"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13"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4"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11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6"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17" name="Picture 1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18" name="组合 117"/>
            <p:cNvGrpSpPr/>
            <p:nvPr/>
          </p:nvGrpSpPr>
          <p:grpSpPr>
            <a:xfrm>
              <a:off x="2527029" y="1360798"/>
              <a:ext cx="424510" cy="296144"/>
              <a:chOff x="4406004" y="4260453"/>
              <a:chExt cx="558674" cy="429804"/>
            </a:xfrm>
          </p:grpSpPr>
          <p:grpSp>
            <p:nvGrpSpPr>
              <p:cNvPr id="119" name="Group 460"/>
              <p:cNvGrpSpPr>
                <a:grpSpLocks/>
              </p:cNvGrpSpPr>
              <p:nvPr/>
            </p:nvGrpSpPr>
            <p:grpSpPr bwMode="auto">
              <a:xfrm>
                <a:off x="4543772" y="4322623"/>
                <a:ext cx="420906" cy="367634"/>
                <a:chOff x="657" y="1570"/>
                <a:chExt cx="318" cy="318"/>
              </a:xfrm>
            </p:grpSpPr>
            <p:sp>
              <p:nvSpPr>
                <p:cNvPr id="12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0" name="Group 463"/>
              <p:cNvGrpSpPr>
                <a:grpSpLocks/>
              </p:cNvGrpSpPr>
              <p:nvPr/>
            </p:nvGrpSpPr>
            <p:grpSpPr bwMode="auto">
              <a:xfrm>
                <a:off x="4406004" y="4260453"/>
                <a:ext cx="405022" cy="119404"/>
                <a:chOff x="748" y="2251"/>
                <a:chExt cx="306" cy="90"/>
              </a:xfrm>
              <a:solidFill>
                <a:srgbClr val="0066FF"/>
              </a:solidFill>
            </p:grpSpPr>
            <p:sp>
              <p:nvSpPr>
                <p:cNvPr id="12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129" name="组合 128"/>
          <p:cNvGrpSpPr/>
          <p:nvPr/>
        </p:nvGrpSpPr>
        <p:grpSpPr>
          <a:xfrm>
            <a:off x="5169053" y="1105766"/>
            <a:ext cx="1356746" cy="982674"/>
            <a:chOff x="5169053" y="1105766"/>
            <a:chExt cx="1356746" cy="982674"/>
          </a:xfrm>
        </p:grpSpPr>
        <p:sp>
          <p:nvSpPr>
            <p:cNvPr id="130"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1"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32"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33"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134"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5"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6"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37" name="组合 136"/>
            <p:cNvGrpSpPr/>
            <p:nvPr/>
          </p:nvGrpSpPr>
          <p:grpSpPr>
            <a:xfrm>
              <a:off x="5565692" y="1317271"/>
              <a:ext cx="424510" cy="296144"/>
              <a:chOff x="4406004" y="4260453"/>
              <a:chExt cx="558674" cy="429804"/>
            </a:xfrm>
          </p:grpSpPr>
          <p:grpSp>
            <p:nvGrpSpPr>
              <p:cNvPr id="138" name="Group 460"/>
              <p:cNvGrpSpPr>
                <a:grpSpLocks/>
              </p:cNvGrpSpPr>
              <p:nvPr/>
            </p:nvGrpSpPr>
            <p:grpSpPr bwMode="auto">
              <a:xfrm>
                <a:off x="4543772" y="4322623"/>
                <a:ext cx="420906" cy="367634"/>
                <a:chOff x="657" y="1570"/>
                <a:chExt cx="318" cy="318"/>
              </a:xfrm>
            </p:grpSpPr>
            <p:sp>
              <p:nvSpPr>
                <p:cNvPr id="15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6"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9" name="Group 463"/>
              <p:cNvGrpSpPr>
                <a:grpSpLocks/>
              </p:cNvGrpSpPr>
              <p:nvPr/>
            </p:nvGrpSpPr>
            <p:grpSpPr bwMode="auto">
              <a:xfrm>
                <a:off x="4406004" y="4260453"/>
                <a:ext cx="405022" cy="119404"/>
                <a:chOff x="748" y="2251"/>
                <a:chExt cx="306" cy="90"/>
              </a:xfrm>
              <a:solidFill>
                <a:srgbClr val="0066FF"/>
              </a:solidFill>
            </p:grpSpPr>
            <p:sp>
              <p:nvSpPr>
                <p:cNvPr id="14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157" name="组合 156"/>
          <p:cNvGrpSpPr/>
          <p:nvPr/>
        </p:nvGrpSpPr>
        <p:grpSpPr>
          <a:xfrm>
            <a:off x="5842731" y="1759566"/>
            <a:ext cx="1794687" cy="1042396"/>
            <a:chOff x="5842731" y="1759566"/>
            <a:chExt cx="1794687" cy="1042396"/>
          </a:xfrm>
        </p:grpSpPr>
        <p:sp>
          <p:nvSpPr>
            <p:cNvPr id="158"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59"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60" name="Picture 17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2"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3"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197"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98" name="组合 197"/>
            <p:cNvGrpSpPr/>
            <p:nvPr/>
          </p:nvGrpSpPr>
          <p:grpSpPr>
            <a:xfrm>
              <a:off x="6802182" y="2064362"/>
              <a:ext cx="424510" cy="296144"/>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09" name="组合 208"/>
          <p:cNvGrpSpPr/>
          <p:nvPr/>
        </p:nvGrpSpPr>
        <p:grpSpPr>
          <a:xfrm>
            <a:off x="5910665" y="1585668"/>
            <a:ext cx="910539" cy="603000"/>
            <a:chOff x="5927347" y="1585668"/>
            <a:chExt cx="910539" cy="603000"/>
          </a:xfrm>
        </p:grpSpPr>
        <p:sp>
          <p:nvSpPr>
            <p:cNvPr id="210"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1"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12" name="组合 211"/>
          <p:cNvGrpSpPr/>
          <p:nvPr/>
        </p:nvGrpSpPr>
        <p:grpSpPr>
          <a:xfrm>
            <a:off x="4203306" y="1956921"/>
            <a:ext cx="1064151" cy="631387"/>
            <a:chOff x="4203306" y="1956921"/>
            <a:chExt cx="1064151" cy="631387"/>
          </a:xfrm>
        </p:grpSpPr>
        <p:sp>
          <p:nvSpPr>
            <p:cNvPr id="213"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4"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15" name="组合 214"/>
          <p:cNvGrpSpPr/>
          <p:nvPr/>
        </p:nvGrpSpPr>
        <p:grpSpPr>
          <a:xfrm>
            <a:off x="3100063" y="1956921"/>
            <a:ext cx="787907" cy="581071"/>
            <a:chOff x="3100063" y="1956921"/>
            <a:chExt cx="787907" cy="581071"/>
          </a:xfrm>
        </p:grpSpPr>
        <p:sp>
          <p:nvSpPr>
            <p:cNvPr id="216"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7"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18" name="组合 217"/>
          <p:cNvGrpSpPr/>
          <p:nvPr/>
        </p:nvGrpSpPr>
        <p:grpSpPr>
          <a:xfrm>
            <a:off x="5487060" y="1602019"/>
            <a:ext cx="383825" cy="384087"/>
            <a:chOff x="5503742" y="1602019"/>
            <a:chExt cx="383825" cy="384087"/>
          </a:xfrm>
        </p:grpSpPr>
        <p:sp>
          <p:nvSpPr>
            <p:cNvPr id="219"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0"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1" name="组合 220"/>
          <p:cNvGrpSpPr/>
          <p:nvPr/>
        </p:nvGrpSpPr>
        <p:grpSpPr>
          <a:xfrm>
            <a:off x="6470747" y="2169014"/>
            <a:ext cx="458331" cy="405583"/>
            <a:chOff x="6504679" y="2187129"/>
            <a:chExt cx="458331" cy="405583"/>
          </a:xfrm>
        </p:grpSpPr>
        <p:sp>
          <p:nvSpPr>
            <p:cNvPr id="222"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3"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4" name="组合 223"/>
          <p:cNvGrpSpPr/>
          <p:nvPr/>
        </p:nvGrpSpPr>
        <p:grpSpPr>
          <a:xfrm>
            <a:off x="5542833" y="1956921"/>
            <a:ext cx="710643" cy="635080"/>
            <a:chOff x="5542833" y="1956921"/>
            <a:chExt cx="710643" cy="635080"/>
          </a:xfrm>
        </p:grpSpPr>
        <p:sp>
          <p:nvSpPr>
            <p:cNvPr id="225" name="Line 194"/>
            <p:cNvSpPr>
              <a:spLocks noChangeShapeType="1"/>
            </p:cNvSpPr>
            <p:nvPr/>
          </p:nvSpPr>
          <p:spPr bwMode="auto">
            <a:xfrm flipH="1" flipV="1">
              <a:off x="5542833" y="1956921"/>
              <a:ext cx="686470" cy="63508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6"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7" name="组合 226"/>
          <p:cNvGrpSpPr/>
          <p:nvPr/>
        </p:nvGrpSpPr>
        <p:grpSpPr>
          <a:xfrm>
            <a:off x="5350468" y="1960422"/>
            <a:ext cx="1676767" cy="781658"/>
            <a:chOff x="5350468" y="1960422"/>
            <a:chExt cx="1676767" cy="781658"/>
          </a:xfrm>
        </p:grpSpPr>
        <p:sp>
          <p:nvSpPr>
            <p:cNvPr id="228" name="Freeform 195"/>
            <p:cNvSpPr>
              <a:spLocks/>
            </p:cNvSpPr>
            <p:nvPr/>
          </p:nvSpPr>
          <p:spPr bwMode="auto">
            <a:xfrm>
              <a:off x="5395711" y="1960422"/>
              <a:ext cx="1631524" cy="781658"/>
            </a:xfrm>
            <a:custGeom>
              <a:avLst/>
              <a:gdLst>
                <a:gd name="T0" fmla="*/ 0 w 1371"/>
                <a:gd name="T1" fmla="*/ 0 h 1135"/>
                <a:gd name="T2" fmla="*/ 129 w 1371"/>
                <a:gd name="T3" fmla="*/ 445 h 1135"/>
                <a:gd name="T4" fmla="*/ 255 w 1371"/>
                <a:gd name="T5" fmla="*/ 775 h 1135"/>
                <a:gd name="T6" fmla="*/ 483 w 1371"/>
                <a:gd name="T7" fmla="*/ 1093 h 1135"/>
                <a:gd name="T8" fmla="*/ 897 w 1371"/>
                <a:gd name="T9" fmla="*/ 1027 h 1135"/>
                <a:gd name="T10" fmla="*/ 1371 w 1371"/>
                <a:gd name="T11" fmla="*/ 649 h 1135"/>
                <a:gd name="connsiteX0" fmla="*/ 0 w 9640"/>
                <a:gd name="connsiteY0" fmla="*/ 0 h 9127"/>
                <a:gd name="connsiteX1" fmla="*/ 581 w 9640"/>
                <a:gd name="connsiteY1" fmla="*/ 3258 h 9127"/>
                <a:gd name="connsiteX2" fmla="*/ 1500 w 9640"/>
                <a:gd name="connsiteY2" fmla="*/ 6165 h 9127"/>
                <a:gd name="connsiteX3" fmla="*/ 3163 w 9640"/>
                <a:gd name="connsiteY3" fmla="*/ 8967 h 9127"/>
                <a:gd name="connsiteX4" fmla="*/ 6183 w 9640"/>
                <a:gd name="connsiteY4" fmla="*/ 8385 h 9127"/>
                <a:gd name="connsiteX5" fmla="*/ 9640 w 9640"/>
                <a:gd name="connsiteY5" fmla="*/ 5055 h 9127"/>
                <a:gd name="connsiteX0" fmla="*/ 0 w 8944"/>
                <a:gd name="connsiteY0" fmla="*/ 0 h 10000"/>
                <a:gd name="connsiteX1" fmla="*/ 603 w 8944"/>
                <a:gd name="connsiteY1" fmla="*/ 3570 h 10000"/>
                <a:gd name="connsiteX2" fmla="*/ 1556 w 8944"/>
                <a:gd name="connsiteY2" fmla="*/ 6755 h 10000"/>
                <a:gd name="connsiteX3" fmla="*/ 3281 w 8944"/>
                <a:gd name="connsiteY3" fmla="*/ 9825 h 10000"/>
                <a:gd name="connsiteX4" fmla="*/ 6414 w 8944"/>
                <a:gd name="connsiteY4" fmla="*/ 9187 h 10000"/>
                <a:gd name="connsiteX5" fmla="*/ 8944 w 8944"/>
                <a:gd name="connsiteY5" fmla="*/ 4998 h 10000"/>
                <a:gd name="connsiteX0" fmla="*/ 0 w 10000"/>
                <a:gd name="connsiteY0" fmla="*/ 0 h 10000"/>
                <a:gd name="connsiteX1" fmla="*/ 674 w 10000"/>
                <a:gd name="connsiteY1" fmla="*/ 3570 h 10000"/>
                <a:gd name="connsiteX2" fmla="*/ 1740 w 10000"/>
                <a:gd name="connsiteY2" fmla="*/ 6755 h 10000"/>
                <a:gd name="connsiteX3" fmla="*/ 3668 w 10000"/>
                <a:gd name="connsiteY3" fmla="*/ 9825 h 10000"/>
                <a:gd name="connsiteX4" fmla="*/ 7171 w 10000"/>
                <a:gd name="connsiteY4" fmla="*/ 9187 h 10000"/>
                <a:gd name="connsiteX5" fmla="*/ 10000 w 10000"/>
                <a:gd name="connsiteY5" fmla="*/ 4998 h 10000"/>
                <a:gd name="connsiteX0" fmla="*/ 0 w 10000"/>
                <a:gd name="connsiteY0" fmla="*/ 0 h 9656"/>
                <a:gd name="connsiteX1" fmla="*/ 674 w 10000"/>
                <a:gd name="connsiteY1" fmla="*/ 3570 h 9656"/>
                <a:gd name="connsiteX2" fmla="*/ 1740 w 10000"/>
                <a:gd name="connsiteY2" fmla="*/ 6755 h 9656"/>
                <a:gd name="connsiteX3" fmla="*/ 4376 w 10000"/>
                <a:gd name="connsiteY3" fmla="*/ 9284 h 9656"/>
                <a:gd name="connsiteX4" fmla="*/ 7171 w 10000"/>
                <a:gd name="connsiteY4" fmla="*/ 9187 h 9656"/>
                <a:gd name="connsiteX5" fmla="*/ 10000 w 10000"/>
                <a:gd name="connsiteY5" fmla="*/ 4998 h 9656"/>
                <a:gd name="connsiteX0" fmla="*/ 0 w 10000"/>
                <a:gd name="connsiteY0" fmla="*/ 0 h 9984"/>
                <a:gd name="connsiteX1" fmla="*/ 674 w 10000"/>
                <a:gd name="connsiteY1" fmla="*/ 3697 h 9984"/>
                <a:gd name="connsiteX2" fmla="*/ 2684 w 10000"/>
                <a:gd name="connsiteY2" fmla="*/ 7276 h 9984"/>
                <a:gd name="connsiteX3" fmla="*/ 4376 w 10000"/>
                <a:gd name="connsiteY3" fmla="*/ 9615 h 9984"/>
                <a:gd name="connsiteX4" fmla="*/ 7171 w 10000"/>
                <a:gd name="connsiteY4" fmla="*/ 9514 h 9984"/>
                <a:gd name="connsiteX5" fmla="*/ 10000 w 10000"/>
                <a:gd name="connsiteY5" fmla="*/ 5176 h 9984"/>
                <a:gd name="connsiteX0" fmla="*/ 0 w 10000"/>
                <a:gd name="connsiteY0" fmla="*/ 0 h 9960"/>
                <a:gd name="connsiteX1" fmla="*/ 674 w 10000"/>
                <a:gd name="connsiteY1" fmla="*/ 3703 h 9960"/>
                <a:gd name="connsiteX2" fmla="*/ 2763 w 10000"/>
                <a:gd name="connsiteY2" fmla="*/ 7990 h 9960"/>
                <a:gd name="connsiteX3" fmla="*/ 4376 w 10000"/>
                <a:gd name="connsiteY3" fmla="*/ 9630 h 9960"/>
                <a:gd name="connsiteX4" fmla="*/ 7171 w 10000"/>
                <a:gd name="connsiteY4" fmla="*/ 9529 h 9960"/>
                <a:gd name="connsiteX5" fmla="*/ 10000 w 10000"/>
                <a:gd name="connsiteY5" fmla="*/ 5184 h 9960"/>
                <a:gd name="connsiteX0" fmla="*/ 0 w 10000"/>
                <a:gd name="connsiteY0" fmla="*/ 0 h 10000"/>
                <a:gd name="connsiteX1" fmla="*/ 1028 w 10000"/>
                <a:gd name="connsiteY1" fmla="*/ 4000 h 10000"/>
                <a:gd name="connsiteX2" fmla="*/ 2763 w 10000"/>
                <a:gd name="connsiteY2" fmla="*/ 8022 h 10000"/>
                <a:gd name="connsiteX3" fmla="*/ 4376 w 10000"/>
                <a:gd name="connsiteY3" fmla="*/ 9669 h 10000"/>
                <a:gd name="connsiteX4" fmla="*/ 7171 w 10000"/>
                <a:gd name="connsiteY4" fmla="*/ 9567 h 10000"/>
                <a:gd name="connsiteX5" fmla="*/ 10000 w 10000"/>
                <a:gd name="connsiteY5" fmla="*/ 5205 h 10000"/>
                <a:gd name="connsiteX0" fmla="*/ 0 w 10000"/>
                <a:gd name="connsiteY0" fmla="*/ 0 h 10039"/>
                <a:gd name="connsiteX1" fmla="*/ 1028 w 10000"/>
                <a:gd name="connsiteY1" fmla="*/ 4000 h 10039"/>
                <a:gd name="connsiteX2" fmla="*/ 2488 w 10000"/>
                <a:gd name="connsiteY2" fmla="*/ 7317 h 10039"/>
                <a:gd name="connsiteX3" fmla="*/ 4376 w 10000"/>
                <a:gd name="connsiteY3" fmla="*/ 9669 h 10039"/>
                <a:gd name="connsiteX4" fmla="*/ 7171 w 10000"/>
                <a:gd name="connsiteY4" fmla="*/ 9567 h 10039"/>
                <a:gd name="connsiteX5" fmla="*/ 10000 w 10000"/>
                <a:gd name="connsiteY5" fmla="*/ 5205 h 10039"/>
                <a:gd name="connsiteX0" fmla="*/ 0 w 10000"/>
                <a:gd name="connsiteY0" fmla="*/ 0 h 9881"/>
                <a:gd name="connsiteX1" fmla="*/ 1028 w 10000"/>
                <a:gd name="connsiteY1" fmla="*/ 4000 h 9881"/>
                <a:gd name="connsiteX2" fmla="*/ 2488 w 10000"/>
                <a:gd name="connsiteY2" fmla="*/ 7317 h 9881"/>
                <a:gd name="connsiteX3" fmla="*/ 4337 w 10000"/>
                <a:gd name="connsiteY3" fmla="*/ 9176 h 9881"/>
                <a:gd name="connsiteX4" fmla="*/ 7171 w 10000"/>
                <a:gd name="connsiteY4" fmla="*/ 9567 h 9881"/>
                <a:gd name="connsiteX5" fmla="*/ 10000 w 10000"/>
                <a:gd name="connsiteY5" fmla="*/ 5205 h 9881"/>
                <a:gd name="connsiteX0" fmla="*/ 0 w 10000"/>
                <a:gd name="connsiteY0" fmla="*/ 0 h 10046"/>
                <a:gd name="connsiteX1" fmla="*/ 1028 w 10000"/>
                <a:gd name="connsiteY1" fmla="*/ 4048 h 10046"/>
                <a:gd name="connsiteX2" fmla="*/ 2488 w 10000"/>
                <a:gd name="connsiteY2" fmla="*/ 7405 h 10046"/>
                <a:gd name="connsiteX3" fmla="*/ 4337 w 10000"/>
                <a:gd name="connsiteY3" fmla="*/ 9287 h 10046"/>
                <a:gd name="connsiteX4" fmla="*/ 7171 w 10000"/>
                <a:gd name="connsiteY4" fmla="*/ 9682 h 10046"/>
                <a:gd name="connsiteX5" fmla="*/ 10000 w 10000"/>
                <a:gd name="connsiteY5" fmla="*/ 5268 h 10046"/>
                <a:gd name="connsiteX0" fmla="*/ 0 w 10000"/>
                <a:gd name="connsiteY0" fmla="*/ 0 h 9856"/>
                <a:gd name="connsiteX1" fmla="*/ 1028 w 10000"/>
                <a:gd name="connsiteY1" fmla="*/ 4048 h 9856"/>
                <a:gd name="connsiteX2" fmla="*/ 2488 w 10000"/>
                <a:gd name="connsiteY2" fmla="*/ 7405 h 9856"/>
                <a:gd name="connsiteX3" fmla="*/ 4337 w 10000"/>
                <a:gd name="connsiteY3" fmla="*/ 9287 h 9856"/>
                <a:gd name="connsiteX4" fmla="*/ 7171 w 10000"/>
                <a:gd name="connsiteY4" fmla="*/ 9682 h 9856"/>
                <a:gd name="connsiteX5" fmla="*/ 10000 w 10000"/>
                <a:gd name="connsiteY5" fmla="*/ 5268 h 9856"/>
                <a:gd name="connsiteX0" fmla="*/ 0 w 10000"/>
                <a:gd name="connsiteY0" fmla="*/ 0 h 9933"/>
                <a:gd name="connsiteX1" fmla="*/ 1028 w 10000"/>
                <a:gd name="connsiteY1" fmla="*/ 4107 h 9933"/>
                <a:gd name="connsiteX2" fmla="*/ 2488 w 10000"/>
                <a:gd name="connsiteY2" fmla="*/ 7513 h 9933"/>
                <a:gd name="connsiteX3" fmla="*/ 4337 w 10000"/>
                <a:gd name="connsiteY3" fmla="*/ 9423 h 9933"/>
                <a:gd name="connsiteX4" fmla="*/ 7171 w 10000"/>
                <a:gd name="connsiteY4" fmla="*/ 9823 h 9933"/>
                <a:gd name="connsiteX5" fmla="*/ 10000 w 10000"/>
                <a:gd name="connsiteY5" fmla="*/ 5345 h 9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933">
                  <a:moveTo>
                    <a:pt x="0" y="0"/>
                  </a:moveTo>
                  <a:cubicBezTo>
                    <a:pt x="178" y="763"/>
                    <a:pt x="613" y="2855"/>
                    <a:pt x="1028" y="4107"/>
                  </a:cubicBezTo>
                  <a:cubicBezTo>
                    <a:pt x="1443" y="5359"/>
                    <a:pt x="1937" y="6627"/>
                    <a:pt x="2488" y="7513"/>
                  </a:cubicBezTo>
                  <a:cubicBezTo>
                    <a:pt x="3039" y="8400"/>
                    <a:pt x="3910" y="9184"/>
                    <a:pt x="4337" y="9423"/>
                  </a:cubicBezTo>
                  <a:cubicBezTo>
                    <a:pt x="4764" y="9662"/>
                    <a:pt x="5919" y="10153"/>
                    <a:pt x="7171" y="9823"/>
                  </a:cubicBezTo>
                  <a:cubicBezTo>
                    <a:pt x="8423" y="9494"/>
                    <a:pt x="9478" y="7100"/>
                    <a:pt x="10000" y="5345"/>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9" name="Text Box 201"/>
            <p:cNvSpPr txBox="1">
              <a:spLocks noChangeArrowheads="1"/>
            </p:cNvSpPr>
            <p:nvPr/>
          </p:nvSpPr>
          <p:spPr bwMode="auto">
            <a:xfrm flipH="1">
              <a:off x="5350468" y="2207653"/>
              <a:ext cx="3158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30" name="组合 229"/>
          <p:cNvGrpSpPr/>
          <p:nvPr/>
        </p:nvGrpSpPr>
        <p:grpSpPr>
          <a:xfrm>
            <a:off x="3268827" y="2424345"/>
            <a:ext cx="424510" cy="296144"/>
            <a:chOff x="4406004" y="4260453"/>
            <a:chExt cx="558674" cy="429804"/>
          </a:xfrm>
        </p:grpSpPr>
        <p:grpSp>
          <p:nvGrpSpPr>
            <p:cNvPr id="231" name="Group 460"/>
            <p:cNvGrpSpPr>
              <a:grpSpLocks/>
            </p:cNvGrpSpPr>
            <p:nvPr/>
          </p:nvGrpSpPr>
          <p:grpSpPr bwMode="auto">
            <a:xfrm>
              <a:off x="4543772" y="4322623"/>
              <a:ext cx="420906" cy="367634"/>
              <a:chOff x="657" y="1570"/>
              <a:chExt cx="318" cy="318"/>
            </a:xfrm>
          </p:grpSpPr>
          <p:sp>
            <p:nvSpPr>
              <p:cNvPr id="23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40"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2" name="Group 463"/>
            <p:cNvGrpSpPr>
              <a:grpSpLocks/>
            </p:cNvGrpSpPr>
            <p:nvPr/>
          </p:nvGrpSpPr>
          <p:grpSpPr bwMode="auto">
            <a:xfrm>
              <a:off x="4406004" y="4260453"/>
              <a:ext cx="405022" cy="119404"/>
              <a:chOff x="748" y="2251"/>
              <a:chExt cx="306" cy="90"/>
            </a:xfrm>
            <a:solidFill>
              <a:srgbClr val="0066FF"/>
            </a:solidFill>
          </p:grpSpPr>
          <p:sp>
            <p:nvSpPr>
              <p:cNvPr id="23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41"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42"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43"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223839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0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5586"/>
            <a:ext cx="8129015"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如何使通信者代理向移动站的归属代理</a:t>
            </a:r>
            <a:r>
              <a:rPr lang="zh-CN" altLang="en-US" sz="2000" b="1" dirty="0">
                <a:solidFill>
                  <a:srgbClr val="C00000"/>
                </a:solidFill>
                <a:latin typeface="微软雅黑" pitchFamily="34" charset="-122"/>
                <a:ea typeface="微软雅黑" pitchFamily="34" charset="-122"/>
              </a:rPr>
              <a:t>查询到</a:t>
            </a:r>
            <a:r>
              <a:rPr lang="zh-CN" altLang="en-US" sz="2000" b="1" dirty="0">
                <a:latin typeface="微软雅黑" pitchFamily="34" charset="-122"/>
                <a:ea typeface="微软雅黑" pitchFamily="34" charset="-122"/>
              </a:rPr>
              <a:t>移动站的转交地址？</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当移动站</a:t>
            </a:r>
            <a:r>
              <a:rPr lang="zh-CN" altLang="en-US" sz="2000" b="1" dirty="0">
                <a:solidFill>
                  <a:srgbClr val="C00000"/>
                </a:solidFill>
                <a:latin typeface="微软雅黑" pitchFamily="34" charset="-122"/>
                <a:ea typeface="微软雅黑" pitchFamily="34" charset="-122"/>
              </a:rPr>
              <a:t>再移动</a:t>
            </a:r>
            <a:r>
              <a:rPr lang="zh-CN" altLang="en-US" sz="2000" b="1" dirty="0">
                <a:latin typeface="微软雅黑" pitchFamily="34" charset="-122"/>
                <a:ea typeface="微软雅黑" pitchFamily="34" charset="-122"/>
              </a:rPr>
              <a:t>到其他网络时，怎样得到移动站的位置信息？</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11897" y="62130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298649" y="588089"/>
            <a:ext cx="25555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a:solidFill>
                  <a:schemeClr val="bg1"/>
                </a:solidFill>
                <a:latin typeface="微软雅黑" pitchFamily="34" charset="-122"/>
                <a:ea typeface="微软雅黑" pitchFamily="34" charset="-122"/>
              </a:rPr>
              <a:t>需要解决的两个问题</a:t>
            </a:r>
            <a:endParaRPr lang="zh-CN" altLang="en-US" sz="2000" b="1" dirty="0">
              <a:solidFill>
                <a:schemeClr val="bg1"/>
              </a:solidFill>
              <a:latin typeface="微软雅黑" pitchFamily="34" charset="-122"/>
              <a:ea typeface="微软雅黑" pitchFamily="34" charset="-122"/>
            </a:endParaRPr>
          </a:p>
        </p:txBody>
      </p:sp>
      <p:sp>
        <p:nvSpPr>
          <p:cNvPr id="6" name="矩形 5"/>
          <p:cNvSpPr/>
          <p:nvPr/>
        </p:nvSpPr>
        <p:spPr>
          <a:xfrm>
            <a:off x="1230595" y="1485841"/>
            <a:ext cx="6917103" cy="477054"/>
          </a:xfrm>
          <a:prstGeom prst="rect">
            <a:avLst/>
          </a:prstGeom>
        </p:spPr>
        <p:style>
          <a:lnRef idx="1">
            <a:schemeClr val="accent5"/>
          </a:lnRef>
          <a:fillRef idx="2">
            <a:schemeClr val="accent5"/>
          </a:fillRef>
          <a:effectRef idx="1">
            <a:schemeClr val="accent5"/>
          </a:effectRef>
          <a:fontRef idx="minor">
            <a:schemeClr val="dk1"/>
          </a:fontRef>
        </p:style>
        <p:txBody>
          <a:bodyPr wrap="square" anchor="ctr">
            <a:spAutoFit/>
          </a:bodyPr>
          <a:lstStyle/>
          <a:p>
            <a:pPr algn="ctr">
              <a:lnSpc>
                <a:spcPts val="3000"/>
              </a:lnSpc>
            </a:pPr>
            <a:r>
              <a:rPr lang="zh-CN" altLang="en-US" b="1" dirty="0">
                <a:latin typeface="微软雅黑" panose="020B0503020204020204" pitchFamily="34" charset="-122"/>
                <a:ea typeface="微软雅黑" panose="020B0503020204020204" pitchFamily="34" charset="-122"/>
              </a:rPr>
              <a:t>增加一个</a:t>
            </a:r>
            <a:r>
              <a:rPr lang="zh-CN" altLang="en-US" b="1" dirty="0">
                <a:solidFill>
                  <a:srgbClr val="0000CC"/>
                </a:solidFill>
                <a:latin typeface="微软雅黑" panose="020B0503020204020204" pitchFamily="34" charset="-122"/>
                <a:ea typeface="微软雅黑" panose="020B0503020204020204" pitchFamily="34" charset="-122"/>
              </a:rPr>
              <a:t>移动用户定位协议 </a:t>
            </a:r>
            <a:r>
              <a:rPr lang="en-US" altLang="zh-CN" b="1" dirty="0">
                <a:latin typeface="微软雅黑" panose="020B0503020204020204" pitchFamily="34" charset="-122"/>
                <a:ea typeface="微软雅黑" panose="020B0503020204020204" pitchFamily="34" charset="-122"/>
              </a:rPr>
              <a:t>(mobile-user location protocol)</a:t>
            </a:r>
            <a:endParaRPr lang="zh-CN" altLang="en-US" b="1" dirty="0">
              <a:latin typeface="微软雅黑" panose="020B0503020204020204" pitchFamily="34" charset="-122"/>
              <a:ea typeface="微软雅黑" panose="020B0503020204020204" pitchFamily="34" charset="-122"/>
            </a:endParaRPr>
          </a:p>
        </p:txBody>
      </p:sp>
      <p:sp>
        <p:nvSpPr>
          <p:cNvPr id="7" name="矩形 6"/>
          <p:cNvSpPr/>
          <p:nvPr/>
        </p:nvSpPr>
        <p:spPr>
          <a:xfrm>
            <a:off x="1230595" y="2616802"/>
            <a:ext cx="6917103" cy="477054"/>
          </a:xfrm>
          <a:prstGeom prst="rect">
            <a:avLst/>
          </a:prstGeom>
        </p:spPr>
        <p:style>
          <a:lnRef idx="1">
            <a:schemeClr val="accent5"/>
          </a:lnRef>
          <a:fillRef idx="2">
            <a:schemeClr val="accent5"/>
          </a:fillRef>
          <a:effectRef idx="1">
            <a:schemeClr val="accent5"/>
          </a:effectRef>
          <a:fontRef idx="minor">
            <a:schemeClr val="dk1"/>
          </a:fontRef>
        </p:style>
        <p:txBody>
          <a:bodyPr wrap="square" anchor="ctr">
            <a:spAutoFit/>
          </a:bodyPr>
          <a:lstStyle/>
          <a:p>
            <a:pPr algn="ctr">
              <a:lnSpc>
                <a:spcPts val="3000"/>
              </a:lnSpc>
            </a:pPr>
            <a:r>
              <a:rPr lang="zh-CN" altLang="en-US" b="1" dirty="0">
                <a:latin typeface="微软雅黑" panose="020B0503020204020204" pitchFamily="34" charset="-122"/>
                <a:ea typeface="微软雅黑" panose="020B0503020204020204" pitchFamily="34" charset="-122"/>
              </a:rPr>
              <a:t>使用</a:t>
            </a:r>
            <a:r>
              <a:rPr lang="zh-CN" altLang="en-US" b="1" dirty="0">
                <a:solidFill>
                  <a:srgbClr val="0000CC"/>
                </a:solidFill>
                <a:latin typeface="微软雅黑" panose="020B0503020204020204" pitchFamily="34" charset="-122"/>
                <a:ea typeface="微软雅黑" panose="020B0503020204020204" pitchFamily="34" charset="-122"/>
              </a:rPr>
              <a:t>锚外地代理 </a:t>
            </a:r>
            <a:r>
              <a:rPr lang="en-US" altLang="zh-CN" b="1" dirty="0">
                <a:latin typeface="微软雅黑" panose="020B0503020204020204" pitchFamily="34" charset="-122"/>
                <a:ea typeface="微软雅黑" panose="020B0503020204020204" pitchFamily="34" charset="-122"/>
              </a:rPr>
              <a:t>(anchor foreign agent)</a:t>
            </a:r>
            <a:endParaRPr lang="zh-CN" altLang="en-US"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1199829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par>
                          <p:cTn id="7" fill="hold">
                            <p:stCondLst>
                              <p:cond delay="0"/>
                            </p:stCondLst>
                            <p:childTnLst>
                              <p:par>
                                <p:cTn id="8" presetID="35" presetClass="emph" presetSubtype="0" fill="hold" grpId="1" nodeType="afterEffect">
                                  <p:stCondLst>
                                    <p:cond delay="500"/>
                                  </p:stCondLst>
                                  <p:childTnLst>
                                    <p:anim calcmode="discrete" valueType="str">
                                      <p:cBhvr>
                                        <p:cTn id="9"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7"/>
                                        </p:tgtEl>
                                        <p:attrNameLst>
                                          <p:attrName>style.visibility</p:attrName>
                                        </p:attrNameLst>
                                      </p:cBhvr>
                                      <p:to>
                                        <p:strVal val="visible"/>
                                      </p:to>
                                    </p:set>
                                  </p:childTnLst>
                                </p:cTn>
                              </p:par>
                            </p:childTnLst>
                          </p:cTn>
                        </p:par>
                        <p:par>
                          <p:cTn id="14" fill="hold">
                            <p:stCondLst>
                              <p:cond delay="0"/>
                            </p:stCondLst>
                            <p:childTnLst>
                              <p:par>
                                <p:cTn id="15" presetID="35" presetClass="emph" presetSubtype="0" fill="hold" grpId="1" nodeType="afterEffect">
                                  <p:stCondLst>
                                    <p:cond delay="500"/>
                                  </p:stCondLst>
                                  <p:childTnLst>
                                    <p:anim calcmode="discrete" valueType="str">
                                      <p:cBhvr>
                                        <p:cTn id="16"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1092607"/>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的通信者代理从移动站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的归属代理得到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所漫游到的被访网络 </a:t>
            </a:r>
            <a:r>
              <a:rPr lang="en-US" altLang="zh-CN" b="1" dirty="0">
                <a:latin typeface="微软雅黑" pitchFamily="34" charset="-122"/>
                <a:ea typeface="微软雅黑" pitchFamily="34" charset="-122"/>
              </a:rPr>
              <a:t>N</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的外地代理。把移动站</a:t>
            </a:r>
            <a:r>
              <a:rPr lang="zh-CN" altLang="en-US" b="1" dirty="0">
                <a:solidFill>
                  <a:srgbClr val="C00000"/>
                </a:solidFill>
                <a:latin typeface="微软雅黑" pitchFamily="34" charset="-122"/>
                <a:ea typeface="微软雅黑" pitchFamily="34" charset="-122"/>
              </a:rPr>
              <a:t>首次漫游</a:t>
            </a:r>
            <a:r>
              <a:rPr lang="zh-CN" altLang="en-US" b="1" dirty="0">
                <a:latin typeface="微软雅黑" pitchFamily="34" charset="-122"/>
                <a:ea typeface="微软雅黑" pitchFamily="34" charset="-122"/>
              </a:rPr>
              <a:t>到的被访网络的外地代理称为</a:t>
            </a:r>
            <a:r>
              <a:rPr lang="zh-CN" altLang="en-US" b="1" dirty="0">
                <a:solidFill>
                  <a:srgbClr val="0000CC"/>
                </a:solidFill>
                <a:latin typeface="微软雅黑" pitchFamily="34" charset="-122"/>
                <a:ea typeface="微软雅黑" pitchFamily="34" charset="-122"/>
              </a:rPr>
              <a:t>锚外地代理 </a:t>
            </a:r>
            <a:r>
              <a:rPr lang="en-US" altLang="zh-CN" b="1" dirty="0">
                <a:latin typeface="微软雅黑" pitchFamily="34" charset="-122"/>
                <a:ea typeface="微软雅黑" pitchFamily="34" charset="-122"/>
              </a:rPr>
              <a:t>(anchor foreign agent)</a:t>
            </a:r>
            <a:r>
              <a:rPr lang="zh-CN" altLang="en-US" b="1" dirty="0">
                <a:latin typeface="微软雅黑" pitchFamily="34" charset="-122"/>
                <a:ea typeface="微软雅黑" pitchFamily="34" charset="-122"/>
              </a:rPr>
              <a:t>。</a:t>
            </a: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33110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right)">
                                      <p:cBhvr>
                                        <p:cTn id="7" dur="1000"/>
                                        <p:tgtEl>
                                          <p:spTgt spid="6"/>
                                        </p:tgtEl>
                                      </p:cBhvr>
                                    </p:animEffect>
                                  </p:childTnLst>
                                </p:cTn>
                              </p:par>
                            </p:childTnLst>
                          </p:cTn>
                        </p:par>
                        <p:par>
                          <p:cTn id="8" fill="hold">
                            <p:stCondLst>
                              <p:cond delay="1000"/>
                            </p:stCondLst>
                            <p:childTnLst>
                              <p:par>
                                <p:cTn id="9" presetID="35" presetClass="emph" presetSubtype="0" repeatCount="3000" fill="hold" grpId="0" nodeType="afterEffect">
                                  <p:stCondLst>
                                    <p:cond delay="0"/>
                                  </p:stCondLst>
                                  <p:childTnLst>
                                    <p:anim calcmode="discrete" valueType="str">
                                      <p:cBhvr>
                                        <p:cTn id="10" dur="1000" fill="hold"/>
                                        <p:tgtEl>
                                          <p:spTgt spid="21"/>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550332" cy="425758"/>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通信者代理把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发给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的数据报再封装后，发送到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a:t>
            </a:r>
            <a:r>
              <a:rPr lang="zh-CN" altLang="en-US" b="1" dirty="0">
                <a:solidFill>
                  <a:srgbClr val="0000CC"/>
                </a:solidFill>
                <a:latin typeface="微软雅黑" pitchFamily="34" charset="-122"/>
                <a:ea typeface="微软雅黑" pitchFamily="34" charset="-122"/>
                <a:sym typeface="Wingdings 2" panose="05020102010507070707" pitchFamily="18" charset="2"/>
              </a:rPr>
              <a:t>锚外地代理。</a:t>
            </a:r>
            <a:endParaRPr lang="zh-CN" altLang="en-US" b="1" dirty="0">
              <a:solidFill>
                <a:srgbClr val="0000CC"/>
              </a:solidFill>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207639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000"/>
                                        <p:tgtEl>
                                          <p:spTgt spid="7"/>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锚外地代理把拆封后的数据报发送给 </a:t>
            </a:r>
            <a:r>
              <a:rPr lang="en-US" altLang="zh-CN" b="1" dirty="0">
                <a:latin typeface="微软雅黑" pitchFamily="34" charset="-122"/>
                <a:ea typeface="微软雅黑" pitchFamily="34" charset="-122"/>
                <a:sym typeface="Wingdings 2" panose="05020102010507070707" pitchFamily="18" charset="2"/>
              </a:rPr>
              <a:t>A</a:t>
            </a:r>
            <a:r>
              <a:rPr lang="zh-CN" altLang="en-US" b="1" dirty="0">
                <a:latin typeface="微软雅黑" pitchFamily="34" charset="-122"/>
                <a:ea typeface="微软雅黑" pitchFamily="34" charset="-122"/>
                <a:sym typeface="Wingdings 2" panose="05020102010507070707" pitchFamily="18" charset="2"/>
              </a:rPr>
              <a:t>。</a:t>
            </a:r>
            <a:endParaRPr lang="zh-CN" altLang="en-US"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8917919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en-US" altLang="zh-CN" b="1" dirty="0">
                <a:latin typeface="微软雅黑" pitchFamily="34" charset="-122"/>
                <a:ea typeface="微软雅黑" pitchFamily="34" charset="-122"/>
                <a:sym typeface="Wingdings 2" panose="05020102010507070707" pitchFamily="18" charset="2"/>
              </a:rPr>
              <a:t>A </a:t>
            </a:r>
            <a:r>
              <a:rPr lang="zh-CN" altLang="en-US" b="1" dirty="0">
                <a:solidFill>
                  <a:srgbClr val="0000CC"/>
                </a:solidFill>
                <a:latin typeface="微软雅黑" pitchFamily="34" charset="-122"/>
                <a:ea typeface="微软雅黑" pitchFamily="34" charset="-122"/>
                <a:sym typeface="Wingdings 2" panose="05020102010507070707" pitchFamily="18" charset="2"/>
              </a:rPr>
              <a:t>移动</a:t>
            </a:r>
            <a:r>
              <a:rPr lang="zh-CN" altLang="en-US" b="1" dirty="0">
                <a:latin typeface="微软雅黑" pitchFamily="34" charset="-122"/>
                <a:ea typeface="微软雅黑" pitchFamily="34" charset="-122"/>
                <a:sym typeface="Wingdings 2" panose="05020102010507070707" pitchFamily="18" charset="2"/>
              </a:rPr>
              <a:t>到另一个被访网络 </a:t>
            </a:r>
            <a:r>
              <a:rPr lang="en-US" altLang="zh-CN" b="1" dirty="0">
                <a:latin typeface="微软雅黑" pitchFamily="34" charset="-122"/>
                <a:ea typeface="微软雅黑" pitchFamily="34" charset="-122"/>
                <a:sym typeface="Wingdings 2" panose="05020102010507070707" pitchFamily="18" charset="2"/>
              </a:rPr>
              <a:t>N</a:t>
            </a:r>
            <a:r>
              <a:rPr lang="en-US" altLang="zh-CN" b="1" baseline="-25000" dirty="0">
                <a:latin typeface="微软雅黑" pitchFamily="34" charset="-122"/>
                <a:ea typeface="微软雅黑" pitchFamily="34" charset="-122"/>
                <a:sym typeface="Wingdings 2" panose="05020102010507070707" pitchFamily="18" charset="2"/>
              </a:rPr>
              <a:t>2</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a:t>
            </a:r>
            <a:endParaRPr lang="zh-CN" altLang="en-US" sz="1600"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23" name="组合 22"/>
          <p:cNvGrpSpPr/>
          <p:nvPr/>
        </p:nvGrpSpPr>
        <p:grpSpPr>
          <a:xfrm>
            <a:off x="5842731" y="1970750"/>
            <a:ext cx="1488503" cy="831212"/>
            <a:chOff x="5842731" y="1970750"/>
            <a:chExt cx="1488503" cy="831212"/>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0313181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1000"/>
                                        <p:tgtEl>
                                          <p:spTgt spid="9"/>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8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403893"/>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向被访网络 </a:t>
            </a:r>
            <a:r>
              <a:rPr lang="en-US" altLang="zh-CN" b="1" dirty="0">
                <a:latin typeface="微软雅黑" pitchFamily="34" charset="-122"/>
                <a:ea typeface="微软雅黑" pitchFamily="34" charset="-122"/>
                <a:sym typeface="Wingdings 2" panose="05020102010507070707" pitchFamily="18" charset="2"/>
              </a:rPr>
              <a:t>N</a:t>
            </a:r>
            <a:r>
              <a:rPr lang="en-US" altLang="zh-CN" b="1" baseline="-25000" dirty="0">
                <a:latin typeface="微软雅黑" pitchFamily="34" charset="-122"/>
                <a:ea typeface="微软雅黑" pitchFamily="34" charset="-122"/>
                <a:sym typeface="Wingdings 2" panose="05020102010507070707" pitchFamily="18" charset="2"/>
              </a:rPr>
              <a:t>2</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的</a:t>
            </a:r>
            <a:r>
              <a:rPr lang="zh-CN" altLang="en-US" b="1" dirty="0">
                <a:solidFill>
                  <a:srgbClr val="0000CC"/>
                </a:solidFill>
                <a:latin typeface="微软雅黑" pitchFamily="34" charset="-122"/>
                <a:ea typeface="微软雅黑" pitchFamily="34" charset="-122"/>
                <a:sym typeface="Wingdings 2" panose="05020102010507070707" pitchFamily="18" charset="2"/>
              </a:rPr>
              <a:t>新外地代理</a:t>
            </a:r>
            <a:r>
              <a:rPr lang="zh-CN" altLang="en-US" b="1" dirty="0">
                <a:latin typeface="微软雅黑" pitchFamily="34" charset="-122"/>
                <a:ea typeface="微软雅黑" pitchFamily="34" charset="-122"/>
                <a:sym typeface="Wingdings 2" panose="05020102010507070707" pitchFamily="18" charset="2"/>
              </a:rPr>
              <a:t>注册。</a:t>
            </a:r>
            <a:endParaRPr lang="zh-CN" altLang="en-US"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9740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right)">
                                      <p:cBhvr>
                                        <p:cTn id="7" dur="1000"/>
                                        <p:tgtEl>
                                          <p:spTgt spid="10"/>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403893"/>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新外地代理把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的新转交地址告诉</a:t>
            </a:r>
            <a:r>
              <a:rPr lang="zh-CN" altLang="en-US" b="1" dirty="0">
                <a:solidFill>
                  <a:srgbClr val="0000CC"/>
                </a:solidFill>
                <a:latin typeface="微软雅黑" pitchFamily="34" charset="-122"/>
                <a:ea typeface="微软雅黑" pitchFamily="34" charset="-122"/>
                <a:sym typeface="Wingdings 2" panose="05020102010507070707" pitchFamily="18" charset="2"/>
              </a:rPr>
              <a:t>锚外地代理。</a:t>
            </a:r>
            <a:endParaRPr lang="zh-CN" altLang="en-US" b="1" dirty="0">
              <a:solidFill>
                <a:srgbClr val="0000CC"/>
              </a:solidFill>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1" name="组合 10"/>
          <p:cNvGrpSpPr/>
          <p:nvPr/>
        </p:nvGrpSpPr>
        <p:grpSpPr>
          <a:xfrm>
            <a:off x="5542833" y="1956921"/>
            <a:ext cx="710643" cy="635080"/>
            <a:chOff x="5542833" y="1956921"/>
            <a:chExt cx="710643" cy="635080"/>
          </a:xfrm>
        </p:grpSpPr>
        <p:sp>
          <p:nvSpPr>
            <p:cNvPr id="88" name="Line 194"/>
            <p:cNvSpPr>
              <a:spLocks noChangeShapeType="1"/>
            </p:cNvSpPr>
            <p:nvPr/>
          </p:nvSpPr>
          <p:spPr bwMode="auto">
            <a:xfrm flipH="1" flipV="1">
              <a:off x="5542833" y="1956921"/>
              <a:ext cx="686470" cy="63508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8259649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1000"/>
                                        <p:tgtEl>
                                          <p:spTgt spid="11"/>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1092607"/>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锚外地代理收到发给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的封装数据报后，用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的新转交地址对数据报进行再封装，然后发送给被访网络 </a:t>
            </a:r>
            <a:r>
              <a:rPr lang="en-US" altLang="zh-CN" b="1" dirty="0">
                <a:latin typeface="微软雅黑" pitchFamily="34" charset="-122"/>
                <a:ea typeface="微软雅黑" pitchFamily="34" charset="-122"/>
                <a:sym typeface="Wingdings 2" panose="05020102010507070707" pitchFamily="18" charset="2"/>
              </a:rPr>
              <a:t>N</a:t>
            </a:r>
            <a:r>
              <a:rPr lang="en-US" altLang="zh-CN" b="1" baseline="-25000" dirty="0">
                <a:latin typeface="微软雅黑" pitchFamily="34" charset="-122"/>
                <a:ea typeface="微软雅黑" pitchFamily="34" charset="-122"/>
                <a:sym typeface="Wingdings 2" panose="05020102010507070707" pitchFamily="18" charset="2"/>
              </a:rPr>
              <a:t>2</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上的</a:t>
            </a:r>
            <a:r>
              <a:rPr lang="zh-CN" altLang="en-US" b="1" dirty="0">
                <a:solidFill>
                  <a:srgbClr val="0000CC"/>
                </a:solidFill>
                <a:latin typeface="微软雅黑" pitchFamily="34" charset="-122"/>
                <a:ea typeface="微软雅黑" pitchFamily="34" charset="-122"/>
                <a:sym typeface="Wingdings 2" panose="05020102010507070707" pitchFamily="18" charset="2"/>
              </a:rPr>
              <a:t>新外地代理，</a:t>
            </a:r>
            <a:r>
              <a:rPr lang="zh-CN" altLang="en-US" b="1" dirty="0">
                <a:latin typeface="微软雅黑" pitchFamily="34" charset="-122"/>
                <a:ea typeface="微软雅黑" pitchFamily="34" charset="-122"/>
                <a:sym typeface="Wingdings 2" panose="05020102010507070707" pitchFamily="18" charset="2"/>
              </a:rPr>
              <a:t>拆封后转发给移动站 </a:t>
            </a:r>
            <a:r>
              <a:rPr lang="en-US" altLang="zh-CN" b="1" dirty="0">
                <a:latin typeface="微软雅黑" pitchFamily="34" charset="-122"/>
                <a:ea typeface="微软雅黑" pitchFamily="34" charset="-122"/>
                <a:sym typeface="Wingdings 2" panose="05020102010507070707" pitchFamily="18" charset="2"/>
              </a:rPr>
              <a:t>A</a:t>
            </a:r>
            <a:r>
              <a:rPr lang="zh-CN" altLang="en-US" b="1" dirty="0">
                <a:latin typeface="微软雅黑" pitchFamily="34" charset="-122"/>
                <a:ea typeface="微软雅黑" pitchFamily="34" charset="-122"/>
                <a:sym typeface="Wingdings 2" panose="05020102010507070707" pitchFamily="18" charset="2"/>
              </a:rPr>
              <a:t>。</a:t>
            </a:r>
            <a:endParaRPr lang="zh-CN" altLang="en-US"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1" name="组合 10"/>
          <p:cNvGrpSpPr/>
          <p:nvPr/>
        </p:nvGrpSpPr>
        <p:grpSpPr>
          <a:xfrm>
            <a:off x="5542833" y="1956921"/>
            <a:ext cx="710643" cy="635080"/>
            <a:chOff x="5542833" y="1956921"/>
            <a:chExt cx="710643" cy="635080"/>
          </a:xfrm>
        </p:grpSpPr>
        <p:sp>
          <p:nvSpPr>
            <p:cNvPr id="88" name="Line 194"/>
            <p:cNvSpPr>
              <a:spLocks noChangeShapeType="1"/>
            </p:cNvSpPr>
            <p:nvPr/>
          </p:nvSpPr>
          <p:spPr bwMode="auto">
            <a:xfrm flipH="1" flipV="1">
              <a:off x="5542833" y="1956921"/>
              <a:ext cx="686470" cy="63508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 name="组合 21"/>
          <p:cNvGrpSpPr/>
          <p:nvPr/>
        </p:nvGrpSpPr>
        <p:grpSpPr>
          <a:xfrm>
            <a:off x="5350468" y="1960422"/>
            <a:ext cx="1676767" cy="781658"/>
            <a:chOff x="5350468" y="1960422"/>
            <a:chExt cx="1676767" cy="781658"/>
          </a:xfrm>
        </p:grpSpPr>
        <p:sp>
          <p:nvSpPr>
            <p:cNvPr id="89" name="Freeform 195"/>
            <p:cNvSpPr>
              <a:spLocks/>
            </p:cNvSpPr>
            <p:nvPr/>
          </p:nvSpPr>
          <p:spPr bwMode="auto">
            <a:xfrm>
              <a:off x="5395711" y="1960422"/>
              <a:ext cx="1631524" cy="781658"/>
            </a:xfrm>
            <a:custGeom>
              <a:avLst/>
              <a:gdLst>
                <a:gd name="T0" fmla="*/ 0 w 1371"/>
                <a:gd name="T1" fmla="*/ 0 h 1135"/>
                <a:gd name="T2" fmla="*/ 129 w 1371"/>
                <a:gd name="T3" fmla="*/ 445 h 1135"/>
                <a:gd name="T4" fmla="*/ 255 w 1371"/>
                <a:gd name="T5" fmla="*/ 775 h 1135"/>
                <a:gd name="T6" fmla="*/ 483 w 1371"/>
                <a:gd name="T7" fmla="*/ 1093 h 1135"/>
                <a:gd name="T8" fmla="*/ 897 w 1371"/>
                <a:gd name="T9" fmla="*/ 1027 h 1135"/>
                <a:gd name="T10" fmla="*/ 1371 w 1371"/>
                <a:gd name="T11" fmla="*/ 649 h 1135"/>
                <a:gd name="connsiteX0" fmla="*/ 0 w 9640"/>
                <a:gd name="connsiteY0" fmla="*/ 0 h 9127"/>
                <a:gd name="connsiteX1" fmla="*/ 581 w 9640"/>
                <a:gd name="connsiteY1" fmla="*/ 3258 h 9127"/>
                <a:gd name="connsiteX2" fmla="*/ 1500 w 9640"/>
                <a:gd name="connsiteY2" fmla="*/ 6165 h 9127"/>
                <a:gd name="connsiteX3" fmla="*/ 3163 w 9640"/>
                <a:gd name="connsiteY3" fmla="*/ 8967 h 9127"/>
                <a:gd name="connsiteX4" fmla="*/ 6183 w 9640"/>
                <a:gd name="connsiteY4" fmla="*/ 8385 h 9127"/>
                <a:gd name="connsiteX5" fmla="*/ 9640 w 9640"/>
                <a:gd name="connsiteY5" fmla="*/ 5055 h 9127"/>
                <a:gd name="connsiteX0" fmla="*/ 0 w 8944"/>
                <a:gd name="connsiteY0" fmla="*/ 0 h 10000"/>
                <a:gd name="connsiteX1" fmla="*/ 603 w 8944"/>
                <a:gd name="connsiteY1" fmla="*/ 3570 h 10000"/>
                <a:gd name="connsiteX2" fmla="*/ 1556 w 8944"/>
                <a:gd name="connsiteY2" fmla="*/ 6755 h 10000"/>
                <a:gd name="connsiteX3" fmla="*/ 3281 w 8944"/>
                <a:gd name="connsiteY3" fmla="*/ 9825 h 10000"/>
                <a:gd name="connsiteX4" fmla="*/ 6414 w 8944"/>
                <a:gd name="connsiteY4" fmla="*/ 9187 h 10000"/>
                <a:gd name="connsiteX5" fmla="*/ 8944 w 8944"/>
                <a:gd name="connsiteY5" fmla="*/ 4998 h 10000"/>
                <a:gd name="connsiteX0" fmla="*/ 0 w 10000"/>
                <a:gd name="connsiteY0" fmla="*/ 0 h 10000"/>
                <a:gd name="connsiteX1" fmla="*/ 674 w 10000"/>
                <a:gd name="connsiteY1" fmla="*/ 3570 h 10000"/>
                <a:gd name="connsiteX2" fmla="*/ 1740 w 10000"/>
                <a:gd name="connsiteY2" fmla="*/ 6755 h 10000"/>
                <a:gd name="connsiteX3" fmla="*/ 3668 w 10000"/>
                <a:gd name="connsiteY3" fmla="*/ 9825 h 10000"/>
                <a:gd name="connsiteX4" fmla="*/ 7171 w 10000"/>
                <a:gd name="connsiteY4" fmla="*/ 9187 h 10000"/>
                <a:gd name="connsiteX5" fmla="*/ 10000 w 10000"/>
                <a:gd name="connsiteY5" fmla="*/ 4998 h 10000"/>
                <a:gd name="connsiteX0" fmla="*/ 0 w 10000"/>
                <a:gd name="connsiteY0" fmla="*/ 0 h 9656"/>
                <a:gd name="connsiteX1" fmla="*/ 674 w 10000"/>
                <a:gd name="connsiteY1" fmla="*/ 3570 h 9656"/>
                <a:gd name="connsiteX2" fmla="*/ 1740 w 10000"/>
                <a:gd name="connsiteY2" fmla="*/ 6755 h 9656"/>
                <a:gd name="connsiteX3" fmla="*/ 4376 w 10000"/>
                <a:gd name="connsiteY3" fmla="*/ 9284 h 9656"/>
                <a:gd name="connsiteX4" fmla="*/ 7171 w 10000"/>
                <a:gd name="connsiteY4" fmla="*/ 9187 h 9656"/>
                <a:gd name="connsiteX5" fmla="*/ 10000 w 10000"/>
                <a:gd name="connsiteY5" fmla="*/ 4998 h 9656"/>
                <a:gd name="connsiteX0" fmla="*/ 0 w 10000"/>
                <a:gd name="connsiteY0" fmla="*/ 0 h 9984"/>
                <a:gd name="connsiteX1" fmla="*/ 674 w 10000"/>
                <a:gd name="connsiteY1" fmla="*/ 3697 h 9984"/>
                <a:gd name="connsiteX2" fmla="*/ 2684 w 10000"/>
                <a:gd name="connsiteY2" fmla="*/ 7276 h 9984"/>
                <a:gd name="connsiteX3" fmla="*/ 4376 w 10000"/>
                <a:gd name="connsiteY3" fmla="*/ 9615 h 9984"/>
                <a:gd name="connsiteX4" fmla="*/ 7171 w 10000"/>
                <a:gd name="connsiteY4" fmla="*/ 9514 h 9984"/>
                <a:gd name="connsiteX5" fmla="*/ 10000 w 10000"/>
                <a:gd name="connsiteY5" fmla="*/ 5176 h 9984"/>
                <a:gd name="connsiteX0" fmla="*/ 0 w 10000"/>
                <a:gd name="connsiteY0" fmla="*/ 0 h 9960"/>
                <a:gd name="connsiteX1" fmla="*/ 674 w 10000"/>
                <a:gd name="connsiteY1" fmla="*/ 3703 h 9960"/>
                <a:gd name="connsiteX2" fmla="*/ 2763 w 10000"/>
                <a:gd name="connsiteY2" fmla="*/ 7990 h 9960"/>
                <a:gd name="connsiteX3" fmla="*/ 4376 w 10000"/>
                <a:gd name="connsiteY3" fmla="*/ 9630 h 9960"/>
                <a:gd name="connsiteX4" fmla="*/ 7171 w 10000"/>
                <a:gd name="connsiteY4" fmla="*/ 9529 h 9960"/>
                <a:gd name="connsiteX5" fmla="*/ 10000 w 10000"/>
                <a:gd name="connsiteY5" fmla="*/ 5184 h 9960"/>
                <a:gd name="connsiteX0" fmla="*/ 0 w 10000"/>
                <a:gd name="connsiteY0" fmla="*/ 0 h 10000"/>
                <a:gd name="connsiteX1" fmla="*/ 1028 w 10000"/>
                <a:gd name="connsiteY1" fmla="*/ 4000 h 10000"/>
                <a:gd name="connsiteX2" fmla="*/ 2763 w 10000"/>
                <a:gd name="connsiteY2" fmla="*/ 8022 h 10000"/>
                <a:gd name="connsiteX3" fmla="*/ 4376 w 10000"/>
                <a:gd name="connsiteY3" fmla="*/ 9669 h 10000"/>
                <a:gd name="connsiteX4" fmla="*/ 7171 w 10000"/>
                <a:gd name="connsiteY4" fmla="*/ 9567 h 10000"/>
                <a:gd name="connsiteX5" fmla="*/ 10000 w 10000"/>
                <a:gd name="connsiteY5" fmla="*/ 5205 h 10000"/>
                <a:gd name="connsiteX0" fmla="*/ 0 w 10000"/>
                <a:gd name="connsiteY0" fmla="*/ 0 h 10039"/>
                <a:gd name="connsiteX1" fmla="*/ 1028 w 10000"/>
                <a:gd name="connsiteY1" fmla="*/ 4000 h 10039"/>
                <a:gd name="connsiteX2" fmla="*/ 2488 w 10000"/>
                <a:gd name="connsiteY2" fmla="*/ 7317 h 10039"/>
                <a:gd name="connsiteX3" fmla="*/ 4376 w 10000"/>
                <a:gd name="connsiteY3" fmla="*/ 9669 h 10039"/>
                <a:gd name="connsiteX4" fmla="*/ 7171 w 10000"/>
                <a:gd name="connsiteY4" fmla="*/ 9567 h 10039"/>
                <a:gd name="connsiteX5" fmla="*/ 10000 w 10000"/>
                <a:gd name="connsiteY5" fmla="*/ 5205 h 10039"/>
                <a:gd name="connsiteX0" fmla="*/ 0 w 10000"/>
                <a:gd name="connsiteY0" fmla="*/ 0 h 9881"/>
                <a:gd name="connsiteX1" fmla="*/ 1028 w 10000"/>
                <a:gd name="connsiteY1" fmla="*/ 4000 h 9881"/>
                <a:gd name="connsiteX2" fmla="*/ 2488 w 10000"/>
                <a:gd name="connsiteY2" fmla="*/ 7317 h 9881"/>
                <a:gd name="connsiteX3" fmla="*/ 4337 w 10000"/>
                <a:gd name="connsiteY3" fmla="*/ 9176 h 9881"/>
                <a:gd name="connsiteX4" fmla="*/ 7171 w 10000"/>
                <a:gd name="connsiteY4" fmla="*/ 9567 h 9881"/>
                <a:gd name="connsiteX5" fmla="*/ 10000 w 10000"/>
                <a:gd name="connsiteY5" fmla="*/ 5205 h 9881"/>
                <a:gd name="connsiteX0" fmla="*/ 0 w 10000"/>
                <a:gd name="connsiteY0" fmla="*/ 0 h 10046"/>
                <a:gd name="connsiteX1" fmla="*/ 1028 w 10000"/>
                <a:gd name="connsiteY1" fmla="*/ 4048 h 10046"/>
                <a:gd name="connsiteX2" fmla="*/ 2488 w 10000"/>
                <a:gd name="connsiteY2" fmla="*/ 7405 h 10046"/>
                <a:gd name="connsiteX3" fmla="*/ 4337 w 10000"/>
                <a:gd name="connsiteY3" fmla="*/ 9287 h 10046"/>
                <a:gd name="connsiteX4" fmla="*/ 7171 w 10000"/>
                <a:gd name="connsiteY4" fmla="*/ 9682 h 10046"/>
                <a:gd name="connsiteX5" fmla="*/ 10000 w 10000"/>
                <a:gd name="connsiteY5" fmla="*/ 5268 h 10046"/>
                <a:gd name="connsiteX0" fmla="*/ 0 w 10000"/>
                <a:gd name="connsiteY0" fmla="*/ 0 h 9856"/>
                <a:gd name="connsiteX1" fmla="*/ 1028 w 10000"/>
                <a:gd name="connsiteY1" fmla="*/ 4048 h 9856"/>
                <a:gd name="connsiteX2" fmla="*/ 2488 w 10000"/>
                <a:gd name="connsiteY2" fmla="*/ 7405 h 9856"/>
                <a:gd name="connsiteX3" fmla="*/ 4337 w 10000"/>
                <a:gd name="connsiteY3" fmla="*/ 9287 h 9856"/>
                <a:gd name="connsiteX4" fmla="*/ 7171 w 10000"/>
                <a:gd name="connsiteY4" fmla="*/ 9682 h 9856"/>
                <a:gd name="connsiteX5" fmla="*/ 10000 w 10000"/>
                <a:gd name="connsiteY5" fmla="*/ 5268 h 9856"/>
                <a:gd name="connsiteX0" fmla="*/ 0 w 10000"/>
                <a:gd name="connsiteY0" fmla="*/ 0 h 9933"/>
                <a:gd name="connsiteX1" fmla="*/ 1028 w 10000"/>
                <a:gd name="connsiteY1" fmla="*/ 4107 h 9933"/>
                <a:gd name="connsiteX2" fmla="*/ 2488 w 10000"/>
                <a:gd name="connsiteY2" fmla="*/ 7513 h 9933"/>
                <a:gd name="connsiteX3" fmla="*/ 4337 w 10000"/>
                <a:gd name="connsiteY3" fmla="*/ 9423 h 9933"/>
                <a:gd name="connsiteX4" fmla="*/ 7171 w 10000"/>
                <a:gd name="connsiteY4" fmla="*/ 9823 h 9933"/>
                <a:gd name="connsiteX5" fmla="*/ 10000 w 10000"/>
                <a:gd name="connsiteY5" fmla="*/ 5345 h 9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933">
                  <a:moveTo>
                    <a:pt x="0" y="0"/>
                  </a:moveTo>
                  <a:cubicBezTo>
                    <a:pt x="178" y="763"/>
                    <a:pt x="613" y="2855"/>
                    <a:pt x="1028" y="4107"/>
                  </a:cubicBezTo>
                  <a:cubicBezTo>
                    <a:pt x="1443" y="5359"/>
                    <a:pt x="1937" y="6627"/>
                    <a:pt x="2488" y="7513"/>
                  </a:cubicBezTo>
                  <a:cubicBezTo>
                    <a:pt x="3039" y="8400"/>
                    <a:pt x="3910" y="9184"/>
                    <a:pt x="4337" y="9423"/>
                  </a:cubicBezTo>
                  <a:cubicBezTo>
                    <a:pt x="4764" y="9662"/>
                    <a:pt x="5919" y="10153"/>
                    <a:pt x="7171" y="9823"/>
                  </a:cubicBezTo>
                  <a:cubicBezTo>
                    <a:pt x="8423" y="9494"/>
                    <a:pt x="9478" y="7100"/>
                    <a:pt x="10000" y="5345"/>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Text Box 201"/>
            <p:cNvSpPr txBox="1">
              <a:spLocks noChangeArrowheads="1"/>
            </p:cNvSpPr>
            <p:nvPr/>
          </p:nvSpPr>
          <p:spPr bwMode="auto">
            <a:xfrm flipH="1">
              <a:off x="5350468" y="2207653"/>
              <a:ext cx="3158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矩形 22"/>
          <p:cNvSpPr/>
          <p:nvPr/>
        </p:nvSpPr>
        <p:spPr>
          <a:xfrm>
            <a:off x="844732" y="4218983"/>
            <a:ext cx="7297783" cy="369332"/>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b="1" dirty="0">
                <a:latin typeface="微软雅黑" panose="020B0503020204020204" pitchFamily="34" charset="-122"/>
                <a:ea typeface="微软雅黑" panose="020B0503020204020204" pitchFamily="34" charset="-122"/>
              </a:rPr>
              <a:t>如果 </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再漫游到另一个网络，也是通过锚外地代理转发给 </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的数据报。</a:t>
            </a:r>
          </a:p>
        </p:txBody>
      </p:sp>
    </p:spTree>
    <p:extLst>
      <p:ext uri="{BB962C8B-B14F-4D97-AF65-F5344CB8AC3E}">
        <p14:creationId xmlns:p14="http://schemas.microsoft.com/office/powerpoint/2010/main" val="14112713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left)">
                                      <p:cBhvr>
                                        <p:cTn id="7" dur="1000"/>
                                        <p:tgtEl>
                                          <p:spTgt spid="22"/>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23"/>
                                        </p:tgtEl>
                                        <p:attrNameLst>
                                          <p:attrName>style.visibility</p:attrName>
                                        </p:attrNameLst>
                                      </p:cBhvr>
                                      <p:to>
                                        <p:strVal val="visible"/>
                                      </p:to>
                                    </p:set>
                                    <p:animEffect transition="in" filter="fade">
                                      <p:cBhvr>
                                        <p:cTn id="14"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P spid="23"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3144763" y="594451"/>
            <a:ext cx="28632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8.4.3 </a:t>
            </a:r>
            <a:r>
              <a:rPr lang="zh-CN" altLang="en-US" sz="2400" b="1" dirty="0">
                <a:solidFill>
                  <a:schemeClr val="bg1"/>
                </a:solidFill>
                <a:latin typeface="微软雅黑" pitchFamily="34" charset="-122"/>
                <a:ea typeface="微软雅黑" pitchFamily="34" charset="-122"/>
              </a:rPr>
              <a:t>移动</a:t>
            </a:r>
            <a:r>
              <a:rPr lang="en-US" altLang="zh-CN" sz="2400" b="1" dirty="0">
                <a:solidFill>
                  <a:schemeClr val="bg1"/>
                </a:solidFill>
                <a:latin typeface="微软雅黑" pitchFamily="34" charset="-122"/>
                <a:ea typeface="微软雅黑" pitchFamily="34" charset="-122"/>
              </a:rPr>
              <a:t>IP</a:t>
            </a:r>
            <a:r>
              <a:rPr lang="zh-CN" altLang="en-US" sz="2400" b="1" dirty="0">
                <a:solidFill>
                  <a:schemeClr val="bg1"/>
                </a:solidFill>
                <a:latin typeface="微软雅黑" pitchFamily="34" charset="-122"/>
                <a:ea typeface="微软雅黑" pitchFamily="34" charset="-122"/>
              </a:rPr>
              <a:t>的前景</a:t>
            </a:r>
          </a:p>
        </p:txBody>
      </p:sp>
      <p:sp>
        <p:nvSpPr>
          <p:cNvPr id="4" name="Rectangle 46"/>
          <p:cNvSpPr>
            <a:spLocks noChangeArrowheads="1"/>
          </p:cNvSpPr>
          <p:nvPr/>
        </p:nvSpPr>
        <p:spPr bwMode="auto">
          <a:xfrm>
            <a:off x="511896" y="1042920"/>
            <a:ext cx="8129016" cy="34331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移动</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的发展很慢。</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移动</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的核心机制就是设备在移动过程中保持一个固定的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地址，但一般的移动设备并没有一个固定的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地址。在</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网络中大量使用</a:t>
            </a:r>
            <a:r>
              <a:rPr lang="en-US" altLang="zh-CN" sz="2000" b="1" dirty="0">
                <a:latin typeface="微软雅黑" pitchFamily="34" charset="-122"/>
                <a:ea typeface="微软雅黑" pitchFamily="34" charset="-122"/>
              </a:rPr>
              <a:t>NAT</a:t>
            </a:r>
            <a:r>
              <a:rPr lang="zh-CN" altLang="en-US" sz="2000" b="1" dirty="0">
                <a:latin typeface="微软雅黑" pitchFamily="34" charset="-122"/>
                <a:ea typeface="微软雅黑" pitchFamily="34" charset="-122"/>
              </a:rPr>
              <a:t>，很难实现移动</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移动</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的技术复杂，切换性能差。移动</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需要在每个节点、路由器或归属代理上引入额外的机制，而这些机制的实现和维护成本高昂，尤其是涉及全球化部署时。</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4G</a:t>
            </a:r>
            <a:r>
              <a:rPr lang="zh-CN" altLang="en-US" sz="2000" b="1" dirty="0">
                <a:latin typeface="微软雅黑" pitchFamily="34" charset="-122"/>
                <a:ea typeface="微软雅黑" pitchFamily="34" charset="-122"/>
              </a:rPr>
              <a:t>和</a:t>
            </a:r>
            <a:r>
              <a:rPr lang="en-US" altLang="zh-CN" sz="2000" b="1" dirty="0">
                <a:latin typeface="微软雅黑" pitchFamily="34" charset="-122"/>
                <a:ea typeface="微软雅黑" pitchFamily="34" charset="-122"/>
              </a:rPr>
              <a:t>5G</a:t>
            </a:r>
            <a:r>
              <a:rPr lang="zh-CN" altLang="en-US" sz="2000" b="1" dirty="0">
                <a:latin typeface="微软雅黑" pitchFamily="34" charset="-122"/>
                <a:ea typeface="微软雅黑" pitchFamily="34" charset="-122"/>
              </a:rPr>
              <a:t>能够非常高效地管理移动性，移动</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缺乏竞争优势。</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3488066397"/>
      </p:ext>
    </p:extLst>
  </p:cSld>
  <p:clrMapOvr>
    <a:masterClrMapping/>
  </p:clrMapOvr>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8162</TotalTime>
  <Words>16590</Words>
  <Application>Microsoft Office PowerPoint</Application>
  <PresentationFormat>全屏显示(16:9)</PresentationFormat>
  <Paragraphs>2803</Paragraphs>
  <Slides>175</Slides>
  <Notes>123</Notes>
  <HiddenSlides>0</HiddenSlides>
  <MMClips>0</MMClips>
  <ScaleCrop>false</ScaleCrop>
  <HeadingPairs>
    <vt:vector size="8" baseType="variant">
      <vt:variant>
        <vt:lpstr>已用的字体</vt:lpstr>
      </vt:variant>
      <vt:variant>
        <vt:i4>6</vt:i4>
      </vt:variant>
      <vt:variant>
        <vt:lpstr>主题</vt:lpstr>
      </vt:variant>
      <vt:variant>
        <vt:i4>1</vt:i4>
      </vt:variant>
      <vt:variant>
        <vt:lpstr>嵌入 OLE 服务器</vt:lpstr>
      </vt:variant>
      <vt:variant>
        <vt:i4>3</vt:i4>
      </vt:variant>
      <vt:variant>
        <vt:lpstr>幻灯片标题</vt:lpstr>
      </vt:variant>
      <vt:variant>
        <vt:i4>175</vt:i4>
      </vt:variant>
    </vt:vector>
  </HeadingPairs>
  <TitlesOfParts>
    <vt:vector size="185" baseType="lpstr">
      <vt:lpstr>Calibri</vt:lpstr>
      <vt:lpstr>Wingdings</vt:lpstr>
      <vt:lpstr>Times New Roman</vt:lpstr>
      <vt:lpstr>微软雅黑</vt:lpstr>
      <vt:lpstr>宋体</vt:lpstr>
      <vt:lpstr>Arial</vt:lpstr>
      <vt:lpstr>Office 主题​​</vt:lpstr>
      <vt:lpstr>VISIO</vt:lpstr>
      <vt:lpstr>Microsoft ClipArt Gallery</vt:lpstr>
      <vt:lpstr>Visio</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Administrator</dc:creator>
  <cp:lastModifiedBy>jun xie</cp:lastModifiedBy>
  <cp:revision>711</cp:revision>
  <dcterms:created xsi:type="dcterms:W3CDTF">2018-07-18T08:51:30Z</dcterms:created>
  <dcterms:modified xsi:type="dcterms:W3CDTF">2026-05-22T08:30:20Z</dcterms:modified>
</cp:coreProperties>
</file>
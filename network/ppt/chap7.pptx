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1" r:id="rId1"/>
  </p:sldMasterIdLst>
  <p:notesMasterIdLst>
    <p:notesMasterId r:id="rId114"/>
  </p:notesMasterIdLst>
  <p:sldIdLst>
    <p:sldId id="257" r:id="rId2"/>
    <p:sldId id="256" r:id="rId3"/>
    <p:sldId id="259" r:id="rId4"/>
    <p:sldId id="260" r:id="rId5"/>
    <p:sldId id="561" r:id="rId6"/>
    <p:sldId id="560" r:id="rId7"/>
    <p:sldId id="559" r:id="rId8"/>
    <p:sldId id="558" r:id="rId9"/>
    <p:sldId id="574" r:id="rId10"/>
    <p:sldId id="570" r:id="rId11"/>
    <p:sldId id="569" r:id="rId12"/>
    <p:sldId id="568" r:id="rId13"/>
    <p:sldId id="566" r:id="rId14"/>
    <p:sldId id="565" r:id="rId15"/>
    <p:sldId id="564" r:id="rId16"/>
    <p:sldId id="581" r:id="rId17"/>
    <p:sldId id="747" r:id="rId18"/>
    <p:sldId id="580" r:id="rId19"/>
    <p:sldId id="575" r:id="rId20"/>
    <p:sldId id="579" r:id="rId21"/>
    <p:sldId id="577" r:id="rId22"/>
    <p:sldId id="749" r:id="rId23"/>
    <p:sldId id="562" r:id="rId24"/>
    <p:sldId id="578" r:id="rId25"/>
    <p:sldId id="589" r:id="rId26"/>
    <p:sldId id="750" r:id="rId27"/>
    <p:sldId id="751" r:id="rId28"/>
    <p:sldId id="588" r:id="rId29"/>
    <p:sldId id="757" r:id="rId30"/>
    <p:sldId id="584" r:id="rId31"/>
    <p:sldId id="605" r:id="rId32"/>
    <p:sldId id="604" r:id="rId33"/>
    <p:sldId id="603" r:id="rId34"/>
    <p:sldId id="602" r:id="rId35"/>
    <p:sldId id="758" r:id="rId36"/>
    <p:sldId id="600" r:id="rId37"/>
    <p:sldId id="759" r:id="rId38"/>
    <p:sldId id="598" r:id="rId39"/>
    <p:sldId id="597" r:id="rId40"/>
    <p:sldId id="761" r:id="rId41"/>
    <p:sldId id="596" r:id="rId42"/>
    <p:sldId id="763" r:id="rId43"/>
    <p:sldId id="801" r:id="rId44"/>
    <p:sldId id="610" r:id="rId45"/>
    <p:sldId id="609" r:id="rId46"/>
    <p:sldId id="607" r:id="rId47"/>
    <p:sldId id="661" r:id="rId48"/>
    <p:sldId id="624" r:id="rId49"/>
    <p:sldId id="623" r:id="rId50"/>
    <p:sldId id="662" r:id="rId51"/>
    <p:sldId id="663" r:id="rId52"/>
    <p:sldId id="665" r:id="rId53"/>
    <p:sldId id="666" r:id="rId54"/>
    <p:sldId id="667" r:id="rId55"/>
    <p:sldId id="766" r:id="rId56"/>
    <p:sldId id="767" r:id="rId57"/>
    <p:sldId id="742" r:id="rId58"/>
    <p:sldId id="671" r:id="rId59"/>
    <p:sldId id="672" r:id="rId60"/>
    <p:sldId id="673" r:id="rId61"/>
    <p:sldId id="674" r:id="rId62"/>
    <p:sldId id="768" r:id="rId63"/>
    <p:sldId id="769" r:id="rId64"/>
    <p:sldId id="770" r:id="rId65"/>
    <p:sldId id="676" r:id="rId66"/>
    <p:sldId id="773" r:id="rId67"/>
    <p:sldId id="772" r:id="rId68"/>
    <p:sldId id="677" r:id="rId69"/>
    <p:sldId id="678" r:id="rId70"/>
    <p:sldId id="734" r:id="rId71"/>
    <p:sldId id="680" r:id="rId72"/>
    <p:sldId id="681" r:id="rId73"/>
    <p:sldId id="682" r:id="rId74"/>
    <p:sldId id="683" r:id="rId75"/>
    <p:sldId id="685" r:id="rId76"/>
    <p:sldId id="686" r:id="rId77"/>
    <p:sldId id="687" r:id="rId78"/>
    <p:sldId id="688" r:id="rId79"/>
    <p:sldId id="689" r:id="rId80"/>
    <p:sldId id="690" r:id="rId81"/>
    <p:sldId id="691" r:id="rId82"/>
    <p:sldId id="800" r:id="rId83"/>
    <p:sldId id="698" r:id="rId84"/>
    <p:sldId id="699" r:id="rId85"/>
    <p:sldId id="700" r:id="rId86"/>
    <p:sldId id="701" r:id="rId87"/>
    <p:sldId id="702" r:id="rId88"/>
    <p:sldId id="779" r:id="rId89"/>
    <p:sldId id="705" r:id="rId90"/>
    <p:sldId id="706" r:id="rId91"/>
    <p:sldId id="707" r:id="rId92"/>
    <p:sldId id="736" r:id="rId93"/>
    <p:sldId id="783" r:id="rId94"/>
    <p:sldId id="784" r:id="rId95"/>
    <p:sldId id="785" r:id="rId96"/>
    <p:sldId id="786" r:id="rId97"/>
    <p:sldId id="787" r:id="rId98"/>
    <p:sldId id="788" r:id="rId99"/>
    <p:sldId id="711" r:id="rId100"/>
    <p:sldId id="712" r:id="rId101"/>
    <p:sldId id="713" r:id="rId102"/>
    <p:sldId id="790" r:id="rId103"/>
    <p:sldId id="718" r:id="rId104"/>
    <p:sldId id="792" r:id="rId105"/>
    <p:sldId id="740" r:id="rId106"/>
    <p:sldId id="719" r:id="rId107"/>
    <p:sldId id="793" r:id="rId108"/>
    <p:sldId id="794" r:id="rId109"/>
    <p:sldId id="723" r:id="rId110"/>
    <p:sldId id="725" r:id="rId111"/>
    <p:sldId id="795" r:id="rId112"/>
    <p:sldId id="741" r:id="rId11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15"/>
    </p:embeddedFont>
    <p:embeddedFont>
      <p:font typeface="Montserrat" panose="00000500000000000000" pitchFamily="2" charset="0"/>
      <p:regular r:id="rId116"/>
    </p:embeddedFont>
    <p:embeddedFont>
      <p:font typeface="微软雅黑" panose="020B0503020204020204" pitchFamily="34" charset="-122"/>
      <p:regular r:id="rId117"/>
      <p:bold r:id="rId118"/>
    </p:embeddedFont>
    <p:embeddedFont>
      <p:font typeface="微软雅黑 Light" panose="020B0502040204020203" pitchFamily="34" charset="-122"/>
      <p:regular r:id="rId1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715"/>
    <a:srgbClr val="990099"/>
    <a:srgbClr val="A647DA"/>
    <a:srgbClr val="CC0099"/>
    <a:srgbClr val="FFFF66"/>
    <a:srgbClr val="00FFFF"/>
    <a:srgbClr val="0000CC"/>
    <a:srgbClr val="0000FF"/>
    <a:srgbClr val="FFFF99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86014" autoAdjust="0"/>
  </p:normalViewPr>
  <p:slideViewPr>
    <p:cSldViewPr snapToGrid="0">
      <p:cViewPr varScale="1">
        <p:scale>
          <a:sx n="149" d="100"/>
          <a:sy n="149" d="100"/>
        </p:scale>
        <p:origin x="41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3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4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font" Target="fonts/font5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6F95B6-95C2-4EAD-A914-DE10C71869B6}" type="doc">
      <dgm:prSet loTypeId="urn:microsoft.com/office/officeart/2005/8/layout/orgChart1" loCatId="hierarchy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DCBC0E8A-D66C-4DB8-B4D0-FDFFAC6CF5FE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密码学 </a:t>
          </a:r>
          <a:endParaRPr lang="en-US" altLang="zh-CN" sz="1600" baseline="0" dirty="0">
            <a:latin typeface="Montserrat" panose="00000500000000000000" pitchFamily="2" charset="0"/>
            <a:ea typeface="微软雅黑 Light" panose="020B0502040204020203" pitchFamily="34" charset="-122"/>
          </a:endParaRP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en-US" sz="16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Cryptology</a:t>
          </a:r>
          <a:endParaRPr lang="zh-CN" altLang="en-US" sz="1600" baseline="0" dirty="0">
            <a:latin typeface="Montserrat" panose="00000500000000000000" pitchFamily="2" charset="0"/>
            <a:ea typeface="微软雅黑 Light" panose="020B0502040204020203" pitchFamily="34" charset="-122"/>
          </a:endParaRPr>
        </a:p>
      </dgm:t>
    </dgm:pt>
    <dgm:pt modelId="{B5FB663F-0EE6-479E-A7EA-448486FA8059}" type="parTrans" cxnId="{448D593B-6227-4D66-BB38-2607E2463D2A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zh-CN" altLang="en-US" sz="1600" baseline="0">
            <a:latin typeface="Montserrat" panose="00000500000000000000" pitchFamily="2" charset="0"/>
            <a:ea typeface="微软雅黑 Light" panose="020B0502040204020203" pitchFamily="34" charset="-122"/>
          </a:endParaRPr>
        </a:p>
      </dgm:t>
    </dgm:pt>
    <dgm:pt modelId="{39E79E61-3646-4F88-A312-155EA07EF7C1}" type="sibTrans" cxnId="{448D593B-6227-4D66-BB38-2607E2463D2A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zh-CN" altLang="en-US" sz="1600" baseline="0">
            <a:latin typeface="Montserrat" panose="00000500000000000000" pitchFamily="2" charset="0"/>
            <a:ea typeface="微软雅黑 Light" panose="020B0502040204020203" pitchFamily="34" charset="-122"/>
          </a:endParaRPr>
        </a:p>
      </dgm:t>
    </dgm:pt>
    <dgm:pt modelId="{ACD0C957-7590-4861-AFFB-DF4CE906204E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密码编码学 </a:t>
          </a:r>
          <a:r>
            <a:rPr lang="en-US" altLang="en-US" sz="16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Cryptography</a:t>
          </a:r>
          <a:endParaRPr lang="zh-CN" altLang="en-US" sz="1600" baseline="0" dirty="0">
            <a:latin typeface="Montserrat" panose="00000500000000000000" pitchFamily="2" charset="0"/>
            <a:ea typeface="微软雅黑 Light" panose="020B0502040204020203" pitchFamily="34" charset="-122"/>
          </a:endParaRPr>
        </a:p>
      </dgm:t>
    </dgm:pt>
    <dgm:pt modelId="{911EE9D2-71B5-446A-B348-DBC3660D3B19}" type="parTrans" cxnId="{2030A287-6004-4FDF-9884-203B239EF1E6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zh-CN" altLang="en-US" sz="1600" baseline="0">
            <a:latin typeface="Montserrat" panose="00000500000000000000" pitchFamily="2" charset="0"/>
            <a:ea typeface="微软雅黑 Light" panose="020B0502040204020203" pitchFamily="34" charset="-122"/>
          </a:endParaRPr>
        </a:p>
      </dgm:t>
    </dgm:pt>
    <dgm:pt modelId="{D6D94584-E96A-4B6D-B26F-7EB205CABAA6}" type="sibTrans" cxnId="{2030A287-6004-4FDF-9884-203B239EF1E6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zh-CN" altLang="en-US" sz="1600" baseline="0">
            <a:latin typeface="Montserrat" panose="00000500000000000000" pitchFamily="2" charset="0"/>
            <a:ea typeface="微软雅黑 Light" panose="020B0502040204020203" pitchFamily="34" charset="-122"/>
          </a:endParaRPr>
        </a:p>
      </dgm:t>
    </dgm:pt>
    <dgm:pt modelId="{24C9D8DF-B0C4-4B00-B47F-C17F7DE44FCF}">
      <dgm:prSet phldrT="[文本]" custT="1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zh-CN" altLang="en-US" sz="16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密码分析学 </a:t>
          </a:r>
          <a:r>
            <a:rPr lang="en-US" altLang="en-US" sz="16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Cryptanalysis</a:t>
          </a:r>
          <a:endParaRPr lang="zh-CN" altLang="en-US" sz="1600" baseline="0" dirty="0">
            <a:latin typeface="Montserrat" panose="00000500000000000000" pitchFamily="2" charset="0"/>
            <a:ea typeface="微软雅黑 Light" panose="020B0502040204020203" pitchFamily="34" charset="-122"/>
          </a:endParaRPr>
        </a:p>
      </dgm:t>
    </dgm:pt>
    <dgm:pt modelId="{08D51E08-86D2-4C93-9CAB-6A25C182EDF1}" type="parTrans" cxnId="{CB96BEDA-877F-47DF-BC72-6D7DD565CE96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zh-CN" altLang="en-US" sz="1600" baseline="0">
            <a:latin typeface="Montserrat" panose="00000500000000000000" pitchFamily="2" charset="0"/>
            <a:ea typeface="微软雅黑 Light" panose="020B0502040204020203" pitchFamily="34" charset="-122"/>
          </a:endParaRPr>
        </a:p>
      </dgm:t>
    </dgm:pt>
    <dgm:pt modelId="{2A03BC2F-7149-44BE-875E-0759D0E116FF}" type="sibTrans" cxnId="{CB96BEDA-877F-47DF-BC72-6D7DD565CE96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zh-CN" altLang="en-US" sz="1600" baseline="0">
            <a:latin typeface="Montserrat" panose="00000500000000000000" pitchFamily="2" charset="0"/>
            <a:ea typeface="微软雅黑 Light" panose="020B0502040204020203" pitchFamily="34" charset="-122"/>
          </a:endParaRPr>
        </a:p>
      </dgm:t>
    </dgm:pt>
    <dgm:pt modelId="{E49CD054-ABF4-447A-97C6-5AEB53358425}" type="pres">
      <dgm:prSet presAssocID="{FF6F95B6-95C2-4EAD-A914-DE10C71869B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A99A109-7915-4485-9BF8-8B27B2CF50D1}" type="pres">
      <dgm:prSet presAssocID="{DCBC0E8A-D66C-4DB8-B4D0-FDFFAC6CF5FE}" presName="hierRoot1" presStyleCnt="0">
        <dgm:presLayoutVars>
          <dgm:hierBranch val="init"/>
        </dgm:presLayoutVars>
      </dgm:prSet>
      <dgm:spPr/>
    </dgm:pt>
    <dgm:pt modelId="{43E52354-836B-482E-AEB8-0507B5E624BF}" type="pres">
      <dgm:prSet presAssocID="{DCBC0E8A-D66C-4DB8-B4D0-FDFFAC6CF5FE}" presName="rootComposite1" presStyleCnt="0"/>
      <dgm:spPr/>
    </dgm:pt>
    <dgm:pt modelId="{B4948146-28F7-430B-9A95-7D306CE6A8CB}" type="pres">
      <dgm:prSet presAssocID="{DCBC0E8A-D66C-4DB8-B4D0-FDFFAC6CF5FE}" presName="rootText1" presStyleLbl="node0" presStyleIdx="0" presStyleCnt="1">
        <dgm:presLayoutVars>
          <dgm:chPref val="3"/>
        </dgm:presLayoutVars>
      </dgm:prSet>
      <dgm:spPr/>
    </dgm:pt>
    <dgm:pt modelId="{0ECAD3EC-0C95-4664-9A2A-DCBA9E0C4E8B}" type="pres">
      <dgm:prSet presAssocID="{DCBC0E8A-D66C-4DB8-B4D0-FDFFAC6CF5FE}" presName="rootConnector1" presStyleLbl="node1" presStyleIdx="0" presStyleCnt="0"/>
      <dgm:spPr/>
    </dgm:pt>
    <dgm:pt modelId="{97D1D362-128B-4AA7-9DDF-8DAC2DAF9C1A}" type="pres">
      <dgm:prSet presAssocID="{DCBC0E8A-D66C-4DB8-B4D0-FDFFAC6CF5FE}" presName="hierChild2" presStyleCnt="0"/>
      <dgm:spPr/>
    </dgm:pt>
    <dgm:pt modelId="{150620BE-C1F2-477F-A964-B1D6FAAD44C6}" type="pres">
      <dgm:prSet presAssocID="{911EE9D2-71B5-446A-B348-DBC3660D3B19}" presName="Name37" presStyleLbl="parChTrans1D2" presStyleIdx="0" presStyleCnt="2"/>
      <dgm:spPr/>
    </dgm:pt>
    <dgm:pt modelId="{F9619D6B-FDDF-4DBD-995F-60AA90DB8E91}" type="pres">
      <dgm:prSet presAssocID="{ACD0C957-7590-4861-AFFB-DF4CE906204E}" presName="hierRoot2" presStyleCnt="0">
        <dgm:presLayoutVars>
          <dgm:hierBranch val="init"/>
        </dgm:presLayoutVars>
      </dgm:prSet>
      <dgm:spPr/>
    </dgm:pt>
    <dgm:pt modelId="{8558A916-A4D6-4EF3-937D-3E4285F989E7}" type="pres">
      <dgm:prSet presAssocID="{ACD0C957-7590-4861-AFFB-DF4CE906204E}" presName="rootComposite" presStyleCnt="0"/>
      <dgm:spPr/>
    </dgm:pt>
    <dgm:pt modelId="{C9D9A4EC-FA21-4DBE-AF4E-B2974B82C26C}" type="pres">
      <dgm:prSet presAssocID="{ACD0C957-7590-4861-AFFB-DF4CE906204E}" presName="rootText" presStyleLbl="node2" presStyleIdx="0" presStyleCnt="2">
        <dgm:presLayoutVars>
          <dgm:chPref val="3"/>
        </dgm:presLayoutVars>
      </dgm:prSet>
      <dgm:spPr/>
    </dgm:pt>
    <dgm:pt modelId="{36E9976D-277F-4DE9-8824-C827DF20F437}" type="pres">
      <dgm:prSet presAssocID="{ACD0C957-7590-4861-AFFB-DF4CE906204E}" presName="rootConnector" presStyleLbl="node2" presStyleIdx="0" presStyleCnt="2"/>
      <dgm:spPr/>
    </dgm:pt>
    <dgm:pt modelId="{D55624A2-CA7E-4ABB-B4CE-944A660A9EEB}" type="pres">
      <dgm:prSet presAssocID="{ACD0C957-7590-4861-AFFB-DF4CE906204E}" presName="hierChild4" presStyleCnt="0"/>
      <dgm:spPr/>
    </dgm:pt>
    <dgm:pt modelId="{76D8995A-D6F1-4D07-B9B6-C9593DC63A74}" type="pres">
      <dgm:prSet presAssocID="{ACD0C957-7590-4861-AFFB-DF4CE906204E}" presName="hierChild5" presStyleCnt="0"/>
      <dgm:spPr/>
    </dgm:pt>
    <dgm:pt modelId="{FAC1CEF9-6BC4-438F-95BD-98A2950E6802}" type="pres">
      <dgm:prSet presAssocID="{08D51E08-86D2-4C93-9CAB-6A25C182EDF1}" presName="Name37" presStyleLbl="parChTrans1D2" presStyleIdx="1" presStyleCnt="2"/>
      <dgm:spPr/>
    </dgm:pt>
    <dgm:pt modelId="{B3BE0638-4864-4FB2-855C-417815023B1E}" type="pres">
      <dgm:prSet presAssocID="{24C9D8DF-B0C4-4B00-B47F-C17F7DE44FCF}" presName="hierRoot2" presStyleCnt="0">
        <dgm:presLayoutVars>
          <dgm:hierBranch val="init"/>
        </dgm:presLayoutVars>
      </dgm:prSet>
      <dgm:spPr/>
    </dgm:pt>
    <dgm:pt modelId="{6E3FAC9B-EB6E-453F-9DDB-C30A9E45145D}" type="pres">
      <dgm:prSet presAssocID="{24C9D8DF-B0C4-4B00-B47F-C17F7DE44FCF}" presName="rootComposite" presStyleCnt="0"/>
      <dgm:spPr/>
    </dgm:pt>
    <dgm:pt modelId="{F5D48F82-E9E5-4F31-8B5C-525060E188F4}" type="pres">
      <dgm:prSet presAssocID="{24C9D8DF-B0C4-4B00-B47F-C17F7DE44FCF}" presName="rootText" presStyleLbl="node2" presStyleIdx="1" presStyleCnt="2">
        <dgm:presLayoutVars>
          <dgm:chPref val="3"/>
        </dgm:presLayoutVars>
      </dgm:prSet>
      <dgm:spPr/>
    </dgm:pt>
    <dgm:pt modelId="{A4DDC89C-597B-4DC5-AD16-CC5C07E31B7D}" type="pres">
      <dgm:prSet presAssocID="{24C9D8DF-B0C4-4B00-B47F-C17F7DE44FCF}" presName="rootConnector" presStyleLbl="node2" presStyleIdx="1" presStyleCnt="2"/>
      <dgm:spPr/>
    </dgm:pt>
    <dgm:pt modelId="{3B7DC80F-F086-4E1B-AF05-44011EB2D88F}" type="pres">
      <dgm:prSet presAssocID="{24C9D8DF-B0C4-4B00-B47F-C17F7DE44FCF}" presName="hierChild4" presStyleCnt="0"/>
      <dgm:spPr/>
    </dgm:pt>
    <dgm:pt modelId="{B1434FF9-BABF-4041-BD97-A6E5C1D2970C}" type="pres">
      <dgm:prSet presAssocID="{24C9D8DF-B0C4-4B00-B47F-C17F7DE44FCF}" presName="hierChild5" presStyleCnt="0"/>
      <dgm:spPr/>
    </dgm:pt>
    <dgm:pt modelId="{77F5C681-51AF-40B1-82BC-44C509164488}" type="pres">
      <dgm:prSet presAssocID="{DCBC0E8A-D66C-4DB8-B4D0-FDFFAC6CF5FE}" presName="hierChild3" presStyleCnt="0"/>
      <dgm:spPr/>
    </dgm:pt>
  </dgm:ptLst>
  <dgm:cxnLst>
    <dgm:cxn modelId="{1784FB2C-E590-4F79-8C88-04AAB93A6BCA}" type="presOf" srcId="{FF6F95B6-95C2-4EAD-A914-DE10C71869B6}" destId="{E49CD054-ABF4-447A-97C6-5AEB53358425}" srcOrd="0" destOrd="0" presId="urn:microsoft.com/office/officeart/2005/8/layout/orgChart1"/>
    <dgm:cxn modelId="{5A42B52D-5E71-47CA-84B5-4E9BFF18F2AD}" type="presOf" srcId="{24C9D8DF-B0C4-4B00-B47F-C17F7DE44FCF}" destId="{A4DDC89C-597B-4DC5-AD16-CC5C07E31B7D}" srcOrd="1" destOrd="0" presId="urn:microsoft.com/office/officeart/2005/8/layout/orgChart1"/>
    <dgm:cxn modelId="{448D593B-6227-4D66-BB38-2607E2463D2A}" srcId="{FF6F95B6-95C2-4EAD-A914-DE10C71869B6}" destId="{DCBC0E8A-D66C-4DB8-B4D0-FDFFAC6CF5FE}" srcOrd="0" destOrd="0" parTransId="{B5FB663F-0EE6-479E-A7EA-448486FA8059}" sibTransId="{39E79E61-3646-4F88-A312-155EA07EF7C1}"/>
    <dgm:cxn modelId="{5EA51466-5F30-4B10-A350-BEE66C4865AA}" type="presOf" srcId="{DCBC0E8A-D66C-4DB8-B4D0-FDFFAC6CF5FE}" destId="{0ECAD3EC-0C95-4664-9A2A-DCBA9E0C4E8B}" srcOrd="1" destOrd="0" presId="urn:microsoft.com/office/officeart/2005/8/layout/orgChart1"/>
    <dgm:cxn modelId="{2030A287-6004-4FDF-9884-203B239EF1E6}" srcId="{DCBC0E8A-D66C-4DB8-B4D0-FDFFAC6CF5FE}" destId="{ACD0C957-7590-4861-AFFB-DF4CE906204E}" srcOrd="0" destOrd="0" parTransId="{911EE9D2-71B5-446A-B348-DBC3660D3B19}" sibTransId="{D6D94584-E96A-4B6D-B26F-7EB205CABAA6}"/>
    <dgm:cxn modelId="{A2B3F9A5-0D3C-40F0-9472-BD4F8C5588E9}" type="presOf" srcId="{08D51E08-86D2-4C93-9CAB-6A25C182EDF1}" destId="{FAC1CEF9-6BC4-438F-95BD-98A2950E6802}" srcOrd="0" destOrd="0" presId="urn:microsoft.com/office/officeart/2005/8/layout/orgChart1"/>
    <dgm:cxn modelId="{1CE356C8-42D4-4C9A-8F45-1DEAA9831384}" type="presOf" srcId="{ACD0C957-7590-4861-AFFB-DF4CE906204E}" destId="{C9D9A4EC-FA21-4DBE-AF4E-B2974B82C26C}" srcOrd="0" destOrd="0" presId="urn:microsoft.com/office/officeart/2005/8/layout/orgChart1"/>
    <dgm:cxn modelId="{DEB6C5CF-51E7-45D9-8AD2-530B10E3210F}" type="presOf" srcId="{24C9D8DF-B0C4-4B00-B47F-C17F7DE44FCF}" destId="{F5D48F82-E9E5-4F31-8B5C-525060E188F4}" srcOrd="0" destOrd="0" presId="urn:microsoft.com/office/officeart/2005/8/layout/orgChart1"/>
    <dgm:cxn modelId="{7557EAD6-D9D3-4106-AAA3-6DC27A17E680}" type="presOf" srcId="{DCBC0E8A-D66C-4DB8-B4D0-FDFFAC6CF5FE}" destId="{B4948146-28F7-430B-9A95-7D306CE6A8CB}" srcOrd="0" destOrd="0" presId="urn:microsoft.com/office/officeart/2005/8/layout/orgChart1"/>
    <dgm:cxn modelId="{CAF40FD8-7BA9-454A-B32A-62C018C76FBB}" type="presOf" srcId="{ACD0C957-7590-4861-AFFB-DF4CE906204E}" destId="{36E9976D-277F-4DE9-8824-C827DF20F437}" srcOrd="1" destOrd="0" presId="urn:microsoft.com/office/officeart/2005/8/layout/orgChart1"/>
    <dgm:cxn modelId="{CB96BEDA-877F-47DF-BC72-6D7DD565CE96}" srcId="{DCBC0E8A-D66C-4DB8-B4D0-FDFFAC6CF5FE}" destId="{24C9D8DF-B0C4-4B00-B47F-C17F7DE44FCF}" srcOrd="1" destOrd="0" parTransId="{08D51E08-86D2-4C93-9CAB-6A25C182EDF1}" sibTransId="{2A03BC2F-7149-44BE-875E-0759D0E116FF}"/>
    <dgm:cxn modelId="{3E9F8FEB-15A6-4AC1-88D3-79E2DCC5E9BD}" type="presOf" srcId="{911EE9D2-71B5-446A-B348-DBC3660D3B19}" destId="{150620BE-C1F2-477F-A964-B1D6FAAD44C6}" srcOrd="0" destOrd="0" presId="urn:microsoft.com/office/officeart/2005/8/layout/orgChart1"/>
    <dgm:cxn modelId="{CDA8FBCF-0B1C-493A-ABE8-36B864BB68A9}" type="presParOf" srcId="{E49CD054-ABF4-447A-97C6-5AEB53358425}" destId="{2A99A109-7915-4485-9BF8-8B27B2CF50D1}" srcOrd="0" destOrd="0" presId="urn:microsoft.com/office/officeart/2005/8/layout/orgChart1"/>
    <dgm:cxn modelId="{C60E506C-0DFD-4961-AA99-CA72E461D27F}" type="presParOf" srcId="{2A99A109-7915-4485-9BF8-8B27B2CF50D1}" destId="{43E52354-836B-482E-AEB8-0507B5E624BF}" srcOrd="0" destOrd="0" presId="urn:microsoft.com/office/officeart/2005/8/layout/orgChart1"/>
    <dgm:cxn modelId="{CCF194E4-421E-4C1F-92B9-CCEB1DC4FE45}" type="presParOf" srcId="{43E52354-836B-482E-AEB8-0507B5E624BF}" destId="{B4948146-28F7-430B-9A95-7D306CE6A8CB}" srcOrd="0" destOrd="0" presId="urn:microsoft.com/office/officeart/2005/8/layout/orgChart1"/>
    <dgm:cxn modelId="{52788476-32AC-40C1-8F77-FBCF096F3701}" type="presParOf" srcId="{43E52354-836B-482E-AEB8-0507B5E624BF}" destId="{0ECAD3EC-0C95-4664-9A2A-DCBA9E0C4E8B}" srcOrd="1" destOrd="0" presId="urn:microsoft.com/office/officeart/2005/8/layout/orgChart1"/>
    <dgm:cxn modelId="{72FFE259-BF7D-4749-BF0A-AFAEB198E6F9}" type="presParOf" srcId="{2A99A109-7915-4485-9BF8-8B27B2CF50D1}" destId="{97D1D362-128B-4AA7-9DDF-8DAC2DAF9C1A}" srcOrd="1" destOrd="0" presId="urn:microsoft.com/office/officeart/2005/8/layout/orgChart1"/>
    <dgm:cxn modelId="{D439D0E5-7609-43D3-BC51-845E7E51DDC8}" type="presParOf" srcId="{97D1D362-128B-4AA7-9DDF-8DAC2DAF9C1A}" destId="{150620BE-C1F2-477F-A964-B1D6FAAD44C6}" srcOrd="0" destOrd="0" presId="urn:microsoft.com/office/officeart/2005/8/layout/orgChart1"/>
    <dgm:cxn modelId="{A632BA0A-11E6-4242-918F-373131797251}" type="presParOf" srcId="{97D1D362-128B-4AA7-9DDF-8DAC2DAF9C1A}" destId="{F9619D6B-FDDF-4DBD-995F-60AA90DB8E91}" srcOrd="1" destOrd="0" presId="urn:microsoft.com/office/officeart/2005/8/layout/orgChart1"/>
    <dgm:cxn modelId="{BD9DC9EF-327B-442F-BA6F-58C8F67FEB1D}" type="presParOf" srcId="{F9619D6B-FDDF-4DBD-995F-60AA90DB8E91}" destId="{8558A916-A4D6-4EF3-937D-3E4285F989E7}" srcOrd="0" destOrd="0" presId="urn:microsoft.com/office/officeart/2005/8/layout/orgChart1"/>
    <dgm:cxn modelId="{A20E714C-088D-44CA-81B7-DEA537B2F952}" type="presParOf" srcId="{8558A916-A4D6-4EF3-937D-3E4285F989E7}" destId="{C9D9A4EC-FA21-4DBE-AF4E-B2974B82C26C}" srcOrd="0" destOrd="0" presId="urn:microsoft.com/office/officeart/2005/8/layout/orgChart1"/>
    <dgm:cxn modelId="{2C427192-A342-4224-999A-9B5B6B19DF13}" type="presParOf" srcId="{8558A916-A4D6-4EF3-937D-3E4285F989E7}" destId="{36E9976D-277F-4DE9-8824-C827DF20F437}" srcOrd="1" destOrd="0" presId="urn:microsoft.com/office/officeart/2005/8/layout/orgChart1"/>
    <dgm:cxn modelId="{9F9A7AB1-2537-4C6F-96BA-A6C4C3011450}" type="presParOf" srcId="{F9619D6B-FDDF-4DBD-995F-60AA90DB8E91}" destId="{D55624A2-CA7E-4ABB-B4CE-944A660A9EEB}" srcOrd="1" destOrd="0" presId="urn:microsoft.com/office/officeart/2005/8/layout/orgChart1"/>
    <dgm:cxn modelId="{B05E5A50-5887-4434-8BE8-EDAE8B42839F}" type="presParOf" srcId="{F9619D6B-FDDF-4DBD-995F-60AA90DB8E91}" destId="{76D8995A-D6F1-4D07-B9B6-C9593DC63A74}" srcOrd="2" destOrd="0" presId="urn:microsoft.com/office/officeart/2005/8/layout/orgChart1"/>
    <dgm:cxn modelId="{B1A43536-6E5F-433B-A19D-688E4DA4CADD}" type="presParOf" srcId="{97D1D362-128B-4AA7-9DDF-8DAC2DAF9C1A}" destId="{FAC1CEF9-6BC4-438F-95BD-98A2950E6802}" srcOrd="2" destOrd="0" presId="urn:microsoft.com/office/officeart/2005/8/layout/orgChart1"/>
    <dgm:cxn modelId="{AA1055AB-C4E4-4B57-B63B-48E44B1ECAAB}" type="presParOf" srcId="{97D1D362-128B-4AA7-9DDF-8DAC2DAF9C1A}" destId="{B3BE0638-4864-4FB2-855C-417815023B1E}" srcOrd="3" destOrd="0" presId="urn:microsoft.com/office/officeart/2005/8/layout/orgChart1"/>
    <dgm:cxn modelId="{55110F66-8061-42C4-953D-4313889E39DD}" type="presParOf" srcId="{B3BE0638-4864-4FB2-855C-417815023B1E}" destId="{6E3FAC9B-EB6E-453F-9DDB-C30A9E45145D}" srcOrd="0" destOrd="0" presId="urn:microsoft.com/office/officeart/2005/8/layout/orgChart1"/>
    <dgm:cxn modelId="{5717B455-1436-4B1F-8A67-05900116C699}" type="presParOf" srcId="{6E3FAC9B-EB6E-453F-9DDB-C30A9E45145D}" destId="{F5D48F82-E9E5-4F31-8B5C-525060E188F4}" srcOrd="0" destOrd="0" presId="urn:microsoft.com/office/officeart/2005/8/layout/orgChart1"/>
    <dgm:cxn modelId="{C4DF5A38-37DE-425F-955D-35E1CCB4D259}" type="presParOf" srcId="{6E3FAC9B-EB6E-453F-9DDB-C30A9E45145D}" destId="{A4DDC89C-597B-4DC5-AD16-CC5C07E31B7D}" srcOrd="1" destOrd="0" presId="urn:microsoft.com/office/officeart/2005/8/layout/orgChart1"/>
    <dgm:cxn modelId="{53000D9C-1F4D-4F18-BDAE-3D06AC51E70A}" type="presParOf" srcId="{B3BE0638-4864-4FB2-855C-417815023B1E}" destId="{3B7DC80F-F086-4E1B-AF05-44011EB2D88F}" srcOrd="1" destOrd="0" presId="urn:microsoft.com/office/officeart/2005/8/layout/orgChart1"/>
    <dgm:cxn modelId="{F176CF22-DE44-4340-B0D5-706D689A43B1}" type="presParOf" srcId="{B3BE0638-4864-4FB2-855C-417815023B1E}" destId="{B1434FF9-BABF-4041-BD97-A6E5C1D2970C}" srcOrd="2" destOrd="0" presId="urn:microsoft.com/office/officeart/2005/8/layout/orgChart1"/>
    <dgm:cxn modelId="{AD788A87-D470-46E4-A963-E0A53A96D2BD}" type="presParOf" srcId="{2A99A109-7915-4485-9BF8-8B27B2CF50D1}" destId="{77F5C681-51AF-40B1-82BC-44C50916448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C1CEF9-6BC4-438F-95BD-98A2950E6802}">
      <dsp:nvSpPr>
        <dsp:cNvPr id="0" name=""/>
        <dsp:cNvSpPr/>
      </dsp:nvSpPr>
      <dsp:spPr>
        <a:xfrm>
          <a:off x="3048000" y="919447"/>
          <a:ext cx="1112006" cy="3859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992"/>
              </a:lnTo>
              <a:lnTo>
                <a:pt x="1112006" y="192992"/>
              </a:lnTo>
              <a:lnTo>
                <a:pt x="1112006" y="38598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0620BE-C1F2-477F-A964-B1D6FAAD44C6}">
      <dsp:nvSpPr>
        <dsp:cNvPr id="0" name=""/>
        <dsp:cNvSpPr/>
      </dsp:nvSpPr>
      <dsp:spPr>
        <a:xfrm>
          <a:off x="1935993" y="919447"/>
          <a:ext cx="1112006" cy="385985"/>
        </a:xfrm>
        <a:custGeom>
          <a:avLst/>
          <a:gdLst/>
          <a:ahLst/>
          <a:cxnLst/>
          <a:rect l="0" t="0" r="0" b="0"/>
          <a:pathLst>
            <a:path>
              <a:moveTo>
                <a:pt x="1112006" y="0"/>
              </a:moveTo>
              <a:lnTo>
                <a:pt x="1112006" y="192992"/>
              </a:lnTo>
              <a:lnTo>
                <a:pt x="0" y="192992"/>
              </a:lnTo>
              <a:lnTo>
                <a:pt x="0" y="38598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948146-28F7-430B-9A95-7D306CE6A8CB}">
      <dsp:nvSpPr>
        <dsp:cNvPr id="0" name=""/>
        <dsp:cNvSpPr/>
      </dsp:nvSpPr>
      <dsp:spPr>
        <a:xfrm>
          <a:off x="2128986" y="433"/>
          <a:ext cx="1838027" cy="91901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600" kern="12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密码学 </a:t>
          </a:r>
          <a:endParaRPr lang="en-US" altLang="zh-CN" sz="1600" kern="1200" baseline="0" dirty="0">
            <a:latin typeface="Montserrat" panose="00000500000000000000" pitchFamily="2" charset="0"/>
            <a:ea typeface="微软雅黑 Light" panose="020B0502040204020203" pitchFamily="34" charset="-122"/>
          </a:endParaRPr>
        </a:p>
        <a:p>
          <a:pPr marL="0" lvl="0" indent="0" algn="ctr" defTabSz="7112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altLang="en-US" sz="1600" kern="12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Cryptology</a:t>
          </a:r>
          <a:endParaRPr lang="zh-CN" altLang="en-US" sz="1600" kern="1200" baseline="0" dirty="0">
            <a:latin typeface="Montserrat" panose="00000500000000000000" pitchFamily="2" charset="0"/>
            <a:ea typeface="微软雅黑 Light" panose="020B0502040204020203" pitchFamily="34" charset="-122"/>
          </a:endParaRPr>
        </a:p>
      </dsp:txBody>
      <dsp:txXfrm>
        <a:off x="2128986" y="433"/>
        <a:ext cx="1838027" cy="919013"/>
      </dsp:txXfrm>
    </dsp:sp>
    <dsp:sp modelId="{C9D9A4EC-FA21-4DBE-AF4E-B2974B82C26C}">
      <dsp:nvSpPr>
        <dsp:cNvPr id="0" name=""/>
        <dsp:cNvSpPr/>
      </dsp:nvSpPr>
      <dsp:spPr>
        <a:xfrm>
          <a:off x="1016979" y="1305433"/>
          <a:ext cx="1838027" cy="9190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600" kern="12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密码编码学 </a:t>
          </a:r>
          <a:r>
            <a:rPr lang="en-US" altLang="en-US" sz="1600" kern="12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Cryptography</a:t>
          </a:r>
          <a:endParaRPr lang="zh-CN" altLang="en-US" sz="1600" kern="1200" baseline="0" dirty="0">
            <a:latin typeface="Montserrat" panose="00000500000000000000" pitchFamily="2" charset="0"/>
            <a:ea typeface="微软雅黑 Light" panose="020B0502040204020203" pitchFamily="34" charset="-122"/>
          </a:endParaRPr>
        </a:p>
      </dsp:txBody>
      <dsp:txXfrm>
        <a:off x="1016979" y="1305433"/>
        <a:ext cx="1838027" cy="919013"/>
      </dsp:txXfrm>
    </dsp:sp>
    <dsp:sp modelId="{F5D48F82-E9E5-4F31-8B5C-525060E188F4}">
      <dsp:nvSpPr>
        <dsp:cNvPr id="0" name=""/>
        <dsp:cNvSpPr/>
      </dsp:nvSpPr>
      <dsp:spPr>
        <a:xfrm>
          <a:off x="3240992" y="1305433"/>
          <a:ext cx="1838027" cy="9190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zh-CN" altLang="en-US" sz="1600" kern="12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密码分析学 </a:t>
          </a:r>
          <a:r>
            <a:rPr lang="en-US" altLang="en-US" sz="1600" kern="1200" baseline="0" dirty="0">
              <a:latin typeface="Montserrat" panose="00000500000000000000" pitchFamily="2" charset="0"/>
              <a:ea typeface="微软雅黑 Light" panose="020B0502040204020203" pitchFamily="34" charset="-122"/>
            </a:rPr>
            <a:t>Cryptanalysis</a:t>
          </a:r>
          <a:endParaRPr lang="zh-CN" altLang="en-US" sz="1600" kern="1200" baseline="0" dirty="0">
            <a:latin typeface="Montserrat" panose="00000500000000000000" pitchFamily="2" charset="0"/>
            <a:ea typeface="微软雅黑 Light" panose="020B0502040204020203" pitchFamily="34" charset="-122"/>
          </a:endParaRPr>
        </a:p>
      </dsp:txBody>
      <dsp:txXfrm>
        <a:off x="3240992" y="1305433"/>
        <a:ext cx="1838027" cy="9190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E3F7A0F7-AD19-4993-8574-730EC50C92A6}" type="datetimeFigureOut">
              <a:rPr lang="zh-CN" altLang="en-US" smtClean="0"/>
              <a:pPr/>
              <a:t>2025/11/23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0B14BD24-89E3-4C51-B736-BCCE6C13A88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097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140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81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676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236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150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580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864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733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443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599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760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204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279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398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138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608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6719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4BD24-89E3-4C51-B736-BCCE6C13A884}" type="slidenum">
              <a:rPr lang="zh-CN" altLang="en-US" smtClean="0"/>
              <a:pPr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806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8B78042A-5179-0C3E-C3DD-06774642CF0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079431" y="1178017"/>
            <a:ext cx="3600000" cy="2787466"/>
          </a:xfrm>
          <a:custGeom>
            <a:avLst/>
            <a:gdLst>
              <a:gd name="connsiteX0" fmla="*/ 895609 w 3600000"/>
              <a:gd name="connsiteY0" fmla="*/ 2704927 h 2787466"/>
              <a:gd name="connsiteX1" fmla="*/ 902204 w 3600000"/>
              <a:gd name="connsiteY1" fmla="*/ 2714989 h 2787466"/>
              <a:gd name="connsiteX2" fmla="*/ 895609 w 3600000"/>
              <a:gd name="connsiteY2" fmla="*/ 2704927 h 2787466"/>
              <a:gd name="connsiteX3" fmla="*/ 696344 w 3600000"/>
              <a:gd name="connsiteY3" fmla="*/ 2533081 h 2787466"/>
              <a:gd name="connsiteX4" fmla="*/ 689955 w 3600000"/>
              <a:gd name="connsiteY4" fmla="*/ 2539998 h 2787466"/>
              <a:gd name="connsiteX5" fmla="*/ 701702 w 3600000"/>
              <a:gd name="connsiteY5" fmla="*/ 2541098 h 2787466"/>
              <a:gd name="connsiteX6" fmla="*/ 696344 w 3600000"/>
              <a:gd name="connsiteY6" fmla="*/ 2533081 h 2787466"/>
              <a:gd name="connsiteX7" fmla="*/ 1008945 w 3600000"/>
              <a:gd name="connsiteY7" fmla="*/ 2532137 h 2787466"/>
              <a:gd name="connsiteX8" fmla="*/ 1012860 w 3600000"/>
              <a:gd name="connsiteY8" fmla="*/ 2538112 h 2787466"/>
              <a:gd name="connsiteX9" fmla="*/ 1014097 w 3600000"/>
              <a:gd name="connsiteY9" fmla="*/ 2534181 h 2787466"/>
              <a:gd name="connsiteX10" fmla="*/ 1008945 w 3600000"/>
              <a:gd name="connsiteY10" fmla="*/ 2532137 h 2787466"/>
              <a:gd name="connsiteX11" fmla="*/ 995963 w 3600000"/>
              <a:gd name="connsiteY11" fmla="*/ 2529150 h 2787466"/>
              <a:gd name="connsiteX12" fmla="*/ 990811 w 3600000"/>
              <a:gd name="connsiteY12" fmla="*/ 2538112 h 2787466"/>
              <a:gd name="connsiteX13" fmla="*/ 982981 w 3600000"/>
              <a:gd name="connsiteY13" fmla="*/ 2535125 h 2787466"/>
              <a:gd name="connsiteX14" fmla="*/ 980302 w 3600000"/>
              <a:gd name="connsiteY14" fmla="*/ 2556978 h 2787466"/>
              <a:gd name="connsiteX15" fmla="*/ 1007709 w 3600000"/>
              <a:gd name="connsiteY15" fmla="*/ 2556978 h 2787466"/>
              <a:gd name="connsiteX16" fmla="*/ 989369 w 3600000"/>
              <a:gd name="connsiteY16" fmla="*/ 2554934 h 2787466"/>
              <a:gd name="connsiteX17" fmla="*/ 1006473 w 3600000"/>
              <a:gd name="connsiteY17" fmla="*/ 2550061 h 2787466"/>
              <a:gd name="connsiteX18" fmla="*/ 1007709 w 3600000"/>
              <a:gd name="connsiteY18" fmla="*/ 2542985 h 2787466"/>
              <a:gd name="connsiteX19" fmla="*/ 995963 w 3600000"/>
              <a:gd name="connsiteY19" fmla="*/ 2529150 h 2787466"/>
              <a:gd name="connsiteX20" fmla="*/ 985454 w 3600000"/>
              <a:gd name="connsiteY20" fmla="*/ 2525219 h 2787466"/>
              <a:gd name="connsiteX21" fmla="*/ 982981 w 3600000"/>
              <a:gd name="connsiteY21" fmla="*/ 2533081 h 2787466"/>
              <a:gd name="connsiteX22" fmla="*/ 985454 w 3600000"/>
              <a:gd name="connsiteY22" fmla="*/ 2525219 h 2787466"/>
              <a:gd name="connsiteX23" fmla="*/ 825341 w 3600000"/>
              <a:gd name="connsiteY23" fmla="*/ 2520188 h 2787466"/>
              <a:gd name="connsiteX24" fmla="*/ 828020 w 3600000"/>
              <a:gd name="connsiteY24" fmla="*/ 2528207 h 2787466"/>
              <a:gd name="connsiteX25" fmla="*/ 825341 w 3600000"/>
              <a:gd name="connsiteY25" fmla="*/ 2520188 h 2787466"/>
              <a:gd name="connsiteX26" fmla="*/ 841002 w 3600000"/>
              <a:gd name="connsiteY26" fmla="*/ 2511226 h 2787466"/>
              <a:gd name="connsiteX27" fmla="*/ 830492 w 3600000"/>
              <a:gd name="connsiteY27" fmla="*/ 2515157 h 2787466"/>
              <a:gd name="connsiteX28" fmla="*/ 838323 w 3600000"/>
              <a:gd name="connsiteY28" fmla="*/ 2523176 h 2787466"/>
              <a:gd name="connsiteX29" fmla="*/ 841002 w 3600000"/>
              <a:gd name="connsiteY29" fmla="*/ 2520188 h 2787466"/>
              <a:gd name="connsiteX30" fmla="*/ 851305 w 3600000"/>
              <a:gd name="connsiteY30" fmla="*/ 2519245 h 2787466"/>
              <a:gd name="connsiteX31" fmla="*/ 841002 w 3600000"/>
              <a:gd name="connsiteY31" fmla="*/ 2511226 h 2787466"/>
              <a:gd name="connsiteX32" fmla="*/ 993284 w 3600000"/>
              <a:gd name="connsiteY32" fmla="*/ 2497391 h 2787466"/>
              <a:gd name="connsiteX33" fmla="*/ 992048 w 3600000"/>
              <a:gd name="connsiteY33" fmla="*/ 2513271 h 2787466"/>
              <a:gd name="connsiteX34" fmla="*/ 993284 w 3600000"/>
              <a:gd name="connsiteY34" fmla="*/ 2497391 h 2787466"/>
              <a:gd name="connsiteX35" fmla="*/ 1005030 w 3600000"/>
              <a:gd name="connsiteY35" fmla="*/ 2477423 h 2787466"/>
              <a:gd name="connsiteX36" fmla="*/ 1002557 w 3600000"/>
              <a:gd name="connsiteY36" fmla="*/ 2484499 h 2787466"/>
              <a:gd name="connsiteX37" fmla="*/ 1005030 w 3600000"/>
              <a:gd name="connsiteY37" fmla="*/ 2477423 h 2787466"/>
              <a:gd name="connsiteX38" fmla="*/ 718599 w 3600000"/>
              <a:gd name="connsiteY38" fmla="*/ 2437645 h 2787466"/>
              <a:gd name="connsiteX39" fmla="*/ 710768 w 3600000"/>
              <a:gd name="connsiteY39" fmla="*/ 2441733 h 2787466"/>
              <a:gd name="connsiteX40" fmla="*/ 729108 w 3600000"/>
              <a:gd name="connsiteY40" fmla="*/ 2464530 h 2787466"/>
              <a:gd name="connsiteX41" fmla="*/ 718599 w 3600000"/>
              <a:gd name="connsiteY41" fmla="*/ 2437645 h 2787466"/>
              <a:gd name="connsiteX42" fmla="*/ 1338145 w 3600000"/>
              <a:gd name="connsiteY42" fmla="*/ 2420888 h 2787466"/>
              <a:gd name="connsiteX43" fmla="*/ 1343250 w 3600000"/>
              <a:gd name="connsiteY43" fmla="*/ 2433521 h 2787466"/>
              <a:gd name="connsiteX44" fmla="*/ 1317522 w 3600000"/>
              <a:gd name="connsiteY44" fmla="*/ 2426743 h 2787466"/>
              <a:gd name="connsiteX45" fmla="*/ 1335491 w 3600000"/>
              <a:gd name="connsiteY45" fmla="*/ 2429670 h 2787466"/>
              <a:gd name="connsiteX46" fmla="*/ 1338145 w 3600000"/>
              <a:gd name="connsiteY46" fmla="*/ 2420888 h 2787466"/>
              <a:gd name="connsiteX47" fmla="*/ 714684 w 3600000"/>
              <a:gd name="connsiteY47" fmla="*/ 2411861 h 2787466"/>
              <a:gd name="connsiteX48" fmla="*/ 713447 w 3600000"/>
              <a:gd name="connsiteY48" fmla="*/ 2433715 h 2787466"/>
              <a:gd name="connsiteX49" fmla="*/ 723750 w 3600000"/>
              <a:gd name="connsiteY49" fmla="*/ 2431828 h 2787466"/>
              <a:gd name="connsiteX50" fmla="*/ 714684 w 3600000"/>
              <a:gd name="connsiteY50" fmla="*/ 2411861 h 2787466"/>
              <a:gd name="connsiteX51" fmla="*/ 1133310 w 3600000"/>
              <a:gd name="connsiteY51" fmla="*/ 2397717 h 2787466"/>
              <a:gd name="connsiteX52" fmla="*/ 1138379 w 3600000"/>
              <a:gd name="connsiteY52" fmla="*/ 2401623 h 2787466"/>
              <a:gd name="connsiteX53" fmla="*/ 1114048 w 3600000"/>
              <a:gd name="connsiteY53" fmla="*/ 2401623 h 2787466"/>
              <a:gd name="connsiteX54" fmla="*/ 1133310 w 3600000"/>
              <a:gd name="connsiteY54" fmla="*/ 2397717 h 2787466"/>
              <a:gd name="connsiteX55" fmla="*/ 1151513 w 3600000"/>
              <a:gd name="connsiteY55" fmla="*/ 2395630 h 2787466"/>
              <a:gd name="connsiteX56" fmla="*/ 1157126 w 3600000"/>
              <a:gd name="connsiteY56" fmla="*/ 2398484 h 2787466"/>
              <a:gd name="connsiteX57" fmla="*/ 1157717 w 3600000"/>
              <a:gd name="connsiteY57" fmla="*/ 2397956 h 2787466"/>
              <a:gd name="connsiteX58" fmla="*/ 1394595 w 3600000"/>
              <a:gd name="connsiteY58" fmla="*/ 2385531 h 2787466"/>
              <a:gd name="connsiteX59" fmla="*/ 1402219 w 3600000"/>
              <a:gd name="connsiteY59" fmla="*/ 2395515 h 2787466"/>
              <a:gd name="connsiteX60" fmla="*/ 1394595 w 3600000"/>
              <a:gd name="connsiteY60" fmla="*/ 2385531 h 2787466"/>
              <a:gd name="connsiteX61" fmla="*/ 719836 w 3600000"/>
              <a:gd name="connsiteY61" fmla="*/ 2378057 h 2787466"/>
              <a:gd name="connsiteX62" fmla="*/ 712005 w 3600000"/>
              <a:gd name="connsiteY62" fmla="*/ 2379158 h 2787466"/>
              <a:gd name="connsiteX63" fmla="*/ 717363 w 3600000"/>
              <a:gd name="connsiteY63" fmla="*/ 2399912 h 2787466"/>
              <a:gd name="connsiteX64" fmla="*/ 731581 w 3600000"/>
              <a:gd name="connsiteY64" fmla="*/ 2403999 h 2787466"/>
              <a:gd name="connsiteX65" fmla="*/ 719836 w 3600000"/>
              <a:gd name="connsiteY65" fmla="*/ 2378057 h 2787466"/>
              <a:gd name="connsiteX66" fmla="*/ 1343843 w 3600000"/>
              <a:gd name="connsiteY66" fmla="*/ 2373053 h 2787466"/>
              <a:gd name="connsiteX67" fmla="*/ 1334858 w 3600000"/>
              <a:gd name="connsiteY67" fmla="*/ 2383614 h 2787466"/>
              <a:gd name="connsiteX68" fmla="*/ 1343843 w 3600000"/>
              <a:gd name="connsiteY68" fmla="*/ 2373053 h 2787466"/>
              <a:gd name="connsiteX69" fmla="*/ 1340102 w 3600000"/>
              <a:gd name="connsiteY69" fmla="*/ 2364025 h 2787466"/>
              <a:gd name="connsiteX70" fmla="*/ 1337606 w 3600000"/>
              <a:gd name="connsiteY70" fmla="*/ 2377053 h 2787466"/>
              <a:gd name="connsiteX71" fmla="*/ 1325749 w 3600000"/>
              <a:gd name="connsiteY71" fmla="*/ 2374035 h 2787466"/>
              <a:gd name="connsiteX72" fmla="*/ 1323045 w 3600000"/>
              <a:gd name="connsiteY72" fmla="*/ 2372128 h 2787466"/>
              <a:gd name="connsiteX73" fmla="*/ 1340102 w 3600000"/>
              <a:gd name="connsiteY73" fmla="*/ 2364025 h 2787466"/>
              <a:gd name="connsiteX74" fmla="*/ 1374822 w 3600000"/>
              <a:gd name="connsiteY74" fmla="*/ 2356335 h 2787466"/>
              <a:gd name="connsiteX75" fmla="*/ 1422795 w 3600000"/>
              <a:gd name="connsiteY75" fmla="*/ 2360316 h 2787466"/>
              <a:gd name="connsiteX76" fmla="*/ 1390281 w 3600000"/>
              <a:gd name="connsiteY76" fmla="*/ 2379332 h 2787466"/>
              <a:gd name="connsiteX77" fmla="*/ 1343362 w 3600000"/>
              <a:gd name="connsiteY77" fmla="*/ 2371250 h 2787466"/>
              <a:gd name="connsiteX78" fmla="*/ 1374822 w 3600000"/>
              <a:gd name="connsiteY78" fmla="*/ 2356335 h 2787466"/>
              <a:gd name="connsiteX79" fmla="*/ 1302964 w 3600000"/>
              <a:gd name="connsiteY79" fmla="*/ 2316362 h 2787466"/>
              <a:gd name="connsiteX80" fmla="*/ 1300638 w 3600000"/>
              <a:gd name="connsiteY80" fmla="*/ 2317209 h 2787466"/>
              <a:gd name="connsiteX81" fmla="*/ 1286231 w 3600000"/>
              <a:gd name="connsiteY81" fmla="*/ 2336409 h 2787466"/>
              <a:gd name="connsiteX82" fmla="*/ 1289981 w 3600000"/>
              <a:gd name="connsiteY82" fmla="*/ 2341203 h 2787466"/>
              <a:gd name="connsiteX83" fmla="*/ 1296576 w 3600000"/>
              <a:gd name="connsiteY83" fmla="*/ 2330197 h 2787466"/>
              <a:gd name="connsiteX84" fmla="*/ 1309559 w 3600000"/>
              <a:gd name="connsiteY84" fmla="*/ 2339159 h 2787466"/>
              <a:gd name="connsiteX85" fmla="*/ 1326458 w 3600000"/>
              <a:gd name="connsiteY85" fmla="*/ 2330197 h 2787466"/>
              <a:gd name="connsiteX86" fmla="*/ 1336968 w 3600000"/>
              <a:gd name="connsiteY86" fmla="*/ 2316362 h 2787466"/>
              <a:gd name="connsiteX87" fmla="*/ 1318627 w 3600000"/>
              <a:gd name="connsiteY87" fmla="*/ 2317305 h 2787466"/>
              <a:gd name="connsiteX88" fmla="*/ 1321305 w 3600000"/>
              <a:gd name="connsiteY88" fmla="*/ 2326267 h 2787466"/>
              <a:gd name="connsiteX89" fmla="*/ 1308322 w 3600000"/>
              <a:gd name="connsiteY89" fmla="*/ 2329253 h 2787466"/>
              <a:gd name="connsiteX90" fmla="*/ 1302964 w 3600000"/>
              <a:gd name="connsiteY90" fmla="*/ 2316362 h 2787466"/>
              <a:gd name="connsiteX91" fmla="*/ 1359020 w 3600000"/>
              <a:gd name="connsiteY91" fmla="*/ 2312274 h 2787466"/>
              <a:gd name="connsiteX92" fmla="*/ 1343357 w 3600000"/>
              <a:gd name="connsiteY92" fmla="*/ 2315261 h 2787466"/>
              <a:gd name="connsiteX93" fmla="*/ 1349952 w 3600000"/>
              <a:gd name="connsiteY93" fmla="*/ 2321236 h 2787466"/>
              <a:gd name="connsiteX94" fmla="*/ 1359020 w 3600000"/>
              <a:gd name="connsiteY94" fmla="*/ 2312274 h 2787466"/>
              <a:gd name="connsiteX95" fmla="*/ 1479103 w 3600000"/>
              <a:gd name="connsiteY95" fmla="*/ 2234134 h 2787466"/>
              <a:gd name="connsiteX96" fmla="*/ 1489134 w 3600000"/>
              <a:gd name="connsiteY96" fmla="*/ 2234970 h 2787466"/>
              <a:gd name="connsiteX97" fmla="*/ 1481510 w 3600000"/>
              <a:gd name="connsiteY97" fmla="*/ 2241168 h 2787466"/>
              <a:gd name="connsiteX98" fmla="*/ 1473887 w 3600000"/>
              <a:gd name="connsiteY98" fmla="*/ 2237090 h 2787466"/>
              <a:gd name="connsiteX99" fmla="*/ 1479103 w 3600000"/>
              <a:gd name="connsiteY99" fmla="*/ 2234134 h 2787466"/>
              <a:gd name="connsiteX100" fmla="*/ 1484374 w 3600000"/>
              <a:gd name="connsiteY100" fmla="*/ 2205975 h 2787466"/>
              <a:gd name="connsiteX101" fmla="*/ 1468715 w 3600000"/>
              <a:gd name="connsiteY101" fmla="*/ 2209883 h 2787466"/>
              <a:gd name="connsiteX102" fmla="*/ 1484374 w 3600000"/>
              <a:gd name="connsiteY102" fmla="*/ 2205975 h 2787466"/>
              <a:gd name="connsiteX103" fmla="*/ 1419177 w 3600000"/>
              <a:gd name="connsiteY103" fmla="*/ 2182772 h 2787466"/>
              <a:gd name="connsiteX104" fmla="*/ 1419120 w 3600000"/>
              <a:gd name="connsiteY104" fmla="*/ 2183899 h 2787466"/>
              <a:gd name="connsiteX105" fmla="*/ 1421463 w 3600000"/>
              <a:gd name="connsiteY105" fmla="*/ 2183196 h 2787466"/>
              <a:gd name="connsiteX106" fmla="*/ 1379834 w 3600000"/>
              <a:gd name="connsiteY106" fmla="*/ 2127539 h 2787466"/>
              <a:gd name="connsiteX107" fmla="*/ 1369530 w 3600000"/>
              <a:gd name="connsiteY107" fmla="*/ 2133514 h 2787466"/>
              <a:gd name="connsiteX108" fmla="*/ 1379834 w 3600000"/>
              <a:gd name="connsiteY108" fmla="*/ 2127539 h 2787466"/>
              <a:gd name="connsiteX109" fmla="*/ 1443721 w 3600000"/>
              <a:gd name="connsiteY109" fmla="*/ 2121565 h 2787466"/>
              <a:gd name="connsiteX110" fmla="*/ 1439805 w 3600000"/>
              <a:gd name="connsiteY110" fmla="*/ 2132571 h 2787466"/>
              <a:gd name="connsiteX111" fmla="*/ 1443721 w 3600000"/>
              <a:gd name="connsiteY111" fmla="*/ 2121565 h 2787466"/>
              <a:gd name="connsiteX112" fmla="*/ 1392126 w 3600000"/>
              <a:gd name="connsiteY112" fmla="*/ 2113736 h 2787466"/>
              <a:gd name="connsiteX113" fmla="*/ 1388902 w 3600000"/>
              <a:gd name="connsiteY113" fmla="*/ 2116692 h 2787466"/>
              <a:gd name="connsiteX114" fmla="*/ 1392545 w 3600000"/>
              <a:gd name="connsiteY114" fmla="*/ 2116692 h 2787466"/>
              <a:gd name="connsiteX115" fmla="*/ 1425094 w 3600000"/>
              <a:gd name="connsiteY115" fmla="*/ 2112185 h 2787466"/>
              <a:gd name="connsiteX116" fmla="*/ 1424932 w 3600000"/>
              <a:gd name="connsiteY116" fmla="*/ 2113799 h 2787466"/>
              <a:gd name="connsiteX117" fmla="*/ 1426822 w 3600000"/>
              <a:gd name="connsiteY117" fmla="*/ 2113704 h 2787466"/>
              <a:gd name="connsiteX118" fmla="*/ 1435889 w 3600000"/>
              <a:gd name="connsiteY118" fmla="*/ 2125495 h 2787466"/>
              <a:gd name="connsiteX119" fmla="*/ 1431974 w 3600000"/>
              <a:gd name="connsiteY119" fmla="*/ 2119521 h 2787466"/>
              <a:gd name="connsiteX120" fmla="*/ 1435889 w 3600000"/>
              <a:gd name="connsiteY120" fmla="*/ 2115590 h 2787466"/>
              <a:gd name="connsiteX121" fmla="*/ 1428831 w 3600000"/>
              <a:gd name="connsiteY121" fmla="*/ 2112506 h 2787466"/>
              <a:gd name="connsiteX122" fmla="*/ 1443721 w 3600000"/>
              <a:gd name="connsiteY122" fmla="*/ 2110717 h 2787466"/>
              <a:gd name="connsiteX123" fmla="*/ 1457940 w 3600000"/>
              <a:gd name="connsiteY123" fmla="*/ 2114647 h 2787466"/>
              <a:gd name="connsiteX124" fmla="*/ 1443721 w 3600000"/>
              <a:gd name="connsiteY124" fmla="*/ 2110717 h 2787466"/>
              <a:gd name="connsiteX125" fmla="*/ 1390576 w 3600000"/>
              <a:gd name="connsiteY125" fmla="*/ 2095093 h 2787466"/>
              <a:gd name="connsiteX126" fmla="*/ 1383750 w 3600000"/>
              <a:gd name="connsiteY126" fmla="*/ 2098768 h 2787466"/>
              <a:gd name="connsiteX127" fmla="*/ 1399412 w 3600000"/>
              <a:gd name="connsiteY127" fmla="*/ 2096724 h 2787466"/>
              <a:gd name="connsiteX128" fmla="*/ 1390576 w 3600000"/>
              <a:gd name="connsiteY128" fmla="*/ 2095093 h 2787466"/>
              <a:gd name="connsiteX129" fmla="*/ 1469044 w 3600000"/>
              <a:gd name="connsiteY129" fmla="*/ 2093012 h 2787466"/>
              <a:gd name="connsiteX130" fmla="*/ 1473022 w 3600000"/>
              <a:gd name="connsiteY130" fmla="*/ 2099747 h 2787466"/>
              <a:gd name="connsiteX131" fmla="*/ 1461165 w 3600000"/>
              <a:gd name="connsiteY131" fmla="*/ 2096736 h 2787466"/>
              <a:gd name="connsiteX132" fmla="*/ 1469044 w 3600000"/>
              <a:gd name="connsiteY132" fmla="*/ 2093012 h 2787466"/>
              <a:gd name="connsiteX133" fmla="*/ 1473603 w 3600000"/>
              <a:gd name="connsiteY133" fmla="*/ 2050030 h 2787466"/>
              <a:gd name="connsiteX134" fmla="*/ 1455468 w 3600000"/>
              <a:gd name="connsiteY134" fmla="*/ 2065909 h 2787466"/>
              <a:gd name="connsiteX135" fmla="*/ 1473603 w 3600000"/>
              <a:gd name="connsiteY135" fmla="*/ 2058991 h 2787466"/>
              <a:gd name="connsiteX136" fmla="*/ 1477518 w 3600000"/>
              <a:gd name="connsiteY136" fmla="*/ 2058991 h 2787466"/>
              <a:gd name="connsiteX137" fmla="*/ 1473603 w 3600000"/>
              <a:gd name="connsiteY137" fmla="*/ 2050030 h 2787466"/>
              <a:gd name="connsiteX138" fmla="*/ 1489265 w 3600000"/>
              <a:gd name="connsiteY138" fmla="*/ 2034150 h 2787466"/>
              <a:gd name="connsiteX139" fmla="*/ 1478755 w 3600000"/>
              <a:gd name="connsiteY139" fmla="*/ 2037138 h 2787466"/>
              <a:gd name="connsiteX140" fmla="*/ 1482671 w 3600000"/>
              <a:gd name="connsiteY140" fmla="*/ 2042169 h 2787466"/>
              <a:gd name="connsiteX141" fmla="*/ 1489265 w 3600000"/>
              <a:gd name="connsiteY141" fmla="*/ 2034150 h 2787466"/>
              <a:gd name="connsiteX142" fmla="*/ 596196 w 3600000"/>
              <a:gd name="connsiteY142" fmla="*/ 2000562 h 2787466"/>
              <a:gd name="connsiteX143" fmla="*/ 589602 w 3600000"/>
              <a:gd name="connsiteY143" fmla="*/ 2002606 h 2787466"/>
              <a:gd name="connsiteX144" fmla="*/ 593517 w 3600000"/>
              <a:gd name="connsiteY144" fmla="*/ 2007480 h 2787466"/>
              <a:gd name="connsiteX145" fmla="*/ 596196 w 3600000"/>
              <a:gd name="connsiteY145" fmla="*/ 2000562 h 2787466"/>
              <a:gd name="connsiteX146" fmla="*/ 587129 w 3600000"/>
              <a:gd name="connsiteY146" fmla="*/ 1988613 h 2787466"/>
              <a:gd name="connsiteX147" fmla="*/ 583214 w 3600000"/>
              <a:gd name="connsiteY147" fmla="*/ 1997575 h 2787466"/>
              <a:gd name="connsiteX148" fmla="*/ 598875 w 3600000"/>
              <a:gd name="connsiteY148" fmla="*/ 1998676 h 2787466"/>
              <a:gd name="connsiteX149" fmla="*/ 587129 w 3600000"/>
              <a:gd name="connsiteY149" fmla="*/ 1988613 h 2787466"/>
              <a:gd name="connsiteX150" fmla="*/ 597432 w 3600000"/>
              <a:gd name="connsiteY150" fmla="*/ 1971790 h 2787466"/>
              <a:gd name="connsiteX151" fmla="*/ 587129 w 3600000"/>
              <a:gd name="connsiteY151" fmla="*/ 1977765 h 2787466"/>
              <a:gd name="connsiteX152" fmla="*/ 605262 w 3600000"/>
              <a:gd name="connsiteY152" fmla="*/ 1981695 h 2787466"/>
              <a:gd name="connsiteX153" fmla="*/ 597432 w 3600000"/>
              <a:gd name="connsiteY153" fmla="*/ 1971790 h 2787466"/>
              <a:gd name="connsiteX154" fmla="*/ 587129 w 3600000"/>
              <a:gd name="connsiteY154" fmla="*/ 1956854 h 2787466"/>
              <a:gd name="connsiteX155" fmla="*/ 596196 w 3600000"/>
              <a:gd name="connsiteY155" fmla="*/ 1963772 h 2787466"/>
              <a:gd name="connsiteX156" fmla="*/ 592280 w 3600000"/>
              <a:gd name="connsiteY156" fmla="*/ 1967860 h 2787466"/>
              <a:gd name="connsiteX157" fmla="*/ 607941 w 3600000"/>
              <a:gd name="connsiteY157" fmla="*/ 1971790 h 2787466"/>
              <a:gd name="connsiteX158" fmla="*/ 597432 w 3600000"/>
              <a:gd name="connsiteY158" fmla="*/ 1957955 h 2787466"/>
              <a:gd name="connsiteX159" fmla="*/ 587129 w 3600000"/>
              <a:gd name="connsiteY159" fmla="*/ 1956854 h 2787466"/>
              <a:gd name="connsiteX160" fmla="*/ 1554788 w 3600000"/>
              <a:gd name="connsiteY160" fmla="*/ 1949919 h 2787466"/>
              <a:gd name="connsiteX161" fmla="*/ 1545672 w 3600000"/>
              <a:gd name="connsiteY161" fmla="*/ 1952778 h 2787466"/>
              <a:gd name="connsiteX162" fmla="*/ 1554788 w 3600000"/>
              <a:gd name="connsiteY162" fmla="*/ 1949919 h 2787466"/>
              <a:gd name="connsiteX163" fmla="*/ 1579484 w 3600000"/>
              <a:gd name="connsiteY163" fmla="*/ 1884182 h 2787466"/>
              <a:gd name="connsiteX164" fmla="*/ 1581784 w 3600000"/>
              <a:gd name="connsiteY164" fmla="*/ 1886033 h 2787466"/>
              <a:gd name="connsiteX165" fmla="*/ 1591815 w 3600000"/>
              <a:gd name="connsiteY165" fmla="*/ 1886963 h 2787466"/>
              <a:gd name="connsiteX166" fmla="*/ 1588003 w 3600000"/>
              <a:gd name="connsiteY166" fmla="*/ 1891770 h 2787466"/>
              <a:gd name="connsiteX167" fmla="*/ 1579484 w 3600000"/>
              <a:gd name="connsiteY167" fmla="*/ 1884182 h 2787466"/>
              <a:gd name="connsiteX168" fmla="*/ 1543878 w 3600000"/>
              <a:gd name="connsiteY168" fmla="*/ 1883219 h 2787466"/>
              <a:gd name="connsiteX169" fmla="*/ 1551710 w 3600000"/>
              <a:gd name="connsiteY169" fmla="*/ 1891080 h 2787466"/>
              <a:gd name="connsiteX170" fmla="*/ 1543878 w 3600000"/>
              <a:gd name="connsiteY170" fmla="*/ 1883219 h 2787466"/>
              <a:gd name="connsiteX171" fmla="*/ 412877 w 3600000"/>
              <a:gd name="connsiteY171" fmla="*/ 1882219 h 2787466"/>
              <a:gd name="connsiteX172" fmla="*/ 435052 w 3600000"/>
              <a:gd name="connsiteY172" fmla="*/ 1891077 h 2787466"/>
              <a:gd name="connsiteX173" fmla="*/ 412877 w 3600000"/>
              <a:gd name="connsiteY173" fmla="*/ 1882219 h 2787466"/>
              <a:gd name="connsiteX174" fmla="*/ 49134 w 3600000"/>
              <a:gd name="connsiteY174" fmla="*/ 1866274 h 2787466"/>
              <a:gd name="connsiteX175" fmla="*/ 57039 w 3600000"/>
              <a:gd name="connsiteY175" fmla="*/ 1869361 h 2787466"/>
              <a:gd name="connsiteX176" fmla="*/ 39982 w 3600000"/>
              <a:gd name="connsiteY176" fmla="*/ 1873424 h 2787466"/>
              <a:gd name="connsiteX177" fmla="*/ 49134 w 3600000"/>
              <a:gd name="connsiteY177" fmla="*/ 1866274 h 2787466"/>
              <a:gd name="connsiteX178" fmla="*/ 358930 w 3600000"/>
              <a:gd name="connsiteY178" fmla="*/ 1842703 h 2787466"/>
              <a:gd name="connsiteX179" fmla="*/ 372348 w 3600000"/>
              <a:gd name="connsiteY179" fmla="*/ 1850863 h 2787466"/>
              <a:gd name="connsiteX180" fmla="*/ 358930 w 3600000"/>
              <a:gd name="connsiteY180" fmla="*/ 1842703 h 2787466"/>
              <a:gd name="connsiteX181" fmla="*/ 1632348 w 3600000"/>
              <a:gd name="connsiteY181" fmla="*/ 1835770 h 2787466"/>
              <a:gd name="connsiteX182" fmla="*/ 1639058 w 3600000"/>
              <a:gd name="connsiteY182" fmla="*/ 1840890 h 2787466"/>
              <a:gd name="connsiteX183" fmla="*/ 1635074 w 3600000"/>
              <a:gd name="connsiteY183" fmla="*/ 1843930 h 2787466"/>
              <a:gd name="connsiteX184" fmla="*/ 1632348 w 3600000"/>
              <a:gd name="connsiteY184" fmla="*/ 1835770 h 2787466"/>
              <a:gd name="connsiteX185" fmla="*/ 1548570 w 3600000"/>
              <a:gd name="connsiteY185" fmla="*/ 1835049 h 2787466"/>
              <a:gd name="connsiteX186" fmla="*/ 1547628 w 3600000"/>
              <a:gd name="connsiteY186" fmla="*/ 1836411 h 2787466"/>
              <a:gd name="connsiteX187" fmla="*/ 1550499 w 3600000"/>
              <a:gd name="connsiteY187" fmla="*/ 1839059 h 2787466"/>
              <a:gd name="connsiteX188" fmla="*/ 1546558 w 3600000"/>
              <a:gd name="connsiteY188" fmla="*/ 1840454 h 2787466"/>
              <a:gd name="connsiteX189" fmla="*/ 1555625 w 3600000"/>
              <a:gd name="connsiteY189" fmla="*/ 1837467 h 2787466"/>
              <a:gd name="connsiteX190" fmla="*/ 1551742 w 3600000"/>
              <a:gd name="connsiteY190" fmla="*/ 1837760 h 2787466"/>
              <a:gd name="connsiteX191" fmla="*/ 1615403 w 3600000"/>
              <a:gd name="connsiteY191" fmla="*/ 1834854 h 2787466"/>
              <a:gd name="connsiteX192" fmla="*/ 1621794 w 3600000"/>
              <a:gd name="connsiteY192" fmla="*/ 1837890 h 2787466"/>
              <a:gd name="connsiteX193" fmla="*/ 1619309 w 3600000"/>
              <a:gd name="connsiteY193" fmla="*/ 1841851 h 2787466"/>
              <a:gd name="connsiteX194" fmla="*/ 1615403 w 3600000"/>
              <a:gd name="connsiteY194" fmla="*/ 1834854 h 2787466"/>
              <a:gd name="connsiteX195" fmla="*/ 1564693 w 3600000"/>
              <a:gd name="connsiteY195" fmla="*/ 1834480 h 2787466"/>
              <a:gd name="connsiteX196" fmla="*/ 1575203 w 3600000"/>
              <a:gd name="connsiteY196" fmla="*/ 1842341 h 2787466"/>
              <a:gd name="connsiteX197" fmla="*/ 1566135 w 3600000"/>
              <a:gd name="connsiteY197" fmla="*/ 1842341 h 2787466"/>
              <a:gd name="connsiteX198" fmla="*/ 1576439 w 3600000"/>
              <a:gd name="connsiteY198" fmla="*/ 1842341 h 2787466"/>
              <a:gd name="connsiteX199" fmla="*/ 1564693 w 3600000"/>
              <a:gd name="connsiteY199" fmla="*/ 1834480 h 2787466"/>
              <a:gd name="connsiteX200" fmla="*/ 551354 w 3600000"/>
              <a:gd name="connsiteY200" fmla="*/ 1831707 h 2787466"/>
              <a:gd name="connsiteX201" fmla="*/ 546552 w 3600000"/>
              <a:gd name="connsiteY201" fmla="*/ 1833360 h 2787466"/>
              <a:gd name="connsiteX202" fmla="*/ 553927 w 3600000"/>
              <a:gd name="connsiteY202" fmla="*/ 1840909 h 2787466"/>
              <a:gd name="connsiteX203" fmla="*/ 547789 w 3600000"/>
              <a:gd name="connsiteY203" fmla="*/ 1842321 h 2787466"/>
              <a:gd name="connsiteX204" fmla="*/ 554385 w 3600000"/>
              <a:gd name="connsiteY204" fmla="*/ 1841378 h 2787466"/>
              <a:gd name="connsiteX205" fmla="*/ 553927 w 3600000"/>
              <a:gd name="connsiteY205" fmla="*/ 1840909 h 2787466"/>
              <a:gd name="connsiteX206" fmla="*/ 560774 w 3600000"/>
              <a:gd name="connsiteY206" fmla="*/ 1839334 h 2787466"/>
              <a:gd name="connsiteX207" fmla="*/ 551354 w 3600000"/>
              <a:gd name="connsiteY207" fmla="*/ 1831707 h 2787466"/>
              <a:gd name="connsiteX208" fmla="*/ 1637158 w 3600000"/>
              <a:gd name="connsiteY208" fmla="*/ 1830086 h 2787466"/>
              <a:gd name="connsiteX209" fmla="*/ 1642699 w 3600000"/>
              <a:gd name="connsiteY209" fmla="*/ 1832662 h 2787466"/>
              <a:gd name="connsiteX210" fmla="*/ 1640051 w 3600000"/>
              <a:gd name="connsiteY210" fmla="*/ 1835615 h 2787466"/>
              <a:gd name="connsiteX211" fmla="*/ 1637158 w 3600000"/>
              <a:gd name="connsiteY211" fmla="*/ 1830086 h 2787466"/>
              <a:gd name="connsiteX212" fmla="*/ 1628598 w 3600000"/>
              <a:gd name="connsiteY212" fmla="*/ 1815947 h 2787466"/>
              <a:gd name="connsiteX213" fmla="*/ 1636337 w 3600000"/>
              <a:gd name="connsiteY213" fmla="*/ 1822122 h 2787466"/>
              <a:gd name="connsiteX214" fmla="*/ 1629820 w 3600000"/>
              <a:gd name="connsiteY214" fmla="*/ 1824071 h 2787466"/>
              <a:gd name="connsiteX215" fmla="*/ 1628598 w 3600000"/>
              <a:gd name="connsiteY215" fmla="*/ 1815947 h 2787466"/>
              <a:gd name="connsiteX216" fmla="*/ 1647042 w 3600000"/>
              <a:gd name="connsiteY216" fmla="*/ 1801800 h 2787466"/>
              <a:gd name="connsiteX217" fmla="*/ 1649465 w 3600000"/>
              <a:gd name="connsiteY217" fmla="*/ 1808793 h 2787466"/>
              <a:gd name="connsiteX218" fmla="*/ 1647042 w 3600000"/>
              <a:gd name="connsiteY218" fmla="*/ 1801800 h 2787466"/>
              <a:gd name="connsiteX219" fmla="*/ 1641061 w 3600000"/>
              <a:gd name="connsiteY219" fmla="*/ 1792884 h 2787466"/>
              <a:gd name="connsiteX220" fmla="*/ 1645418 w 3600000"/>
              <a:gd name="connsiteY220" fmla="*/ 1794092 h 2787466"/>
              <a:gd name="connsiteX221" fmla="*/ 1640176 w 3600000"/>
              <a:gd name="connsiteY221" fmla="*/ 1800051 h 2787466"/>
              <a:gd name="connsiteX222" fmla="*/ 1641061 w 3600000"/>
              <a:gd name="connsiteY222" fmla="*/ 1792884 h 2787466"/>
              <a:gd name="connsiteX223" fmla="*/ 377170 w 3600000"/>
              <a:gd name="connsiteY223" fmla="*/ 1783082 h 2787466"/>
              <a:gd name="connsiteX224" fmla="*/ 385016 w 3600000"/>
              <a:gd name="connsiteY224" fmla="*/ 1785098 h 2787466"/>
              <a:gd name="connsiteX225" fmla="*/ 385059 w 3600000"/>
              <a:gd name="connsiteY225" fmla="*/ 1785134 h 2787466"/>
              <a:gd name="connsiteX226" fmla="*/ 382006 w 3600000"/>
              <a:gd name="connsiteY226" fmla="*/ 1789507 h 2787466"/>
              <a:gd name="connsiteX227" fmla="*/ 379874 w 3600000"/>
              <a:gd name="connsiteY227" fmla="*/ 1794018 h 2787466"/>
              <a:gd name="connsiteX228" fmla="*/ 369265 w 3600000"/>
              <a:gd name="connsiteY228" fmla="*/ 1788081 h 2787466"/>
              <a:gd name="connsiteX229" fmla="*/ 377170 w 3600000"/>
              <a:gd name="connsiteY229" fmla="*/ 1783082 h 2787466"/>
              <a:gd name="connsiteX230" fmla="*/ 1608988 w 3600000"/>
              <a:gd name="connsiteY230" fmla="*/ 1773935 h 2787466"/>
              <a:gd name="connsiteX231" fmla="*/ 1607764 w 3600000"/>
              <a:gd name="connsiteY231" fmla="*/ 1774893 h 2787466"/>
              <a:gd name="connsiteX232" fmla="*/ 1615595 w 3600000"/>
              <a:gd name="connsiteY232" fmla="*/ 1781811 h 2787466"/>
              <a:gd name="connsiteX233" fmla="*/ 1615595 w 3600000"/>
              <a:gd name="connsiteY233" fmla="*/ 1775836 h 2787466"/>
              <a:gd name="connsiteX234" fmla="*/ 1608988 w 3600000"/>
              <a:gd name="connsiteY234" fmla="*/ 1773935 h 2787466"/>
              <a:gd name="connsiteX235" fmla="*/ 427210 w 3600000"/>
              <a:gd name="connsiteY235" fmla="*/ 1767185 h 2787466"/>
              <a:gd name="connsiteX236" fmla="*/ 425693 w 3600000"/>
              <a:gd name="connsiteY236" fmla="*/ 1769523 h 2787466"/>
              <a:gd name="connsiteX237" fmla="*/ 424128 w 3600000"/>
              <a:gd name="connsiteY237" fmla="*/ 1774873 h 2787466"/>
              <a:gd name="connsiteX238" fmla="*/ 422686 w 3600000"/>
              <a:gd name="connsiteY238" fmla="*/ 1783835 h 2787466"/>
              <a:gd name="connsiteX239" fmla="*/ 441029 w 3600000"/>
              <a:gd name="connsiteY239" fmla="*/ 1783835 h 2787466"/>
              <a:gd name="connsiteX240" fmla="*/ 432218 w 3600000"/>
              <a:gd name="connsiteY240" fmla="*/ 1772449 h 2787466"/>
              <a:gd name="connsiteX241" fmla="*/ 432946 w 3600000"/>
              <a:gd name="connsiteY241" fmla="*/ 1767590 h 2787466"/>
              <a:gd name="connsiteX242" fmla="*/ 428358 w 3600000"/>
              <a:gd name="connsiteY242" fmla="*/ 1769060 h 2787466"/>
              <a:gd name="connsiteX243" fmla="*/ 1649207 w 3600000"/>
              <a:gd name="connsiteY243" fmla="*/ 1763872 h 2787466"/>
              <a:gd name="connsiteX244" fmla="*/ 1657485 w 3600000"/>
              <a:gd name="connsiteY244" fmla="*/ 1767830 h 2787466"/>
              <a:gd name="connsiteX245" fmla="*/ 1653532 w 3600000"/>
              <a:gd name="connsiteY245" fmla="*/ 1776684 h 2787466"/>
              <a:gd name="connsiteX246" fmla="*/ 1651037 w 3600000"/>
              <a:gd name="connsiteY246" fmla="*/ 1771783 h 2787466"/>
              <a:gd name="connsiteX247" fmla="*/ 1654781 w 3600000"/>
              <a:gd name="connsiteY247" fmla="*/ 1767830 h 2787466"/>
              <a:gd name="connsiteX248" fmla="*/ 1651037 w 3600000"/>
              <a:gd name="connsiteY248" fmla="*/ 1767830 h 2787466"/>
              <a:gd name="connsiteX249" fmla="*/ 1649207 w 3600000"/>
              <a:gd name="connsiteY249" fmla="*/ 1763872 h 2787466"/>
              <a:gd name="connsiteX250" fmla="*/ 470824 w 3600000"/>
              <a:gd name="connsiteY250" fmla="*/ 1762045 h 2787466"/>
              <a:gd name="connsiteX251" fmla="*/ 468494 w 3600000"/>
              <a:gd name="connsiteY251" fmla="*/ 1762968 h 2787466"/>
              <a:gd name="connsiteX252" fmla="*/ 466281 w 3600000"/>
              <a:gd name="connsiteY252" fmla="*/ 1763714 h 2787466"/>
              <a:gd name="connsiteX253" fmla="*/ 480110 w 3600000"/>
              <a:gd name="connsiteY253" fmla="*/ 1769607 h 2787466"/>
              <a:gd name="connsiteX254" fmla="*/ 502240 w 3600000"/>
              <a:gd name="connsiteY254" fmla="*/ 1778804 h 2787466"/>
              <a:gd name="connsiteX255" fmla="*/ 504920 w 3600000"/>
              <a:gd name="connsiteY255" fmla="*/ 1768899 h 2787466"/>
              <a:gd name="connsiteX256" fmla="*/ 474430 w 3600000"/>
              <a:gd name="connsiteY256" fmla="*/ 1762134 h 2787466"/>
              <a:gd name="connsiteX257" fmla="*/ 1598697 w 3600000"/>
              <a:gd name="connsiteY257" fmla="*/ 1760900 h 2787466"/>
              <a:gd name="connsiteX258" fmla="*/ 1597254 w 3600000"/>
              <a:gd name="connsiteY258" fmla="*/ 1764988 h 2787466"/>
              <a:gd name="connsiteX259" fmla="*/ 1611681 w 3600000"/>
              <a:gd name="connsiteY259" fmla="*/ 1769862 h 2787466"/>
              <a:gd name="connsiteX260" fmla="*/ 1598697 w 3600000"/>
              <a:gd name="connsiteY260" fmla="*/ 1760900 h 2787466"/>
              <a:gd name="connsiteX261" fmla="*/ 1563456 w 3600000"/>
              <a:gd name="connsiteY261" fmla="*/ 1759014 h 2787466"/>
              <a:gd name="connsiteX262" fmla="*/ 1559541 w 3600000"/>
              <a:gd name="connsiteY262" fmla="*/ 1767975 h 2787466"/>
              <a:gd name="connsiteX263" fmla="*/ 1563456 w 3600000"/>
              <a:gd name="connsiteY263" fmla="*/ 1759014 h 2787466"/>
              <a:gd name="connsiteX264" fmla="*/ 1643372 w 3600000"/>
              <a:gd name="connsiteY264" fmla="*/ 1753997 h 2787466"/>
              <a:gd name="connsiteX265" fmla="*/ 1641946 w 3600000"/>
              <a:gd name="connsiteY265" fmla="*/ 1762122 h 2787466"/>
              <a:gd name="connsiteX266" fmla="*/ 1643372 w 3600000"/>
              <a:gd name="connsiteY266" fmla="*/ 1753997 h 2787466"/>
              <a:gd name="connsiteX267" fmla="*/ 1596018 w 3600000"/>
              <a:gd name="connsiteY267" fmla="*/ 1753983 h 2787466"/>
              <a:gd name="connsiteX268" fmla="*/ 1606528 w 3600000"/>
              <a:gd name="connsiteY268" fmla="*/ 1763888 h 2787466"/>
              <a:gd name="connsiteX269" fmla="*/ 1596018 w 3600000"/>
              <a:gd name="connsiteY269" fmla="*/ 1753983 h 2787466"/>
              <a:gd name="connsiteX270" fmla="*/ 328909 w 3600000"/>
              <a:gd name="connsiteY270" fmla="*/ 1745945 h 2787466"/>
              <a:gd name="connsiteX271" fmla="*/ 317162 w 3600000"/>
              <a:gd name="connsiteY271" fmla="*/ 1753020 h 2787466"/>
              <a:gd name="connsiteX272" fmla="*/ 326437 w 3600000"/>
              <a:gd name="connsiteY272" fmla="*/ 1753020 h 2787466"/>
              <a:gd name="connsiteX273" fmla="*/ 328909 w 3600000"/>
              <a:gd name="connsiteY273" fmla="*/ 1745945 h 2787466"/>
              <a:gd name="connsiteX274" fmla="*/ 152244 w 3600000"/>
              <a:gd name="connsiteY274" fmla="*/ 1735246 h 2787466"/>
              <a:gd name="connsiteX275" fmla="*/ 128758 w 3600000"/>
              <a:gd name="connsiteY275" fmla="*/ 1780888 h 2787466"/>
              <a:gd name="connsiteX276" fmla="*/ 111865 w 3600000"/>
              <a:gd name="connsiteY276" fmla="*/ 1792651 h 2787466"/>
              <a:gd name="connsiteX277" fmla="*/ 98886 w 3600000"/>
              <a:gd name="connsiteY277" fmla="*/ 1794690 h 2787466"/>
              <a:gd name="connsiteX278" fmla="*/ 93736 w 3600000"/>
              <a:gd name="connsiteY278" fmla="*/ 1805669 h 2787466"/>
              <a:gd name="connsiteX279" fmla="*/ 120929 w 3600000"/>
              <a:gd name="connsiteY279" fmla="*/ 1846292 h 2787466"/>
              <a:gd name="connsiteX280" fmla="*/ 113101 w 3600000"/>
              <a:gd name="connsiteY280" fmla="*/ 1851154 h 2787466"/>
              <a:gd name="connsiteX281" fmla="*/ 91058 w 3600000"/>
              <a:gd name="connsiteY281" fmla="*/ 1837352 h 2787466"/>
              <a:gd name="connsiteX282" fmla="*/ 75401 w 3600000"/>
              <a:gd name="connsiteY282" fmla="*/ 1837352 h 2787466"/>
              <a:gd name="connsiteX283" fmla="*/ 69014 w 3600000"/>
              <a:gd name="connsiteY283" fmla="*/ 1836254 h 2787466"/>
              <a:gd name="connsiteX284" fmla="*/ 72928 w 3600000"/>
              <a:gd name="connsiteY284" fmla="*/ 1850213 h 2787466"/>
              <a:gd name="connsiteX285" fmla="*/ 58507 w 3600000"/>
              <a:gd name="connsiteY285" fmla="*/ 1851154 h 2787466"/>
              <a:gd name="connsiteX286" fmla="*/ 53358 w 3600000"/>
              <a:gd name="connsiteY286" fmla="*/ 1839234 h 2787466"/>
              <a:gd name="connsiteX287" fmla="*/ 44293 w 3600000"/>
              <a:gd name="connsiteY287" fmla="*/ 1807552 h 2787466"/>
              <a:gd name="connsiteX288" fmla="*/ 35023 w 3600000"/>
              <a:gd name="connsiteY288" fmla="*/ 1829353 h 2787466"/>
              <a:gd name="connsiteX289" fmla="*/ 23280 w 3600000"/>
              <a:gd name="connsiteY289" fmla="*/ 1832333 h 2787466"/>
              <a:gd name="connsiteX290" fmla="*/ 29872 w 3600000"/>
              <a:gd name="connsiteY290" fmla="*/ 1802689 h 2787466"/>
              <a:gd name="connsiteX291" fmla="*/ 40378 w 3600000"/>
              <a:gd name="connsiteY291" fmla="*/ 1804572 h 2787466"/>
              <a:gd name="connsiteX292" fmla="*/ 83229 w 3600000"/>
              <a:gd name="connsiteY292" fmla="*/ 1784809 h 2787466"/>
              <a:gd name="connsiteX293" fmla="*/ 81993 w 3600000"/>
              <a:gd name="connsiteY293" fmla="*/ 1778849 h 2787466"/>
              <a:gd name="connsiteX294" fmla="*/ 93736 w 3600000"/>
              <a:gd name="connsiteY294" fmla="*/ 1778849 h 2787466"/>
              <a:gd name="connsiteX295" fmla="*/ 101564 w 3600000"/>
              <a:gd name="connsiteY295" fmla="*/ 1771948 h 2787466"/>
              <a:gd name="connsiteX296" fmla="*/ 97650 w 3600000"/>
              <a:gd name="connsiteY296" fmla="*/ 1766929 h 2787466"/>
              <a:gd name="connsiteX297" fmla="*/ 110629 w 3600000"/>
              <a:gd name="connsiteY297" fmla="*/ 1763008 h 2787466"/>
              <a:gd name="connsiteX298" fmla="*/ 106714 w 3600000"/>
              <a:gd name="connsiteY298" fmla="*/ 1757047 h 2787466"/>
              <a:gd name="connsiteX299" fmla="*/ 128758 w 3600000"/>
              <a:gd name="connsiteY299" fmla="*/ 1749049 h 2787466"/>
              <a:gd name="connsiteX300" fmla="*/ 152244 w 3600000"/>
              <a:gd name="connsiteY300" fmla="*/ 1735246 h 2787466"/>
              <a:gd name="connsiteX301" fmla="*/ 1709045 w 3600000"/>
              <a:gd name="connsiteY301" fmla="*/ 1724563 h 2787466"/>
              <a:gd name="connsiteX302" fmla="*/ 1717210 w 3600000"/>
              <a:gd name="connsiteY302" fmla="*/ 1727328 h 2787466"/>
              <a:gd name="connsiteX303" fmla="*/ 1713319 w 3600000"/>
              <a:gd name="connsiteY303" fmla="*/ 1740168 h 2787466"/>
              <a:gd name="connsiteX304" fmla="*/ 1706766 w 3600000"/>
              <a:gd name="connsiteY304" fmla="*/ 1739085 h 2787466"/>
              <a:gd name="connsiteX305" fmla="*/ 1708200 w 3600000"/>
              <a:gd name="connsiteY305" fmla="*/ 1731351 h 2787466"/>
              <a:gd name="connsiteX306" fmla="*/ 1702875 w 3600000"/>
              <a:gd name="connsiteY306" fmla="*/ 1728411 h 2787466"/>
              <a:gd name="connsiteX307" fmla="*/ 1709045 w 3600000"/>
              <a:gd name="connsiteY307" fmla="*/ 1724563 h 2787466"/>
              <a:gd name="connsiteX308" fmla="*/ 1681772 w 3600000"/>
              <a:gd name="connsiteY308" fmla="*/ 1720902 h 2787466"/>
              <a:gd name="connsiteX309" fmla="*/ 1677907 w 3600000"/>
              <a:gd name="connsiteY309" fmla="*/ 1744795 h 2787466"/>
              <a:gd name="connsiteX310" fmla="*/ 1676686 w 3600000"/>
              <a:gd name="connsiteY310" fmla="*/ 1729861 h 2787466"/>
              <a:gd name="connsiteX311" fmla="*/ 1671600 w 3600000"/>
              <a:gd name="connsiteY311" fmla="*/ 1726875 h 2787466"/>
              <a:gd name="connsiteX312" fmla="*/ 1668955 w 3600000"/>
              <a:gd name="connsiteY312" fmla="*/ 1735835 h 2787466"/>
              <a:gd name="connsiteX313" fmla="*/ 1658580 w 3600000"/>
              <a:gd name="connsiteY313" fmla="*/ 1732848 h 2787466"/>
              <a:gd name="connsiteX314" fmla="*/ 1657360 w 3600000"/>
              <a:gd name="connsiteY314" fmla="*/ 1725932 h 2787466"/>
              <a:gd name="connsiteX315" fmla="*/ 1670176 w 3600000"/>
              <a:gd name="connsiteY315" fmla="*/ 1724988 h 2787466"/>
              <a:gd name="connsiteX316" fmla="*/ 1666311 w 3600000"/>
              <a:gd name="connsiteY316" fmla="*/ 1723888 h 2787466"/>
              <a:gd name="connsiteX317" fmla="*/ 1681772 w 3600000"/>
              <a:gd name="connsiteY317" fmla="*/ 1720902 h 2787466"/>
              <a:gd name="connsiteX318" fmla="*/ 1645478 w 3600000"/>
              <a:gd name="connsiteY318" fmla="*/ 1703357 h 2787466"/>
              <a:gd name="connsiteX319" fmla="*/ 1641563 w 3600000"/>
              <a:gd name="connsiteY319" fmla="*/ 1707288 h 2787466"/>
              <a:gd name="connsiteX320" fmla="*/ 1648157 w 3600000"/>
              <a:gd name="connsiteY320" fmla="*/ 1714206 h 2787466"/>
              <a:gd name="connsiteX321" fmla="*/ 1645478 w 3600000"/>
              <a:gd name="connsiteY321" fmla="*/ 1703357 h 2787466"/>
              <a:gd name="connsiteX322" fmla="*/ 41269 w 3600000"/>
              <a:gd name="connsiteY322" fmla="*/ 1700583 h 2787466"/>
              <a:gd name="connsiteX323" fmla="*/ 29400 w 3600000"/>
              <a:gd name="connsiteY323" fmla="*/ 1719147 h 2787466"/>
              <a:gd name="connsiteX324" fmla="*/ 41269 w 3600000"/>
              <a:gd name="connsiteY324" fmla="*/ 1700583 h 2787466"/>
              <a:gd name="connsiteX325" fmla="*/ 1739122 w 3600000"/>
              <a:gd name="connsiteY325" fmla="*/ 1699197 h 2787466"/>
              <a:gd name="connsiteX326" fmla="*/ 1734074 w 3600000"/>
              <a:gd name="connsiteY326" fmla="*/ 1705047 h 2787466"/>
              <a:gd name="connsiteX327" fmla="*/ 1739122 w 3600000"/>
              <a:gd name="connsiteY327" fmla="*/ 1699197 h 2787466"/>
              <a:gd name="connsiteX328" fmla="*/ 71523 w 3600000"/>
              <a:gd name="connsiteY328" fmla="*/ 1697117 h 2787466"/>
              <a:gd name="connsiteX329" fmla="*/ 89997 w 3600000"/>
              <a:gd name="connsiteY329" fmla="*/ 1697117 h 2787466"/>
              <a:gd name="connsiteX330" fmla="*/ 107017 w 3600000"/>
              <a:gd name="connsiteY330" fmla="*/ 1701893 h 2787466"/>
              <a:gd name="connsiteX331" fmla="*/ 89997 w 3600000"/>
              <a:gd name="connsiteY331" fmla="*/ 1713601 h 2787466"/>
              <a:gd name="connsiteX332" fmla="*/ 74221 w 3600000"/>
              <a:gd name="connsiteY332" fmla="*/ 1703896 h 2787466"/>
              <a:gd name="connsiteX333" fmla="*/ 75466 w 3600000"/>
              <a:gd name="connsiteY333" fmla="*/ 1708826 h 2787466"/>
              <a:gd name="connsiteX334" fmla="*/ 71523 w 3600000"/>
              <a:gd name="connsiteY334" fmla="*/ 1697117 h 2787466"/>
              <a:gd name="connsiteX335" fmla="*/ 1715830 w 3600000"/>
              <a:gd name="connsiteY335" fmla="*/ 1696345 h 2787466"/>
              <a:gd name="connsiteX336" fmla="*/ 1721101 w 3600000"/>
              <a:gd name="connsiteY336" fmla="*/ 1699328 h 2787466"/>
              <a:gd name="connsiteX337" fmla="*/ 1721101 w 3600000"/>
              <a:gd name="connsiteY337" fmla="*/ 1706234 h 2787466"/>
              <a:gd name="connsiteX338" fmla="*/ 1732659 w 3600000"/>
              <a:gd name="connsiteY338" fmla="*/ 1717065 h 2787466"/>
              <a:gd name="connsiteX339" fmla="*/ 1719682 w 3600000"/>
              <a:gd name="connsiteY339" fmla="*/ 1712198 h 2787466"/>
              <a:gd name="connsiteX340" fmla="*/ 1709544 w 3600000"/>
              <a:gd name="connsiteY340" fmla="*/ 1700269 h 2787466"/>
              <a:gd name="connsiteX341" fmla="*/ 1715830 w 3600000"/>
              <a:gd name="connsiteY341" fmla="*/ 1696345 h 2787466"/>
              <a:gd name="connsiteX342" fmla="*/ 1678040 w 3600000"/>
              <a:gd name="connsiteY342" fmla="*/ 1695339 h 2787466"/>
              <a:gd name="connsiteX343" fmla="*/ 1689787 w 3600000"/>
              <a:gd name="connsiteY343" fmla="*/ 1703357 h 2787466"/>
              <a:gd name="connsiteX344" fmla="*/ 1689787 w 3600000"/>
              <a:gd name="connsiteY344" fmla="*/ 1696440 h 2787466"/>
              <a:gd name="connsiteX345" fmla="*/ 1678040 w 3600000"/>
              <a:gd name="connsiteY345" fmla="*/ 1695339 h 2787466"/>
              <a:gd name="connsiteX346" fmla="*/ 1654546 w 3600000"/>
              <a:gd name="connsiteY346" fmla="*/ 1691409 h 2787466"/>
              <a:gd name="connsiteX347" fmla="*/ 1648157 w 3600000"/>
              <a:gd name="connsiteY347" fmla="*/ 1694396 h 2787466"/>
              <a:gd name="connsiteX348" fmla="*/ 1654546 w 3600000"/>
              <a:gd name="connsiteY348" fmla="*/ 1704301 h 2787466"/>
              <a:gd name="connsiteX349" fmla="*/ 1662378 w 3600000"/>
              <a:gd name="connsiteY349" fmla="*/ 1703357 h 2787466"/>
              <a:gd name="connsiteX350" fmla="*/ 1654546 w 3600000"/>
              <a:gd name="connsiteY350" fmla="*/ 1691409 h 2787466"/>
              <a:gd name="connsiteX351" fmla="*/ 1724036 w 3600000"/>
              <a:gd name="connsiteY351" fmla="*/ 1691142 h 2787466"/>
              <a:gd name="connsiteX352" fmla="*/ 1731749 w 3600000"/>
              <a:gd name="connsiteY352" fmla="*/ 1692156 h 2787466"/>
              <a:gd name="connsiteX353" fmla="*/ 1722788 w 3600000"/>
              <a:gd name="connsiteY353" fmla="*/ 1699044 h 2787466"/>
              <a:gd name="connsiteX354" fmla="*/ 1720140 w 3600000"/>
              <a:gd name="connsiteY354" fmla="*/ 1695064 h 2787466"/>
              <a:gd name="connsiteX355" fmla="*/ 1724036 w 3600000"/>
              <a:gd name="connsiteY355" fmla="*/ 1691142 h 2787466"/>
              <a:gd name="connsiteX356" fmla="*/ 1689787 w 3600000"/>
              <a:gd name="connsiteY356" fmla="*/ 1684491 h 2787466"/>
              <a:gd name="connsiteX357" fmla="*/ 1687314 w 3600000"/>
              <a:gd name="connsiteY357" fmla="*/ 1690465 h 2787466"/>
              <a:gd name="connsiteX358" fmla="*/ 1692465 w 3600000"/>
              <a:gd name="connsiteY358" fmla="*/ 1700370 h 2787466"/>
              <a:gd name="connsiteX359" fmla="*/ 1689787 w 3600000"/>
              <a:gd name="connsiteY359" fmla="*/ 1684491 h 2787466"/>
              <a:gd name="connsiteX360" fmla="*/ 1672888 w 3600000"/>
              <a:gd name="connsiteY360" fmla="*/ 1670498 h 2787466"/>
              <a:gd name="connsiteX361" fmla="*/ 1671651 w 3600000"/>
              <a:gd name="connsiteY361" fmla="*/ 1675529 h 2787466"/>
              <a:gd name="connsiteX362" fmla="*/ 1671651 w 3600000"/>
              <a:gd name="connsiteY362" fmla="*/ 1681504 h 2787466"/>
              <a:gd name="connsiteX363" fmla="*/ 1680719 w 3600000"/>
              <a:gd name="connsiteY363" fmla="*/ 1690465 h 2787466"/>
              <a:gd name="connsiteX364" fmla="*/ 1684634 w 3600000"/>
              <a:gd name="connsiteY364" fmla="*/ 1683390 h 2787466"/>
              <a:gd name="connsiteX365" fmla="*/ 1672888 w 3600000"/>
              <a:gd name="connsiteY365" fmla="*/ 1670498 h 2787466"/>
              <a:gd name="connsiteX366" fmla="*/ 1660143 w 3600000"/>
              <a:gd name="connsiteY366" fmla="*/ 1667454 h 2787466"/>
              <a:gd name="connsiteX367" fmla="*/ 1658462 w 3600000"/>
              <a:gd name="connsiteY367" fmla="*/ 1670498 h 2787466"/>
              <a:gd name="connsiteX368" fmla="*/ 1667736 w 3600000"/>
              <a:gd name="connsiteY368" fmla="*/ 1679460 h 2787466"/>
              <a:gd name="connsiteX369" fmla="*/ 1660143 w 3600000"/>
              <a:gd name="connsiteY369" fmla="*/ 1667454 h 2787466"/>
              <a:gd name="connsiteX370" fmla="*/ 1718686 w 3600000"/>
              <a:gd name="connsiteY370" fmla="*/ 1666613 h 2787466"/>
              <a:gd name="connsiteX371" fmla="*/ 1734471 w 3600000"/>
              <a:gd name="connsiteY371" fmla="*/ 1670530 h 2787466"/>
              <a:gd name="connsiteX372" fmla="*/ 1713494 w 3600000"/>
              <a:gd name="connsiteY372" fmla="*/ 1689334 h 2787466"/>
              <a:gd name="connsiteX373" fmla="*/ 1708301 w 3600000"/>
              <a:gd name="connsiteY373" fmla="*/ 1679462 h 2787466"/>
              <a:gd name="connsiteX374" fmla="*/ 1705601 w 3600000"/>
              <a:gd name="connsiteY374" fmla="*/ 1680403 h 2787466"/>
              <a:gd name="connsiteX375" fmla="*/ 1718686 w 3600000"/>
              <a:gd name="connsiteY375" fmla="*/ 1666613 h 2787466"/>
              <a:gd name="connsiteX376" fmla="*/ 1818746 w 3600000"/>
              <a:gd name="connsiteY376" fmla="*/ 1665627 h 2787466"/>
              <a:gd name="connsiteX377" fmla="*/ 1815084 w 3600000"/>
              <a:gd name="connsiteY377" fmla="*/ 1674376 h 2787466"/>
              <a:gd name="connsiteX378" fmla="*/ 1818746 w 3600000"/>
              <a:gd name="connsiteY378" fmla="*/ 1665627 h 2787466"/>
              <a:gd name="connsiteX379" fmla="*/ 1845048 w 3600000"/>
              <a:gd name="connsiteY379" fmla="*/ 1664421 h 2787466"/>
              <a:gd name="connsiteX380" fmla="*/ 1850790 w 3600000"/>
              <a:gd name="connsiteY380" fmla="*/ 1669679 h 2787466"/>
              <a:gd name="connsiteX381" fmla="*/ 1838151 w 3600000"/>
              <a:gd name="connsiteY381" fmla="*/ 1672694 h 2787466"/>
              <a:gd name="connsiteX382" fmla="*/ 1835543 w 3600000"/>
              <a:gd name="connsiteY382" fmla="*/ 1666663 h 2787466"/>
              <a:gd name="connsiteX383" fmla="*/ 1845048 w 3600000"/>
              <a:gd name="connsiteY383" fmla="*/ 1664421 h 2787466"/>
              <a:gd name="connsiteX384" fmla="*/ 1793170 w 3600000"/>
              <a:gd name="connsiteY384" fmla="*/ 1662454 h 2787466"/>
              <a:gd name="connsiteX385" fmla="*/ 1793170 w 3600000"/>
              <a:gd name="connsiteY385" fmla="*/ 1664315 h 2787466"/>
              <a:gd name="connsiteX386" fmla="*/ 1797168 w 3600000"/>
              <a:gd name="connsiteY386" fmla="*/ 1668346 h 2787466"/>
              <a:gd name="connsiteX387" fmla="*/ 1777388 w 3600000"/>
              <a:gd name="connsiteY387" fmla="*/ 1673153 h 2787466"/>
              <a:gd name="connsiteX388" fmla="*/ 1793170 w 3600000"/>
              <a:gd name="connsiteY388" fmla="*/ 1662454 h 2787466"/>
              <a:gd name="connsiteX389" fmla="*/ 1759606 w 3600000"/>
              <a:gd name="connsiteY389" fmla="*/ 1660604 h 2787466"/>
              <a:gd name="connsiteX390" fmla="*/ 1765366 w 3600000"/>
              <a:gd name="connsiteY390" fmla="*/ 1664605 h 2787466"/>
              <a:gd name="connsiteX391" fmla="*/ 1754737 w 3600000"/>
              <a:gd name="connsiteY391" fmla="*/ 1673453 h 2787466"/>
              <a:gd name="connsiteX392" fmla="*/ 1745567 w 3600000"/>
              <a:gd name="connsiteY392" fmla="*/ 1672522 h 2787466"/>
              <a:gd name="connsiteX393" fmla="*/ 1759606 w 3600000"/>
              <a:gd name="connsiteY393" fmla="*/ 1660604 h 2787466"/>
              <a:gd name="connsiteX394" fmla="*/ 1674124 w 3600000"/>
              <a:gd name="connsiteY394" fmla="*/ 1657606 h 2787466"/>
              <a:gd name="connsiteX395" fmla="*/ 1689787 w 3600000"/>
              <a:gd name="connsiteY395" fmla="*/ 1679460 h 2787466"/>
              <a:gd name="connsiteX396" fmla="*/ 1696382 w 3600000"/>
              <a:gd name="connsiteY396" fmla="*/ 1678517 h 2787466"/>
              <a:gd name="connsiteX397" fmla="*/ 1685871 w 3600000"/>
              <a:gd name="connsiteY397" fmla="*/ 1659650 h 2787466"/>
              <a:gd name="connsiteX398" fmla="*/ 1674124 w 3600000"/>
              <a:gd name="connsiteY398" fmla="*/ 1657606 h 2787466"/>
              <a:gd name="connsiteX399" fmla="*/ 1793832 w 3600000"/>
              <a:gd name="connsiteY399" fmla="*/ 1656163 h 2787466"/>
              <a:gd name="connsiteX400" fmla="*/ 1792834 w 3600000"/>
              <a:gd name="connsiteY400" fmla="*/ 1657986 h 2787466"/>
              <a:gd name="connsiteX401" fmla="*/ 1793016 w 3600000"/>
              <a:gd name="connsiteY401" fmla="*/ 1656277 h 2787466"/>
              <a:gd name="connsiteX402" fmla="*/ 1701534 w 3600000"/>
              <a:gd name="connsiteY402" fmla="*/ 1650689 h 2787466"/>
              <a:gd name="connsiteX403" fmla="*/ 1702770 w 3600000"/>
              <a:gd name="connsiteY403" fmla="*/ 1656663 h 2787466"/>
              <a:gd name="connsiteX404" fmla="*/ 1711838 w 3600000"/>
              <a:gd name="connsiteY404" fmla="*/ 1651632 h 2787466"/>
              <a:gd name="connsiteX405" fmla="*/ 1701534 w 3600000"/>
              <a:gd name="connsiteY405" fmla="*/ 1650689 h 2787466"/>
              <a:gd name="connsiteX406" fmla="*/ 1819040 w 3600000"/>
              <a:gd name="connsiteY406" fmla="*/ 1649975 h 2787466"/>
              <a:gd name="connsiteX407" fmla="*/ 1816357 w 3600000"/>
              <a:gd name="connsiteY407" fmla="*/ 1660027 h 2787466"/>
              <a:gd name="connsiteX408" fmla="*/ 1820278 w 3600000"/>
              <a:gd name="connsiteY408" fmla="*/ 1652017 h 2787466"/>
              <a:gd name="connsiteX409" fmla="*/ 1839880 w 3600000"/>
              <a:gd name="connsiteY409" fmla="*/ 1657043 h 2787466"/>
              <a:gd name="connsiteX410" fmla="*/ 1819040 w 3600000"/>
              <a:gd name="connsiteY410" fmla="*/ 1658928 h 2787466"/>
              <a:gd name="connsiteX411" fmla="*/ 1822960 w 3600000"/>
              <a:gd name="connsiteY411" fmla="*/ 1663011 h 2787466"/>
              <a:gd name="connsiteX412" fmla="*/ 1807279 w 3600000"/>
              <a:gd name="connsiteY412" fmla="*/ 1657986 h 2787466"/>
              <a:gd name="connsiteX413" fmla="*/ 1800676 w 3600000"/>
              <a:gd name="connsiteY413" fmla="*/ 1663954 h 2787466"/>
              <a:gd name="connsiteX414" fmla="*/ 1792834 w 3600000"/>
              <a:gd name="connsiteY414" fmla="*/ 1660027 h 2787466"/>
              <a:gd name="connsiteX415" fmla="*/ 1794279 w 3600000"/>
              <a:gd name="connsiteY415" fmla="*/ 1656101 h 2787466"/>
              <a:gd name="connsiteX416" fmla="*/ 1793832 w 3600000"/>
              <a:gd name="connsiteY416" fmla="*/ 1656163 h 2787466"/>
              <a:gd name="connsiteX417" fmla="*/ 1795465 w 3600000"/>
              <a:gd name="connsiteY417" fmla="*/ 1653175 h 2787466"/>
              <a:gd name="connsiteX418" fmla="*/ 1802120 w 3600000"/>
              <a:gd name="connsiteY418" fmla="*/ 1652017 h 2787466"/>
              <a:gd name="connsiteX419" fmla="*/ 1819040 w 3600000"/>
              <a:gd name="connsiteY419" fmla="*/ 1649975 h 2787466"/>
              <a:gd name="connsiteX420" fmla="*/ 1841696 w 3600000"/>
              <a:gd name="connsiteY420" fmla="*/ 1637669 h 2787466"/>
              <a:gd name="connsiteX421" fmla="*/ 1827365 w 3600000"/>
              <a:gd name="connsiteY421" fmla="*/ 1646353 h 2787466"/>
              <a:gd name="connsiteX422" fmla="*/ 1841696 w 3600000"/>
              <a:gd name="connsiteY422" fmla="*/ 1637669 h 2787466"/>
              <a:gd name="connsiteX423" fmla="*/ 1852323 w 3600000"/>
              <a:gd name="connsiteY423" fmla="*/ 1636953 h 2787466"/>
              <a:gd name="connsiteX424" fmla="*/ 1866236 w 3600000"/>
              <a:gd name="connsiteY424" fmla="*/ 1641064 h 2787466"/>
              <a:gd name="connsiteX425" fmla="*/ 1852102 w 3600000"/>
              <a:gd name="connsiteY425" fmla="*/ 1639032 h 2787466"/>
              <a:gd name="connsiteX426" fmla="*/ 1852323 w 3600000"/>
              <a:gd name="connsiteY426" fmla="*/ 1636953 h 2787466"/>
              <a:gd name="connsiteX427" fmla="*/ 2372369 w 3600000"/>
              <a:gd name="connsiteY427" fmla="*/ 1631657 h 2787466"/>
              <a:gd name="connsiteX428" fmla="*/ 2346224 w 3600000"/>
              <a:gd name="connsiteY428" fmla="*/ 1638531 h 2787466"/>
              <a:gd name="connsiteX429" fmla="*/ 2372369 w 3600000"/>
              <a:gd name="connsiteY429" fmla="*/ 1631657 h 2787466"/>
              <a:gd name="connsiteX430" fmla="*/ 2412352 w 3600000"/>
              <a:gd name="connsiteY430" fmla="*/ 1628721 h 2787466"/>
              <a:gd name="connsiteX431" fmla="*/ 2379845 w 3600000"/>
              <a:gd name="connsiteY431" fmla="*/ 1636644 h 2787466"/>
              <a:gd name="connsiteX432" fmla="*/ 2412352 w 3600000"/>
              <a:gd name="connsiteY432" fmla="*/ 1628721 h 2787466"/>
              <a:gd name="connsiteX433" fmla="*/ 2116676 w 3600000"/>
              <a:gd name="connsiteY433" fmla="*/ 1617934 h 2787466"/>
              <a:gd name="connsiteX434" fmla="*/ 2129754 w 3600000"/>
              <a:gd name="connsiteY434" fmla="*/ 1622179 h 2787466"/>
              <a:gd name="connsiteX435" fmla="*/ 2119616 w 3600000"/>
              <a:gd name="connsiteY435" fmla="*/ 1624129 h 2787466"/>
              <a:gd name="connsiteX436" fmla="*/ 2105422 w 3600000"/>
              <a:gd name="connsiteY436" fmla="*/ 1625266 h 2787466"/>
              <a:gd name="connsiteX437" fmla="*/ 2116676 w 3600000"/>
              <a:gd name="connsiteY437" fmla="*/ 1617934 h 2787466"/>
              <a:gd name="connsiteX438" fmla="*/ 2448054 w 3600000"/>
              <a:gd name="connsiteY438" fmla="*/ 1607492 h 2787466"/>
              <a:gd name="connsiteX439" fmla="*/ 2446673 w 3600000"/>
              <a:gd name="connsiteY439" fmla="*/ 1608243 h 2787466"/>
              <a:gd name="connsiteX440" fmla="*/ 2447878 w 3600000"/>
              <a:gd name="connsiteY440" fmla="*/ 1609256 h 2787466"/>
              <a:gd name="connsiteX441" fmla="*/ 2449474 w 3600000"/>
              <a:gd name="connsiteY441" fmla="*/ 1607560 h 2787466"/>
              <a:gd name="connsiteX442" fmla="*/ 2719491 w 3600000"/>
              <a:gd name="connsiteY442" fmla="*/ 1595206 h 2787466"/>
              <a:gd name="connsiteX443" fmla="*/ 2702933 w 3600000"/>
              <a:gd name="connsiteY443" fmla="*/ 1607087 h 2787466"/>
              <a:gd name="connsiteX444" fmla="*/ 2719491 w 3600000"/>
              <a:gd name="connsiteY444" fmla="*/ 1595206 h 2787466"/>
              <a:gd name="connsiteX445" fmla="*/ 216267 w 3600000"/>
              <a:gd name="connsiteY445" fmla="*/ 1595206 h 2787466"/>
              <a:gd name="connsiteX446" fmla="*/ 225405 w 3600000"/>
              <a:gd name="connsiteY446" fmla="*/ 1596131 h 2787466"/>
              <a:gd name="connsiteX447" fmla="*/ 221459 w 3600000"/>
              <a:gd name="connsiteY447" fmla="*/ 1601985 h 2787466"/>
              <a:gd name="connsiteX448" fmla="*/ 216267 w 3600000"/>
              <a:gd name="connsiteY448" fmla="*/ 1595206 h 2787466"/>
              <a:gd name="connsiteX449" fmla="*/ 1892846 w 3600000"/>
              <a:gd name="connsiteY449" fmla="*/ 1595000 h 2787466"/>
              <a:gd name="connsiteX450" fmla="*/ 1887629 w 3600000"/>
              <a:gd name="connsiteY450" fmla="*/ 1602894 h 2787466"/>
              <a:gd name="connsiteX451" fmla="*/ 1882271 w 3600000"/>
              <a:gd name="connsiteY451" fmla="*/ 1605881 h 2787466"/>
              <a:gd name="connsiteX452" fmla="*/ 1897933 w 3600000"/>
              <a:gd name="connsiteY452" fmla="*/ 1595032 h 2787466"/>
              <a:gd name="connsiteX453" fmla="*/ 1892846 w 3600000"/>
              <a:gd name="connsiteY453" fmla="*/ 1595000 h 2787466"/>
              <a:gd name="connsiteX454" fmla="*/ 1853625 w 3600000"/>
              <a:gd name="connsiteY454" fmla="*/ 1592988 h 2787466"/>
              <a:gd name="connsiteX455" fmla="*/ 1854011 w 3600000"/>
              <a:gd name="connsiteY455" fmla="*/ 1600751 h 2787466"/>
              <a:gd name="connsiteX456" fmla="*/ 1853704 w 3600000"/>
              <a:gd name="connsiteY456" fmla="*/ 1601930 h 2787466"/>
              <a:gd name="connsiteX457" fmla="*/ 1856865 w 3600000"/>
              <a:gd name="connsiteY457" fmla="*/ 1605264 h 2787466"/>
              <a:gd name="connsiteX458" fmla="*/ 1857309 w 3600000"/>
              <a:gd name="connsiteY458" fmla="*/ 1604584 h 2787466"/>
              <a:gd name="connsiteX459" fmla="*/ 1860220 w 3600000"/>
              <a:gd name="connsiteY459" fmla="*/ 1600063 h 2787466"/>
              <a:gd name="connsiteX460" fmla="*/ 1862899 w 3600000"/>
              <a:gd name="connsiteY460" fmla="*/ 1600063 h 2787466"/>
              <a:gd name="connsiteX461" fmla="*/ 1853625 w 3600000"/>
              <a:gd name="connsiteY461" fmla="*/ 1592988 h 2787466"/>
              <a:gd name="connsiteX462" fmla="*/ 2576823 w 3600000"/>
              <a:gd name="connsiteY462" fmla="*/ 1590354 h 2787466"/>
              <a:gd name="connsiteX463" fmla="*/ 2565217 w 3600000"/>
              <a:gd name="connsiteY463" fmla="*/ 1600593 h 2787466"/>
              <a:gd name="connsiteX464" fmla="*/ 2565217 w 3600000"/>
              <a:gd name="connsiteY464" fmla="*/ 1591473 h 2787466"/>
              <a:gd name="connsiteX465" fmla="*/ 2576823 w 3600000"/>
              <a:gd name="connsiteY465" fmla="*/ 1590354 h 2787466"/>
              <a:gd name="connsiteX466" fmla="*/ 2091776 w 3600000"/>
              <a:gd name="connsiteY466" fmla="*/ 1589048 h 2787466"/>
              <a:gd name="connsiteX467" fmla="*/ 2091335 w 3600000"/>
              <a:gd name="connsiteY467" fmla="*/ 1592126 h 2787466"/>
              <a:gd name="connsiteX468" fmla="*/ 2084234 w 3600000"/>
              <a:gd name="connsiteY468" fmla="*/ 1600063 h 2787466"/>
              <a:gd name="connsiteX469" fmla="*/ 2103813 w 3600000"/>
              <a:gd name="connsiteY469" fmla="*/ 1597076 h 2787466"/>
              <a:gd name="connsiteX470" fmla="*/ 2096239 w 3600000"/>
              <a:gd name="connsiteY470" fmla="*/ 1590827 h 2787466"/>
              <a:gd name="connsiteX471" fmla="*/ 2096022 w 3600000"/>
              <a:gd name="connsiteY471" fmla="*/ 1589455 h 2787466"/>
              <a:gd name="connsiteX472" fmla="*/ 2029391 w 3600000"/>
              <a:gd name="connsiteY472" fmla="*/ 1584095 h 2787466"/>
              <a:gd name="connsiteX473" fmla="*/ 2029416 w 3600000"/>
              <a:gd name="connsiteY473" fmla="*/ 1584184 h 2787466"/>
              <a:gd name="connsiteX474" fmla="*/ 2030632 w 3600000"/>
              <a:gd name="connsiteY474" fmla="*/ 1584161 h 2787466"/>
              <a:gd name="connsiteX475" fmla="*/ 2018014 w 3600000"/>
              <a:gd name="connsiteY475" fmla="*/ 1582586 h 2787466"/>
              <a:gd name="connsiteX476" fmla="*/ 2017875 w 3600000"/>
              <a:gd name="connsiteY476" fmla="*/ 1583084 h 2787466"/>
              <a:gd name="connsiteX477" fmla="*/ 2020101 w 3600000"/>
              <a:gd name="connsiteY477" fmla="*/ 1582890 h 2787466"/>
              <a:gd name="connsiteX478" fmla="*/ 2003546 w 3600000"/>
              <a:gd name="connsiteY478" fmla="*/ 1580477 h 2787466"/>
              <a:gd name="connsiteX479" fmla="*/ 2003449 w 3600000"/>
              <a:gd name="connsiteY479" fmla="*/ 1581197 h 2787466"/>
              <a:gd name="connsiteX480" fmla="*/ 2011280 w 3600000"/>
              <a:gd name="connsiteY480" fmla="*/ 1583084 h 2787466"/>
              <a:gd name="connsiteX481" fmla="*/ 2011743 w 3600000"/>
              <a:gd name="connsiteY481" fmla="*/ 1581672 h 2787466"/>
              <a:gd name="connsiteX482" fmla="*/ 2547869 w 3600000"/>
              <a:gd name="connsiteY482" fmla="*/ 1579743 h 2787466"/>
              <a:gd name="connsiteX483" fmla="*/ 2570463 w 3600000"/>
              <a:gd name="connsiteY483" fmla="*/ 1581550 h 2787466"/>
              <a:gd name="connsiteX484" fmla="*/ 2515131 w 3600000"/>
              <a:gd name="connsiteY484" fmla="*/ 1608698 h 2787466"/>
              <a:gd name="connsiteX485" fmla="*/ 2509843 w 3600000"/>
              <a:gd name="connsiteY485" fmla="*/ 1608747 h 2787466"/>
              <a:gd name="connsiteX486" fmla="*/ 2508894 w 3600000"/>
              <a:gd name="connsiteY486" fmla="*/ 1608918 h 2787466"/>
              <a:gd name="connsiteX487" fmla="*/ 2478892 w 3600000"/>
              <a:gd name="connsiteY487" fmla="*/ 1611691 h 2787466"/>
              <a:gd name="connsiteX488" fmla="*/ 2478892 w 3600000"/>
              <a:gd name="connsiteY488" fmla="*/ 1608970 h 2787466"/>
              <a:gd name="connsiteX489" fmla="*/ 2457657 w 3600000"/>
              <a:gd name="connsiteY489" fmla="*/ 1607952 h 2787466"/>
              <a:gd name="connsiteX490" fmla="*/ 2457684 w 3600000"/>
              <a:gd name="connsiteY490" fmla="*/ 1608058 h 2787466"/>
              <a:gd name="connsiteX491" fmla="*/ 2456706 w 3600000"/>
              <a:gd name="connsiteY491" fmla="*/ 1613481 h 2787466"/>
              <a:gd name="connsiteX492" fmla="*/ 2447878 w 3600000"/>
              <a:gd name="connsiteY492" fmla="*/ 1614455 h 2787466"/>
              <a:gd name="connsiteX493" fmla="*/ 2445270 w 3600000"/>
              <a:gd name="connsiteY493" fmla="*/ 1609256 h 2787466"/>
              <a:gd name="connsiteX494" fmla="*/ 2446115 w 3600000"/>
              <a:gd name="connsiteY494" fmla="*/ 1608545 h 2787466"/>
              <a:gd name="connsiteX495" fmla="*/ 2429713 w 3600000"/>
              <a:gd name="connsiteY495" fmla="*/ 1617457 h 2787466"/>
              <a:gd name="connsiteX496" fmla="*/ 2358204 w 3600000"/>
              <a:gd name="connsiteY496" fmla="*/ 1619514 h 2787466"/>
              <a:gd name="connsiteX497" fmla="*/ 2294321 w 3600000"/>
              <a:gd name="connsiteY497" fmla="*/ 1627423 h 2787466"/>
              <a:gd name="connsiteX498" fmla="*/ 2177270 w 3600000"/>
              <a:gd name="connsiteY498" fmla="*/ 1613503 h 2787466"/>
              <a:gd name="connsiteX499" fmla="*/ 2135437 w 3600000"/>
              <a:gd name="connsiteY499" fmla="*/ 1617457 h 2787466"/>
              <a:gd name="connsiteX500" fmla="*/ 2131521 w 3600000"/>
              <a:gd name="connsiteY500" fmla="*/ 1612396 h 2787466"/>
              <a:gd name="connsiteX501" fmla="*/ 2138116 w 3600000"/>
              <a:gd name="connsiteY501" fmla="*/ 1596419 h 2787466"/>
              <a:gd name="connsiteX502" fmla="*/ 2158929 w 3600000"/>
              <a:gd name="connsiteY502" fmla="*/ 1603380 h 2787466"/>
              <a:gd name="connsiteX503" fmla="*/ 2228508 w 3600000"/>
              <a:gd name="connsiteY503" fmla="*/ 1605271 h 2787466"/>
              <a:gd name="connsiteX504" fmla="*/ 2236738 w 3600000"/>
              <a:gd name="connsiteY504" fmla="*/ 1605330 h 2787466"/>
              <a:gd name="connsiteX505" fmla="*/ 2236719 w 3600000"/>
              <a:gd name="connsiteY505" fmla="*/ 1604869 h 2787466"/>
              <a:gd name="connsiteX506" fmla="*/ 2257874 w 3600000"/>
              <a:gd name="connsiteY506" fmla="*/ 1602833 h 2787466"/>
              <a:gd name="connsiteX507" fmla="*/ 2257226 w 3600000"/>
              <a:gd name="connsiteY507" fmla="*/ 1604136 h 2787466"/>
              <a:gd name="connsiteX508" fmla="*/ 2271730 w 3600000"/>
              <a:gd name="connsiteY508" fmla="*/ 1600868 h 2787466"/>
              <a:gd name="connsiteX509" fmla="*/ 2293084 w 3600000"/>
              <a:gd name="connsiteY509" fmla="*/ 1595470 h 2787466"/>
              <a:gd name="connsiteX510" fmla="*/ 2337623 w 3600000"/>
              <a:gd name="connsiteY510" fmla="*/ 1590665 h 2787466"/>
              <a:gd name="connsiteX511" fmla="*/ 2344918 w 3600000"/>
              <a:gd name="connsiteY511" fmla="*/ 1590331 h 2787466"/>
              <a:gd name="connsiteX512" fmla="*/ 2345084 w 3600000"/>
              <a:gd name="connsiteY512" fmla="*/ 1590297 h 2787466"/>
              <a:gd name="connsiteX513" fmla="*/ 2385433 w 3600000"/>
              <a:gd name="connsiteY513" fmla="*/ 1586194 h 2787466"/>
              <a:gd name="connsiteX514" fmla="*/ 2386158 w 3600000"/>
              <a:gd name="connsiteY514" fmla="*/ 1588478 h 2787466"/>
              <a:gd name="connsiteX515" fmla="*/ 2472783 w 3600000"/>
              <a:gd name="connsiteY515" fmla="*/ 1585505 h 2787466"/>
              <a:gd name="connsiteX516" fmla="*/ 2547869 w 3600000"/>
              <a:gd name="connsiteY516" fmla="*/ 1579743 h 2787466"/>
              <a:gd name="connsiteX517" fmla="*/ 1990936 w 3600000"/>
              <a:gd name="connsiteY517" fmla="*/ 1577389 h 2787466"/>
              <a:gd name="connsiteX518" fmla="*/ 1990466 w 3600000"/>
              <a:gd name="connsiteY518" fmla="*/ 1578210 h 2787466"/>
              <a:gd name="connsiteX519" fmla="*/ 1991702 w 3600000"/>
              <a:gd name="connsiteY519" fmla="*/ 1583084 h 2787466"/>
              <a:gd name="connsiteX520" fmla="*/ 1998648 w 3600000"/>
              <a:gd name="connsiteY520" fmla="*/ 1579351 h 2787466"/>
              <a:gd name="connsiteX521" fmla="*/ 2659515 w 3600000"/>
              <a:gd name="connsiteY521" fmla="*/ 1576029 h 2787466"/>
              <a:gd name="connsiteX522" fmla="*/ 2590660 w 3600000"/>
              <a:gd name="connsiteY522" fmla="*/ 1589961 h 2787466"/>
              <a:gd name="connsiteX523" fmla="*/ 2659515 w 3600000"/>
              <a:gd name="connsiteY523" fmla="*/ 1576029 h 2787466"/>
              <a:gd name="connsiteX524" fmla="*/ 1949081 w 3600000"/>
              <a:gd name="connsiteY524" fmla="*/ 1573398 h 2787466"/>
              <a:gd name="connsiteX525" fmla="*/ 1943169 w 3600000"/>
              <a:gd name="connsiteY525" fmla="*/ 1576229 h 2787466"/>
              <a:gd name="connsiteX526" fmla="*/ 1942950 w 3600000"/>
              <a:gd name="connsiteY526" fmla="*/ 1578384 h 2787466"/>
              <a:gd name="connsiteX527" fmla="*/ 1944921 w 3600000"/>
              <a:gd name="connsiteY527" fmla="*/ 1585127 h 2787466"/>
              <a:gd name="connsiteX528" fmla="*/ 1961820 w 3600000"/>
              <a:gd name="connsiteY528" fmla="*/ 1585127 h 2787466"/>
              <a:gd name="connsiteX529" fmla="*/ 1966972 w 3600000"/>
              <a:gd name="connsiteY529" fmla="*/ 1575223 h 2787466"/>
              <a:gd name="connsiteX530" fmla="*/ 1948836 w 3600000"/>
              <a:gd name="connsiteY530" fmla="*/ 1583084 h 2787466"/>
              <a:gd name="connsiteX531" fmla="*/ 1953879 w 3600000"/>
              <a:gd name="connsiteY531" fmla="*/ 1576959 h 2787466"/>
              <a:gd name="connsiteX532" fmla="*/ 1953977 w 3600000"/>
              <a:gd name="connsiteY532" fmla="*/ 1573553 h 2787466"/>
              <a:gd name="connsiteX533" fmla="*/ 2086708 w 3600000"/>
              <a:gd name="connsiteY533" fmla="*/ 1570192 h 2787466"/>
              <a:gd name="connsiteX534" fmla="*/ 2080318 w 3600000"/>
              <a:gd name="connsiteY534" fmla="*/ 1581197 h 2787466"/>
              <a:gd name="connsiteX535" fmla="*/ 2076403 w 3600000"/>
              <a:gd name="connsiteY535" fmla="*/ 1576165 h 2787466"/>
              <a:gd name="connsiteX536" fmla="*/ 2075167 w 3600000"/>
              <a:gd name="connsiteY536" fmla="*/ 1583084 h 2787466"/>
              <a:gd name="connsiteX537" fmla="*/ 2086013 w 3600000"/>
              <a:gd name="connsiteY537" fmla="*/ 1583988 h 2787466"/>
              <a:gd name="connsiteX538" fmla="*/ 2088971 w 3600000"/>
              <a:gd name="connsiteY538" fmla="*/ 1585467 h 2787466"/>
              <a:gd name="connsiteX539" fmla="*/ 2095399 w 3600000"/>
              <a:gd name="connsiteY539" fmla="*/ 1585524 h 2787466"/>
              <a:gd name="connsiteX540" fmla="*/ 2094539 w 3600000"/>
              <a:gd name="connsiteY540" fmla="*/ 1580096 h 2787466"/>
              <a:gd name="connsiteX541" fmla="*/ 2103813 w 3600000"/>
              <a:gd name="connsiteY541" fmla="*/ 1585127 h 2787466"/>
              <a:gd name="connsiteX542" fmla="*/ 2086708 w 3600000"/>
              <a:gd name="connsiteY542" fmla="*/ 1570192 h 2787466"/>
              <a:gd name="connsiteX543" fmla="*/ 2007365 w 3600000"/>
              <a:gd name="connsiteY543" fmla="*/ 1569248 h 2787466"/>
              <a:gd name="connsiteX544" fmla="*/ 2005922 w 3600000"/>
              <a:gd name="connsiteY544" fmla="*/ 1571613 h 2787466"/>
              <a:gd name="connsiteX545" fmla="*/ 2014821 w 3600000"/>
              <a:gd name="connsiteY545" fmla="*/ 1572635 h 2787466"/>
              <a:gd name="connsiteX546" fmla="*/ 2013701 w 3600000"/>
              <a:gd name="connsiteY546" fmla="*/ 1571332 h 2787466"/>
              <a:gd name="connsiteX547" fmla="*/ 2007365 w 3600000"/>
              <a:gd name="connsiteY547" fmla="*/ 1569248 h 2787466"/>
              <a:gd name="connsiteX548" fmla="*/ 2025706 w 3600000"/>
              <a:gd name="connsiteY548" fmla="*/ 1565160 h 2787466"/>
              <a:gd name="connsiteX549" fmla="*/ 2022872 w 3600000"/>
              <a:gd name="connsiteY549" fmla="*/ 1570054 h 2787466"/>
              <a:gd name="connsiteX550" fmla="*/ 2019943 w 3600000"/>
              <a:gd name="connsiteY550" fmla="*/ 1573223 h 2787466"/>
              <a:gd name="connsiteX551" fmla="*/ 2030348 w 3600000"/>
              <a:gd name="connsiteY551" fmla="*/ 1574418 h 2787466"/>
              <a:gd name="connsiteX552" fmla="*/ 2030858 w 3600000"/>
              <a:gd name="connsiteY552" fmla="*/ 1574122 h 2787466"/>
              <a:gd name="connsiteX553" fmla="*/ 2030738 w 3600000"/>
              <a:gd name="connsiteY553" fmla="*/ 1574463 h 2787466"/>
              <a:gd name="connsiteX554" fmla="*/ 2035103 w 3600000"/>
              <a:gd name="connsiteY554" fmla="*/ 1574964 h 2787466"/>
              <a:gd name="connsiteX555" fmla="*/ 2035263 w 3600000"/>
              <a:gd name="connsiteY555" fmla="*/ 1572923 h 2787466"/>
              <a:gd name="connsiteX556" fmla="*/ 2038690 w 3600000"/>
              <a:gd name="connsiteY556" fmla="*/ 1565160 h 2787466"/>
              <a:gd name="connsiteX557" fmla="*/ 2026943 w 3600000"/>
              <a:gd name="connsiteY557" fmla="*/ 1572235 h 2787466"/>
              <a:gd name="connsiteX558" fmla="*/ 2025706 w 3600000"/>
              <a:gd name="connsiteY558" fmla="*/ 1565160 h 2787466"/>
              <a:gd name="connsiteX559" fmla="*/ 2054146 w 3600000"/>
              <a:gd name="connsiteY559" fmla="*/ 1563274 h 2787466"/>
              <a:gd name="connsiteX560" fmla="*/ 2051673 w 3600000"/>
              <a:gd name="connsiteY560" fmla="*/ 1577109 h 2787466"/>
              <a:gd name="connsiteX561" fmla="*/ 2043687 w 3600000"/>
              <a:gd name="connsiteY561" fmla="*/ 1574004 h 2787466"/>
              <a:gd name="connsiteX562" fmla="*/ 2040877 w 3600000"/>
              <a:gd name="connsiteY562" fmla="*/ 1575628 h 2787466"/>
              <a:gd name="connsiteX563" fmla="*/ 2042000 w 3600000"/>
              <a:gd name="connsiteY563" fmla="*/ 1575757 h 2787466"/>
              <a:gd name="connsiteX564" fmla="*/ 2060350 w 3600000"/>
              <a:gd name="connsiteY564" fmla="*/ 1579667 h 2787466"/>
              <a:gd name="connsiteX565" fmla="*/ 2060624 w 3600000"/>
              <a:gd name="connsiteY565" fmla="*/ 1579771 h 2787466"/>
              <a:gd name="connsiteX566" fmla="*/ 2061169 w 3600000"/>
              <a:gd name="connsiteY566" fmla="*/ 1578617 h 2787466"/>
              <a:gd name="connsiteX567" fmla="*/ 2062183 w 3600000"/>
              <a:gd name="connsiteY567" fmla="*/ 1573179 h 2787466"/>
              <a:gd name="connsiteX568" fmla="*/ 2065378 w 3600000"/>
              <a:gd name="connsiteY568" fmla="*/ 1578131 h 2787466"/>
              <a:gd name="connsiteX569" fmla="*/ 2064843 w 3600000"/>
              <a:gd name="connsiteY569" fmla="*/ 1581365 h 2787466"/>
              <a:gd name="connsiteX570" fmla="*/ 2068571 w 3600000"/>
              <a:gd name="connsiteY570" fmla="*/ 1582774 h 2787466"/>
              <a:gd name="connsiteX571" fmla="*/ 2068546 w 3600000"/>
              <a:gd name="connsiteY571" fmla="*/ 1574692 h 2787466"/>
              <a:gd name="connsiteX572" fmla="*/ 2064656 w 3600000"/>
              <a:gd name="connsiteY572" fmla="*/ 1569248 h 2787466"/>
              <a:gd name="connsiteX573" fmla="*/ 2054146 w 3600000"/>
              <a:gd name="connsiteY573" fmla="*/ 1563274 h 2787466"/>
              <a:gd name="connsiteX574" fmla="*/ 2415002 w 3600000"/>
              <a:gd name="connsiteY574" fmla="*/ 1558243 h 2787466"/>
              <a:gd name="connsiteX575" fmla="*/ 2398103 w 3600000"/>
              <a:gd name="connsiteY575" fmla="*/ 1563274 h 2787466"/>
              <a:gd name="connsiteX576" fmla="*/ 2415002 w 3600000"/>
              <a:gd name="connsiteY576" fmla="*/ 1558243 h 2787466"/>
              <a:gd name="connsiteX577" fmla="*/ 2713949 w 3600000"/>
              <a:gd name="connsiteY577" fmla="*/ 1557270 h 2787466"/>
              <a:gd name="connsiteX578" fmla="*/ 2704924 w 3600000"/>
              <a:gd name="connsiteY578" fmla="*/ 1558235 h 2787466"/>
              <a:gd name="connsiteX579" fmla="*/ 2687302 w 3600000"/>
              <a:gd name="connsiteY579" fmla="*/ 1564993 h 2787466"/>
              <a:gd name="connsiteX580" fmla="*/ 2679068 w 3600000"/>
              <a:gd name="connsiteY580" fmla="*/ 1566567 h 2787466"/>
              <a:gd name="connsiteX581" fmla="*/ 2683374 w 3600000"/>
              <a:gd name="connsiteY581" fmla="*/ 1566383 h 2787466"/>
              <a:gd name="connsiteX582" fmla="*/ 2707053 w 3600000"/>
              <a:gd name="connsiteY582" fmla="*/ 1558833 h 2787466"/>
              <a:gd name="connsiteX583" fmla="*/ 2481810 w 3600000"/>
              <a:gd name="connsiteY583" fmla="*/ 1544664 h 2787466"/>
              <a:gd name="connsiteX584" fmla="*/ 2480124 w 3600000"/>
              <a:gd name="connsiteY584" fmla="*/ 1545351 h 2787466"/>
              <a:gd name="connsiteX585" fmla="*/ 2481467 w 3600000"/>
              <a:gd name="connsiteY585" fmla="*/ 1547985 h 2787466"/>
              <a:gd name="connsiteX586" fmla="*/ 2481680 w 3600000"/>
              <a:gd name="connsiteY586" fmla="*/ 1545090 h 2787466"/>
              <a:gd name="connsiteX587" fmla="*/ 2236935 w 3600000"/>
              <a:gd name="connsiteY587" fmla="*/ 1541211 h 2787466"/>
              <a:gd name="connsiteX588" fmla="*/ 2234059 w 3600000"/>
              <a:gd name="connsiteY588" fmla="*/ 1542364 h 2787466"/>
              <a:gd name="connsiteX589" fmla="*/ 2234059 w 3600000"/>
              <a:gd name="connsiteY589" fmla="*/ 1551325 h 2787466"/>
              <a:gd name="connsiteX590" fmla="*/ 2245600 w 3600000"/>
              <a:gd name="connsiteY590" fmla="*/ 1549281 h 2787466"/>
              <a:gd name="connsiteX591" fmla="*/ 2241761 w 3600000"/>
              <a:gd name="connsiteY591" fmla="*/ 1542108 h 2787466"/>
              <a:gd name="connsiteX592" fmla="*/ 2236935 w 3600000"/>
              <a:gd name="connsiteY592" fmla="*/ 1541211 h 2787466"/>
              <a:gd name="connsiteX593" fmla="*/ 2541603 w 3600000"/>
              <a:gd name="connsiteY593" fmla="*/ 1533555 h 2787466"/>
              <a:gd name="connsiteX594" fmla="*/ 2539966 w 3600000"/>
              <a:gd name="connsiteY594" fmla="*/ 1535673 h 2787466"/>
              <a:gd name="connsiteX595" fmla="*/ 2539994 w 3600000"/>
              <a:gd name="connsiteY595" fmla="*/ 1535884 h 2787466"/>
              <a:gd name="connsiteX596" fmla="*/ 2543651 w 3600000"/>
              <a:gd name="connsiteY596" fmla="*/ 1535443 h 2787466"/>
              <a:gd name="connsiteX597" fmla="*/ 2545226 w 3600000"/>
              <a:gd name="connsiteY597" fmla="*/ 1535711 h 2787466"/>
              <a:gd name="connsiteX598" fmla="*/ 2265178 w 3600000"/>
              <a:gd name="connsiteY598" fmla="*/ 1531358 h 2787466"/>
              <a:gd name="connsiteX599" fmla="*/ 2250958 w 3600000"/>
              <a:gd name="connsiteY599" fmla="*/ 1536389 h 2787466"/>
              <a:gd name="connsiteX600" fmla="*/ 2266621 w 3600000"/>
              <a:gd name="connsiteY600" fmla="*/ 1548337 h 2787466"/>
              <a:gd name="connsiteX601" fmla="*/ 2265178 w 3600000"/>
              <a:gd name="connsiteY601" fmla="*/ 1531358 h 2787466"/>
              <a:gd name="connsiteX602" fmla="*/ 2205413 w 3600000"/>
              <a:gd name="connsiteY602" fmla="*/ 1529471 h 2787466"/>
              <a:gd name="connsiteX603" fmla="*/ 2205413 w 3600000"/>
              <a:gd name="connsiteY603" fmla="*/ 1543307 h 2787466"/>
              <a:gd name="connsiteX604" fmla="*/ 2205413 w 3600000"/>
              <a:gd name="connsiteY604" fmla="*/ 1529471 h 2787466"/>
              <a:gd name="connsiteX605" fmla="*/ 2171409 w 3600000"/>
              <a:gd name="connsiteY605" fmla="*/ 1529471 h 2787466"/>
              <a:gd name="connsiteX606" fmla="*/ 2161104 w 3600000"/>
              <a:gd name="connsiteY606" fmla="*/ 1542364 h 2787466"/>
              <a:gd name="connsiteX607" fmla="*/ 2154510 w 3600000"/>
              <a:gd name="connsiteY607" fmla="*/ 1535446 h 2787466"/>
              <a:gd name="connsiteX608" fmla="*/ 2167493 w 3600000"/>
              <a:gd name="connsiteY608" fmla="*/ 1545351 h 2787466"/>
              <a:gd name="connsiteX609" fmla="*/ 2171409 w 3600000"/>
              <a:gd name="connsiteY609" fmla="*/ 1529471 h 2787466"/>
              <a:gd name="connsiteX610" fmla="*/ 2314638 w 3600000"/>
              <a:gd name="connsiteY610" fmla="*/ 1528528 h 2787466"/>
              <a:gd name="connsiteX611" fmla="*/ 2316081 w 3600000"/>
              <a:gd name="connsiteY611" fmla="*/ 1540319 h 2787466"/>
              <a:gd name="connsiteX612" fmla="*/ 2323912 w 3600000"/>
              <a:gd name="connsiteY612" fmla="*/ 1533402 h 2787466"/>
              <a:gd name="connsiteX613" fmla="*/ 2339368 w 3600000"/>
              <a:gd name="connsiteY613" fmla="*/ 1542364 h 2787466"/>
              <a:gd name="connsiteX614" fmla="*/ 2314638 w 3600000"/>
              <a:gd name="connsiteY614" fmla="*/ 1528528 h 2787466"/>
              <a:gd name="connsiteX615" fmla="*/ 2351115 w 3600000"/>
              <a:gd name="connsiteY615" fmla="*/ 1526484 h 2787466"/>
              <a:gd name="connsiteX616" fmla="*/ 2355031 w 3600000"/>
              <a:gd name="connsiteY616" fmla="*/ 1540319 h 2787466"/>
              <a:gd name="connsiteX617" fmla="*/ 2360389 w 3600000"/>
              <a:gd name="connsiteY617" fmla="*/ 1545351 h 2787466"/>
              <a:gd name="connsiteX618" fmla="*/ 2364304 w 3600000"/>
              <a:gd name="connsiteY618" fmla="*/ 1531358 h 2787466"/>
              <a:gd name="connsiteX619" fmla="*/ 2374609 w 3600000"/>
              <a:gd name="connsiteY619" fmla="*/ 1526484 h 2787466"/>
              <a:gd name="connsiteX620" fmla="*/ 2351115 w 3600000"/>
              <a:gd name="connsiteY620" fmla="*/ 1526484 h 2787466"/>
              <a:gd name="connsiteX621" fmla="*/ 2230143 w 3600000"/>
              <a:gd name="connsiteY621" fmla="*/ 1525541 h 2787466"/>
              <a:gd name="connsiteX622" fmla="*/ 2219633 w 3600000"/>
              <a:gd name="connsiteY622" fmla="*/ 1537332 h 2787466"/>
              <a:gd name="connsiteX623" fmla="*/ 2230143 w 3600000"/>
              <a:gd name="connsiteY623" fmla="*/ 1525541 h 2787466"/>
              <a:gd name="connsiteX624" fmla="*/ 2297693 w 3600000"/>
              <a:gd name="connsiteY624" fmla="*/ 1525462 h 2787466"/>
              <a:gd name="connsiteX625" fmla="*/ 2304219 w 3600000"/>
              <a:gd name="connsiteY625" fmla="*/ 1526723 h 2787466"/>
              <a:gd name="connsiteX626" fmla="*/ 2284673 w 3600000"/>
              <a:gd name="connsiteY626" fmla="*/ 1537509 h 2787466"/>
              <a:gd name="connsiteX627" fmla="*/ 2297693 w 3600000"/>
              <a:gd name="connsiteY627" fmla="*/ 1525462 h 2787466"/>
              <a:gd name="connsiteX628" fmla="*/ 2517839 w 3600000"/>
              <a:gd name="connsiteY628" fmla="*/ 1524440 h 2787466"/>
              <a:gd name="connsiteX629" fmla="*/ 2520518 w 3600000"/>
              <a:gd name="connsiteY629" fmla="*/ 1535446 h 2787466"/>
              <a:gd name="connsiteX630" fmla="*/ 2517839 w 3600000"/>
              <a:gd name="connsiteY630" fmla="*/ 1524440 h 2787466"/>
              <a:gd name="connsiteX631" fmla="*/ 2487956 w 3600000"/>
              <a:gd name="connsiteY631" fmla="*/ 1524440 h 2787466"/>
              <a:gd name="connsiteX632" fmla="*/ 2477445 w 3600000"/>
              <a:gd name="connsiteY632" fmla="*/ 1539376 h 2787466"/>
              <a:gd name="connsiteX633" fmla="*/ 2483714 w 3600000"/>
              <a:gd name="connsiteY633" fmla="*/ 1538402 h 2787466"/>
              <a:gd name="connsiteX634" fmla="*/ 2484950 w 3600000"/>
              <a:gd name="connsiteY634" fmla="*/ 1534343 h 2787466"/>
              <a:gd name="connsiteX635" fmla="*/ 2488120 w 3600000"/>
              <a:gd name="connsiteY635" fmla="*/ 1533594 h 2787466"/>
              <a:gd name="connsiteX636" fmla="*/ 2487132 w 3600000"/>
              <a:gd name="connsiteY636" fmla="*/ 1533544 h 2787466"/>
              <a:gd name="connsiteX637" fmla="*/ 2485277 w 3600000"/>
              <a:gd name="connsiteY637" fmla="*/ 1531358 h 2787466"/>
              <a:gd name="connsiteX638" fmla="*/ 2487956 w 3600000"/>
              <a:gd name="connsiteY638" fmla="*/ 1524440 h 2787466"/>
              <a:gd name="connsiteX639" fmla="*/ 2505734 w 3600000"/>
              <a:gd name="connsiteY639" fmla="*/ 1522856 h 2787466"/>
              <a:gd name="connsiteX640" fmla="*/ 2502298 w 3600000"/>
              <a:gd name="connsiteY640" fmla="*/ 1523556 h 2787466"/>
              <a:gd name="connsiteX641" fmla="*/ 2500469 w 3600000"/>
              <a:gd name="connsiteY641" fmla="*/ 1523472 h 2787466"/>
              <a:gd name="connsiteX642" fmla="*/ 2500469 w 3600000"/>
              <a:gd name="connsiteY642" fmla="*/ 1523475 h 2787466"/>
              <a:gd name="connsiteX643" fmla="*/ 2498260 w 3600000"/>
              <a:gd name="connsiteY643" fmla="*/ 1526484 h 2787466"/>
              <a:gd name="connsiteX644" fmla="*/ 2603375 w 3600000"/>
              <a:gd name="connsiteY644" fmla="*/ 1521720 h 2787466"/>
              <a:gd name="connsiteX645" fmla="*/ 2622846 w 3600000"/>
              <a:gd name="connsiteY645" fmla="*/ 1521720 h 2787466"/>
              <a:gd name="connsiteX646" fmla="*/ 2597021 w 3600000"/>
              <a:gd name="connsiteY646" fmla="*/ 1536813 h 2787466"/>
              <a:gd name="connsiteX647" fmla="*/ 2603375 w 3600000"/>
              <a:gd name="connsiteY647" fmla="*/ 1521720 h 2787466"/>
              <a:gd name="connsiteX648" fmla="*/ 2240447 w 3600000"/>
              <a:gd name="connsiteY648" fmla="*/ 1521453 h 2787466"/>
              <a:gd name="connsiteX649" fmla="*/ 2237768 w 3600000"/>
              <a:gd name="connsiteY649" fmla="*/ 1535446 h 2787466"/>
              <a:gd name="connsiteX650" fmla="*/ 2249515 w 3600000"/>
              <a:gd name="connsiteY650" fmla="*/ 1529471 h 2787466"/>
              <a:gd name="connsiteX651" fmla="*/ 2241684 w 3600000"/>
              <a:gd name="connsiteY651" fmla="*/ 1526484 h 2787466"/>
              <a:gd name="connsiteX652" fmla="*/ 2240447 w 3600000"/>
              <a:gd name="connsiteY652" fmla="*/ 1521453 h 2787466"/>
              <a:gd name="connsiteX653" fmla="*/ 2871236 w 3600000"/>
              <a:gd name="connsiteY653" fmla="*/ 1518704 h 2787466"/>
              <a:gd name="connsiteX654" fmla="*/ 2851453 w 3600000"/>
              <a:gd name="connsiteY654" fmla="*/ 1526510 h 2787466"/>
              <a:gd name="connsiteX655" fmla="*/ 2871236 w 3600000"/>
              <a:gd name="connsiteY655" fmla="*/ 1518704 h 2787466"/>
              <a:gd name="connsiteX656" fmla="*/ 2435816 w 3600000"/>
              <a:gd name="connsiteY656" fmla="*/ 1518466 h 2787466"/>
              <a:gd name="connsiteX657" fmla="*/ 2434579 w 3600000"/>
              <a:gd name="connsiteY657" fmla="*/ 1527427 h 2787466"/>
              <a:gd name="connsiteX658" fmla="*/ 2440968 w 3600000"/>
              <a:gd name="connsiteY658" fmla="*/ 1522554 h 2787466"/>
              <a:gd name="connsiteX659" fmla="*/ 2448799 w 3600000"/>
              <a:gd name="connsiteY659" fmla="*/ 1524440 h 2787466"/>
              <a:gd name="connsiteX660" fmla="*/ 2435816 w 3600000"/>
              <a:gd name="connsiteY660" fmla="*/ 1518466 h 2787466"/>
              <a:gd name="connsiteX661" fmla="*/ 2396866 w 3600000"/>
              <a:gd name="connsiteY661" fmla="*/ 1517523 h 2787466"/>
              <a:gd name="connsiteX662" fmla="*/ 2381204 w 3600000"/>
              <a:gd name="connsiteY662" fmla="*/ 1521453 h 2787466"/>
              <a:gd name="connsiteX663" fmla="*/ 2375846 w 3600000"/>
              <a:gd name="connsiteY663" fmla="*/ 1540319 h 2787466"/>
              <a:gd name="connsiteX664" fmla="*/ 2387593 w 3600000"/>
              <a:gd name="connsiteY664" fmla="*/ 1528528 h 2787466"/>
              <a:gd name="connsiteX665" fmla="*/ 2386356 w 3600000"/>
              <a:gd name="connsiteY665" fmla="*/ 1537332 h 2787466"/>
              <a:gd name="connsiteX666" fmla="*/ 2396866 w 3600000"/>
              <a:gd name="connsiteY666" fmla="*/ 1517523 h 2787466"/>
              <a:gd name="connsiteX667" fmla="*/ 2262431 w 3600000"/>
              <a:gd name="connsiteY667" fmla="*/ 1516720 h 2787466"/>
              <a:gd name="connsiteX668" fmla="*/ 2260025 w 3600000"/>
              <a:gd name="connsiteY668" fmla="*/ 1517523 h 2787466"/>
              <a:gd name="connsiteX669" fmla="*/ 2257347 w 3600000"/>
              <a:gd name="connsiteY669" fmla="*/ 1531358 h 2787466"/>
              <a:gd name="connsiteX670" fmla="*/ 2273008 w 3600000"/>
              <a:gd name="connsiteY670" fmla="*/ 1518466 h 2787466"/>
              <a:gd name="connsiteX671" fmla="*/ 2262431 w 3600000"/>
              <a:gd name="connsiteY671" fmla="*/ 1516720 h 2787466"/>
              <a:gd name="connsiteX672" fmla="*/ 2465455 w 3600000"/>
              <a:gd name="connsiteY672" fmla="*/ 1515140 h 2787466"/>
              <a:gd name="connsiteX673" fmla="*/ 2465586 w 3600000"/>
              <a:gd name="connsiteY673" fmla="*/ 1515864 h 2787466"/>
              <a:gd name="connsiteX674" fmla="*/ 2456630 w 3600000"/>
              <a:gd name="connsiteY674" fmla="*/ 1517523 h 2787466"/>
              <a:gd name="connsiteX675" fmla="*/ 2474973 w 3600000"/>
              <a:gd name="connsiteY675" fmla="*/ 1527427 h 2787466"/>
              <a:gd name="connsiteX676" fmla="*/ 2474973 w 3600000"/>
              <a:gd name="connsiteY676" fmla="*/ 1520510 h 2787466"/>
              <a:gd name="connsiteX677" fmla="*/ 2482495 w 3600000"/>
              <a:gd name="connsiteY677" fmla="*/ 1523752 h 2787466"/>
              <a:gd name="connsiteX678" fmla="*/ 2485140 w 3600000"/>
              <a:gd name="connsiteY678" fmla="*/ 1522709 h 2787466"/>
              <a:gd name="connsiteX679" fmla="*/ 2475315 w 3600000"/>
              <a:gd name="connsiteY679" fmla="*/ 1519884 h 2787466"/>
              <a:gd name="connsiteX680" fmla="*/ 2466063 w 3600000"/>
              <a:gd name="connsiteY680" fmla="*/ 1515428 h 2787466"/>
              <a:gd name="connsiteX681" fmla="*/ 2304334 w 3600000"/>
              <a:gd name="connsiteY681" fmla="*/ 1514535 h 2787466"/>
              <a:gd name="connsiteX682" fmla="*/ 2273008 w 3600000"/>
              <a:gd name="connsiteY682" fmla="*/ 1529471 h 2787466"/>
              <a:gd name="connsiteX683" fmla="*/ 2280840 w 3600000"/>
              <a:gd name="connsiteY683" fmla="*/ 1544407 h 2787466"/>
              <a:gd name="connsiteX684" fmla="*/ 2301655 w 3600000"/>
              <a:gd name="connsiteY684" fmla="*/ 1533402 h 2787466"/>
              <a:gd name="connsiteX685" fmla="*/ 2299182 w 3600000"/>
              <a:gd name="connsiteY685" fmla="*/ 1542364 h 2787466"/>
              <a:gd name="connsiteX686" fmla="*/ 2316081 w 3600000"/>
              <a:gd name="connsiteY686" fmla="*/ 1524440 h 2787466"/>
              <a:gd name="connsiteX687" fmla="*/ 2304334 w 3600000"/>
              <a:gd name="connsiteY687" fmla="*/ 1514535 h 2787466"/>
              <a:gd name="connsiteX688" fmla="*/ 2425190 w 3600000"/>
              <a:gd name="connsiteY688" fmla="*/ 1512214 h 2787466"/>
              <a:gd name="connsiteX689" fmla="*/ 2412323 w 3600000"/>
              <a:gd name="connsiteY689" fmla="*/ 1514535 h 2787466"/>
              <a:gd name="connsiteX690" fmla="*/ 2411086 w 3600000"/>
              <a:gd name="connsiteY690" fmla="*/ 1523497 h 2787466"/>
              <a:gd name="connsiteX691" fmla="*/ 2404492 w 3600000"/>
              <a:gd name="connsiteY691" fmla="*/ 1519566 h 2787466"/>
              <a:gd name="connsiteX692" fmla="*/ 2400782 w 3600000"/>
              <a:gd name="connsiteY692" fmla="*/ 1528528 h 2787466"/>
              <a:gd name="connsiteX693" fmla="*/ 2426749 w 3600000"/>
              <a:gd name="connsiteY693" fmla="*/ 1525541 h 2787466"/>
              <a:gd name="connsiteX694" fmla="*/ 2427985 w 3600000"/>
              <a:gd name="connsiteY694" fmla="*/ 1513592 h 2787466"/>
              <a:gd name="connsiteX695" fmla="*/ 2425190 w 3600000"/>
              <a:gd name="connsiteY695" fmla="*/ 1512214 h 2787466"/>
              <a:gd name="connsiteX696" fmla="*/ 2652216 w 3600000"/>
              <a:gd name="connsiteY696" fmla="*/ 1510862 h 2787466"/>
              <a:gd name="connsiteX697" fmla="*/ 2656115 w 3600000"/>
              <a:gd name="connsiteY697" fmla="*/ 1520831 h 2787466"/>
              <a:gd name="connsiteX698" fmla="*/ 2662681 w 3600000"/>
              <a:gd name="connsiteY698" fmla="*/ 1519881 h 2787466"/>
              <a:gd name="connsiteX699" fmla="*/ 2663912 w 3600000"/>
              <a:gd name="connsiteY699" fmla="*/ 1512918 h 2787466"/>
              <a:gd name="connsiteX700" fmla="*/ 2666579 w 3600000"/>
              <a:gd name="connsiteY700" fmla="*/ 1528901 h 2787466"/>
              <a:gd name="connsiteX701" fmla="*/ 2639289 w 3600000"/>
              <a:gd name="connsiteY701" fmla="*/ 1535864 h 2787466"/>
              <a:gd name="connsiteX702" fmla="*/ 2628824 w 3600000"/>
              <a:gd name="connsiteY702" fmla="*/ 1520831 h 2787466"/>
              <a:gd name="connsiteX703" fmla="*/ 2647087 w 3600000"/>
              <a:gd name="connsiteY703" fmla="*/ 1517824 h 2787466"/>
              <a:gd name="connsiteX704" fmla="*/ 2641956 w 3600000"/>
              <a:gd name="connsiteY704" fmla="*/ 1516875 h 2787466"/>
              <a:gd name="connsiteX705" fmla="*/ 2652216 w 3600000"/>
              <a:gd name="connsiteY705" fmla="*/ 1510862 h 2787466"/>
              <a:gd name="connsiteX706" fmla="*/ 2439591 w 3600000"/>
              <a:gd name="connsiteY706" fmla="*/ 1509389 h 2787466"/>
              <a:gd name="connsiteX707" fmla="*/ 2429171 w 3600000"/>
              <a:gd name="connsiteY707" fmla="*/ 1510166 h 2787466"/>
              <a:gd name="connsiteX708" fmla="*/ 2427985 w 3600000"/>
              <a:gd name="connsiteY708" fmla="*/ 1511548 h 2787466"/>
              <a:gd name="connsiteX709" fmla="*/ 2440968 w 3600000"/>
              <a:gd name="connsiteY709" fmla="*/ 1515479 h 2787466"/>
              <a:gd name="connsiteX710" fmla="*/ 2440273 w 3600000"/>
              <a:gd name="connsiteY710" fmla="*/ 1511076 h 2787466"/>
              <a:gd name="connsiteX711" fmla="*/ 2447675 w 3600000"/>
              <a:gd name="connsiteY711" fmla="*/ 1508786 h 2787466"/>
              <a:gd name="connsiteX712" fmla="*/ 2443792 w 3600000"/>
              <a:gd name="connsiteY712" fmla="*/ 1509076 h 2787466"/>
              <a:gd name="connsiteX713" fmla="*/ 2443783 w 3600000"/>
              <a:gd name="connsiteY713" fmla="*/ 1509642 h 2787466"/>
              <a:gd name="connsiteX714" fmla="*/ 2448799 w 3600000"/>
              <a:gd name="connsiteY714" fmla="*/ 1515479 h 2787466"/>
              <a:gd name="connsiteX715" fmla="*/ 2449331 w 3600000"/>
              <a:gd name="connsiteY715" fmla="*/ 1509204 h 2787466"/>
              <a:gd name="connsiteX716" fmla="*/ 2610130 w 3600000"/>
              <a:gd name="connsiteY716" fmla="*/ 1507419 h 2787466"/>
              <a:gd name="connsiteX717" fmla="*/ 2611355 w 3600000"/>
              <a:gd name="connsiteY717" fmla="*/ 1513440 h 2787466"/>
              <a:gd name="connsiteX718" fmla="*/ 2599717 w 3600000"/>
              <a:gd name="connsiteY718" fmla="*/ 1517402 h 2787466"/>
              <a:gd name="connsiteX719" fmla="*/ 2594611 w 3600000"/>
              <a:gd name="connsiteY719" fmla="*/ 1516451 h 2787466"/>
              <a:gd name="connsiteX720" fmla="*/ 2597266 w 3600000"/>
              <a:gd name="connsiteY720" fmla="*/ 1508370 h 2787466"/>
              <a:gd name="connsiteX721" fmla="*/ 2599717 w 3600000"/>
              <a:gd name="connsiteY721" fmla="*/ 1513440 h 2787466"/>
              <a:gd name="connsiteX722" fmla="*/ 2610130 w 3600000"/>
              <a:gd name="connsiteY722" fmla="*/ 1507419 h 2787466"/>
              <a:gd name="connsiteX723" fmla="*/ 2410231 w 3600000"/>
              <a:gd name="connsiteY723" fmla="*/ 1506973 h 2787466"/>
              <a:gd name="connsiteX724" fmla="*/ 2409264 w 3600000"/>
              <a:gd name="connsiteY724" fmla="*/ 1507284 h 2787466"/>
              <a:gd name="connsiteX725" fmla="*/ 2409850 w 3600000"/>
              <a:gd name="connsiteY725" fmla="*/ 1507618 h 2787466"/>
              <a:gd name="connsiteX726" fmla="*/ 2391234 w 3600000"/>
              <a:gd name="connsiteY726" fmla="*/ 1506811 h 2787466"/>
              <a:gd name="connsiteX727" fmla="*/ 2394187 w 3600000"/>
              <a:gd name="connsiteY727" fmla="*/ 1510604 h 2787466"/>
              <a:gd name="connsiteX728" fmla="*/ 2396694 w 3600000"/>
              <a:gd name="connsiteY728" fmla="*/ 1509949 h 2787466"/>
              <a:gd name="connsiteX729" fmla="*/ 2851249 w 3600000"/>
              <a:gd name="connsiteY729" fmla="*/ 1506468 h 2787466"/>
              <a:gd name="connsiteX730" fmla="*/ 2824148 w 3600000"/>
              <a:gd name="connsiteY730" fmla="*/ 1520178 h 2787466"/>
              <a:gd name="connsiteX731" fmla="*/ 2851249 w 3600000"/>
              <a:gd name="connsiteY731" fmla="*/ 1506468 h 2787466"/>
              <a:gd name="connsiteX732" fmla="*/ 2206108 w 3600000"/>
              <a:gd name="connsiteY732" fmla="*/ 1506380 h 2787466"/>
              <a:gd name="connsiteX733" fmla="*/ 2202734 w 3600000"/>
              <a:gd name="connsiteY733" fmla="*/ 1507618 h 2787466"/>
              <a:gd name="connsiteX734" fmla="*/ 2200055 w 3600000"/>
              <a:gd name="connsiteY734" fmla="*/ 1519566 h 2787466"/>
              <a:gd name="connsiteX735" fmla="*/ 2213244 w 3600000"/>
              <a:gd name="connsiteY735" fmla="*/ 1508561 h 2787466"/>
              <a:gd name="connsiteX736" fmla="*/ 2210565 w 3600000"/>
              <a:gd name="connsiteY736" fmla="*/ 1506674 h 2787466"/>
              <a:gd name="connsiteX737" fmla="*/ 2206108 w 3600000"/>
              <a:gd name="connsiteY737" fmla="*/ 1506380 h 2787466"/>
              <a:gd name="connsiteX738" fmla="*/ 2908173 w 3600000"/>
              <a:gd name="connsiteY738" fmla="*/ 1501616 h 2787466"/>
              <a:gd name="connsiteX739" fmla="*/ 2888703 w 3600000"/>
              <a:gd name="connsiteY739" fmla="*/ 1514643 h 2787466"/>
              <a:gd name="connsiteX740" fmla="*/ 2908173 w 3600000"/>
              <a:gd name="connsiteY740" fmla="*/ 1501616 h 2787466"/>
              <a:gd name="connsiteX741" fmla="*/ 2379916 w 3600000"/>
              <a:gd name="connsiteY741" fmla="*/ 1501589 h 2787466"/>
              <a:gd name="connsiteX742" fmla="*/ 2376215 w 3600000"/>
              <a:gd name="connsiteY742" fmla="*/ 1501703 h 2787466"/>
              <a:gd name="connsiteX743" fmla="*/ 2378344 w 3600000"/>
              <a:gd name="connsiteY743" fmla="*/ 1501722 h 2787466"/>
              <a:gd name="connsiteX744" fmla="*/ 2382440 w 3600000"/>
              <a:gd name="connsiteY744" fmla="*/ 1505574 h 2787466"/>
              <a:gd name="connsiteX745" fmla="*/ 2383444 w 3600000"/>
              <a:gd name="connsiteY745" fmla="*/ 1502933 h 2787466"/>
              <a:gd name="connsiteX746" fmla="*/ 2369958 w 3600000"/>
              <a:gd name="connsiteY746" fmla="*/ 1500624 h 2787466"/>
              <a:gd name="connsiteX747" fmla="*/ 2369456 w 3600000"/>
              <a:gd name="connsiteY747" fmla="*/ 1501643 h 2787466"/>
              <a:gd name="connsiteX748" fmla="*/ 2370675 w 3600000"/>
              <a:gd name="connsiteY748" fmla="*/ 1501654 h 2787466"/>
              <a:gd name="connsiteX749" fmla="*/ 2734027 w 3600000"/>
              <a:gd name="connsiteY749" fmla="*/ 1498843 h 2787466"/>
              <a:gd name="connsiteX750" fmla="*/ 2715971 w 3600000"/>
              <a:gd name="connsiteY750" fmla="*/ 1505709 h 2787466"/>
              <a:gd name="connsiteX751" fmla="*/ 2712072 w 3600000"/>
              <a:gd name="connsiteY751" fmla="*/ 1515542 h 2787466"/>
              <a:gd name="connsiteX752" fmla="*/ 2676985 w 3600000"/>
              <a:gd name="connsiteY752" fmla="*/ 1524438 h 2787466"/>
              <a:gd name="connsiteX753" fmla="*/ 2676985 w 3600000"/>
              <a:gd name="connsiteY753" fmla="*/ 1512733 h 2787466"/>
              <a:gd name="connsiteX754" fmla="*/ 2734027 w 3600000"/>
              <a:gd name="connsiteY754" fmla="*/ 1498843 h 2787466"/>
              <a:gd name="connsiteX755" fmla="*/ 2354100 w 3600000"/>
              <a:gd name="connsiteY755" fmla="*/ 1494876 h 2787466"/>
              <a:gd name="connsiteX756" fmla="*/ 2349878 w 3600000"/>
              <a:gd name="connsiteY756" fmla="*/ 1496612 h 2787466"/>
              <a:gd name="connsiteX757" fmla="*/ 2352558 w 3600000"/>
              <a:gd name="connsiteY757" fmla="*/ 1501643 h 2787466"/>
              <a:gd name="connsiteX758" fmla="*/ 2342048 w 3600000"/>
              <a:gd name="connsiteY758" fmla="*/ 1503687 h 2787466"/>
              <a:gd name="connsiteX759" fmla="*/ 2339368 w 3600000"/>
              <a:gd name="connsiteY759" fmla="*/ 1498656 h 2787466"/>
              <a:gd name="connsiteX760" fmla="*/ 2338131 w 3600000"/>
              <a:gd name="connsiteY760" fmla="*/ 1508561 h 2787466"/>
              <a:gd name="connsiteX761" fmla="*/ 2351115 w 3600000"/>
              <a:gd name="connsiteY761" fmla="*/ 1508561 h 2787466"/>
              <a:gd name="connsiteX762" fmla="*/ 2354100 w 3600000"/>
              <a:gd name="connsiteY762" fmla="*/ 1494876 h 2787466"/>
              <a:gd name="connsiteX763" fmla="*/ 2274245 w 3600000"/>
              <a:gd name="connsiteY763" fmla="*/ 1492682 h 2787466"/>
              <a:gd name="connsiteX764" fmla="*/ 2263941 w 3600000"/>
              <a:gd name="connsiteY764" fmla="*/ 1508561 h 2787466"/>
              <a:gd name="connsiteX765" fmla="*/ 2265178 w 3600000"/>
              <a:gd name="connsiteY765" fmla="*/ 1513592 h 2787466"/>
              <a:gd name="connsiteX766" fmla="*/ 2279603 w 3600000"/>
              <a:gd name="connsiteY766" fmla="*/ 1495669 h 2787466"/>
              <a:gd name="connsiteX767" fmla="*/ 2274245 w 3600000"/>
              <a:gd name="connsiteY767" fmla="*/ 1492682 h 2787466"/>
              <a:gd name="connsiteX768" fmla="*/ 2465699 w 3600000"/>
              <a:gd name="connsiteY768" fmla="*/ 1491738 h 2787466"/>
              <a:gd name="connsiteX769" fmla="*/ 2465236 w 3600000"/>
              <a:gd name="connsiteY769" fmla="*/ 1492383 h 2787466"/>
              <a:gd name="connsiteX770" fmla="*/ 2472398 w 3600000"/>
              <a:gd name="connsiteY770" fmla="*/ 1491965 h 2787466"/>
              <a:gd name="connsiteX771" fmla="*/ 2472243 w 3600000"/>
              <a:gd name="connsiteY771" fmla="*/ 1492830 h 2787466"/>
              <a:gd name="connsiteX772" fmla="*/ 2471612 w 3600000"/>
              <a:gd name="connsiteY772" fmla="*/ 1496364 h 2787466"/>
              <a:gd name="connsiteX773" fmla="*/ 2476879 w 3600000"/>
              <a:gd name="connsiteY773" fmla="*/ 1497182 h 2787466"/>
              <a:gd name="connsiteX774" fmla="*/ 2482598 w 3600000"/>
              <a:gd name="connsiteY774" fmla="*/ 1492682 h 2787466"/>
              <a:gd name="connsiteX775" fmla="*/ 2465699 w 3600000"/>
              <a:gd name="connsiteY775" fmla="*/ 1491738 h 2787466"/>
              <a:gd name="connsiteX776" fmla="*/ 175697 w 3600000"/>
              <a:gd name="connsiteY776" fmla="*/ 1490832 h 2787466"/>
              <a:gd name="connsiteX777" fmla="*/ 161272 w 3600000"/>
              <a:gd name="connsiteY777" fmla="*/ 1493818 h 2787466"/>
              <a:gd name="connsiteX778" fmla="*/ 171782 w 3600000"/>
              <a:gd name="connsiteY778" fmla="*/ 1495863 h 2787466"/>
              <a:gd name="connsiteX779" fmla="*/ 175697 w 3600000"/>
              <a:gd name="connsiteY779" fmla="*/ 1490832 h 2787466"/>
              <a:gd name="connsiteX780" fmla="*/ 2857355 w 3600000"/>
              <a:gd name="connsiteY780" fmla="*/ 1490524 h 2787466"/>
              <a:gd name="connsiteX781" fmla="*/ 2861243 w 3600000"/>
              <a:gd name="connsiteY781" fmla="*/ 1499491 h 2787466"/>
              <a:gd name="connsiteX782" fmla="*/ 2816014 w 3600000"/>
              <a:gd name="connsiteY782" fmla="*/ 1512550 h 2787466"/>
              <a:gd name="connsiteX783" fmla="*/ 2857355 w 3600000"/>
              <a:gd name="connsiteY783" fmla="*/ 1490524 h 2787466"/>
              <a:gd name="connsiteX784" fmla="*/ 2967301 w 3600000"/>
              <a:gd name="connsiteY784" fmla="*/ 1488821 h 2787466"/>
              <a:gd name="connsiteX785" fmla="*/ 2953163 w 3600000"/>
              <a:gd name="connsiteY785" fmla="*/ 1499382 h 2787466"/>
              <a:gd name="connsiteX786" fmla="*/ 2967301 w 3600000"/>
              <a:gd name="connsiteY786" fmla="*/ 1488821 h 2787466"/>
              <a:gd name="connsiteX787" fmla="*/ 2937800 w 3600000"/>
              <a:gd name="connsiteY787" fmla="*/ 1488705 h 2787466"/>
              <a:gd name="connsiteX788" fmla="*/ 2942119 w 3600000"/>
              <a:gd name="connsiteY788" fmla="*/ 1494796 h 2787466"/>
              <a:gd name="connsiteX789" fmla="*/ 2925561 w 3600000"/>
              <a:gd name="connsiteY789" fmla="*/ 1500765 h 2787466"/>
              <a:gd name="connsiteX790" fmla="*/ 2937800 w 3600000"/>
              <a:gd name="connsiteY790" fmla="*/ 1488705 h 2787466"/>
              <a:gd name="connsiteX791" fmla="*/ 2661329 w 3600000"/>
              <a:gd name="connsiteY791" fmla="*/ 1487750 h 2787466"/>
              <a:gd name="connsiteX792" fmla="*/ 2646998 w 3600000"/>
              <a:gd name="connsiteY792" fmla="*/ 1494742 h 2787466"/>
              <a:gd name="connsiteX793" fmla="*/ 2661329 w 3600000"/>
              <a:gd name="connsiteY793" fmla="*/ 1487750 h 2787466"/>
              <a:gd name="connsiteX794" fmla="*/ 2444884 w 3600000"/>
              <a:gd name="connsiteY794" fmla="*/ 1485764 h 2787466"/>
              <a:gd name="connsiteX795" fmla="*/ 2445496 w 3600000"/>
              <a:gd name="connsiteY795" fmla="*/ 1493369 h 2787466"/>
              <a:gd name="connsiteX796" fmla="*/ 2445490 w 3600000"/>
              <a:gd name="connsiteY796" fmla="*/ 1493403 h 2787466"/>
              <a:gd name="connsiteX797" fmla="*/ 2446126 w 3600000"/>
              <a:gd name="connsiteY797" fmla="*/ 1493498 h 2787466"/>
              <a:gd name="connsiteX798" fmla="*/ 2456244 w 3600000"/>
              <a:gd name="connsiteY798" fmla="*/ 1492907 h 2787466"/>
              <a:gd name="connsiteX799" fmla="*/ 2458074 w 3600000"/>
              <a:gd name="connsiteY799" fmla="*/ 1491738 h 2787466"/>
              <a:gd name="connsiteX800" fmla="*/ 2458074 w 3600000"/>
              <a:gd name="connsiteY800" fmla="*/ 1487651 h 2787466"/>
              <a:gd name="connsiteX801" fmla="*/ 2447563 w 3600000"/>
              <a:gd name="connsiteY801" fmla="*/ 1489694 h 2787466"/>
              <a:gd name="connsiteX802" fmla="*/ 2444884 w 3600000"/>
              <a:gd name="connsiteY802" fmla="*/ 1485764 h 2787466"/>
              <a:gd name="connsiteX803" fmla="*/ 3002096 w 3600000"/>
              <a:gd name="connsiteY803" fmla="*/ 1480818 h 2787466"/>
              <a:gd name="connsiteX804" fmla="*/ 3008450 w 3600000"/>
              <a:gd name="connsiteY804" fmla="*/ 1488828 h 2787466"/>
              <a:gd name="connsiteX805" fmla="*/ 2982624 w 3600000"/>
              <a:gd name="connsiteY805" fmla="*/ 1499665 h 2787466"/>
              <a:gd name="connsiteX806" fmla="*/ 3002096 w 3600000"/>
              <a:gd name="connsiteY806" fmla="*/ 1480818 h 2787466"/>
              <a:gd name="connsiteX807" fmla="*/ 2829838 w 3600000"/>
              <a:gd name="connsiteY807" fmla="*/ 1479385 h 2787466"/>
              <a:gd name="connsiteX808" fmla="*/ 2836190 w 3600000"/>
              <a:gd name="connsiteY808" fmla="*/ 1479585 h 2787466"/>
              <a:gd name="connsiteX809" fmla="*/ 2807836 w 3600000"/>
              <a:gd name="connsiteY809" fmla="*/ 1493142 h 2787466"/>
              <a:gd name="connsiteX810" fmla="*/ 2829838 w 3600000"/>
              <a:gd name="connsiteY810" fmla="*/ 1479385 h 2787466"/>
              <a:gd name="connsiteX811" fmla="*/ 2485277 w 3600000"/>
              <a:gd name="connsiteY811" fmla="*/ 1478846 h 2787466"/>
              <a:gd name="connsiteX812" fmla="*/ 2498260 w 3600000"/>
              <a:gd name="connsiteY812" fmla="*/ 1489694 h 2787466"/>
              <a:gd name="connsiteX813" fmla="*/ 2485277 w 3600000"/>
              <a:gd name="connsiteY813" fmla="*/ 1478846 h 2787466"/>
              <a:gd name="connsiteX814" fmla="*/ 2647033 w 3600000"/>
              <a:gd name="connsiteY814" fmla="*/ 1478737 h 2787466"/>
              <a:gd name="connsiteX815" fmla="*/ 2605199 w 3600000"/>
              <a:gd name="connsiteY815" fmla="*/ 1486573 h 2787466"/>
              <a:gd name="connsiteX816" fmla="*/ 2615554 w 3600000"/>
              <a:gd name="connsiteY816" fmla="*/ 1483595 h 2787466"/>
              <a:gd name="connsiteX817" fmla="*/ 2623423 w 3600000"/>
              <a:gd name="connsiteY817" fmla="*/ 1489550 h 2787466"/>
              <a:gd name="connsiteX818" fmla="*/ 2647033 w 3600000"/>
              <a:gd name="connsiteY818" fmla="*/ 1478737 h 2787466"/>
              <a:gd name="connsiteX819" fmla="*/ 3012939 w 3600000"/>
              <a:gd name="connsiteY819" fmla="*/ 1478628 h 2787466"/>
              <a:gd name="connsiteX820" fmla="*/ 3013191 w 3600000"/>
              <a:gd name="connsiteY820" fmla="*/ 1478637 h 2787466"/>
              <a:gd name="connsiteX821" fmla="*/ 3011693 w 3600000"/>
              <a:gd name="connsiteY821" fmla="*/ 1482505 h 2787466"/>
              <a:gd name="connsiteX822" fmla="*/ 3012939 w 3600000"/>
              <a:gd name="connsiteY822" fmla="*/ 1478628 h 2787466"/>
              <a:gd name="connsiteX823" fmla="*/ 2792180 w 3600000"/>
              <a:gd name="connsiteY823" fmla="*/ 1466259 h 2787466"/>
              <a:gd name="connsiteX824" fmla="*/ 2775178 w 3600000"/>
              <a:gd name="connsiteY824" fmla="*/ 1489009 h 2787466"/>
              <a:gd name="connsiteX825" fmla="*/ 2732049 w 3600000"/>
              <a:gd name="connsiteY825" fmla="*/ 1489950 h 2787466"/>
              <a:gd name="connsiteX826" fmla="*/ 2730597 w 3600000"/>
              <a:gd name="connsiteY826" fmla="*/ 1483988 h 2787466"/>
              <a:gd name="connsiteX827" fmla="*/ 2792180 w 3600000"/>
              <a:gd name="connsiteY827" fmla="*/ 1466259 h 2787466"/>
              <a:gd name="connsiteX828" fmla="*/ 2923941 w 3600000"/>
              <a:gd name="connsiteY828" fmla="*/ 1464179 h 2787466"/>
              <a:gd name="connsiteX829" fmla="*/ 2871730 w 3600000"/>
              <a:gd name="connsiteY829" fmla="*/ 1493832 h 2787466"/>
              <a:gd name="connsiteX830" fmla="*/ 2867809 w 3600000"/>
              <a:gd name="connsiteY830" fmla="*/ 1486929 h 2787466"/>
              <a:gd name="connsiteX831" fmla="*/ 2923941 w 3600000"/>
              <a:gd name="connsiteY831" fmla="*/ 1464179 h 2787466"/>
              <a:gd name="connsiteX832" fmla="*/ 2263483 w 3600000"/>
              <a:gd name="connsiteY832" fmla="*/ 1463266 h 2787466"/>
              <a:gd name="connsiteX833" fmla="*/ 2257812 w 3600000"/>
              <a:gd name="connsiteY833" fmla="*/ 1463482 h 2787466"/>
              <a:gd name="connsiteX834" fmla="*/ 2253349 w 3600000"/>
              <a:gd name="connsiteY834" fmla="*/ 1466294 h 2787466"/>
              <a:gd name="connsiteX835" fmla="*/ 2247127 w 3600000"/>
              <a:gd name="connsiteY835" fmla="*/ 1466142 h 2787466"/>
              <a:gd name="connsiteX836" fmla="*/ 2245092 w 3600000"/>
              <a:gd name="connsiteY836" fmla="*/ 1463965 h 2787466"/>
              <a:gd name="connsiteX837" fmla="*/ 2232347 w 3600000"/>
              <a:gd name="connsiteY837" fmla="*/ 1464450 h 2787466"/>
              <a:gd name="connsiteX838" fmla="*/ 2231457 w 3600000"/>
              <a:gd name="connsiteY838" fmla="*/ 1466082 h 2787466"/>
              <a:gd name="connsiteX839" fmla="*/ 2227463 w 3600000"/>
              <a:gd name="connsiteY839" fmla="*/ 1474758 h 2787466"/>
              <a:gd name="connsiteX840" fmla="*/ 2243127 w 3600000"/>
              <a:gd name="connsiteY840" fmla="*/ 1475859 h 2787466"/>
              <a:gd name="connsiteX841" fmla="*/ 2247042 w 3600000"/>
              <a:gd name="connsiteY841" fmla="*/ 1468941 h 2787466"/>
              <a:gd name="connsiteX842" fmla="*/ 2256882 w 3600000"/>
              <a:gd name="connsiteY842" fmla="*/ 1471813 h 2787466"/>
              <a:gd name="connsiteX843" fmla="*/ 2266914 w 3600000"/>
              <a:gd name="connsiteY843" fmla="*/ 1471189 h 2787466"/>
              <a:gd name="connsiteX844" fmla="*/ 2266548 w 3600000"/>
              <a:gd name="connsiteY844" fmla="*/ 1469209 h 2787466"/>
              <a:gd name="connsiteX845" fmla="*/ 2265723 w 3600000"/>
              <a:gd name="connsiteY845" fmla="*/ 1465110 h 2787466"/>
              <a:gd name="connsiteX846" fmla="*/ 2262885 w 3600000"/>
              <a:gd name="connsiteY846" fmla="*/ 1464936 h 2787466"/>
              <a:gd name="connsiteX847" fmla="*/ 3051156 w 3600000"/>
              <a:gd name="connsiteY847" fmla="*/ 1462966 h 2787466"/>
              <a:gd name="connsiteX848" fmla="*/ 3024080 w 3600000"/>
              <a:gd name="connsiteY848" fmla="*/ 1479037 h 2787466"/>
              <a:gd name="connsiteX849" fmla="*/ 3013191 w 3600000"/>
              <a:gd name="connsiteY849" fmla="*/ 1478637 h 2787466"/>
              <a:gd name="connsiteX850" fmla="*/ 3014150 w 3600000"/>
              <a:gd name="connsiteY850" fmla="*/ 1476159 h 2787466"/>
              <a:gd name="connsiteX851" fmla="*/ 3051156 w 3600000"/>
              <a:gd name="connsiteY851" fmla="*/ 1462966 h 2787466"/>
              <a:gd name="connsiteX852" fmla="*/ 2866729 w 3600000"/>
              <a:gd name="connsiteY852" fmla="*/ 1462792 h 2787466"/>
              <a:gd name="connsiteX853" fmla="*/ 2871872 w 3600000"/>
              <a:gd name="connsiteY853" fmla="*/ 1463731 h 2787466"/>
              <a:gd name="connsiteX854" fmla="*/ 2875781 w 3600000"/>
              <a:gd name="connsiteY854" fmla="*/ 1464668 h 2787466"/>
              <a:gd name="connsiteX855" fmla="*/ 2847183 w 3600000"/>
              <a:gd name="connsiteY855" fmla="*/ 1476549 h 2787466"/>
              <a:gd name="connsiteX856" fmla="*/ 2866729 w 3600000"/>
              <a:gd name="connsiteY856" fmla="*/ 1462792 h 2787466"/>
              <a:gd name="connsiteX857" fmla="*/ 157356 w 3600000"/>
              <a:gd name="connsiteY857" fmla="*/ 1462066 h 2787466"/>
              <a:gd name="connsiteX858" fmla="*/ 150967 w 3600000"/>
              <a:gd name="connsiteY858" fmla="*/ 1468040 h 2787466"/>
              <a:gd name="connsiteX859" fmla="*/ 157356 w 3600000"/>
              <a:gd name="connsiteY859" fmla="*/ 1479043 h 2787466"/>
              <a:gd name="connsiteX860" fmla="*/ 191360 w 3600000"/>
              <a:gd name="connsiteY860" fmla="*/ 1485959 h 2787466"/>
              <a:gd name="connsiteX861" fmla="*/ 200428 w 3600000"/>
              <a:gd name="connsiteY861" fmla="*/ 1476999 h 2787466"/>
              <a:gd name="connsiteX862" fmla="*/ 169103 w 3600000"/>
              <a:gd name="connsiteY862" fmla="*/ 1471970 h 2787466"/>
              <a:gd name="connsiteX863" fmla="*/ 157356 w 3600000"/>
              <a:gd name="connsiteY863" fmla="*/ 1462066 h 2787466"/>
              <a:gd name="connsiteX864" fmla="*/ 2188045 w 3600000"/>
              <a:gd name="connsiteY864" fmla="*/ 1461987 h 2787466"/>
              <a:gd name="connsiteX865" fmla="*/ 2187818 w 3600000"/>
              <a:gd name="connsiteY865" fmla="*/ 1462908 h 2787466"/>
              <a:gd name="connsiteX866" fmla="*/ 2184392 w 3600000"/>
              <a:gd name="connsiteY866" fmla="*/ 1476802 h 2787466"/>
              <a:gd name="connsiteX867" fmla="*/ 2200055 w 3600000"/>
              <a:gd name="connsiteY867" fmla="*/ 1477746 h 2787466"/>
              <a:gd name="connsiteX868" fmla="*/ 2207886 w 3600000"/>
              <a:gd name="connsiteY868" fmla="*/ 1465954 h 2787466"/>
              <a:gd name="connsiteX869" fmla="*/ 2207886 w 3600000"/>
              <a:gd name="connsiteY869" fmla="*/ 1475859 h 2787466"/>
              <a:gd name="connsiteX870" fmla="*/ 2227463 w 3600000"/>
              <a:gd name="connsiteY870" fmla="*/ 1467841 h 2787466"/>
              <a:gd name="connsiteX871" fmla="*/ 2223658 w 3600000"/>
              <a:gd name="connsiteY871" fmla="*/ 1465622 h 2787466"/>
              <a:gd name="connsiteX872" fmla="*/ 2223083 w 3600000"/>
              <a:gd name="connsiteY872" fmla="*/ 1464719 h 2787466"/>
              <a:gd name="connsiteX873" fmla="*/ 2138538 w 3600000"/>
              <a:gd name="connsiteY873" fmla="*/ 1458237 h 2787466"/>
              <a:gd name="connsiteX874" fmla="*/ 2141526 w 3600000"/>
              <a:gd name="connsiteY874" fmla="*/ 1471771 h 2787466"/>
              <a:gd name="connsiteX875" fmla="*/ 2151831 w 3600000"/>
              <a:gd name="connsiteY875" fmla="*/ 1469885 h 2787466"/>
              <a:gd name="connsiteX876" fmla="*/ 2146679 w 3600000"/>
              <a:gd name="connsiteY876" fmla="*/ 1478846 h 2787466"/>
              <a:gd name="connsiteX877" fmla="*/ 2165020 w 3600000"/>
              <a:gd name="connsiteY877" fmla="*/ 1467841 h 2787466"/>
              <a:gd name="connsiteX878" fmla="*/ 2155952 w 3600000"/>
              <a:gd name="connsiteY878" fmla="*/ 1481833 h 2787466"/>
              <a:gd name="connsiteX879" fmla="*/ 2179803 w 3600000"/>
              <a:gd name="connsiteY879" fmla="*/ 1465296 h 2787466"/>
              <a:gd name="connsiteX880" fmla="*/ 2186477 w 3600000"/>
              <a:gd name="connsiteY880" fmla="*/ 1461864 h 2787466"/>
              <a:gd name="connsiteX881" fmla="*/ 2185655 w 3600000"/>
              <a:gd name="connsiteY881" fmla="*/ 1461801 h 2787466"/>
              <a:gd name="connsiteX882" fmla="*/ 2167445 w 3600000"/>
              <a:gd name="connsiteY882" fmla="*/ 1460045 h 2787466"/>
              <a:gd name="connsiteX883" fmla="*/ 2166655 w 3600000"/>
              <a:gd name="connsiteY883" fmla="*/ 1460557 h 2787466"/>
              <a:gd name="connsiteX884" fmla="*/ 2166227 w 3600000"/>
              <a:gd name="connsiteY884" fmla="*/ 1459928 h 2787466"/>
              <a:gd name="connsiteX885" fmla="*/ 2148981 w 3600000"/>
              <a:gd name="connsiteY885" fmla="*/ 1458266 h 2787466"/>
              <a:gd name="connsiteX886" fmla="*/ 2126006 w 3600000"/>
              <a:gd name="connsiteY886" fmla="*/ 1458204 h 2787466"/>
              <a:gd name="connsiteX887" fmla="*/ 2126688 w 3600000"/>
              <a:gd name="connsiteY887" fmla="*/ 1464028 h 2787466"/>
              <a:gd name="connsiteX888" fmla="*/ 2132459 w 3600000"/>
              <a:gd name="connsiteY888" fmla="*/ 1468941 h 2787466"/>
              <a:gd name="connsiteX889" fmla="*/ 2134932 w 3600000"/>
              <a:gd name="connsiteY889" fmla="*/ 1458879 h 2787466"/>
              <a:gd name="connsiteX890" fmla="*/ 2131760 w 3600000"/>
              <a:gd name="connsiteY890" fmla="*/ 1458219 h 2787466"/>
              <a:gd name="connsiteX891" fmla="*/ 2120634 w 3600000"/>
              <a:gd name="connsiteY891" fmla="*/ 1458189 h 2787466"/>
              <a:gd name="connsiteX892" fmla="*/ 2118960 w 3600000"/>
              <a:gd name="connsiteY892" fmla="*/ 1463635 h 2787466"/>
              <a:gd name="connsiteX893" fmla="*/ 2114117 w 3600000"/>
              <a:gd name="connsiteY893" fmla="*/ 1464854 h 2787466"/>
              <a:gd name="connsiteX894" fmla="*/ 2116796 w 3600000"/>
              <a:gd name="connsiteY894" fmla="*/ 1460923 h 2787466"/>
              <a:gd name="connsiteX895" fmla="*/ 2111214 w 3600000"/>
              <a:gd name="connsiteY895" fmla="*/ 1459657 h 2787466"/>
              <a:gd name="connsiteX896" fmla="*/ 2109274 w 3600000"/>
              <a:gd name="connsiteY896" fmla="*/ 1458459 h 2787466"/>
              <a:gd name="connsiteX897" fmla="*/ 2106227 w 3600000"/>
              <a:gd name="connsiteY897" fmla="*/ 1458806 h 2787466"/>
              <a:gd name="connsiteX898" fmla="*/ 2105049 w 3600000"/>
              <a:gd name="connsiteY898" fmla="*/ 1459980 h 2787466"/>
              <a:gd name="connsiteX899" fmla="*/ 2106286 w 3600000"/>
              <a:gd name="connsiteY899" fmla="*/ 1466897 h 2787466"/>
              <a:gd name="connsiteX900" fmla="*/ 2121948 w 3600000"/>
              <a:gd name="connsiteY900" fmla="*/ 1469885 h 2787466"/>
              <a:gd name="connsiteX901" fmla="*/ 2124267 w 3600000"/>
              <a:gd name="connsiteY901" fmla="*/ 1463910 h 2787466"/>
              <a:gd name="connsiteX902" fmla="*/ 2120863 w 3600000"/>
              <a:gd name="connsiteY902" fmla="*/ 1458190 h 2787466"/>
              <a:gd name="connsiteX903" fmla="*/ 3004541 w 3600000"/>
              <a:gd name="connsiteY903" fmla="*/ 1453780 h 2787466"/>
              <a:gd name="connsiteX904" fmla="*/ 3014810 w 3600000"/>
              <a:gd name="connsiteY904" fmla="*/ 1467716 h 2787466"/>
              <a:gd name="connsiteX905" fmla="*/ 3004541 w 3600000"/>
              <a:gd name="connsiteY905" fmla="*/ 1477692 h 2787466"/>
              <a:gd name="connsiteX906" fmla="*/ 2990164 w 3600000"/>
              <a:gd name="connsiteY906" fmla="*/ 1468824 h 2787466"/>
              <a:gd name="connsiteX907" fmla="*/ 2955043 w 3600000"/>
              <a:gd name="connsiteY907" fmla="*/ 1480701 h 2787466"/>
              <a:gd name="connsiteX908" fmla="*/ 3004541 w 3600000"/>
              <a:gd name="connsiteY908" fmla="*/ 1453780 h 2787466"/>
              <a:gd name="connsiteX909" fmla="*/ 2477214 w 3600000"/>
              <a:gd name="connsiteY909" fmla="*/ 1453750 h 2787466"/>
              <a:gd name="connsiteX910" fmla="*/ 2473530 w 3600000"/>
              <a:gd name="connsiteY910" fmla="*/ 1460923 h 2787466"/>
              <a:gd name="connsiteX911" fmla="*/ 2487956 w 3600000"/>
              <a:gd name="connsiteY911" fmla="*/ 1464854 h 2787466"/>
              <a:gd name="connsiteX912" fmla="*/ 2490635 w 3600000"/>
              <a:gd name="connsiteY912" fmla="*/ 1454005 h 2787466"/>
              <a:gd name="connsiteX913" fmla="*/ 2477214 w 3600000"/>
              <a:gd name="connsiteY913" fmla="*/ 1453750 h 2787466"/>
              <a:gd name="connsiteX914" fmla="*/ 2607235 w 3600000"/>
              <a:gd name="connsiteY914" fmla="*/ 1453284 h 2787466"/>
              <a:gd name="connsiteX915" fmla="*/ 2614076 w 3600000"/>
              <a:gd name="connsiteY915" fmla="*/ 1453915 h 2787466"/>
              <a:gd name="connsiteX916" fmla="*/ 2614076 w 3600000"/>
              <a:gd name="connsiteY916" fmla="*/ 1457741 h 2787466"/>
              <a:gd name="connsiteX917" fmla="*/ 2603381 w 3600000"/>
              <a:gd name="connsiteY917" fmla="*/ 1459731 h 2787466"/>
              <a:gd name="connsiteX918" fmla="*/ 2603381 w 3600000"/>
              <a:gd name="connsiteY918" fmla="*/ 1454833 h 2787466"/>
              <a:gd name="connsiteX919" fmla="*/ 2607235 w 3600000"/>
              <a:gd name="connsiteY919" fmla="*/ 1453284 h 2787466"/>
              <a:gd name="connsiteX920" fmla="*/ 2533500 w 3600000"/>
              <a:gd name="connsiteY920" fmla="*/ 1451962 h 2787466"/>
              <a:gd name="connsiteX921" fmla="*/ 2536180 w 3600000"/>
              <a:gd name="connsiteY921" fmla="*/ 1460923 h 2787466"/>
              <a:gd name="connsiteX922" fmla="*/ 2547927 w 3600000"/>
              <a:gd name="connsiteY922" fmla="*/ 1454949 h 2787466"/>
              <a:gd name="connsiteX923" fmla="*/ 2536180 w 3600000"/>
              <a:gd name="connsiteY923" fmla="*/ 1454005 h 2787466"/>
              <a:gd name="connsiteX924" fmla="*/ 2533500 w 3600000"/>
              <a:gd name="connsiteY924" fmla="*/ 1451962 h 2787466"/>
              <a:gd name="connsiteX925" fmla="*/ 3041166 w 3600000"/>
              <a:gd name="connsiteY925" fmla="*/ 1451959 h 2787466"/>
              <a:gd name="connsiteX926" fmla="*/ 3023194 w 3600000"/>
              <a:gd name="connsiteY926" fmla="*/ 1463068 h 2787466"/>
              <a:gd name="connsiteX927" fmla="*/ 3041166 w 3600000"/>
              <a:gd name="connsiteY927" fmla="*/ 1451959 h 2787466"/>
              <a:gd name="connsiteX928" fmla="*/ 2445400 w 3600000"/>
              <a:gd name="connsiteY928" fmla="*/ 1448385 h 2787466"/>
              <a:gd name="connsiteX929" fmla="*/ 2439732 w 3600000"/>
              <a:gd name="connsiteY929" fmla="*/ 1454005 h 2787466"/>
              <a:gd name="connsiteX930" fmla="*/ 2451479 w 3600000"/>
              <a:gd name="connsiteY930" fmla="*/ 1455892 h 2787466"/>
              <a:gd name="connsiteX931" fmla="*/ 2440968 w 3600000"/>
              <a:gd name="connsiteY931" fmla="*/ 1460923 h 2787466"/>
              <a:gd name="connsiteX932" fmla="*/ 2424069 w 3600000"/>
              <a:gd name="connsiteY932" fmla="*/ 1458879 h 2787466"/>
              <a:gd name="connsiteX933" fmla="*/ 2416238 w 3600000"/>
              <a:gd name="connsiteY933" fmla="*/ 1463910 h 2787466"/>
              <a:gd name="connsiteX934" fmla="*/ 2422833 w 3600000"/>
              <a:gd name="connsiteY934" fmla="*/ 1474758 h 2787466"/>
              <a:gd name="connsiteX935" fmla="*/ 2427985 w 3600000"/>
              <a:gd name="connsiteY935" fmla="*/ 1467841 h 2787466"/>
              <a:gd name="connsiteX936" fmla="*/ 2443648 w 3600000"/>
              <a:gd name="connsiteY936" fmla="*/ 1473815 h 2787466"/>
              <a:gd name="connsiteX937" fmla="*/ 2458074 w 3600000"/>
              <a:gd name="connsiteY937" fmla="*/ 1473815 h 2787466"/>
              <a:gd name="connsiteX938" fmla="*/ 2463226 w 3600000"/>
              <a:gd name="connsiteY938" fmla="*/ 1456992 h 2787466"/>
              <a:gd name="connsiteX939" fmla="*/ 2454158 w 3600000"/>
              <a:gd name="connsiteY939" fmla="*/ 1451018 h 2787466"/>
              <a:gd name="connsiteX940" fmla="*/ 2445400 w 3600000"/>
              <a:gd name="connsiteY940" fmla="*/ 1448385 h 2787466"/>
              <a:gd name="connsiteX941" fmla="*/ 2960558 w 3600000"/>
              <a:gd name="connsiteY941" fmla="*/ 1446585 h 2787466"/>
              <a:gd name="connsiteX942" fmla="*/ 2969377 w 3600000"/>
              <a:gd name="connsiteY942" fmla="*/ 1449698 h 2787466"/>
              <a:gd name="connsiteX943" fmla="*/ 2942012 w 3600000"/>
              <a:gd name="connsiteY943" fmla="*/ 1458479 h 2787466"/>
              <a:gd name="connsiteX944" fmla="*/ 2960558 w 3600000"/>
              <a:gd name="connsiteY944" fmla="*/ 1446585 h 2787466"/>
              <a:gd name="connsiteX945" fmla="*/ 2611877 w 3600000"/>
              <a:gd name="connsiteY945" fmla="*/ 1444376 h 2787466"/>
              <a:gd name="connsiteX946" fmla="*/ 2617715 w 3600000"/>
              <a:gd name="connsiteY946" fmla="*/ 1449053 h 2787466"/>
              <a:gd name="connsiteX947" fmla="*/ 2587934 w 3600000"/>
              <a:gd name="connsiteY947" fmla="*/ 1452972 h 2787466"/>
              <a:gd name="connsiteX948" fmla="*/ 2611877 w 3600000"/>
              <a:gd name="connsiteY948" fmla="*/ 1444376 h 2787466"/>
              <a:gd name="connsiteX949" fmla="*/ 2319853 w 3600000"/>
              <a:gd name="connsiteY949" fmla="*/ 1443298 h 2787466"/>
              <a:gd name="connsiteX950" fmla="*/ 2316948 w 3600000"/>
              <a:gd name="connsiteY950" fmla="*/ 1445418 h 2787466"/>
              <a:gd name="connsiteX951" fmla="*/ 2322470 w 3600000"/>
              <a:gd name="connsiteY951" fmla="*/ 1445987 h 2787466"/>
              <a:gd name="connsiteX952" fmla="*/ 2319382 w 3600000"/>
              <a:gd name="connsiteY952" fmla="*/ 1451044 h 2787466"/>
              <a:gd name="connsiteX953" fmla="*/ 2324178 w 3600000"/>
              <a:gd name="connsiteY953" fmla="*/ 1451273 h 2787466"/>
              <a:gd name="connsiteX954" fmla="*/ 2324402 w 3600000"/>
              <a:gd name="connsiteY954" fmla="*/ 1451329 h 2787466"/>
              <a:gd name="connsiteX955" fmla="*/ 2324637 w 3600000"/>
              <a:gd name="connsiteY955" fmla="*/ 1450414 h 2787466"/>
              <a:gd name="connsiteX956" fmla="*/ 2327828 w 3600000"/>
              <a:gd name="connsiteY956" fmla="*/ 1445987 h 2787466"/>
              <a:gd name="connsiteX957" fmla="*/ 2323500 w 3600000"/>
              <a:gd name="connsiteY957" fmla="*/ 1443727 h 2787466"/>
              <a:gd name="connsiteX958" fmla="*/ 3025625 w 3600000"/>
              <a:gd name="connsiteY958" fmla="*/ 1442267 h 2787466"/>
              <a:gd name="connsiteX959" fmla="*/ 3032198 w 3600000"/>
              <a:gd name="connsiteY959" fmla="*/ 1451347 h 2787466"/>
              <a:gd name="connsiteX960" fmla="*/ 3019559 w 3600000"/>
              <a:gd name="connsiteY960" fmla="*/ 1444312 h 2787466"/>
              <a:gd name="connsiteX961" fmla="*/ 3025625 w 3600000"/>
              <a:gd name="connsiteY961" fmla="*/ 1442267 h 2787466"/>
              <a:gd name="connsiteX962" fmla="*/ 2305333 w 3600000"/>
              <a:gd name="connsiteY962" fmla="*/ 1441301 h 2787466"/>
              <a:gd name="connsiteX963" fmla="*/ 2308498 w 3600000"/>
              <a:gd name="connsiteY963" fmla="*/ 1441962 h 2787466"/>
              <a:gd name="connsiteX964" fmla="*/ 2309625 w 3600000"/>
              <a:gd name="connsiteY964" fmla="*/ 1442198 h 2787466"/>
              <a:gd name="connsiteX965" fmla="*/ 2532264 w 3600000"/>
              <a:gd name="connsiteY965" fmla="*/ 1436082 h 2787466"/>
              <a:gd name="connsiteX966" fmla="*/ 2510008 w 3600000"/>
              <a:gd name="connsiteY966" fmla="*/ 1451962 h 2787466"/>
              <a:gd name="connsiteX967" fmla="*/ 2517839 w 3600000"/>
              <a:gd name="connsiteY967" fmla="*/ 1457936 h 2787466"/>
              <a:gd name="connsiteX968" fmla="*/ 2532264 w 3600000"/>
              <a:gd name="connsiteY968" fmla="*/ 1436082 h 2787466"/>
              <a:gd name="connsiteX969" fmla="*/ 2431421 w 3600000"/>
              <a:gd name="connsiteY969" fmla="*/ 1435320 h 2787466"/>
              <a:gd name="connsiteX970" fmla="*/ 2425305 w 3600000"/>
              <a:gd name="connsiteY970" fmla="*/ 1441113 h 2787466"/>
              <a:gd name="connsiteX971" fmla="*/ 2420154 w 3600000"/>
              <a:gd name="connsiteY971" fmla="*/ 1439069 h 2787466"/>
              <a:gd name="connsiteX972" fmla="*/ 2425305 w 3600000"/>
              <a:gd name="connsiteY972" fmla="*/ 1448031 h 2787466"/>
              <a:gd name="connsiteX973" fmla="*/ 2431901 w 3600000"/>
              <a:gd name="connsiteY973" fmla="*/ 1446930 h 2787466"/>
              <a:gd name="connsiteX974" fmla="*/ 2435816 w 3600000"/>
              <a:gd name="connsiteY974" fmla="*/ 1436082 h 2787466"/>
              <a:gd name="connsiteX975" fmla="*/ 2431421 w 3600000"/>
              <a:gd name="connsiteY975" fmla="*/ 1435320 h 2787466"/>
              <a:gd name="connsiteX976" fmla="*/ 2439732 w 3600000"/>
              <a:gd name="connsiteY976" fmla="*/ 1435139 h 2787466"/>
              <a:gd name="connsiteX977" fmla="*/ 2442411 w 3600000"/>
              <a:gd name="connsiteY977" fmla="*/ 1446930 h 2787466"/>
              <a:gd name="connsiteX978" fmla="*/ 2445940 w 3600000"/>
              <a:gd name="connsiteY978" fmla="*/ 1440327 h 2787466"/>
              <a:gd name="connsiteX979" fmla="*/ 2441842 w 3600000"/>
              <a:gd name="connsiteY979" fmla="*/ 1436902 h 2787466"/>
              <a:gd name="connsiteX980" fmla="*/ 2439818 w 3600000"/>
              <a:gd name="connsiteY980" fmla="*/ 1437042 h 2787466"/>
              <a:gd name="connsiteX981" fmla="*/ 2441127 w 3600000"/>
              <a:gd name="connsiteY981" fmla="*/ 1436304 h 2787466"/>
              <a:gd name="connsiteX982" fmla="*/ 2719712 w 3600000"/>
              <a:gd name="connsiteY982" fmla="*/ 1434392 h 2787466"/>
              <a:gd name="connsiteX983" fmla="*/ 2723688 w 3600000"/>
              <a:gd name="connsiteY983" fmla="*/ 1435061 h 2787466"/>
              <a:gd name="connsiteX984" fmla="*/ 2709111 w 3600000"/>
              <a:gd name="connsiteY984" fmla="*/ 1441141 h 2787466"/>
              <a:gd name="connsiteX985" fmla="*/ 2719712 w 3600000"/>
              <a:gd name="connsiteY985" fmla="*/ 1434392 h 2787466"/>
              <a:gd name="connsiteX986" fmla="*/ 2467964 w 3600000"/>
              <a:gd name="connsiteY986" fmla="*/ 1433186 h 2787466"/>
              <a:gd name="connsiteX987" fmla="*/ 2459310 w 3600000"/>
              <a:gd name="connsiteY987" fmla="*/ 1439069 h 2787466"/>
              <a:gd name="connsiteX988" fmla="*/ 2471495 w 3600000"/>
              <a:gd name="connsiteY988" fmla="*/ 1437301 h 2787466"/>
              <a:gd name="connsiteX989" fmla="*/ 2474852 w 3600000"/>
              <a:gd name="connsiteY989" fmla="*/ 1434463 h 2787466"/>
              <a:gd name="connsiteX990" fmla="*/ 2478888 w 3600000"/>
              <a:gd name="connsiteY990" fmla="*/ 1431051 h 2787466"/>
              <a:gd name="connsiteX991" fmla="*/ 2476688 w 3600000"/>
              <a:gd name="connsiteY991" fmla="*/ 1431366 h 2787466"/>
              <a:gd name="connsiteX992" fmla="*/ 2477250 w 3600000"/>
              <a:gd name="connsiteY992" fmla="*/ 1432436 h 2787466"/>
              <a:gd name="connsiteX993" fmla="*/ 2458388 w 3600000"/>
              <a:gd name="connsiteY993" fmla="*/ 1426784 h 2787466"/>
              <a:gd name="connsiteX994" fmla="*/ 2458074 w 3600000"/>
              <a:gd name="connsiteY994" fmla="*/ 1428064 h 2787466"/>
              <a:gd name="connsiteX995" fmla="*/ 2460806 w 3600000"/>
              <a:gd name="connsiteY995" fmla="*/ 1427350 h 2787466"/>
              <a:gd name="connsiteX996" fmla="*/ 2460634 w 3600000"/>
              <a:gd name="connsiteY996" fmla="*/ 1427141 h 2787466"/>
              <a:gd name="connsiteX997" fmla="*/ 2511147 w 3600000"/>
              <a:gd name="connsiteY997" fmla="*/ 1426150 h 2787466"/>
              <a:gd name="connsiteX998" fmla="*/ 2495788 w 3600000"/>
              <a:gd name="connsiteY998" fmla="*/ 1430107 h 2787466"/>
              <a:gd name="connsiteX999" fmla="*/ 2495788 w 3600000"/>
              <a:gd name="connsiteY999" fmla="*/ 1437025 h 2787466"/>
              <a:gd name="connsiteX1000" fmla="*/ 2515365 w 3600000"/>
              <a:gd name="connsiteY1000" fmla="*/ 1428064 h 2787466"/>
              <a:gd name="connsiteX1001" fmla="*/ 2511147 w 3600000"/>
              <a:gd name="connsiteY1001" fmla="*/ 1426150 h 2787466"/>
              <a:gd name="connsiteX1002" fmla="*/ 2495788 w 3600000"/>
              <a:gd name="connsiteY1002" fmla="*/ 1423190 h 2787466"/>
              <a:gd name="connsiteX1003" fmla="*/ 2495697 w 3600000"/>
              <a:gd name="connsiteY1003" fmla="*/ 1423411 h 2787466"/>
              <a:gd name="connsiteX1004" fmla="*/ 2490635 w 3600000"/>
              <a:gd name="connsiteY1004" fmla="*/ 1424133 h 2787466"/>
              <a:gd name="connsiteX1005" fmla="*/ 2495788 w 3600000"/>
              <a:gd name="connsiteY1005" fmla="*/ 1423190 h 2787466"/>
              <a:gd name="connsiteX1006" fmla="*/ 2390409 w 3600000"/>
              <a:gd name="connsiteY1006" fmla="*/ 1420405 h 2787466"/>
              <a:gd name="connsiteX1007" fmla="*/ 2351256 w 3600000"/>
              <a:gd name="connsiteY1007" fmla="*/ 1428266 h 2787466"/>
              <a:gd name="connsiteX1008" fmla="*/ 2334359 w 3600000"/>
              <a:gd name="connsiteY1008" fmla="*/ 1429366 h 2787466"/>
              <a:gd name="connsiteX1009" fmla="*/ 2322612 w 3600000"/>
              <a:gd name="connsiteY1009" fmla="*/ 1421348 h 2787466"/>
              <a:gd name="connsiteX1010" fmla="*/ 2305715 w 3600000"/>
              <a:gd name="connsiteY1010" fmla="*/ 1438329 h 2787466"/>
              <a:gd name="connsiteX1011" fmla="*/ 2295412 w 3600000"/>
              <a:gd name="connsiteY1011" fmla="*/ 1431254 h 2787466"/>
              <a:gd name="connsiteX1012" fmla="*/ 2303243 w 3600000"/>
              <a:gd name="connsiteY1012" fmla="*/ 1424335 h 2787466"/>
              <a:gd name="connsiteX1013" fmla="*/ 2280060 w 3600000"/>
              <a:gd name="connsiteY1013" fmla="*/ 1427386 h 2787466"/>
              <a:gd name="connsiteX1014" fmla="*/ 2276502 w 3600000"/>
              <a:gd name="connsiteY1014" fmla="*/ 1430644 h 2787466"/>
              <a:gd name="connsiteX1015" fmla="*/ 2277050 w 3600000"/>
              <a:gd name="connsiteY1015" fmla="*/ 1431256 h 2787466"/>
              <a:gd name="connsiteX1016" fmla="*/ 2284259 w 3600000"/>
              <a:gd name="connsiteY1016" fmla="*/ 1431273 h 2787466"/>
              <a:gd name="connsiteX1017" fmla="*/ 2288818 w 3600000"/>
              <a:gd name="connsiteY1017" fmla="*/ 1434240 h 2787466"/>
              <a:gd name="connsiteX1018" fmla="*/ 2281894 w 3600000"/>
              <a:gd name="connsiteY1018" fmla="*/ 1435516 h 2787466"/>
              <a:gd name="connsiteX1019" fmla="*/ 2290286 w 3600000"/>
              <a:gd name="connsiteY1019" fmla="*/ 1442092 h 2787466"/>
              <a:gd name="connsiteX1020" fmla="*/ 2291350 w 3600000"/>
              <a:gd name="connsiteY1020" fmla="*/ 1440013 h 2787466"/>
              <a:gd name="connsiteX1021" fmla="*/ 2303030 w 3600000"/>
              <a:gd name="connsiteY1021" fmla="*/ 1444766 h 2787466"/>
              <a:gd name="connsiteX1022" fmla="*/ 2303843 w 3600000"/>
              <a:gd name="connsiteY1022" fmla="*/ 1447979 h 2787466"/>
              <a:gd name="connsiteX1023" fmla="*/ 2304273 w 3600000"/>
              <a:gd name="connsiteY1023" fmla="*/ 1448038 h 2787466"/>
              <a:gd name="connsiteX1024" fmla="*/ 2306126 w 3600000"/>
              <a:gd name="connsiteY1024" fmla="*/ 1448893 h 2787466"/>
              <a:gd name="connsiteX1025" fmla="*/ 2312938 w 3600000"/>
              <a:gd name="connsiteY1025" fmla="*/ 1445004 h 2787466"/>
              <a:gd name="connsiteX1026" fmla="*/ 2314553 w 3600000"/>
              <a:gd name="connsiteY1026" fmla="*/ 1445171 h 2787466"/>
              <a:gd name="connsiteX1027" fmla="*/ 2311387 w 3600000"/>
              <a:gd name="connsiteY1027" fmla="*/ 1443532 h 2787466"/>
              <a:gd name="connsiteX1028" fmla="*/ 2311046 w 3600000"/>
              <a:gd name="connsiteY1028" fmla="*/ 1442494 h 2787466"/>
              <a:gd name="connsiteX1029" fmla="*/ 2310615 w 3600000"/>
              <a:gd name="connsiteY1029" fmla="*/ 1441181 h 2787466"/>
              <a:gd name="connsiteX1030" fmla="*/ 2316152 w 3600000"/>
              <a:gd name="connsiteY1030" fmla="*/ 1437141 h 2787466"/>
              <a:gd name="connsiteX1031" fmla="*/ 2318814 w 3600000"/>
              <a:gd name="connsiteY1031" fmla="*/ 1439278 h 2787466"/>
              <a:gd name="connsiteX1032" fmla="*/ 2320408 w 3600000"/>
              <a:gd name="connsiteY1032" fmla="*/ 1440975 h 2787466"/>
              <a:gd name="connsiteX1033" fmla="*/ 2326772 w 3600000"/>
              <a:gd name="connsiteY1033" fmla="*/ 1436809 h 2787466"/>
              <a:gd name="connsiteX1034" fmla="*/ 2322470 w 3600000"/>
              <a:gd name="connsiteY1034" fmla="*/ 1432152 h 2787466"/>
              <a:gd name="connsiteX1035" fmla="*/ 2337462 w 3600000"/>
              <a:gd name="connsiteY1035" fmla="*/ 1433114 h 2787466"/>
              <a:gd name="connsiteX1036" fmla="*/ 2340244 w 3600000"/>
              <a:gd name="connsiteY1036" fmla="*/ 1435819 h 2787466"/>
              <a:gd name="connsiteX1037" fmla="*/ 2345644 w 3600000"/>
              <a:gd name="connsiteY1037" fmla="*/ 1433685 h 2787466"/>
              <a:gd name="connsiteX1038" fmla="*/ 2354152 w 3600000"/>
              <a:gd name="connsiteY1038" fmla="*/ 1430209 h 2787466"/>
              <a:gd name="connsiteX1039" fmla="*/ 2360792 w 3600000"/>
              <a:gd name="connsiteY1039" fmla="*/ 1438134 h 2787466"/>
              <a:gd name="connsiteX1040" fmla="*/ 2343051 w 3600000"/>
              <a:gd name="connsiteY1040" fmla="*/ 1437238 h 2787466"/>
              <a:gd name="connsiteX1041" fmla="*/ 2341658 w 3600000"/>
              <a:gd name="connsiteY1041" fmla="*/ 1437192 h 2787466"/>
              <a:gd name="connsiteX1042" fmla="*/ 2343045 w 3600000"/>
              <a:gd name="connsiteY1042" fmla="*/ 1438541 h 2787466"/>
              <a:gd name="connsiteX1043" fmla="*/ 2344727 w 3600000"/>
              <a:gd name="connsiteY1043" fmla="*/ 1445987 h 2787466"/>
              <a:gd name="connsiteX1044" fmla="*/ 2334731 w 3600000"/>
              <a:gd name="connsiteY1044" fmla="*/ 1451588 h 2787466"/>
              <a:gd name="connsiteX1045" fmla="*/ 2333467 w 3600000"/>
              <a:gd name="connsiteY1045" fmla="*/ 1453615 h 2787466"/>
              <a:gd name="connsiteX1046" fmla="*/ 2345123 w 3600000"/>
              <a:gd name="connsiteY1046" fmla="*/ 1456554 h 2787466"/>
              <a:gd name="connsiteX1047" fmla="*/ 2364616 w 3600000"/>
              <a:gd name="connsiteY1047" fmla="*/ 1465367 h 2787466"/>
              <a:gd name="connsiteX1048" fmla="*/ 2369456 w 3600000"/>
              <a:gd name="connsiteY1048" fmla="*/ 1464854 h 2787466"/>
              <a:gd name="connsiteX1049" fmla="*/ 2370309 w 3600000"/>
              <a:gd name="connsiteY1049" fmla="*/ 1467941 h 2787466"/>
              <a:gd name="connsiteX1050" fmla="*/ 2377280 w 3600000"/>
              <a:gd name="connsiteY1050" fmla="*/ 1471093 h 2787466"/>
              <a:gd name="connsiteX1051" fmla="*/ 2378525 w 3600000"/>
              <a:gd name="connsiteY1051" fmla="*/ 1470828 h 2787466"/>
              <a:gd name="connsiteX1052" fmla="*/ 2379761 w 3600000"/>
              <a:gd name="connsiteY1052" fmla="*/ 1457936 h 2787466"/>
              <a:gd name="connsiteX1053" fmla="*/ 2389035 w 3600000"/>
              <a:gd name="connsiteY1053" fmla="*/ 1463910 h 2787466"/>
              <a:gd name="connsiteX1054" fmla="*/ 2383677 w 3600000"/>
              <a:gd name="connsiteY1054" fmla="*/ 1468941 h 2787466"/>
              <a:gd name="connsiteX1055" fmla="*/ 2387593 w 3600000"/>
              <a:gd name="connsiteY1055" fmla="*/ 1473815 h 2787466"/>
              <a:gd name="connsiteX1056" fmla="*/ 2394187 w 3600000"/>
              <a:gd name="connsiteY1056" fmla="*/ 1463910 h 2787466"/>
              <a:gd name="connsiteX1057" fmla="*/ 2394187 w 3600000"/>
              <a:gd name="connsiteY1057" fmla="*/ 1454949 h 2787466"/>
              <a:gd name="connsiteX1058" fmla="*/ 2382440 w 3600000"/>
              <a:gd name="connsiteY1058" fmla="*/ 1454949 h 2787466"/>
              <a:gd name="connsiteX1059" fmla="*/ 2380637 w 3600000"/>
              <a:gd name="connsiteY1059" fmla="*/ 1445221 h 2787466"/>
              <a:gd name="connsiteX1060" fmla="*/ 2380628 w 3600000"/>
              <a:gd name="connsiteY1060" fmla="*/ 1445139 h 2787466"/>
              <a:gd name="connsiteX1061" fmla="*/ 2378500 w 3600000"/>
              <a:gd name="connsiteY1061" fmla="*/ 1445998 h 2787466"/>
              <a:gd name="connsiteX1062" fmla="*/ 2373485 w 3600000"/>
              <a:gd name="connsiteY1062" fmla="*/ 1443039 h 2787466"/>
              <a:gd name="connsiteX1063" fmla="*/ 2379779 w 3600000"/>
              <a:gd name="connsiteY1063" fmla="*/ 1437313 h 2787466"/>
              <a:gd name="connsiteX1064" fmla="*/ 2379790 w 3600000"/>
              <a:gd name="connsiteY1064" fmla="*/ 1437292 h 2787466"/>
              <a:gd name="connsiteX1065" fmla="*/ 2379761 w 3600000"/>
              <a:gd name="connsiteY1065" fmla="*/ 1437025 h 2787466"/>
              <a:gd name="connsiteX1066" fmla="*/ 2379905 w 3600000"/>
              <a:gd name="connsiteY1066" fmla="*/ 1437063 h 2787466"/>
              <a:gd name="connsiteX1067" fmla="*/ 2382312 w 3600000"/>
              <a:gd name="connsiteY1067" fmla="*/ 1432289 h 2787466"/>
              <a:gd name="connsiteX1068" fmla="*/ 2388732 w 3600000"/>
              <a:gd name="connsiteY1068" fmla="*/ 1437118 h 2787466"/>
              <a:gd name="connsiteX1069" fmla="*/ 2384389 w 3600000"/>
              <a:gd name="connsiteY1069" fmla="*/ 1439609 h 2787466"/>
              <a:gd name="connsiteX1070" fmla="*/ 2385145 w 3600000"/>
              <a:gd name="connsiteY1070" fmla="*/ 1441408 h 2787466"/>
              <a:gd name="connsiteX1071" fmla="*/ 2387593 w 3600000"/>
              <a:gd name="connsiteY1071" fmla="*/ 1448031 h 2787466"/>
              <a:gd name="connsiteX1072" fmla="*/ 2405934 w 3600000"/>
              <a:gd name="connsiteY1072" fmla="*/ 1441113 h 2787466"/>
              <a:gd name="connsiteX1073" fmla="*/ 2390271 w 3600000"/>
              <a:gd name="connsiteY1073" fmla="*/ 1432152 h 2787466"/>
              <a:gd name="connsiteX1074" fmla="*/ 2396789 w 3600000"/>
              <a:gd name="connsiteY1074" fmla="*/ 1431031 h 2787466"/>
              <a:gd name="connsiteX1075" fmla="*/ 2396611 w 3600000"/>
              <a:gd name="connsiteY1075" fmla="*/ 1428331 h 2787466"/>
              <a:gd name="connsiteX1076" fmla="*/ 2393088 w 3600000"/>
              <a:gd name="connsiteY1076" fmla="*/ 1431254 h 2787466"/>
              <a:gd name="connsiteX1077" fmla="*/ 2390641 w 3600000"/>
              <a:gd name="connsiteY1077" fmla="*/ 1428718 h 2787466"/>
              <a:gd name="connsiteX1078" fmla="*/ 2391638 w 3600000"/>
              <a:gd name="connsiteY1078" fmla="*/ 1426884 h 2787466"/>
              <a:gd name="connsiteX1079" fmla="*/ 2388638 w 3600000"/>
              <a:gd name="connsiteY1079" fmla="*/ 1430303 h 2787466"/>
              <a:gd name="connsiteX1080" fmla="*/ 2380165 w 3600000"/>
              <a:gd name="connsiteY1080" fmla="*/ 1431910 h 2787466"/>
              <a:gd name="connsiteX1081" fmla="*/ 2380796 w 3600000"/>
              <a:gd name="connsiteY1081" fmla="*/ 1428511 h 2787466"/>
              <a:gd name="connsiteX1082" fmla="*/ 2379178 w 3600000"/>
              <a:gd name="connsiteY1082" fmla="*/ 1429622 h 2787466"/>
              <a:gd name="connsiteX1083" fmla="*/ 2367786 w 3600000"/>
              <a:gd name="connsiteY1083" fmla="*/ 1434214 h 2787466"/>
              <a:gd name="connsiteX1084" fmla="*/ 2362581 w 3600000"/>
              <a:gd name="connsiteY1084" fmla="*/ 1431287 h 2787466"/>
              <a:gd name="connsiteX1085" fmla="*/ 2373956 w 3600000"/>
              <a:gd name="connsiteY1085" fmla="*/ 1428668 h 2787466"/>
              <a:gd name="connsiteX1086" fmla="*/ 2380957 w 3600000"/>
              <a:gd name="connsiteY1086" fmla="*/ 1427642 h 2787466"/>
              <a:gd name="connsiteX1087" fmla="*/ 2381147 w 3600000"/>
              <a:gd name="connsiteY1087" fmla="*/ 1426616 h 2787466"/>
              <a:gd name="connsiteX1088" fmla="*/ 2384798 w 3600000"/>
              <a:gd name="connsiteY1088" fmla="*/ 1423760 h 2787466"/>
              <a:gd name="connsiteX1089" fmla="*/ 2392630 w 3600000"/>
              <a:gd name="connsiteY1089" fmla="*/ 1424927 h 2787466"/>
              <a:gd name="connsiteX1090" fmla="*/ 2393552 w 3600000"/>
              <a:gd name="connsiteY1090" fmla="*/ 1422940 h 2787466"/>
              <a:gd name="connsiteX1091" fmla="*/ 2390409 w 3600000"/>
              <a:gd name="connsiteY1091" fmla="*/ 1420405 h 2787466"/>
              <a:gd name="connsiteX1092" fmla="*/ 2467141 w 3600000"/>
              <a:gd name="connsiteY1092" fmla="*/ 1420202 h 2787466"/>
              <a:gd name="connsiteX1093" fmla="*/ 2466331 w 3600000"/>
              <a:gd name="connsiteY1093" fmla="*/ 1420384 h 2787466"/>
              <a:gd name="connsiteX1094" fmla="*/ 2463932 w 3600000"/>
              <a:gd name="connsiteY1094" fmla="*/ 1421440 h 2787466"/>
              <a:gd name="connsiteX1095" fmla="*/ 2461708 w 3600000"/>
              <a:gd name="connsiteY1095" fmla="*/ 1425214 h 2787466"/>
              <a:gd name="connsiteX1096" fmla="*/ 2464870 w 3600000"/>
              <a:gd name="connsiteY1096" fmla="*/ 1425589 h 2787466"/>
              <a:gd name="connsiteX1097" fmla="*/ 2614078 w 3600000"/>
              <a:gd name="connsiteY1097" fmla="*/ 1419116 h 2787466"/>
              <a:gd name="connsiteX1098" fmla="*/ 2603469 w 3600000"/>
              <a:gd name="connsiteY1098" fmla="*/ 1432132 h 2787466"/>
              <a:gd name="connsiteX1099" fmla="*/ 2597021 w 3600000"/>
              <a:gd name="connsiteY1099" fmla="*/ 1424134 h 2787466"/>
              <a:gd name="connsiteX1100" fmla="*/ 2614078 w 3600000"/>
              <a:gd name="connsiteY1100" fmla="*/ 1419116 h 2787466"/>
              <a:gd name="connsiteX1101" fmla="*/ 2484129 w 3600000"/>
              <a:gd name="connsiteY1101" fmla="*/ 1418940 h 2787466"/>
              <a:gd name="connsiteX1102" fmla="*/ 2484530 w 3600000"/>
              <a:gd name="connsiteY1102" fmla="*/ 1421657 h 2787466"/>
              <a:gd name="connsiteX1103" fmla="*/ 2486513 w 3600000"/>
              <a:gd name="connsiteY1103" fmla="*/ 1438126 h 2787466"/>
              <a:gd name="connsiteX1104" fmla="*/ 2490635 w 3600000"/>
              <a:gd name="connsiteY1104" fmla="*/ 1437025 h 2787466"/>
              <a:gd name="connsiteX1105" fmla="*/ 2492670 w 3600000"/>
              <a:gd name="connsiteY1105" fmla="*/ 1430816 h 2787466"/>
              <a:gd name="connsiteX1106" fmla="*/ 2495697 w 3600000"/>
              <a:gd name="connsiteY1106" fmla="*/ 1423411 h 2787466"/>
              <a:gd name="connsiteX1107" fmla="*/ 2509139 w 3600000"/>
              <a:gd name="connsiteY1107" fmla="*/ 1421494 h 2787466"/>
              <a:gd name="connsiteX1108" fmla="*/ 2504981 w 3600000"/>
              <a:gd name="connsiteY1108" fmla="*/ 1419304 h 2787466"/>
              <a:gd name="connsiteX1109" fmla="*/ 2491278 w 3600000"/>
              <a:gd name="connsiteY1109" fmla="*/ 1420601 h 2787466"/>
              <a:gd name="connsiteX1110" fmla="*/ 2403040 w 3600000"/>
              <a:gd name="connsiteY1110" fmla="*/ 1418479 h 2787466"/>
              <a:gd name="connsiteX1111" fmla="*/ 2398239 w 3600000"/>
              <a:gd name="connsiteY1111" fmla="*/ 1419304 h 2787466"/>
              <a:gd name="connsiteX1112" fmla="*/ 2395058 w 3600000"/>
              <a:gd name="connsiteY1112" fmla="*/ 1422608 h 2787466"/>
              <a:gd name="connsiteX1113" fmla="*/ 2395931 w 3600000"/>
              <a:gd name="connsiteY1113" fmla="*/ 1424839 h 2787466"/>
              <a:gd name="connsiteX1114" fmla="*/ 2395423 w 3600000"/>
              <a:gd name="connsiteY1114" fmla="*/ 1423190 h 2787466"/>
              <a:gd name="connsiteX1115" fmla="*/ 2398103 w 3600000"/>
              <a:gd name="connsiteY1115" fmla="*/ 1423190 h 2787466"/>
              <a:gd name="connsiteX1116" fmla="*/ 2400782 w 3600000"/>
              <a:gd name="connsiteY1116" fmla="*/ 1420202 h 2787466"/>
              <a:gd name="connsiteX1117" fmla="*/ 2399565 w 3600000"/>
              <a:gd name="connsiteY1117" fmla="*/ 1432164 h 2787466"/>
              <a:gd name="connsiteX1118" fmla="*/ 2400303 w 3600000"/>
              <a:gd name="connsiteY1118" fmla="*/ 1432381 h 2787466"/>
              <a:gd name="connsiteX1119" fmla="*/ 2402628 w 3600000"/>
              <a:gd name="connsiteY1119" fmla="*/ 1430903 h 2787466"/>
              <a:gd name="connsiteX1120" fmla="*/ 2403616 w 3600000"/>
              <a:gd name="connsiteY1120" fmla="*/ 1431266 h 2787466"/>
              <a:gd name="connsiteX1121" fmla="*/ 2406734 w 3600000"/>
              <a:gd name="connsiteY1121" fmla="*/ 1432413 h 2787466"/>
              <a:gd name="connsiteX1122" fmla="*/ 2410356 w 3600000"/>
              <a:gd name="connsiteY1122" fmla="*/ 1425049 h 2787466"/>
              <a:gd name="connsiteX1123" fmla="*/ 2406353 w 3600000"/>
              <a:gd name="connsiteY1123" fmla="*/ 1420719 h 2787466"/>
              <a:gd name="connsiteX1124" fmla="*/ 2403040 w 3600000"/>
              <a:gd name="connsiteY1124" fmla="*/ 1418479 h 2787466"/>
              <a:gd name="connsiteX1125" fmla="*/ 2935868 w 3600000"/>
              <a:gd name="connsiteY1125" fmla="*/ 1418055 h 2787466"/>
              <a:gd name="connsiteX1126" fmla="*/ 2941199 w 3600000"/>
              <a:gd name="connsiteY1126" fmla="*/ 1422201 h 2787466"/>
              <a:gd name="connsiteX1127" fmla="*/ 2927783 w 3600000"/>
              <a:gd name="connsiteY1127" fmla="*/ 1427290 h 2787466"/>
              <a:gd name="connsiteX1128" fmla="*/ 2935868 w 3600000"/>
              <a:gd name="connsiteY1128" fmla="*/ 1418055 h 2787466"/>
              <a:gd name="connsiteX1129" fmla="*/ 2287298 w 3600000"/>
              <a:gd name="connsiteY1129" fmla="*/ 1415531 h 2787466"/>
              <a:gd name="connsiteX1130" fmla="*/ 2278309 w 3600000"/>
              <a:gd name="connsiteY1130" fmla="*/ 1418361 h 2787466"/>
              <a:gd name="connsiteX1131" fmla="*/ 2291497 w 3600000"/>
              <a:gd name="connsiteY1131" fmla="*/ 1419304 h 2787466"/>
              <a:gd name="connsiteX1132" fmla="*/ 2287298 w 3600000"/>
              <a:gd name="connsiteY1132" fmla="*/ 1415531 h 2787466"/>
              <a:gd name="connsiteX1133" fmla="*/ 2270697 w 3600000"/>
              <a:gd name="connsiteY1133" fmla="*/ 1412235 h 2787466"/>
              <a:gd name="connsiteX1134" fmla="*/ 2267076 w 3600000"/>
              <a:gd name="connsiteY1134" fmla="*/ 1412298 h 2787466"/>
              <a:gd name="connsiteX1135" fmla="*/ 2267902 w 3600000"/>
              <a:gd name="connsiteY1135" fmla="*/ 1415457 h 2787466"/>
              <a:gd name="connsiteX1136" fmla="*/ 2448478 w 3600000"/>
              <a:gd name="connsiteY1136" fmla="*/ 1409333 h 2787466"/>
              <a:gd name="connsiteX1137" fmla="*/ 2447176 w 3600000"/>
              <a:gd name="connsiteY1137" fmla="*/ 1411856 h 2787466"/>
              <a:gd name="connsiteX1138" fmla="*/ 2438628 w 3600000"/>
              <a:gd name="connsiteY1138" fmla="*/ 1412387 h 2787466"/>
              <a:gd name="connsiteX1139" fmla="*/ 2438628 w 3600000"/>
              <a:gd name="connsiteY1139" fmla="*/ 1421348 h 2787466"/>
              <a:gd name="connsiteX1140" fmla="*/ 2447694 w 3600000"/>
              <a:gd name="connsiteY1140" fmla="*/ 1423393 h 2787466"/>
              <a:gd name="connsiteX1141" fmla="*/ 2442717 w 3600000"/>
              <a:gd name="connsiteY1141" fmla="*/ 1422819 h 2787466"/>
              <a:gd name="connsiteX1142" fmla="*/ 2447563 w 3600000"/>
              <a:gd name="connsiteY1142" fmla="*/ 1428064 h 2787466"/>
              <a:gd name="connsiteX1143" fmla="*/ 2458074 w 3600000"/>
              <a:gd name="connsiteY1143" fmla="*/ 1411241 h 2787466"/>
              <a:gd name="connsiteX1144" fmla="*/ 2456303 w 3600000"/>
              <a:gd name="connsiteY1144" fmla="*/ 1410870 h 2787466"/>
              <a:gd name="connsiteX1145" fmla="*/ 2454855 w 3600000"/>
              <a:gd name="connsiteY1145" fmla="*/ 1415511 h 2787466"/>
              <a:gd name="connsiteX1146" fmla="*/ 2448931 w 3600000"/>
              <a:gd name="connsiteY1146" fmla="*/ 1416317 h 2787466"/>
              <a:gd name="connsiteX1147" fmla="*/ 2452670 w 3600000"/>
              <a:gd name="connsiteY1147" fmla="*/ 1410789 h 2787466"/>
              <a:gd name="connsiteX1148" fmla="*/ 2451025 w 3600000"/>
              <a:gd name="connsiteY1148" fmla="*/ 1409763 h 2787466"/>
              <a:gd name="connsiteX1149" fmla="*/ 2449264 w 3600000"/>
              <a:gd name="connsiteY1149" fmla="*/ 1409394 h 2787466"/>
              <a:gd name="connsiteX1150" fmla="*/ 2285343 w 3600000"/>
              <a:gd name="connsiteY1150" fmla="*/ 1409250 h 2787466"/>
              <a:gd name="connsiteX1151" fmla="*/ 2276964 w 3600000"/>
              <a:gd name="connsiteY1151" fmla="*/ 1411590 h 2787466"/>
              <a:gd name="connsiteX1152" fmla="*/ 2274393 w 3600000"/>
              <a:gd name="connsiteY1152" fmla="*/ 1413487 h 2787466"/>
              <a:gd name="connsiteX1153" fmla="*/ 2291497 w 3600000"/>
              <a:gd name="connsiteY1153" fmla="*/ 1409399 h 2787466"/>
              <a:gd name="connsiteX1154" fmla="*/ 2481489 w 3600000"/>
              <a:gd name="connsiteY1154" fmla="*/ 1405468 h 2787466"/>
              <a:gd name="connsiteX1155" fmla="*/ 2478418 w 3600000"/>
              <a:gd name="connsiteY1155" fmla="*/ 1405957 h 2787466"/>
              <a:gd name="connsiteX1156" fmla="*/ 2477445 w 3600000"/>
              <a:gd name="connsiteY1156" fmla="*/ 1413285 h 2787466"/>
              <a:gd name="connsiteX1157" fmla="*/ 2479291 w 3600000"/>
              <a:gd name="connsiteY1157" fmla="*/ 1412931 h 2787466"/>
              <a:gd name="connsiteX1158" fmla="*/ 2479996 w 3600000"/>
              <a:gd name="connsiteY1158" fmla="*/ 1411089 h 2787466"/>
              <a:gd name="connsiteX1159" fmla="*/ 2481489 w 3600000"/>
              <a:gd name="connsiteY1159" fmla="*/ 1405468 h 2787466"/>
              <a:gd name="connsiteX1160" fmla="*/ 3111915 w 3600000"/>
              <a:gd name="connsiteY1160" fmla="*/ 1403428 h 2787466"/>
              <a:gd name="connsiteX1161" fmla="*/ 3092450 w 3600000"/>
              <a:gd name="connsiteY1161" fmla="*/ 1421475 h 2787466"/>
              <a:gd name="connsiteX1162" fmla="*/ 3111915 w 3600000"/>
              <a:gd name="connsiteY1162" fmla="*/ 1403428 h 2787466"/>
              <a:gd name="connsiteX1163" fmla="*/ 2509210 w 3600000"/>
              <a:gd name="connsiteY1163" fmla="*/ 1403318 h 2787466"/>
              <a:gd name="connsiteX1164" fmla="*/ 2503464 w 3600000"/>
              <a:gd name="connsiteY1164" fmla="*/ 1405169 h 2787466"/>
              <a:gd name="connsiteX1165" fmla="*/ 2502969 w 3600000"/>
              <a:gd name="connsiteY1165" fmla="*/ 1405184 h 2787466"/>
              <a:gd name="connsiteX1166" fmla="*/ 2502869 w 3600000"/>
              <a:gd name="connsiteY1166" fmla="*/ 1405331 h 2787466"/>
              <a:gd name="connsiteX1167" fmla="*/ 2502302 w 3600000"/>
              <a:gd name="connsiteY1167" fmla="*/ 1409399 h 2787466"/>
              <a:gd name="connsiteX1168" fmla="*/ 2499314 w 3600000"/>
              <a:gd name="connsiteY1168" fmla="*/ 1406942 h 2787466"/>
              <a:gd name="connsiteX1169" fmla="*/ 2498767 w 3600000"/>
              <a:gd name="connsiteY1169" fmla="*/ 1405312 h 2787466"/>
              <a:gd name="connsiteX1170" fmla="*/ 2490789 w 3600000"/>
              <a:gd name="connsiteY1170" fmla="*/ 1405554 h 2787466"/>
              <a:gd name="connsiteX1171" fmla="*/ 2489173 w 3600000"/>
              <a:gd name="connsiteY1171" fmla="*/ 1404481 h 2787466"/>
              <a:gd name="connsiteX1172" fmla="*/ 2487903 w 3600000"/>
              <a:gd name="connsiteY1172" fmla="*/ 1407571 h 2787466"/>
              <a:gd name="connsiteX1173" fmla="*/ 2487580 w 3600000"/>
              <a:gd name="connsiteY1173" fmla="*/ 1408276 h 2787466"/>
              <a:gd name="connsiteX1174" fmla="*/ 2489193 w 3600000"/>
              <a:gd name="connsiteY1174" fmla="*/ 1408254 h 2787466"/>
              <a:gd name="connsiteX1175" fmla="*/ 2483621 w 3600000"/>
              <a:gd name="connsiteY1175" fmla="*/ 1414759 h 2787466"/>
              <a:gd name="connsiteX1176" fmla="*/ 2489124 w 3600000"/>
              <a:gd name="connsiteY1176" fmla="*/ 1415607 h 2787466"/>
              <a:gd name="connsiteX1177" fmla="*/ 2496352 w 3600000"/>
              <a:gd name="connsiteY1177" fmla="*/ 1414292 h 2787466"/>
              <a:gd name="connsiteX1178" fmla="*/ 2499440 w 3600000"/>
              <a:gd name="connsiteY1178" fmla="*/ 1413443 h 2787466"/>
              <a:gd name="connsiteX1179" fmla="*/ 2493431 w 3600000"/>
              <a:gd name="connsiteY1179" fmla="*/ 1412348 h 2787466"/>
              <a:gd name="connsiteX1180" fmla="*/ 2501344 w 3600000"/>
              <a:gd name="connsiteY1180" fmla="*/ 1411413 h 2787466"/>
              <a:gd name="connsiteX1181" fmla="*/ 2504442 w 3600000"/>
              <a:gd name="connsiteY1181" fmla="*/ 1407868 h 2787466"/>
              <a:gd name="connsiteX1182" fmla="*/ 2510494 w 3600000"/>
              <a:gd name="connsiteY1182" fmla="*/ 1406431 h 2787466"/>
              <a:gd name="connsiteX1183" fmla="*/ 2510648 w 3600000"/>
              <a:gd name="connsiteY1183" fmla="*/ 1404702 h 2787466"/>
              <a:gd name="connsiteX1184" fmla="*/ 2579552 w 3600000"/>
              <a:gd name="connsiteY1184" fmla="*/ 1401092 h 2787466"/>
              <a:gd name="connsiteX1185" fmla="*/ 2539774 w 3600000"/>
              <a:gd name="connsiteY1185" fmla="*/ 1405993 h 2787466"/>
              <a:gd name="connsiteX1186" fmla="*/ 2579552 w 3600000"/>
              <a:gd name="connsiteY1186" fmla="*/ 1401092 h 2787466"/>
              <a:gd name="connsiteX1187" fmla="*/ 2481361 w 3600000"/>
              <a:gd name="connsiteY1187" fmla="*/ 1399292 h 2787466"/>
              <a:gd name="connsiteX1188" fmla="*/ 2481298 w 3600000"/>
              <a:gd name="connsiteY1188" fmla="*/ 1399429 h 2787466"/>
              <a:gd name="connsiteX1189" fmla="*/ 2481489 w 3600000"/>
              <a:gd name="connsiteY1189" fmla="*/ 1399494 h 2787466"/>
              <a:gd name="connsiteX1190" fmla="*/ 2481571 w 3600000"/>
              <a:gd name="connsiteY1190" fmla="*/ 1399432 h 2787466"/>
              <a:gd name="connsiteX1191" fmla="*/ 2949758 w 3600000"/>
              <a:gd name="connsiteY1191" fmla="*/ 1399012 h 2787466"/>
              <a:gd name="connsiteX1192" fmla="*/ 2953620 w 3600000"/>
              <a:gd name="connsiteY1192" fmla="*/ 1408057 h 2787466"/>
              <a:gd name="connsiteX1193" fmla="*/ 2939595 w 3600000"/>
              <a:gd name="connsiteY1193" fmla="*/ 1407105 h 2787466"/>
              <a:gd name="connsiteX1194" fmla="*/ 2949758 w 3600000"/>
              <a:gd name="connsiteY1194" fmla="*/ 1399012 h 2787466"/>
              <a:gd name="connsiteX1195" fmla="*/ 2690992 w 3600000"/>
              <a:gd name="connsiteY1195" fmla="*/ 1398112 h 2787466"/>
              <a:gd name="connsiteX1196" fmla="*/ 2666304 w 3600000"/>
              <a:gd name="connsiteY1196" fmla="*/ 1412026 h 2787466"/>
              <a:gd name="connsiteX1197" fmla="*/ 2662395 w 3600000"/>
              <a:gd name="connsiteY1197" fmla="*/ 1404120 h 2787466"/>
              <a:gd name="connsiteX1198" fmla="*/ 2681734 w 3600000"/>
              <a:gd name="connsiteY1198" fmla="*/ 1405068 h 2787466"/>
              <a:gd name="connsiteX1199" fmla="*/ 2690992 w 3600000"/>
              <a:gd name="connsiteY1199" fmla="*/ 1398112 h 2787466"/>
              <a:gd name="connsiteX1200" fmla="*/ 2468053 w 3600000"/>
              <a:gd name="connsiteY1200" fmla="*/ 1397199 h 2787466"/>
              <a:gd name="connsiteX1201" fmla="*/ 2466358 w 3600000"/>
              <a:gd name="connsiteY1201" fmla="*/ 1399785 h 2787466"/>
              <a:gd name="connsiteX1202" fmla="*/ 2468378 w 3600000"/>
              <a:gd name="connsiteY1202" fmla="*/ 1397406 h 2787466"/>
              <a:gd name="connsiteX1203" fmla="*/ 2646558 w 3600000"/>
              <a:gd name="connsiteY1203" fmla="*/ 1396749 h 2787466"/>
              <a:gd name="connsiteX1204" fmla="*/ 2650427 w 3600000"/>
              <a:gd name="connsiteY1204" fmla="*/ 1398809 h 2787466"/>
              <a:gd name="connsiteX1205" fmla="*/ 2642630 w 3600000"/>
              <a:gd name="connsiteY1205" fmla="*/ 1399683 h 2787466"/>
              <a:gd name="connsiteX1206" fmla="*/ 2639106 w 3600000"/>
              <a:gd name="connsiteY1206" fmla="*/ 1405157 h 2787466"/>
              <a:gd name="connsiteX1207" fmla="*/ 2642246 w 3600000"/>
              <a:gd name="connsiteY1207" fmla="*/ 1406121 h 2787466"/>
              <a:gd name="connsiteX1208" fmla="*/ 2642246 w 3600000"/>
              <a:gd name="connsiteY1208" fmla="*/ 1418847 h 2787466"/>
              <a:gd name="connsiteX1209" fmla="*/ 2631552 w 3600000"/>
              <a:gd name="connsiteY1209" fmla="*/ 1407207 h 2787466"/>
              <a:gd name="connsiteX1210" fmla="*/ 2634277 w 3600000"/>
              <a:gd name="connsiteY1210" fmla="*/ 1405189 h 2787466"/>
              <a:gd name="connsiteX1211" fmla="*/ 2636591 w 3600000"/>
              <a:gd name="connsiteY1211" fmla="*/ 1405020 h 2787466"/>
              <a:gd name="connsiteX1212" fmla="*/ 2634832 w 3600000"/>
              <a:gd name="connsiteY1212" fmla="*/ 1404368 h 2787466"/>
              <a:gd name="connsiteX1213" fmla="*/ 2626959 w 3600000"/>
              <a:gd name="connsiteY1213" fmla="*/ 1402781 h 2787466"/>
              <a:gd name="connsiteX1214" fmla="*/ 2646558 w 3600000"/>
              <a:gd name="connsiteY1214" fmla="*/ 1396749 h 2787466"/>
              <a:gd name="connsiteX1215" fmla="*/ 2526216 w 3600000"/>
              <a:gd name="connsiteY1215" fmla="*/ 1389660 h 2787466"/>
              <a:gd name="connsiteX1216" fmla="*/ 2522843 w 3600000"/>
              <a:gd name="connsiteY1216" fmla="*/ 1391451 h 2787466"/>
              <a:gd name="connsiteX1217" fmla="*/ 2522986 w 3600000"/>
              <a:gd name="connsiteY1217" fmla="*/ 1391633 h 2787466"/>
              <a:gd name="connsiteX1218" fmla="*/ 2524557 w 3600000"/>
              <a:gd name="connsiteY1218" fmla="*/ 1394620 h 2787466"/>
              <a:gd name="connsiteX1219" fmla="*/ 2530430 w 3600000"/>
              <a:gd name="connsiteY1219" fmla="*/ 1393107 h 2787466"/>
              <a:gd name="connsiteX1220" fmla="*/ 2534164 w 3600000"/>
              <a:gd name="connsiteY1220" fmla="*/ 1390270 h 2787466"/>
              <a:gd name="connsiteX1221" fmla="*/ 140457 w 3600000"/>
              <a:gd name="connsiteY1221" fmla="*/ 1389601 h 2787466"/>
              <a:gd name="connsiteX1222" fmla="*/ 131389 w 3600000"/>
              <a:gd name="connsiteY1222" fmla="*/ 1406421 h 2787466"/>
              <a:gd name="connsiteX1223" fmla="*/ 140457 w 3600000"/>
              <a:gd name="connsiteY1223" fmla="*/ 1389601 h 2787466"/>
              <a:gd name="connsiteX1224" fmla="*/ 2643157 w 3600000"/>
              <a:gd name="connsiteY1224" fmla="*/ 1388571 h 2787466"/>
              <a:gd name="connsiteX1225" fmla="*/ 2634070 w 3600000"/>
              <a:gd name="connsiteY1225" fmla="*/ 1397505 h 2787466"/>
              <a:gd name="connsiteX1226" fmla="*/ 2626222 w 3600000"/>
              <a:gd name="connsiteY1226" fmla="*/ 1391549 h 2787466"/>
              <a:gd name="connsiteX1227" fmla="*/ 2605365 w 3600000"/>
              <a:gd name="connsiteY1227" fmla="*/ 1402363 h 2787466"/>
              <a:gd name="connsiteX1228" fmla="*/ 2584299 w 3600000"/>
              <a:gd name="connsiteY1228" fmla="*/ 1400326 h 2787466"/>
              <a:gd name="connsiteX1229" fmla="*/ 2643157 w 3600000"/>
              <a:gd name="connsiteY1229" fmla="*/ 1388571 h 2787466"/>
              <a:gd name="connsiteX1230" fmla="*/ 2522114 w 3600000"/>
              <a:gd name="connsiteY1230" fmla="*/ 1388479 h 2787466"/>
              <a:gd name="connsiteX1231" fmla="*/ 2520642 w 3600000"/>
              <a:gd name="connsiteY1231" fmla="*/ 1388646 h 2787466"/>
              <a:gd name="connsiteX1232" fmla="*/ 2521074 w 3600000"/>
              <a:gd name="connsiteY1232" fmla="*/ 1389198 h 2787466"/>
              <a:gd name="connsiteX1233" fmla="*/ 2522011 w 3600000"/>
              <a:gd name="connsiteY1233" fmla="*/ 1388573 h 2787466"/>
              <a:gd name="connsiteX1234" fmla="*/ 2570098 w 3600000"/>
              <a:gd name="connsiteY1234" fmla="*/ 1381571 h 2787466"/>
              <a:gd name="connsiteX1235" fmla="*/ 2553819 w 3600000"/>
              <a:gd name="connsiteY1235" fmla="*/ 1384341 h 2787466"/>
              <a:gd name="connsiteX1236" fmla="*/ 2545151 w 3600000"/>
              <a:gd name="connsiteY1236" fmla="*/ 1386633 h 2787466"/>
              <a:gd name="connsiteX1237" fmla="*/ 2543981 w 3600000"/>
              <a:gd name="connsiteY1237" fmla="*/ 1388186 h 2787466"/>
              <a:gd name="connsiteX1238" fmla="*/ 2551861 w 3600000"/>
              <a:gd name="connsiteY1238" fmla="*/ 1387623 h 2787466"/>
              <a:gd name="connsiteX1239" fmla="*/ 2566183 w 3600000"/>
              <a:gd name="connsiteY1239" fmla="*/ 1386602 h 2787466"/>
              <a:gd name="connsiteX1240" fmla="*/ 2570098 w 3600000"/>
              <a:gd name="connsiteY1240" fmla="*/ 1381571 h 2787466"/>
              <a:gd name="connsiteX1241" fmla="*/ 2658693 w 3600000"/>
              <a:gd name="connsiteY1241" fmla="*/ 1378849 h 2787466"/>
              <a:gd name="connsiteX1242" fmla="*/ 2665881 w 3600000"/>
              <a:gd name="connsiteY1242" fmla="*/ 1379572 h 2787466"/>
              <a:gd name="connsiteX1243" fmla="*/ 2651837 w 3600000"/>
              <a:gd name="connsiteY1243" fmla="*/ 1390534 h 2787466"/>
              <a:gd name="connsiteX1244" fmla="*/ 2658693 w 3600000"/>
              <a:gd name="connsiteY1244" fmla="*/ 1378849 h 2787466"/>
              <a:gd name="connsiteX1245" fmla="*/ 2592713 w 3600000"/>
              <a:gd name="connsiteY1245" fmla="*/ 1376497 h 2787466"/>
              <a:gd name="connsiteX1246" fmla="*/ 2576486 w 3600000"/>
              <a:gd name="connsiteY1246" fmla="*/ 1376697 h 2787466"/>
              <a:gd name="connsiteX1247" fmla="*/ 2575249 w 3600000"/>
              <a:gd name="connsiteY1247" fmla="*/ 1382671 h 2787466"/>
              <a:gd name="connsiteX1248" fmla="*/ 2594825 w 3600000"/>
              <a:gd name="connsiteY1248" fmla="*/ 1378583 h 2787466"/>
              <a:gd name="connsiteX1249" fmla="*/ 2592713 w 3600000"/>
              <a:gd name="connsiteY1249" fmla="*/ 1376497 h 2787466"/>
              <a:gd name="connsiteX1250" fmla="*/ 3203815 w 3600000"/>
              <a:gd name="connsiteY1250" fmla="*/ 1371282 h 2787466"/>
              <a:gd name="connsiteX1251" fmla="*/ 3193430 w 3600000"/>
              <a:gd name="connsiteY1251" fmla="*/ 1384992 h 2787466"/>
              <a:gd name="connsiteX1252" fmla="*/ 3203815 w 3600000"/>
              <a:gd name="connsiteY1252" fmla="*/ 1371282 h 2787466"/>
              <a:gd name="connsiteX1253" fmla="*/ 2617769 w 3600000"/>
              <a:gd name="connsiteY1253" fmla="*/ 1371188 h 2787466"/>
              <a:gd name="connsiteX1254" fmla="*/ 2599977 w 3600000"/>
              <a:gd name="connsiteY1254" fmla="*/ 1373709 h 2787466"/>
              <a:gd name="connsiteX1255" fmla="*/ 2606571 w 3600000"/>
              <a:gd name="connsiteY1255" fmla="*/ 1377640 h 2787466"/>
              <a:gd name="connsiteX1256" fmla="*/ 2596062 w 3600000"/>
              <a:gd name="connsiteY1256" fmla="*/ 1386602 h 2787466"/>
              <a:gd name="connsiteX1257" fmla="*/ 2610976 w 3600000"/>
              <a:gd name="connsiteY1257" fmla="*/ 1382749 h 2787466"/>
              <a:gd name="connsiteX1258" fmla="*/ 2619638 w 3600000"/>
              <a:gd name="connsiteY1258" fmla="*/ 1374769 h 2787466"/>
              <a:gd name="connsiteX1259" fmla="*/ 2616759 w 3600000"/>
              <a:gd name="connsiteY1259" fmla="*/ 1373508 h 2787466"/>
              <a:gd name="connsiteX1260" fmla="*/ 2617770 w 3600000"/>
              <a:gd name="connsiteY1260" fmla="*/ 1371558 h 2787466"/>
              <a:gd name="connsiteX1261" fmla="*/ 2618217 w 3600000"/>
              <a:gd name="connsiteY1261" fmla="*/ 1371563 h 2787466"/>
              <a:gd name="connsiteX1262" fmla="*/ 2663816 w 3600000"/>
              <a:gd name="connsiteY1262" fmla="*/ 1370966 h 2787466"/>
              <a:gd name="connsiteX1263" fmla="*/ 2665506 w 3600000"/>
              <a:gd name="connsiteY1263" fmla="*/ 1371312 h 2787466"/>
              <a:gd name="connsiteX1264" fmla="*/ 2666536 w 3600000"/>
              <a:gd name="connsiteY1264" fmla="*/ 1372609 h 2787466"/>
              <a:gd name="connsiteX1265" fmla="*/ 2662970 w 3600000"/>
              <a:gd name="connsiteY1265" fmla="*/ 1370455 h 2787466"/>
              <a:gd name="connsiteX1266" fmla="*/ 2663816 w 3600000"/>
              <a:gd name="connsiteY1266" fmla="*/ 1370966 h 2787466"/>
              <a:gd name="connsiteX1267" fmla="*/ 2662621 w 3600000"/>
              <a:gd name="connsiteY1267" fmla="*/ 1370722 h 2787466"/>
              <a:gd name="connsiteX1268" fmla="*/ 54842 w 3600000"/>
              <a:gd name="connsiteY1268" fmla="*/ 1368333 h 2787466"/>
              <a:gd name="connsiteX1269" fmla="*/ 74307 w 3600000"/>
              <a:gd name="connsiteY1269" fmla="*/ 1368333 h 2787466"/>
              <a:gd name="connsiteX1270" fmla="*/ 57505 w 3600000"/>
              <a:gd name="connsiteY1270" fmla="*/ 1377378 h 2787466"/>
              <a:gd name="connsiteX1271" fmla="*/ 54842 w 3600000"/>
              <a:gd name="connsiteY1271" fmla="*/ 1368333 h 2787466"/>
              <a:gd name="connsiteX1272" fmla="*/ 2884866 w 3600000"/>
              <a:gd name="connsiteY1272" fmla="*/ 1364349 h 2787466"/>
              <a:gd name="connsiteX1273" fmla="*/ 2865082 w 3600000"/>
              <a:gd name="connsiteY1273" fmla="*/ 1375299 h 2787466"/>
              <a:gd name="connsiteX1274" fmla="*/ 2884866 w 3600000"/>
              <a:gd name="connsiteY1274" fmla="*/ 1364349 h 2787466"/>
              <a:gd name="connsiteX1275" fmla="*/ 2643045 w 3600000"/>
              <a:gd name="connsiteY1275" fmla="*/ 1361761 h 2787466"/>
              <a:gd name="connsiteX1276" fmla="*/ 2638794 w 3600000"/>
              <a:gd name="connsiteY1276" fmla="*/ 1366870 h 2787466"/>
              <a:gd name="connsiteX1277" fmla="*/ 2637540 w 3600000"/>
              <a:gd name="connsiteY1277" fmla="*/ 1367427 h 2787466"/>
              <a:gd name="connsiteX1278" fmla="*/ 2637423 w 3600000"/>
              <a:gd name="connsiteY1278" fmla="*/ 1369838 h 2787466"/>
              <a:gd name="connsiteX1279" fmla="*/ 2631211 w 3600000"/>
              <a:gd name="connsiteY1279" fmla="*/ 1374727 h 2787466"/>
              <a:gd name="connsiteX1280" fmla="*/ 2626749 w 3600000"/>
              <a:gd name="connsiteY1280" fmla="*/ 1375560 h 2787466"/>
              <a:gd name="connsiteX1281" fmla="*/ 2625841 w 3600000"/>
              <a:gd name="connsiteY1281" fmla="*/ 1377913 h 2787466"/>
              <a:gd name="connsiteX1282" fmla="*/ 2630063 w 3600000"/>
              <a:gd name="connsiteY1282" fmla="*/ 1380627 h 2787466"/>
              <a:gd name="connsiteX1283" fmla="*/ 2649433 w 3600000"/>
              <a:gd name="connsiteY1283" fmla="*/ 1366792 h 2787466"/>
              <a:gd name="connsiteX1284" fmla="*/ 2648915 w 3600000"/>
              <a:gd name="connsiteY1284" fmla="*/ 1364435 h 2787466"/>
              <a:gd name="connsiteX1285" fmla="*/ 2647098 w 3600000"/>
              <a:gd name="connsiteY1285" fmla="*/ 1364238 h 2787466"/>
              <a:gd name="connsiteX1286" fmla="*/ 2643766 w 3600000"/>
              <a:gd name="connsiteY1286" fmla="*/ 1361983 h 2787466"/>
              <a:gd name="connsiteX1287" fmla="*/ 3170215 w 3600000"/>
              <a:gd name="connsiteY1287" fmla="*/ 1356722 h 2787466"/>
              <a:gd name="connsiteX1288" fmla="*/ 3170215 w 3600000"/>
              <a:gd name="connsiteY1288" fmla="*/ 1363707 h 2787466"/>
              <a:gd name="connsiteX1289" fmla="*/ 3183067 w 3600000"/>
              <a:gd name="connsiteY1289" fmla="*/ 1362620 h 2787466"/>
              <a:gd name="connsiteX1290" fmla="*/ 3181843 w 3600000"/>
              <a:gd name="connsiteY1290" fmla="*/ 1373485 h 2787466"/>
              <a:gd name="connsiteX1291" fmla="*/ 3162464 w 3600000"/>
              <a:gd name="connsiteY1291" fmla="*/ 1372398 h 2787466"/>
              <a:gd name="connsiteX1292" fmla="*/ 3170215 w 3600000"/>
              <a:gd name="connsiteY1292" fmla="*/ 1356722 h 2787466"/>
              <a:gd name="connsiteX1293" fmla="*/ 3018196 w 3600000"/>
              <a:gd name="connsiteY1293" fmla="*/ 1356722 h 2787466"/>
              <a:gd name="connsiteX1294" fmla="*/ 3018196 w 3600000"/>
              <a:gd name="connsiteY1294" fmla="*/ 1367658 h 2787466"/>
              <a:gd name="connsiteX1295" fmla="*/ 3018196 w 3600000"/>
              <a:gd name="connsiteY1295" fmla="*/ 1356722 h 2787466"/>
              <a:gd name="connsiteX1296" fmla="*/ 2697217 w 3600000"/>
              <a:gd name="connsiteY1296" fmla="*/ 1352493 h 2787466"/>
              <a:gd name="connsiteX1297" fmla="*/ 2689605 w 3600000"/>
              <a:gd name="connsiteY1297" fmla="*/ 1352793 h 2787466"/>
              <a:gd name="connsiteX1298" fmla="*/ 2684820 w 3600000"/>
              <a:gd name="connsiteY1298" fmla="*/ 1355266 h 2787466"/>
              <a:gd name="connsiteX1299" fmla="*/ 2684697 w 3600000"/>
              <a:gd name="connsiteY1299" fmla="*/ 1356104 h 2787466"/>
              <a:gd name="connsiteX1300" fmla="*/ 2690787 w 3600000"/>
              <a:gd name="connsiteY1300" fmla="*/ 1354698 h 2787466"/>
              <a:gd name="connsiteX1301" fmla="*/ 3031777 w 3600000"/>
              <a:gd name="connsiteY1301" fmla="*/ 1348403 h 2787466"/>
              <a:gd name="connsiteX1302" fmla="*/ 3034402 w 3600000"/>
              <a:gd name="connsiteY1302" fmla="*/ 1354578 h 2787466"/>
              <a:gd name="connsiteX1303" fmla="*/ 3038238 w 3600000"/>
              <a:gd name="connsiteY1303" fmla="*/ 1351490 h 2787466"/>
              <a:gd name="connsiteX1304" fmla="*/ 3029353 w 3600000"/>
              <a:gd name="connsiteY1304" fmla="*/ 1357665 h 2787466"/>
              <a:gd name="connsiteX1305" fmla="*/ 3024103 w 3600000"/>
              <a:gd name="connsiteY1305" fmla="*/ 1352466 h 2787466"/>
              <a:gd name="connsiteX1306" fmla="*/ 3031777 w 3600000"/>
              <a:gd name="connsiteY1306" fmla="*/ 1348403 h 2787466"/>
              <a:gd name="connsiteX1307" fmla="*/ 14158 w 3600000"/>
              <a:gd name="connsiteY1307" fmla="*/ 1340084 h 2787466"/>
              <a:gd name="connsiteX1308" fmla="*/ 25854 w 3600000"/>
              <a:gd name="connsiteY1308" fmla="*/ 1364717 h 2787466"/>
              <a:gd name="connsiteX1309" fmla="*/ 32420 w 3600000"/>
              <a:gd name="connsiteY1309" fmla="*/ 1363781 h 2787466"/>
              <a:gd name="connsiteX1310" fmla="*/ 30983 w 3600000"/>
              <a:gd name="connsiteY1310" fmla="*/ 1350997 h 2787466"/>
              <a:gd name="connsiteX1311" fmla="*/ 54375 w 3600000"/>
              <a:gd name="connsiteY1311" fmla="*/ 1348035 h 2787466"/>
              <a:gd name="connsiteX1312" fmla="*/ 33650 w 3600000"/>
              <a:gd name="connsiteY1312" fmla="*/ 1368614 h 2787466"/>
              <a:gd name="connsiteX1313" fmla="*/ 11695 w 3600000"/>
              <a:gd name="connsiteY1313" fmla="*/ 1372512 h 2787466"/>
              <a:gd name="connsiteX1314" fmla="*/ 0 w 3600000"/>
              <a:gd name="connsiteY1314" fmla="*/ 1358793 h 2787466"/>
              <a:gd name="connsiteX1315" fmla="*/ 12926 w 3600000"/>
              <a:gd name="connsiteY1315" fmla="*/ 1350997 h 2787466"/>
              <a:gd name="connsiteX1316" fmla="*/ 14158 w 3600000"/>
              <a:gd name="connsiteY1316" fmla="*/ 1340084 h 2787466"/>
              <a:gd name="connsiteX1317" fmla="*/ 34499 w 3600000"/>
              <a:gd name="connsiteY1317" fmla="*/ 1334569 h 2787466"/>
              <a:gd name="connsiteX1318" fmla="*/ 43688 w 3600000"/>
              <a:gd name="connsiteY1318" fmla="*/ 1345474 h 2787466"/>
              <a:gd name="connsiteX1319" fmla="*/ 33274 w 3600000"/>
              <a:gd name="connsiteY1319" fmla="*/ 1343449 h 2787466"/>
              <a:gd name="connsiteX1320" fmla="*/ 34499 w 3600000"/>
              <a:gd name="connsiteY1320" fmla="*/ 1334569 h 2787466"/>
              <a:gd name="connsiteX1321" fmla="*/ 2291600 w 3600000"/>
              <a:gd name="connsiteY1321" fmla="*/ 1331259 h 2787466"/>
              <a:gd name="connsiteX1322" fmla="*/ 2280833 w 3600000"/>
              <a:gd name="connsiteY1322" fmla="*/ 1332806 h 2787466"/>
              <a:gd name="connsiteX1323" fmla="*/ 2278276 w 3600000"/>
              <a:gd name="connsiteY1323" fmla="*/ 1332904 h 2787466"/>
              <a:gd name="connsiteX1324" fmla="*/ 2278473 w 3600000"/>
              <a:gd name="connsiteY1324" fmla="*/ 1333694 h 2787466"/>
              <a:gd name="connsiteX1325" fmla="*/ 2283519 w 3600000"/>
              <a:gd name="connsiteY1325" fmla="*/ 1333731 h 2787466"/>
              <a:gd name="connsiteX1326" fmla="*/ 2282753 w 3600000"/>
              <a:gd name="connsiteY1326" fmla="*/ 1335796 h 2787466"/>
              <a:gd name="connsiteX1327" fmla="*/ 2285727 w 3600000"/>
              <a:gd name="connsiteY1327" fmla="*/ 1335740 h 2787466"/>
              <a:gd name="connsiteX1328" fmla="*/ 2304479 w 3600000"/>
              <a:gd name="connsiteY1328" fmla="*/ 1336919 h 2787466"/>
              <a:gd name="connsiteX1329" fmla="*/ 2291600 w 3600000"/>
              <a:gd name="connsiteY1329" fmla="*/ 1331259 h 2787466"/>
              <a:gd name="connsiteX1330" fmla="*/ 2390889 w 3600000"/>
              <a:gd name="connsiteY1330" fmla="*/ 1329992 h 2787466"/>
              <a:gd name="connsiteX1331" fmla="*/ 2387730 w 3600000"/>
              <a:gd name="connsiteY1331" fmla="*/ 1331101 h 2787466"/>
              <a:gd name="connsiteX1332" fmla="*/ 2390696 w 3600000"/>
              <a:gd name="connsiteY1332" fmla="*/ 1330936 h 2787466"/>
              <a:gd name="connsiteX1333" fmla="*/ 2343670 w 3600000"/>
              <a:gd name="connsiteY1333" fmla="*/ 1328790 h 2787466"/>
              <a:gd name="connsiteX1334" fmla="*/ 2336574 w 3600000"/>
              <a:gd name="connsiteY1334" fmla="*/ 1330012 h 2787466"/>
              <a:gd name="connsiteX1335" fmla="*/ 2335489 w 3600000"/>
              <a:gd name="connsiteY1335" fmla="*/ 1330750 h 2787466"/>
              <a:gd name="connsiteX1336" fmla="*/ 2333426 w 3600000"/>
              <a:gd name="connsiteY1336" fmla="*/ 1331245 h 2787466"/>
              <a:gd name="connsiteX1337" fmla="*/ 2327674 w 3600000"/>
              <a:gd name="connsiteY1337" fmla="*/ 1333521 h 2787466"/>
              <a:gd name="connsiteX1338" fmla="*/ 2320140 w 3600000"/>
              <a:gd name="connsiteY1338" fmla="*/ 1335975 h 2787466"/>
              <a:gd name="connsiteX1339" fmla="*/ 2346105 w 3600000"/>
              <a:gd name="connsiteY1339" fmla="*/ 1333145 h 2787466"/>
              <a:gd name="connsiteX1340" fmla="*/ 2344882 w 3600000"/>
              <a:gd name="connsiteY1340" fmla="*/ 1330957 h 2787466"/>
              <a:gd name="connsiteX1341" fmla="*/ 2344727 w 3600000"/>
              <a:gd name="connsiteY1341" fmla="*/ 1330902 h 2787466"/>
              <a:gd name="connsiteX1342" fmla="*/ 2344803 w 3600000"/>
              <a:gd name="connsiteY1342" fmla="*/ 1330817 h 2787466"/>
              <a:gd name="connsiteX1343" fmla="*/ 3237627 w 3600000"/>
              <a:gd name="connsiteY1343" fmla="*/ 1327697 h 2787466"/>
              <a:gd name="connsiteX1344" fmla="*/ 3242893 w 3600000"/>
              <a:gd name="connsiteY1344" fmla="*/ 1330123 h 2787466"/>
              <a:gd name="connsiteX1345" fmla="*/ 3228902 w 3600000"/>
              <a:gd name="connsiteY1345" fmla="*/ 1339926 h 2787466"/>
              <a:gd name="connsiteX1346" fmla="*/ 3237627 w 3600000"/>
              <a:gd name="connsiteY1346" fmla="*/ 1327697 h 2787466"/>
              <a:gd name="connsiteX1347" fmla="*/ 2401748 w 3600000"/>
              <a:gd name="connsiteY1347" fmla="*/ 1326180 h 2787466"/>
              <a:gd name="connsiteX1348" fmla="*/ 2400574 w 3600000"/>
              <a:gd name="connsiteY1348" fmla="*/ 1326592 h 2787466"/>
              <a:gd name="connsiteX1349" fmla="*/ 2402018 w 3600000"/>
              <a:gd name="connsiteY1349" fmla="*/ 1326971 h 2787466"/>
              <a:gd name="connsiteX1350" fmla="*/ 2223109 w 3600000"/>
              <a:gd name="connsiteY1350" fmla="*/ 1323555 h 2787466"/>
              <a:gd name="connsiteX1351" fmla="*/ 2213398 w 3600000"/>
              <a:gd name="connsiteY1351" fmla="*/ 1324184 h 2787466"/>
              <a:gd name="connsiteX1352" fmla="*/ 2213163 w 3600000"/>
              <a:gd name="connsiteY1352" fmla="*/ 1324710 h 2787466"/>
              <a:gd name="connsiteX1353" fmla="*/ 2213244 w 3600000"/>
              <a:gd name="connsiteY1353" fmla="*/ 1324927 h 2787466"/>
              <a:gd name="connsiteX1354" fmla="*/ 2213106 w 3600000"/>
              <a:gd name="connsiteY1354" fmla="*/ 1324834 h 2787466"/>
              <a:gd name="connsiteX1355" fmla="*/ 2211414 w 3600000"/>
              <a:gd name="connsiteY1355" fmla="*/ 1328606 h 2787466"/>
              <a:gd name="connsiteX1356" fmla="*/ 2210066 w 3600000"/>
              <a:gd name="connsiteY1356" fmla="*/ 1330308 h 2787466"/>
              <a:gd name="connsiteX1357" fmla="*/ 2209222 w 3600000"/>
              <a:gd name="connsiteY1357" fmla="*/ 1330840 h 2787466"/>
              <a:gd name="connsiteX1358" fmla="*/ 2208752 w 3600000"/>
              <a:gd name="connsiteY1358" fmla="*/ 1333085 h 2787466"/>
              <a:gd name="connsiteX1359" fmla="*/ 2207219 w 3600000"/>
              <a:gd name="connsiteY1359" fmla="*/ 1333250 h 2787466"/>
              <a:gd name="connsiteX1360" fmla="*/ 2211318 w 3600000"/>
              <a:gd name="connsiteY1360" fmla="*/ 1333509 h 2787466"/>
              <a:gd name="connsiteX1361" fmla="*/ 2224938 w 3600000"/>
              <a:gd name="connsiteY1361" fmla="*/ 1328115 h 2787466"/>
              <a:gd name="connsiteX1362" fmla="*/ 2226101 w 3600000"/>
              <a:gd name="connsiteY1362" fmla="*/ 1324637 h 2787466"/>
              <a:gd name="connsiteX1363" fmla="*/ 2226053 w 3600000"/>
              <a:gd name="connsiteY1363" fmla="*/ 1324559 h 2787466"/>
              <a:gd name="connsiteX1364" fmla="*/ 2186885 w 3600000"/>
              <a:gd name="connsiteY1364" fmla="*/ 1323087 h 2787466"/>
              <a:gd name="connsiteX1365" fmla="*/ 2186487 w 3600000"/>
              <a:gd name="connsiteY1365" fmla="*/ 1325080 h 2787466"/>
              <a:gd name="connsiteX1366" fmla="*/ 2188464 w 3600000"/>
              <a:gd name="connsiteY1366" fmla="*/ 1323240 h 2787466"/>
              <a:gd name="connsiteX1367" fmla="*/ 2360529 w 3600000"/>
              <a:gd name="connsiteY1367" fmla="*/ 1322140 h 2787466"/>
              <a:gd name="connsiteX1368" fmla="*/ 2360294 w 3600000"/>
              <a:gd name="connsiteY1368" fmla="*/ 1322498 h 2787466"/>
              <a:gd name="connsiteX1369" fmla="*/ 2360968 w 3600000"/>
              <a:gd name="connsiteY1369" fmla="*/ 1322369 h 2787466"/>
              <a:gd name="connsiteX1370" fmla="*/ 3265555 w 3600000"/>
              <a:gd name="connsiteY1370" fmla="*/ 1321366 h 2787466"/>
              <a:gd name="connsiteX1371" fmla="*/ 3252441 w 3600000"/>
              <a:gd name="connsiteY1371" fmla="*/ 1336457 h 2787466"/>
              <a:gd name="connsiteX1372" fmla="*/ 3265555 w 3600000"/>
              <a:gd name="connsiteY1372" fmla="*/ 1321366 h 2787466"/>
              <a:gd name="connsiteX1373" fmla="*/ 2279184 w 3600000"/>
              <a:gd name="connsiteY1373" fmla="*/ 1316873 h 2787466"/>
              <a:gd name="connsiteX1374" fmla="*/ 2273157 w 3600000"/>
              <a:gd name="connsiteY1374" fmla="*/ 1320253 h 2787466"/>
              <a:gd name="connsiteX1375" fmla="*/ 2278752 w 3600000"/>
              <a:gd name="connsiteY1375" fmla="*/ 1320984 h 2787466"/>
              <a:gd name="connsiteX1376" fmla="*/ 2279603 w 3600000"/>
              <a:gd name="connsiteY1376" fmla="*/ 1320053 h 2787466"/>
              <a:gd name="connsiteX1377" fmla="*/ 2279406 w 3600000"/>
              <a:gd name="connsiteY1377" fmla="*/ 1321069 h 2787466"/>
              <a:gd name="connsiteX1378" fmla="*/ 2281580 w 3600000"/>
              <a:gd name="connsiteY1378" fmla="*/ 1321353 h 2787466"/>
              <a:gd name="connsiteX1379" fmla="*/ 2286139 w 3600000"/>
              <a:gd name="connsiteY1379" fmla="*/ 1317266 h 2787466"/>
              <a:gd name="connsiteX1380" fmla="*/ 2279184 w 3600000"/>
              <a:gd name="connsiteY1380" fmla="*/ 1316873 h 2787466"/>
              <a:gd name="connsiteX1381" fmla="*/ 2375281 w 3600000"/>
              <a:gd name="connsiteY1381" fmla="*/ 1315297 h 2787466"/>
              <a:gd name="connsiteX1382" fmla="*/ 2373192 w 3600000"/>
              <a:gd name="connsiteY1382" fmla="*/ 1316790 h 2787466"/>
              <a:gd name="connsiteX1383" fmla="*/ 2374747 w 3600000"/>
              <a:gd name="connsiteY1383" fmla="*/ 1317266 h 2787466"/>
              <a:gd name="connsiteX1384" fmla="*/ 2209944 w 3600000"/>
              <a:gd name="connsiteY1384" fmla="*/ 1314941 h 2787466"/>
              <a:gd name="connsiteX1385" fmla="*/ 2209280 w 3600000"/>
              <a:gd name="connsiteY1385" fmla="*/ 1314971 h 2787466"/>
              <a:gd name="connsiteX1386" fmla="*/ 2209019 w 3600000"/>
              <a:gd name="connsiteY1386" fmla="*/ 1315104 h 2787466"/>
              <a:gd name="connsiteX1387" fmla="*/ 2209586 w 3600000"/>
              <a:gd name="connsiteY1387" fmla="*/ 1315238 h 2787466"/>
              <a:gd name="connsiteX1388" fmla="*/ 2211109 w 3600000"/>
              <a:gd name="connsiteY1388" fmla="*/ 1319273 h 2787466"/>
              <a:gd name="connsiteX1389" fmla="*/ 2216334 w 3600000"/>
              <a:gd name="connsiteY1389" fmla="*/ 1318838 h 2787466"/>
              <a:gd name="connsiteX1390" fmla="*/ 2222768 w 3600000"/>
              <a:gd name="connsiteY1390" fmla="*/ 1319226 h 2787466"/>
              <a:gd name="connsiteX1391" fmla="*/ 2222790 w 3600000"/>
              <a:gd name="connsiteY1391" fmla="*/ 1319241 h 2787466"/>
              <a:gd name="connsiteX1392" fmla="*/ 2222643 w 3600000"/>
              <a:gd name="connsiteY1392" fmla="*/ 1319001 h 2787466"/>
              <a:gd name="connsiteX1393" fmla="*/ 2231633 w 3600000"/>
              <a:gd name="connsiteY1393" fmla="*/ 1317141 h 2787466"/>
              <a:gd name="connsiteX1394" fmla="*/ 2234791 w 3600000"/>
              <a:gd name="connsiteY1394" fmla="*/ 1317008 h 2787466"/>
              <a:gd name="connsiteX1395" fmla="*/ 2235448 w 3600000"/>
              <a:gd name="connsiteY1395" fmla="*/ 1316165 h 2787466"/>
              <a:gd name="connsiteX1396" fmla="*/ 2221824 w 3600000"/>
              <a:gd name="connsiteY1396" fmla="*/ 1314958 h 2787466"/>
              <a:gd name="connsiteX1397" fmla="*/ 2220770 w 3600000"/>
              <a:gd name="connsiteY1397" fmla="*/ 1315228 h 2787466"/>
              <a:gd name="connsiteX1398" fmla="*/ 2212034 w 3600000"/>
              <a:gd name="connsiteY1398" fmla="*/ 1315596 h 2787466"/>
              <a:gd name="connsiteX1399" fmla="*/ 2378390 w 3600000"/>
              <a:gd name="connsiteY1399" fmla="*/ 1313074 h 2787466"/>
              <a:gd name="connsiteX1400" fmla="*/ 2378092 w 3600000"/>
              <a:gd name="connsiteY1400" fmla="*/ 1313288 h 2787466"/>
              <a:gd name="connsiteX1401" fmla="*/ 2378649 w 3600000"/>
              <a:gd name="connsiteY1401" fmla="*/ 1313180 h 2787466"/>
              <a:gd name="connsiteX1402" fmla="*/ 2378643 w 3600000"/>
              <a:gd name="connsiteY1402" fmla="*/ 1313171 h 2787466"/>
              <a:gd name="connsiteX1403" fmla="*/ 2353909 w 3600000"/>
              <a:gd name="connsiteY1403" fmla="*/ 1312862 h 2787466"/>
              <a:gd name="connsiteX1404" fmla="*/ 2348783 w 3600000"/>
              <a:gd name="connsiteY1404" fmla="*/ 1315222 h 2787466"/>
              <a:gd name="connsiteX1405" fmla="*/ 2361765 w 3600000"/>
              <a:gd name="connsiteY1405" fmla="*/ 1315477 h 2787466"/>
              <a:gd name="connsiteX1406" fmla="*/ 2361877 w 3600000"/>
              <a:gd name="connsiteY1406" fmla="*/ 1315473 h 2787466"/>
              <a:gd name="connsiteX1407" fmla="*/ 2353795 w 3600000"/>
              <a:gd name="connsiteY1407" fmla="*/ 1312978 h 2787466"/>
              <a:gd name="connsiteX1408" fmla="*/ 3191096 w 3600000"/>
              <a:gd name="connsiteY1408" fmla="*/ 1308888 h 2787466"/>
              <a:gd name="connsiteX1409" fmla="*/ 3164041 w 3600000"/>
              <a:gd name="connsiteY1409" fmla="*/ 1334382 h 2787466"/>
              <a:gd name="connsiteX1410" fmla="*/ 3191096 w 3600000"/>
              <a:gd name="connsiteY1410" fmla="*/ 1308888 h 2787466"/>
              <a:gd name="connsiteX1411" fmla="*/ 1956711 w 3600000"/>
              <a:gd name="connsiteY1411" fmla="*/ 1307638 h 2787466"/>
              <a:gd name="connsiteX1412" fmla="*/ 1951599 w 3600000"/>
              <a:gd name="connsiteY1412" fmla="*/ 1310672 h 2787466"/>
              <a:gd name="connsiteX1413" fmla="*/ 1951574 w 3600000"/>
              <a:gd name="connsiteY1413" fmla="*/ 1311875 h 2787466"/>
              <a:gd name="connsiteX1414" fmla="*/ 1955224 w 3600000"/>
              <a:gd name="connsiteY1414" fmla="*/ 1314079 h 2787466"/>
              <a:gd name="connsiteX1415" fmla="*/ 2481455 w 3600000"/>
              <a:gd name="connsiteY1415" fmla="*/ 1307045 h 2787466"/>
              <a:gd name="connsiteX1416" fmla="*/ 2475786 w 3600000"/>
              <a:gd name="connsiteY1416" fmla="*/ 1307145 h 2787466"/>
              <a:gd name="connsiteX1417" fmla="*/ 2477677 w 3600000"/>
              <a:gd name="connsiteY1417" fmla="*/ 1311583 h 2787466"/>
              <a:gd name="connsiteX1418" fmla="*/ 2479943 w 3600000"/>
              <a:gd name="connsiteY1418" fmla="*/ 1312933 h 2787466"/>
              <a:gd name="connsiteX1419" fmla="*/ 2480479 w 3600000"/>
              <a:gd name="connsiteY1419" fmla="*/ 1312647 h 2787466"/>
              <a:gd name="connsiteX1420" fmla="*/ 2481489 w 3600000"/>
              <a:gd name="connsiteY1420" fmla="*/ 1309248 h 2787466"/>
              <a:gd name="connsiteX1421" fmla="*/ 2481824 w 3600000"/>
              <a:gd name="connsiteY1421" fmla="*/ 1312235 h 2787466"/>
              <a:gd name="connsiteX1422" fmla="*/ 2483472 w 3600000"/>
              <a:gd name="connsiteY1422" fmla="*/ 1314334 h 2787466"/>
              <a:gd name="connsiteX1423" fmla="*/ 2489193 w 3600000"/>
              <a:gd name="connsiteY1423" fmla="*/ 1312035 h 2787466"/>
              <a:gd name="connsiteX1424" fmla="*/ 2483963 w 3600000"/>
              <a:gd name="connsiteY1424" fmla="*/ 1308930 h 2787466"/>
              <a:gd name="connsiteX1425" fmla="*/ 2513923 w 3600000"/>
              <a:gd name="connsiteY1425" fmla="*/ 1307004 h 2787466"/>
              <a:gd name="connsiteX1426" fmla="*/ 2513846 w 3600000"/>
              <a:gd name="connsiteY1426" fmla="*/ 1307306 h 2787466"/>
              <a:gd name="connsiteX1427" fmla="*/ 2514950 w 3600000"/>
              <a:gd name="connsiteY1427" fmla="*/ 1307202 h 2787466"/>
              <a:gd name="connsiteX1428" fmla="*/ 187225 w 3600000"/>
              <a:gd name="connsiteY1428" fmla="*/ 1306205 h 2787466"/>
              <a:gd name="connsiteX1429" fmla="*/ 167866 w 3600000"/>
              <a:gd name="connsiteY1429" fmla="*/ 1319180 h 2787466"/>
              <a:gd name="connsiteX1430" fmla="*/ 202901 w 3600000"/>
              <a:gd name="connsiteY1430" fmla="*/ 1318237 h 2787466"/>
              <a:gd name="connsiteX1431" fmla="*/ 196512 w 3600000"/>
              <a:gd name="connsiteY1431" fmla="*/ 1306291 h 2787466"/>
              <a:gd name="connsiteX1432" fmla="*/ 187225 w 3600000"/>
              <a:gd name="connsiteY1432" fmla="*/ 1306205 h 2787466"/>
              <a:gd name="connsiteX1433" fmla="*/ 3004785 w 3600000"/>
              <a:gd name="connsiteY1433" fmla="*/ 1306076 h 2787466"/>
              <a:gd name="connsiteX1434" fmla="*/ 2978605 w 3600000"/>
              <a:gd name="connsiteY1434" fmla="*/ 1323982 h 2787466"/>
              <a:gd name="connsiteX1435" fmla="*/ 2974689 w 3600000"/>
              <a:gd name="connsiteY1435" fmla="*/ 1318013 h 2787466"/>
              <a:gd name="connsiteX1436" fmla="*/ 2966855 w 3600000"/>
              <a:gd name="connsiteY1436" fmla="*/ 1320055 h 2787466"/>
              <a:gd name="connsiteX1437" fmla="*/ 3004785 w 3600000"/>
              <a:gd name="connsiteY1437" fmla="*/ 1306076 h 2787466"/>
              <a:gd name="connsiteX1438" fmla="*/ 2524433 w 3600000"/>
              <a:gd name="connsiteY1438" fmla="*/ 1306061 h 2787466"/>
              <a:gd name="connsiteX1439" fmla="*/ 2524387 w 3600000"/>
              <a:gd name="connsiteY1439" fmla="*/ 1306309 h 2787466"/>
              <a:gd name="connsiteX1440" fmla="*/ 2524857 w 3600000"/>
              <a:gd name="connsiteY1440" fmla="*/ 1306264 h 2787466"/>
              <a:gd name="connsiteX1441" fmla="*/ 2130091 w 3600000"/>
              <a:gd name="connsiteY1441" fmla="*/ 1305746 h 2787466"/>
              <a:gd name="connsiteX1442" fmla="*/ 2130035 w 3600000"/>
              <a:gd name="connsiteY1442" fmla="*/ 1305760 h 2787466"/>
              <a:gd name="connsiteX1443" fmla="*/ 2123220 w 3600000"/>
              <a:gd name="connsiteY1443" fmla="*/ 1307346 h 2787466"/>
              <a:gd name="connsiteX1444" fmla="*/ 2124310 w 3600000"/>
              <a:gd name="connsiteY1444" fmla="*/ 1308414 h 2787466"/>
              <a:gd name="connsiteX1445" fmla="*/ 2126722 w 3600000"/>
              <a:gd name="connsiteY1445" fmla="*/ 1308402 h 2787466"/>
              <a:gd name="connsiteX1446" fmla="*/ 2129472 w 3600000"/>
              <a:gd name="connsiteY1446" fmla="*/ 1308341 h 2787466"/>
              <a:gd name="connsiteX1447" fmla="*/ 2130294 w 3600000"/>
              <a:gd name="connsiteY1447" fmla="*/ 1306238 h 2787466"/>
              <a:gd name="connsiteX1448" fmla="*/ 2563853 w 3600000"/>
              <a:gd name="connsiteY1448" fmla="*/ 1304238 h 2787466"/>
              <a:gd name="connsiteX1449" fmla="*/ 2553846 w 3600000"/>
              <a:gd name="connsiteY1449" fmla="*/ 1306783 h 2787466"/>
              <a:gd name="connsiteX1450" fmla="*/ 2553479 w 3600000"/>
              <a:gd name="connsiteY1450" fmla="*/ 1306665 h 2787466"/>
              <a:gd name="connsiteX1451" fmla="*/ 2550866 w 3600000"/>
              <a:gd name="connsiteY1451" fmla="*/ 1307926 h 2787466"/>
              <a:gd name="connsiteX1452" fmla="*/ 2545370 w 3600000"/>
              <a:gd name="connsiteY1452" fmla="*/ 1309248 h 2787466"/>
              <a:gd name="connsiteX1453" fmla="*/ 2551964 w 3600000"/>
              <a:gd name="connsiteY1453" fmla="*/ 1313178 h 2787466"/>
              <a:gd name="connsiteX1454" fmla="*/ 2553324 w 3600000"/>
              <a:gd name="connsiteY1454" fmla="*/ 1311971 h 2787466"/>
              <a:gd name="connsiteX1455" fmla="*/ 2553447 w 3600000"/>
              <a:gd name="connsiteY1455" fmla="*/ 1310967 h 2787466"/>
              <a:gd name="connsiteX1456" fmla="*/ 2553954 w 3600000"/>
              <a:gd name="connsiteY1456" fmla="*/ 1311412 h 2787466"/>
              <a:gd name="connsiteX1457" fmla="*/ 2555241 w 3600000"/>
              <a:gd name="connsiteY1457" fmla="*/ 1310269 h 2787466"/>
              <a:gd name="connsiteX1458" fmla="*/ 2568861 w 3600000"/>
              <a:gd name="connsiteY1458" fmla="*/ 1305317 h 2787466"/>
              <a:gd name="connsiteX1459" fmla="*/ 2575806 w 3600000"/>
              <a:gd name="connsiteY1459" fmla="*/ 1302989 h 2787466"/>
              <a:gd name="connsiteX1460" fmla="*/ 2575249 w 3600000"/>
              <a:gd name="connsiteY1460" fmla="*/ 1303273 h 2787466"/>
              <a:gd name="connsiteX1461" fmla="*/ 2576350 w 3600000"/>
              <a:gd name="connsiteY1461" fmla="*/ 1303358 h 2787466"/>
              <a:gd name="connsiteX1462" fmla="*/ 2516314 w 3600000"/>
              <a:gd name="connsiteY1462" fmla="*/ 1300718 h 2787466"/>
              <a:gd name="connsiteX1463" fmla="*/ 2509915 w 3600000"/>
              <a:gd name="connsiteY1463" fmla="*/ 1302752 h 2787466"/>
              <a:gd name="connsiteX1464" fmla="*/ 2519075 w 3600000"/>
              <a:gd name="connsiteY1464" fmla="*/ 1305117 h 2787466"/>
              <a:gd name="connsiteX1465" fmla="*/ 2524555 w 3600000"/>
              <a:gd name="connsiteY1465" fmla="*/ 1301393 h 2787466"/>
              <a:gd name="connsiteX1466" fmla="*/ 3201869 w 3600000"/>
              <a:gd name="connsiteY1466" fmla="*/ 1297860 h 2787466"/>
              <a:gd name="connsiteX1467" fmla="*/ 3205635 w 3600000"/>
              <a:gd name="connsiteY1467" fmla="*/ 1299852 h 2787466"/>
              <a:gd name="connsiteX1468" fmla="*/ 3195192 w 3600000"/>
              <a:gd name="connsiteY1468" fmla="*/ 1308731 h 2787466"/>
              <a:gd name="connsiteX1469" fmla="*/ 3191301 w 3600000"/>
              <a:gd name="connsiteY1469" fmla="*/ 1302812 h 2787466"/>
              <a:gd name="connsiteX1470" fmla="*/ 3201869 w 3600000"/>
              <a:gd name="connsiteY1470" fmla="*/ 1297860 h 2787466"/>
              <a:gd name="connsiteX1471" fmla="*/ 2616610 w 3600000"/>
              <a:gd name="connsiteY1471" fmla="*/ 1297484 h 2787466"/>
              <a:gd name="connsiteX1472" fmla="*/ 2606215 w 3600000"/>
              <a:gd name="connsiteY1472" fmla="*/ 1297697 h 2787466"/>
              <a:gd name="connsiteX1473" fmla="*/ 2604904 w 3600000"/>
              <a:gd name="connsiteY1473" fmla="*/ 1297502 h 2787466"/>
              <a:gd name="connsiteX1474" fmla="*/ 2601342 w 3600000"/>
              <a:gd name="connsiteY1474" fmla="*/ 1300814 h 2787466"/>
              <a:gd name="connsiteX1475" fmla="*/ 2594825 w 3600000"/>
              <a:gd name="connsiteY1475" fmla="*/ 1302329 h 2787466"/>
              <a:gd name="connsiteX1476" fmla="*/ 2611893 w 3600000"/>
              <a:gd name="connsiteY1476" fmla="*/ 1299920 h 2787466"/>
              <a:gd name="connsiteX1477" fmla="*/ 2613657 w 3600000"/>
              <a:gd name="connsiteY1477" fmla="*/ 1299761 h 2787466"/>
              <a:gd name="connsiteX1478" fmla="*/ 2616885 w 3600000"/>
              <a:gd name="connsiteY1478" fmla="*/ 1297783 h 2787466"/>
              <a:gd name="connsiteX1479" fmla="*/ 2593615 w 3600000"/>
              <a:gd name="connsiteY1479" fmla="*/ 1296727 h 2787466"/>
              <a:gd name="connsiteX1480" fmla="*/ 2590343 w 3600000"/>
              <a:gd name="connsiteY1480" fmla="*/ 1297226 h 2787466"/>
              <a:gd name="connsiteX1481" fmla="*/ 2589376 w 3600000"/>
              <a:gd name="connsiteY1481" fmla="*/ 1299531 h 2787466"/>
              <a:gd name="connsiteX1482" fmla="*/ 2583142 w 3600000"/>
              <a:gd name="connsiteY1482" fmla="*/ 1302567 h 2787466"/>
              <a:gd name="connsiteX1483" fmla="*/ 2582732 w 3600000"/>
              <a:gd name="connsiteY1483" fmla="*/ 1303851 h 2787466"/>
              <a:gd name="connsiteX1484" fmla="*/ 2583131 w 3600000"/>
              <a:gd name="connsiteY1484" fmla="*/ 1303882 h 2787466"/>
              <a:gd name="connsiteX1485" fmla="*/ 2586995 w 3600000"/>
              <a:gd name="connsiteY1485" fmla="*/ 1305317 h 2787466"/>
              <a:gd name="connsiteX1486" fmla="*/ 2594001 w 3600000"/>
              <a:gd name="connsiteY1486" fmla="*/ 1301543 h 2787466"/>
              <a:gd name="connsiteX1487" fmla="*/ 2595743 w 3600000"/>
              <a:gd name="connsiteY1487" fmla="*/ 1297158 h 2787466"/>
              <a:gd name="connsiteX1488" fmla="*/ 3320713 w 3600000"/>
              <a:gd name="connsiteY1488" fmla="*/ 1295510 h 2787466"/>
              <a:gd name="connsiteX1489" fmla="*/ 3326492 w 3600000"/>
              <a:gd name="connsiteY1489" fmla="*/ 1297168 h 2787466"/>
              <a:gd name="connsiteX1490" fmla="*/ 3312502 w 3600000"/>
              <a:gd name="connsiteY1490" fmla="*/ 1305262 h 2787466"/>
              <a:gd name="connsiteX1491" fmla="*/ 3320713 w 3600000"/>
              <a:gd name="connsiteY1491" fmla="*/ 1295510 h 2787466"/>
              <a:gd name="connsiteX1492" fmla="*/ 2561031 w 3600000"/>
              <a:gd name="connsiteY1492" fmla="*/ 1292424 h 2787466"/>
              <a:gd name="connsiteX1493" fmla="*/ 2554308 w 3600000"/>
              <a:gd name="connsiteY1493" fmla="*/ 1295844 h 2787466"/>
              <a:gd name="connsiteX1494" fmla="*/ 2553045 w 3600000"/>
              <a:gd name="connsiteY1494" fmla="*/ 1298007 h 2787466"/>
              <a:gd name="connsiteX1495" fmla="*/ 2563865 w 3600000"/>
              <a:gd name="connsiteY1495" fmla="*/ 1297221 h 2787466"/>
              <a:gd name="connsiteX1496" fmla="*/ 2564388 w 3600000"/>
              <a:gd name="connsiteY1496" fmla="*/ 1297019 h 2787466"/>
              <a:gd name="connsiteX1497" fmla="*/ 2562731 w 3600000"/>
              <a:gd name="connsiteY1497" fmla="*/ 1295529 h 2787466"/>
              <a:gd name="connsiteX1498" fmla="*/ 2561031 w 3600000"/>
              <a:gd name="connsiteY1498" fmla="*/ 1292424 h 2787466"/>
              <a:gd name="connsiteX1499" fmla="*/ 2994759 w 3600000"/>
              <a:gd name="connsiteY1499" fmla="*/ 1292249 h 2787466"/>
              <a:gd name="connsiteX1500" fmla="*/ 3006629 w 3600000"/>
              <a:gd name="connsiteY1500" fmla="*/ 1297161 h 2787466"/>
              <a:gd name="connsiteX1501" fmla="*/ 2992052 w 3600000"/>
              <a:gd name="connsiteY1501" fmla="*/ 1302232 h 2787466"/>
              <a:gd name="connsiteX1502" fmla="*/ 2994759 w 3600000"/>
              <a:gd name="connsiteY1502" fmla="*/ 1292249 h 2787466"/>
              <a:gd name="connsiteX1503" fmla="*/ 3026772 w 3600000"/>
              <a:gd name="connsiteY1503" fmla="*/ 1285383 h 2787466"/>
              <a:gd name="connsiteX1504" fmla="*/ 3016454 w 3600000"/>
              <a:gd name="connsiteY1504" fmla="*/ 1295402 h 2787466"/>
              <a:gd name="connsiteX1505" fmla="*/ 3026772 w 3600000"/>
              <a:gd name="connsiteY1505" fmla="*/ 1285383 h 2787466"/>
              <a:gd name="connsiteX1506" fmla="*/ 3217047 w 3600000"/>
              <a:gd name="connsiteY1506" fmla="*/ 1282543 h 2787466"/>
              <a:gd name="connsiteX1507" fmla="*/ 3207693 w 3600000"/>
              <a:gd name="connsiteY1507" fmla="*/ 1298332 h 2787466"/>
              <a:gd name="connsiteX1508" fmla="*/ 3217047 w 3600000"/>
              <a:gd name="connsiteY1508" fmla="*/ 1282543 h 2787466"/>
              <a:gd name="connsiteX1509" fmla="*/ 2532515 w 3600000"/>
              <a:gd name="connsiteY1509" fmla="*/ 1282213 h 2787466"/>
              <a:gd name="connsiteX1510" fmla="*/ 2530590 w 3600000"/>
              <a:gd name="connsiteY1510" fmla="*/ 1285995 h 2787466"/>
              <a:gd name="connsiteX1511" fmla="*/ 2525669 w 3600000"/>
              <a:gd name="connsiteY1511" fmla="*/ 1290181 h 2787466"/>
              <a:gd name="connsiteX1512" fmla="*/ 2524228 w 3600000"/>
              <a:gd name="connsiteY1512" fmla="*/ 1283146 h 2787466"/>
              <a:gd name="connsiteX1513" fmla="*/ 2524648 w 3600000"/>
              <a:gd name="connsiteY1513" fmla="*/ 1282319 h 2787466"/>
              <a:gd name="connsiteX1514" fmla="*/ 2523114 w 3600000"/>
              <a:gd name="connsiteY1514" fmla="*/ 1282519 h 2787466"/>
              <a:gd name="connsiteX1515" fmla="*/ 2519200 w 3600000"/>
              <a:gd name="connsiteY1515" fmla="*/ 1290381 h 2787466"/>
              <a:gd name="connsiteX1516" fmla="*/ 2519200 w 3600000"/>
              <a:gd name="connsiteY1516" fmla="*/ 1293368 h 2787466"/>
              <a:gd name="connsiteX1517" fmla="*/ 2516726 w 3600000"/>
              <a:gd name="connsiteY1517" fmla="*/ 1296355 h 2787466"/>
              <a:gd name="connsiteX1518" fmla="*/ 2525793 w 3600000"/>
              <a:gd name="connsiteY1518" fmla="*/ 1297299 h 2787466"/>
              <a:gd name="connsiteX1519" fmla="*/ 2534860 w 3600000"/>
              <a:gd name="connsiteY1519" fmla="*/ 1282519 h 2787466"/>
              <a:gd name="connsiteX1520" fmla="*/ 22975 w 3600000"/>
              <a:gd name="connsiteY1520" fmla="*/ 1279077 h 2787466"/>
              <a:gd name="connsiteX1521" fmla="*/ 26884 w 3600000"/>
              <a:gd name="connsiteY1521" fmla="*/ 1291895 h 2787466"/>
              <a:gd name="connsiteX1522" fmla="*/ 8778 w 3600000"/>
              <a:gd name="connsiteY1522" fmla="*/ 1290801 h 2787466"/>
              <a:gd name="connsiteX1523" fmla="*/ 22975 w 3600000"/>
              <a:gd name="connsiteY1523" fmla="*/ 1279077 h 2787466"/>
              <a:gd name="connsiteX1524" fmla="*/ 3099608 w 3600000"/>
              <a:gd name="connsiteY1524" fmla="*/ 1277690 h 2787466"/>
              <a:gd name="connsiteX1525" fmla="*/ 3098388 w 3600000"/>
              <a:gd name="connsiteY1525" fmla="*/ 1281657 h 2787466"/>
              <a:gd name="connsiteX1526" fmla="*/ 3102047 w 3600000"/>
              <a:gd name="connsiteY1526" fmla="*/ 1287688 h 2787466"/>
              <a:gd name="connsiteX1527" fmla="*/ 3094526 w 3600000"/>
              <a:gd name="connsiteY1527" fmla="*/ 1290703 h 2787466"/>
              <a:gd name="connsiteX1528" fmla="*/ 3099608 w 3600000"/>
              <a:gd name="connsiteY1528" fmla="*/ 1277690 h 2787466"/>
              <a:gd name="connsiteX1529" fmla="*/ 3066419 w 3600000"/>
              <a:gd name="connsiteY1529" fmla="*/ 1272144 h 2787466"/>
              <a:gd name="connsiteX1530" fmla="*/ 3059863 w 3600000"/>
              <a:gd name="connsiteY1530" fmla="*/ 1283080 h 2787466"/>
              <a:gd name="connsiteX1531" fmla="*/ 3066419 w 3600000"/>
              <a:gd name="connsiteY1531" fmla="*/ 1272144 h 2787466"/>
              <a:gd name="connsiteX1532" fmla="*/ 2719841 w 3600000"/>
              <a:gd name="connsiteY1532" fmla="*/ 1270616 h 2787466"/>
              <a:gd name="connsiteX1533" fmla="*/ 2715989 w 3600000"/>
              <a:gd name="connsiteY1533" fmla="*/ 1272132 h 2787466"/>
              <a:gd name="connsiteX1534" fmla="*/ 2718588 w 3600000"/>
              <a:gd name="connsiteY1534" fmla="*/ 1272628 h 2787466"/>
              <a:gd name="connsiteX1535" fmla="*/ 3285117 w 3600000"/>
              <a:gd name="connsiteY1535" fmla="*/ 1269188 h 2787466"/>
              <a:gd name="connsiteX1536" fmla="*/ 3287787 w 3600000"/>
              <a:gd name="connsiteY1536" fmla="*/ 1285158 h 2787466"/>
              <a:gd name="connsiteX1537" fmla="*/ 3285117 w 3600000"/>
              <a:gd name="connsiteY1537" fmla="*/ 1269188 h 2787466"/>
              <a:gd name="connsiteX1538" fmla="*/ 3043695 w 3600000"/>
              <a:gd name="connsiteY1538" fmla="*/ 1261745 h 2787466"/>
              <a:gd name="connsiteX1539" fmla="*/ 3024090 w 3600000"/>
              <a:gd name="connsiteY1539" fmla="*/ 1281469 h 2787466"/>
              <a:gd name="connsiteX1540" fmla="*/ 3059379 w 3600000"/>
              <a:gd name="connsiteY1540" fmla="*/ 1261745 h 2787466"/>
              <a:gd name="connsiteX1541" fmla="*/ 3058140 w 3600000"/>
              <a:gd name="connsiteY1541" fmla="*/ 1266598 h 2787466"/>
              <a:gd name="connsiteX1542" fmla="*/ 3060617 w 3600000"/>
              <a:gd name="connsiteY1542" fmla="*/ 1273642 h 2787466"/>
              <a:gd name="connsiteX1543" fmla="*/ 3011088 w 3600000"/>
              <a:gd name="connsiteY1543" fmla="*/ 1305264 h 2787466"/>
              <a:gd name="connsiteX1544" fmla="*/ 3005929 w 3600000"/>
              <a:gd name="connsiteY1544" fmla="*/ 1294306 h 2787466"/>
              <a:gd name="connsiteX1545" fmla="*/ 3043695 w 3600000"/>
              <a:gd name="connsiteY1545" fmla="*/ 1261745 h 2787466"/>
              <a:gd name="connsiteX1546" fmla="*/ 2756381 w 3600000"/>
              <a:gd name="connsiteY1546" fmla="*/ 1247616 h 2787466"/>
              <a:gd name="connsiteX1547" fmla="*/ 2755891 w 3600000"/>
              <a:gd name="connsiteY1547" fmla="*/ 1248500 h 2787466"/>
              <a:gd name="connsiteX1548" fmla="*/ 2754497 w 3600000"/>
              <a:gd name="connsiteY1548" fmla="*/ 1251020 h 2787466"/>
              <a:gd name="connsiteX1549" fmla="*/ 2754540 w 3600000"/>
              <a:gd name="connsiteY1549" fmla="*/ 1251213 h 2787466"/>
              <a:gd name="connsiteX1550" fmla="*/ 2755173 w 3600000"/>
              <a:gd name="connsiteY1550" fmla="*/ 1254180 h 2787466"/>
              <a:gd name="connsiteX1551" fmla="*/ 2758622 w 3600000"/>
              <a:gd name="connsiteY1551" fmla="*/ 1253531 h 2787466"/>
              <a:gd name="connsiteX1552" fmla="*/ 2762769 w 3600000"/>
              <a:gd name="connsiteY1552" fmla="*/ 1248716 h 2787466"/>
              <a:gd name="connsiteX1553" fmla="*/ 2756381 w 3600000"/>
              <a:gd name="connsiteY1553" fmla="*/ 1247616 h 2787466"/>
              <a:gd name="connsiteX1554" fmla="*/ 3248384 w 3600000"/>
              <a:gd name="connsiteY1554" fmla="*/ 1247186 h 2787466"/>
              <a:gd name="connsiteX1555" fmla="*/ 3227374 w 3600000"/>
              <a:gd name="connsiteY1555" fmla="*/ 1278920 h 2787466"/>
              <a:gd name="connsiteX1556" fmla="*/ 3219470 w 3600000"/>
              <a:gd name="connsiteY1556" fmla="*/ 1271885 h 2787466"/>
              <a:gd name="connsiteX1557" fmla="*/ 3248384 w 3600000"/>
              <a:gd name="connsiteY1557" fmla="*/ 1247186 h 2787466"/>
              <a:gd name="connsiteX1558" fmla="*/ 3364651 w 3600000"/>
              <a:gd name="connsiteY1558" fmla="*/ 1242334 h 2787466"/>
              <a:gd name="connsiteX1559" fmla="*/ 3354043 w 3600000"/>
              <a:gd name="connsiteY1559" fmla="*/ 1262138 h 2787466"/>
              <a:gd name="connsiteX1560" fmla="*/ 3338234 w 3600000"/>
              <a:gd name="connsiteY1560" fmla="*/ 1281000 h 2787466"/>
              <a:gd name="connsiteX1561" fmla="*/ 3330330 w 3600000"/>
              <a:gd name="connsiteY1561" fmla="*/ 1277070 h 2787466"/>
              <a:gd name="connsiteX1562" fmla="*/ 3364651 w 3600000"/>
              <a:gd name="connsiteY1562" fmla="*/ 1242334 h 2787466"/>
              <a:gd name="connsiteX1563" fmla="*/ 2687668 w 3600000"/>
              <a:gd name="connsiteY1563" fmla="*/ 1239199 h 2787466"/>
              <a:gd name="connsiteX1564" fmla="*/ 2684026 w 3600000"/>
              <a:gd name="connsiteY1564" fmla="*/ 1240030 h 2787466"/>
              <a:gd name="connsiteX1565" fmla="*/ 2679346 w 3600000"/>
              <a:gd name="connsiteY1565" fmla="*/ 1245254 h 2787466"/>
              <a:gd name="connsiteX1566" fmla="*/ 2689261 w 3600000"/>
              <a:gd name="connsiteY1566" fmla="*/ 1241004 h 2787466"/>
              <a:gd name="connsiteX1567" fmla="*/ 2747108 w 3600000"/>
              <a:gd name="connsiteY1567" fmla="*/ 1237710 h 2787466"/>
              <a:gd name="connsiteX1568" fmla="*/ 2745784 w 3600000"/>
              <a:gd name="connsiteY1568" fmla="*/ 1238032 h 2787466"/>
              <a:gd name="connsiteX1569" fmla="*/ 2744580 w 3600000"/>
              <a:gd name="connsiteY1569" fmla="*/ 1240402 h 2787466"/>
              <a:gd name="connsiteX1570" fmla="*/ 2747293 w 3600000"/>
              <a:gd name="connsiteY1570" fmla="*/ 1238021 h 2787466"/>
              <a:gd name="connsiteX1571" fmla="*/ 2766684 w 3600000"/>
              <a:gd name="connsiteY1571" fmla="*/ 1235666 h 2787466"/>
              <a:gd name="connsiteX1572" fmla="*/ 2761532 w 3600000"/>
              <a:gd name="connsiteY1572" fmla="*/ 1240697 h 2787466"/>
              <a:gd name="connsiteX1573" fmla="*/ 2766684 w 3600000"/>
              <a:gd name="connsiteY1573" fmla="*/ 1249659 h 2787466"/>
              <a:gd name="connsiteX1574" fmla="*/ 2776936 w 3600000"/>
              <a:gd name="connsiteY1574" fmla="*/ 1243921 h 2787466"/>
              <a:gd name="connsiteX1575" fmla="*/ 2779168 w 3600000"/>
              <a:gd name="connsiteY1575" fmla="*/ 1242807 h 2787466"/>
              <a:gd name="connsiteX1576" fmla="*/ 2775542 w 3600000"/>
              <a:gd name="connsiteY1576" fmla="*/ 1238953 h 2787466"/>
              <a:gd name="connsiteX1577" fmla="*/ 2775329 w 3600000"/>
              <a:gd name="connsiteY1577" fmla="*/ 1238677 h 2787466"/>
              <a:gd name="connsiteX1578" fmla="*/ 2770599 w 3600000"/>
              <a:gd name="connsiteY1578" fmla="*/ 1242742 h 2787466"/>
              <a:gd name="connsiteX1579" fmla="*/ 2766684 w 3600000"/>
              <a:gd name="connsiteY1579" fmla="*/ 1235666 h 2787466"/>
              <a:gd name="connsiteX1580" fmla="*/ 2639130 w 3600000"/>
              <a:gd name="connsiteY1580" fmla="*/ 1235666 h 2787466"/>
              <a:gd name="connsiteX1581" fmla="*/ 2633979 w 3600000"/>
              <a:gd name="connsiteY1581" fmla="*/ 1241641 h 2787466"/>
              <a:gd name="connsiteX1582" fmla="*/ 2640598 w 3600000"/>
              <a:gd name="connsiteY1582" fmla="*/ 1241798 h 2787466"/>
              <a:gd name="connsiteX1583" fmla="*/ 2641868 w 3600000"/>
              <a:gd name="connsiteY1583" fmla="*/ 1240063 h 2787466"/>
              <a:gd name="connsiteX1584" fmla="*/ 2640158 w 3600000"/>
              <a:gd name="connsiteY1584" fmla="*/ 1237789 h 2787466"/>
              <a:gd name="connsiteX1585" fmla="*/ 2639221 w 3600000"/>
              <a:gd name="connsiteY1585" fmla="*/ 1235685 h 2787466"/>
              <a:gd name="connsiteX1586" fmla="*/ 3140414 w 3600000"/>
              <a:gd name="connsiteY1586" fmla="*/ 1235401 h 2787466"/>
              <a:gd name="connsiteX1587" fmla="*/ 3155825 w 3600000"/>
              <a:gd name="connsiteY1587" fmla="*/ 1252573 h 2787466"/>
              <a:gd name="connsiteX1588" fmla="*/ 3140414 w 3600000"/>
              <a:gd name="connsiteY1588" fmla="*/ 1235401 h 2787466"/>
              <a:gd name="connsiteX1589" fmla="*/ 2770448 w 3600000"/>
              <a:gd name="connsiteY1589" fmla="*/ 1232345 h 2787466"/>
              <a:gd name="connsiteX1590" fmla="*/ 2770290 w 3600000"/>
              <a:gd name="connsiteY1590" fmla="*/ 1232503 h 2787466"/>
              <a:gd name="connsiteX1591" fmla="*/ 2769363 w 3600000"/>
              <a:gd name="connsiteY1591" fmla="*/ 1234723 h 2787466"/>
              <a:gd name="connsiteX1592" fmla="*/ 2771552 w 3600000"/>
              <a:gd name="connsiteY1592" fmla="*/ 1233778 h 2787466"/>
              <a:gd name="connsiteX1593" fmla="*/ 2756381 w 3600000"/>
              <a:gd name="connsiteY1593" fmla="*/ 1230792 h 2787466"/>
              <a:gd name="connsiteX1594" fmla="*/ 2750099 w 3600000"/>
              <a:gd name="connsiteY1594" fmla="*/ 1231621 h 2787466"/>
              <a:gd name="connsiteX1595" fmla="*/ 2748479 w 3600000"/>
              <a:gd name="connsiteY1595" fmla="*/ 1232728 h 2787466"/>
              <a:gd name="connsiteX1596" fmla="*/ 2746768 w 3600000"/>
              <a:gd name="connsiteY1596" fmla="*/ 1236097 h 2787466"/>
              <a:gd name="connsiteX1597" fmla="*/ 2748336 w 3600000"/>
              <a:gd name="connsiteY1597" fmla="*/ 1237107 h 2787466"/>
              <a:gd name="connsiteX1598" fmla="*/ 2748700 w 3600000"/>
              <a:gd name="connsiteY1598" fmla="*/ 1236787 h 2787466"/>
              <a:gd name="connsiteX1599" fmla="*/ 2748966 w 3600000"/>
              <a:gd name="connsiteY1599" fmla="*/ 1237513 h 2787466"/>
              <a:gd name="connsiteX1600" fmla="*/ 2750096 w 3600000"/>
              <a:gd name="connsiteY1600" fmla="*/ 1238241 h 2787466"/>
              <a:gd name="connsiteX1601" fmla="*/ 2753702 w 3600000"/>
              <a:gd name="connsiteY1601" fmla="*/ 1241641 h 2787466"/>
              <a:gd name="connsiteX1602" fmla="*/ 2756381 w 3600000"/>
              <a:gd name="connsiteY1602" fmla="*/ 1230792 h 2787466"/>
              <a:gd name="connsiteX1603" fmla="*/ 3371396 w 3600000"/>
              <a:gd name="connsiteY1603" fmla="*/ 1229271 h 2787466"/>
              <a:gd name="connsiteX1604" fmla="*/ 3377377 w 3600000"/>
              <a:gd name="connsiteY1604" fmla="*/ 1230942 h 2787466"/>
              <a:gd name="connsiteX1605" fmla="*/ 3366932 w 3600000"/>
              <a:gd name="connsiteY1605" fmla="*/ 1240791 h 2787466"/>
              <a:gd name="connsiteX1606" fmla="*/ 3371396 w 3600000"/>
              <a:gd name="connsiteY1606" fmla="*/ 1229271 h 2787466"/>
              <a:gd name="connsiteX1607" fmla="*/ 2756160 w 3600000"/>
              <a:gd name="connsiteY1607" fmla="*/ 1227472 h 2787466"/>
              <a:gd name="connsiteX1608" fmla="*/ 2755663 w 3600000"/>
              <a:gd name="connsiteY1608" fmla="*/ 1227813 h 2787466"/>
              <a:gd name="connsiteX1609" fmla="*/ 2756381 w 3600000"/>
              <a:gd name="connsiteY1609" fmla="*/ 1227806 h 2787466"/>
              <a:gd name="connsiteX1610" fmla="*/ 2782546 w 3600000"/>
              <a:gd name="connsiteY1610" fmla="*/ 1226865 h 2787466"/>
              <a:gd name="connsiteX1611" fmla="*/ 2779878 w 3600000"/>
              <a:gd name="connsiteY1611" fmla="*/ 1229681 h 2787466"/>
              <a:gd name="connsiteX1612" fmla="*/ 2780139 w 3600000"/>
              <a:gd name="connsiteY1612" fmla="*/ 1230079 h 2787466"/>
              <a:gd name="connsiteX1613" fmla="*/ 2785972 w 3600000"/>
              <a:gd name="connsiteY1613" fmla="*/ 1229036 h 2787466"/>
              <a:gd name="connsiteX1614" fmla="*/ 2800608 w 3600000"/>
              <a:gd name="connsiteY1614" fmla="*/ 1225769 h 2787466"/>
              <a:gd name="connsiteX1615" fmla="*/ 2802045 w 3600000"/>
              <a:gd name="connsiteY1615" fmla="*/ 1233750 h 2787466"/>
              <a:gd name="connsiteX1616" fmla="*/ 2787959 w 3600000"/>
              <a:gd name="connsiteY1616" fmla="*/ 1230296 h 2787466"/>
              <a:gd name="connsiteX1617" fmla="*/ 2787475 w 3600000"/>
              <a:gd name="connsiteY1617" fmla="*/ 1229989 h 2787466"/>
              <a:gd name="connsiteX1618" fmla="*/ 2785088 w 3600000"/>
              <a:gd name="connsiteY1618" fmla="*/ 1230957 h 2787466"/>
              <a:gd name="connsiteX1619" fmla="*/ 2782125 w 3600000"/>
              <a:gd name="connsiteY1619" fmla="*/ 1233101 h 2787466"/>
              <a:gd name="connsiteX1620" fmla="*/ 2782530 w 3600000"/>
              <a:gd name="connsiteY1620" fmla="*/ 1233716 h 2787466"/>
              <a:gd name="connsiteX1621" fmla="*/ 2781061 w 3600000"/>
              <a:gd name="connsiteY1621" fmla="*/ 1241081 h 2787466"/>
              <a:gd name="connsiteX1622" fmla="*/ 2781551 w 3600000"/>
              <a:gd name="connsiteY1622" fmla="*/ 1241619 h 2787466"/>
              <a:gd name="connsiteX1623" fmla="*/ 2782274 w 3600000"/>
              <a:gd name="connsiteY1623" fmla="*/ 1241257 h 2787466"/>
              <a:gd name="connsiteX1624" fmla="*/ 2786261 w 3600000"/>
              <a:gd name="connsiteY1624" fmla="*/ 1236767 h 2787466"/>
              <a:gd name="connsiteX1625" fmla="*/ 2799243 w 3600000"/>
              <a:gd name="connsiteY1625" fmla="*/ 1239755 h 2787466"/>
              <a:gd name="connsiteX1626" fmla="*/ 2805920 w 3600000"/>
              <a:gd name="connsiteY1626" fmla="*/ 1232854 h 2787466"/>
              <a:gd name="connsiteX1627" fmla="*/ 2806778 w 3600000"/>
              <a:gd name="connsiteY1627" fmla="*/ 1231680 h 2787466"/>
              <a:gd name="connsiteX1628" fmla="*/ 2802892 w 3600000"/>
              <a:gd name="connsiteY1628" fmla="*/ 1231325 h 2787466"/>
              <a:gd name="connsiteX1629" fmla="*/ 2800608 w 3600000"/>
              <a:gd name="connsiteY1629" fmla="*/ 1225769 h 2787466"/>
              <a:gd name="connsiteX1630" fmla="*/ 3268900 w 3600000"/>
              <a:gd name="connsiteY1630" fmla="*/ 1225695 h 2787466"/>
              <a:gd name="connsiteX1631" fmla="*/ 3259978 w 3600000"/>
              <a:gd name="connsiteY1631" fmla="*/ 1242868 h 2787466"/>
              <a:gd name="connsiteX1632" fmla="*/ 3268900 w 3600000"/>
              <a:gd name="connsiteY1632" fmla="*/ 1225695 h 2787466"/>
              <a:gd name="connsiteX1633" fmla="*/ 2792735 w 3600000"/>
              <a:gd name="connsiteY1633" fmla="*/ 1215181 h 2787466"/>
              <a:gd name="connsiteX1634" fmla="*/ 2791694 w 3600000"/>
              <a:gd name="connsiteY1634" fmla="*/ 1215840 h 2787466"/>
              <a:gd name="connsiteX1635" fmla="*/ 2793014 w 3600000"/>
              <a:gd name="connsiteY1635" fmla="*/ 1219823 h 2787466"/>
              <a:gd name="connsiteX1636" fmla="*/ 2797595 w 3600000"/>
              <a:gd name="connsiteY1636" fmla="*/ 1217690 h 2787466"/>
              <a:gd name="connsiteX1637" fmla="*/ 2795044 w 3600000"/>
              <a:gd name="connsiteY1637" fmla="*/ 1216229 h 2787466"/>
              <a:gd name="connsiteX1638" fmla="*/ 2792735 w 3600000"/>
              <a:gd name="connsiteY1638" fmla="*/ 1215181 h 2787466"/>
              <a:gd name="connsiteX1639" fmla="*/ 2251687 w 3600000"/>
              <a:gd name="connsiteY1639" fmla="*/ 1213764 h 2787466"/>
              <a:gd name="connsiteX1640" fmla="*/ 2247941 w 3600000"/>
              <a:gd name="connsiteY1640" fmla="*/ 1217154 h 2787466"/>
              <a:gd name="connsiteX1641" fmla="*/ 2247842 w 3600000"/>
              <a:gd name="connsiteY1641" fmla="*/ 1217348 h 2787466"/>
              <a:gd name="connsiteX1642" fmla="*/ 2251108 w 3600000"/>
              <a:gd name="connsiteY1642" fmla="*/ 1218843 h 2787466"/>
              <a:gd name="connsiteX1643" fmla="*/ 2251867 w 3600000"/>
              <a:gd name="connsiteY1643" fmla="*/ 1213941 h 2787466"/>
              <a:gd name="connsiteX1644" fmla="*/ 2252749 w 3600000"/>
              <a:gd name="connsiteY1644" fmla="*/ 1206325 h 2787466"/>
              <a:gd name="connsiteX1645" fmla="*/ 2250902 w 3600000"/>
              <a:gd name="connsiteY1645" fmla="*/ 1206874 h 2787466"/>
              <a:gd name="connsiteX1646" fmla="*/ 2245519 w 3600000"/>
              <a:gd name="connsiteY1646" fmla="*/ 1209273 h 2787466"/>
              <a:gd name="connsiteX1647" fmla="*/ 2245214 w 3600000"/>
              <a:gd name="connsiteY1647" fmla="*/ 1209630 h 2787466"/>
              <a:gd name="connsiteX1648" fmla="*/ 2250455 w 3600000"/>
              <a:gd name="connsiteY1648" fmla="*/ 1210957 h 2787466"/>
              <a:gd name="connsiteX1649" fmla="*/ 2253637 w 3600000"/>
              <a:gd name="connsiteY1649" fmla="*/ 1206572 h 2787466"/>
              <a:gd name="connsiteX1650" fmla="*/ 2253674 w 3600000"/>
              <a:gd name="connsiteY1650" fmla="*/ 1206410 h 2787466"/>
              <a:gd name="connsiteX1651" fmla="*/ 3402921 w 3600000"/>
              <a:gd name="connsiteY1651" fmla="*/ 1200738 h 2787466"/>
              <a:gd name="connsiteX1652" fmla="*/ 3414632 w 3600000"/>
              <a:gd name="connsiteY1652" fmla="*/ 1207887 h 2787466"/>
              <a:gd name="connsiteX1653" fmla="*/ 3392649 w 3600000"/>
              <a:gd name="connsiteY1653" fmla="*/ 1215831 h 2787466"/>
              <a:gd name="connsiteX1654" fmla="*/ 3402921 w 3600000"/>
              <a:gd name="connsiteY1654" fmla="*/ 1200738 h 2787466"/>
              <a:gd name="connsiteX1655" fmla="*/ 2341516 w 3600000"/>
              <a:gd name="connsiteY1655" fmla="*/ 1199181 h 2787466"/>
              <a:gd name="connsiteX1656" fmla="*/ 2338764 w 3600000"/>
              <a:gd name="connsiteY1656" fmla="*/ 1201628 h 2787466"/>
              <a:gd name="connsiteX1657" fmla="*/ 2334814 w 3600000"/>
              <a:gd name="connsiteY1657" fmla="*/ 1209028 h 2787466"/>
              <a:gd name="connsiteX1658" fmla="*/ 2343001 w 3600000"/>
              <a:gd name="connsiteY1658" fmla="*/ 1211021 h 2787466"/>
              <a:gd name="connsiteX1659" fmla="*/ 2340846 w 3600000"/>
              <a:gd name="connsiteY1659" fmla="*/ 1212191 h 2787466"/>
              <a:gd name="connsiteX1660" fmla="*/ 2342035 w 3600000"/>
              <a:gd name="connsiteY1660" fmla="*/ 1212613 h 2787466"/>
              <a:gd name="connsiteX1661" fmla="*/ 2348783 w 3600000"/>
              <a:gd name="connsiteY1661" fmla="*/ 1210982 h 2787466"/>
              <a:gd name="connsiteX1662" fmla="*/ 2346105 w 3600000"/>
              <a:gd name="connsiteY1662" fmla="*/ 1199976 h 2787466"/>
              <a:gd name="connsiteX1663" fmla="*/ 2341516 w 3600000"/>
              <a:gd name="connsiteY1663" fmla="*/ 1199181 h 2787466"/>
              <a:gd name="connsiteX1664" fmla="*/ 2809502 w 3600000"/>
              <a:gd name="connsiteY1664" fmla="*/ 1198262 h 2787466"/>
              <a:gd name="connsiteX1665" fmla="*/ 2809752 w 3600000"/>
              <a:gd name="connsiteY1665" fmla="*/ 1199976 h 2787466"/>
              <a:gd name="connsiteX1666" fmla="*/ 2812582 w 3600000"/>
              <a:gd name="connsiteY1666" fmla="*/ 1199092 h 2787466"/>
              <a:gd name="connsiteX1667" fmla="*/ 2827885 w 3600000"/>
              <a:gd name="connsiteY1667" fmla="*/ 1196046 h 2787466"/>
              <a:gd name="connsiteX1668" fmla="*/ 2807196 w 3600000"/>
              <a:gd name="connsiteY1668" fmla="*/ 1206880 h 2787466"/>
              <a:gd name="connsiteX1669" fmla="*/ 2808281 w 3600000"/>
              <a:gd name="connsiteY1669" fmla="*/ 1212716 h 2787466"/>
              <a:gd name="connsiteX1670" fmla="*/ 2816207 w 3600000"/>
              <a:gd name="connsiteY1670" fmla="*/ 1209025 h 2787466"/>
              <a:gd name="connsiteX1671" fmla="*/ 2837110 w 3600000"/>
              <a:gd name="connsiteY1671" fmla="*/ 1198401 h 2787466"/>
              <a:gd name="connsiteX1672" fmla="*/ 2834899 w 3600000"/>
              <a:gd name="connsiteY1672" fmla="*/ 1199208 h 2787466"/>
              <a:gd name="connsiteX1673" fmla="*/ 2827885 w 3600000"/>
              <a:gd name="connsiteY1673" fmla="*/ 1196046 h 2787466"/>
              <a:gd name="connsiteX1674" fmla="*/ 2842638 w 3600000"/>
              <a:gd name="connsiteY1674" fmla="*/ 1189889 h 2787466"/>
              <a:gd name="connsiteX1675" fmla="*/ 2837947 w 3600000"/>
              <a:gd name="connsiteY1675" fmla="*/ 1191973 h 2787466"/>
              <a:gd name="connsiteX1676" fmla="*/ 2835759 w 3600000"/>
              <a:gd name="connsiteY1676" fmla="*/ 1192778 h 2787466"/>
              <a:gd name="connsiteX1677" fmla="*/ 2838320 w 3600000"/>
              <a:gd name="connsiteY1677" fmla="*/ 1197786 h 2787466"/>
              <a:gd name="connsiteX1678" fmla="*/ 2839606 w 3600000"/>
              <a:gd name="connsiteY1678" fmla="*/ 1197133 h 2787466"/>
              <a:gd name="connsiteX1679" fmla="*/ 2842205 w 3600000"/>
              <a:gd name="connsiteY1679" fmla="*/ 1194855 h 2787466"/>
              <a:gd name="connsiteX1680" fmla="*/ 2841974 w 3600000"/>
              <a:gd name="connsiteY1680" fmla="*/ 1195031 h 2787466"/>
              <a:gd name="connsiteX1681" fmla="*/ 2419052 w 3600000"/>
              <a:gd name="connsiteY1681" fmla="*/ 1188027 h 2787466"/>
              <a:gd name="connsiteX1682" fmla="*/ 2409985 w 3600000"/>
              <a:gd name="connsiteY1682" fmla="*/ 1199033 h 2787466"/>
              <a:gd name="connsiteX1683" fmla="*/ 2411379 w 3600000"/>
              <a:gd name="connsiteY1683" fmla="*/ 1198696 h 2787466"/>
              <a:gd name="connsiteX1684" fmla="*/ 2411457 w 3600000"/>
              <a:gd name="connsiteY1684" fmla="*/ 1197962 h 2787466"/>
              <a:gd name="connsiteX1685" fmla="*/ 2414518 w 3600000"/>
              <a:gd name="connsiteY1685" fmla="*/ 1197936 h 2787466"/>
              <a:gd name="connsiteX1686" fmla="*/ 2418021 w 3600000"/>
              <a:gd name="connsiteY1686" fmla="*/ 1197088 h 2787466"/>
              <a:gd name="connsiteX1687" fmla="*/ 2421537 w 3600000"/>
              <a:gd name="connsiteY1687" fmla="*/ 1193097 h 2787466"/>
              <a:gd name="connsiteX1688" fmla="*/ 2421607 w 3600000"/>
              <a:gd name="connsiteY1688" fmla="*/ 1191032 h 2787466"/>
              <a:gd name="connsiteX1689" fmla="*/ 2423357 w 3600000"/>
              <a:gd name="connsiteY1689" fmla="*/ 1191032 h 2787466"/>
              <a:gd name="connsiteX1690" fmla="*/ 2424203 w 3600000"/>
              <a:gd name="connsiteY1690" fmla="*/ 1190071 h 2787466"/>
              <a:gd name="connsiteX1691" fmla="*/ 2419052 w 3600000"/>
              <a:gd name="connsiteY1691" fmla="*/ 1188027 h 2787466"/>
              <a:gd name="connsiteX1692" fmla="*/ 2429355 w 3600000"/>
              <a:gd name="connsiteY1692" fmla="*/ 1185984 h 2787466"/>
              <a:gd name="connsiteX1693" fmla="*/ 2430395 w 3600000"/>
              <a:gd name="connsiteY1693" fmla="*/ 1189684 h 2787466"/>
              <a:gd name="connsiteX1694" fmla="*/ 2429111 w 3600000"/>
              <a:gd name="connsiteY1694" fmla="*/ 1191032 h 2787466"/>
              <a:gd name="connsiteX1695" fmla="*/ 2429414 w 3600000"/>
              <a:gd name="connsiteY1695" fmla="*/ 1191032 h 2787466"/>
              <a:gd name="connsiteX1696" fmla="*/ 2430529 w 3600000"/>
              <a:gd name="connsiteY1696" fmla="*/ 1191032 h 2787466"/>
              <a:gd name="connsiteX1697" fmla="*/ 2429835 w 3600000"/>
              <a:gd name="connsiteY1697" fmla="*/ 1193942 h 2787466"/>
              <a:gd name="connsiteX1698" fmla="*/ 2431802 w 3600000"/>
              <a:gd name="connsiteY1698" fmla="*/ 1191997 h 2787466"/>
              <a:gd name="connsiteX1699" fmla="*/ 2429355 w 3600000"/>
              <a:gd name="connsiteY1699" fmla="*/ 1185984 h 2787466"/>
              <a:gd name="connsiteX1700" fmla="*/ 2528665 w 3600000"/>
              <a:gd name="connsiteY1700" fmla="*/ 1183273 h 2787466"/>
              <a:gd name="connsiteX1701" fmla="*/ 2526911 w 3600000"/>
              <a:gd name="connsiteY1701" fmla="*/ 1183378 h 2787466"/>
              <a:gd name="connsiteX1702" fmla="*/ 2527054 w 3600000"/>
              <a:gd name="connsiteY1702" fmla="*/ 1185154 h 2787466"/>
              <a:gd name="connsiteX1703" fmla="*/ 2528730 w 3600000"/>
              <a:gd name="connsiteY1703" fmla="*/ 1184333 h 2787466"/>
              <a:gd name="connsiteX1704" fmla="*/ 2866959 w 3600000"/>
              <a:gd name="connsiteY1704" fmla="*/ 1179246 h 2787466"/>
              <a:gd name="connsiteX1705" fmla="*/ 2868204 w 3600000"/>
              <a:gd name="connsiteY1705" fmla="*/ 1183280 h 2787466"/>
              <a:gd name="connsiteX1706" fmla="*/ 2869222 w 3600000"/>
              <a:gd name="connsiteY1706" fmla="*/ 1183156 h 2787466"/>
              <a:gd name="connsiteX1707" fmla="*/ 2869340 w 3600000"/>
              <a:gd name="connsiteY1707" fmla="*/ 1186967 h 2787466"/>
              <a:gd name="connsiteX1708" fmla="*/ 2869367 w 3600000"/>
              <a:gd name="connsiteY1708" fmla="*/ 1187052 h 2787466"/>
              <a:gd name="connsiteX1709" fmla="*/ 2870771 w 3600000"/>
              <a:gd name="connsiteY1709" fmla="*/ 1187052 h 2787466"/>
              <a:gd name="connsiteX1710" fmla="*/ 2868163 w 3600000"/>
              <a:gd name="connsiteY1710" fmla="*/ 1189960 h 2787466"/>
              <a:gd name="connsiteX1711" fmla="*/ 2865249 w 3600000"/>
              <a:gd name="connsiteY1711" fmla="*/ 1189279 h 2787466"/>
              <a:gd name="connsiteX1712" fmla="*/ 2854078 w 3600000"/>
              <a:gd name="connsiteY1712" fmla="*/ 1192256 h 2787466"/>
              <a:gd name="connsiteX1713" fmla="*/ 2857334 w 3600000"/>
              <a:gd name="connsiteY1713" fmla="*/ 1184599 h 2787466"/>
              <a:gd name="connsiteX1714" fmla="*/ 2863640 w 3600000"/>
              <a:gd name="connsiteY1714" fmla="*/ 1183834 h 2787466"/>
              <a:gd name="connsiteX1715" fmla="*/ 2480253 w 3600000"/>
              <a:gd name="connsiteY1715" fmla="*/ 1173091 h 2787466"/>
              <a:gd name="connsiteX1716" fmla="*/ 2481489 w 3600000"/>
              <a:gd name="connsiteY1716" fmla="*/ 1181110 h 2787466"/>
              <a:gd name="connsiteX1717" fmla="*/ 2473658 w 3600000"/>
              <a:gd name="connsiteY1717" fmla="*/ 1176079 h 2787466"/>
              <a:gd name="connsiteX1718" fmla="*/ 2467271 w 3600000"/>
              <a:gd name="connsiteY1718" fmla="*/ 1182053 h 2787466"/>
              <a:gd name="connsiteX1719" fmla="*/ 2479017 w 3600000"/>
              <a:gd name="connsiteY1719" fmla="*/ 1184097 h 2787466"/>
              <a:gd name="connsiteX1720" fmla="*/ 2463355 w 3600000"/>
              <a:gd name="connsiteY1720" fmla="*/ 1191015 h 2787466"/>
              <a:gd name="connsiteX1721" fmla="*/ 2451610 w 3600000"/>
              <a:gd name="connsiteY1721" fmla="*/ 1185040 h 2787466"/>
              <a:gd name="connsiteX1722" fmla="*/ 2456761 w 3600000"/>
              <a:gd name="connsiteY1722" fmla="*/ 1190071 h 2787466"/>
              <a:gd name="connsiteX1723" fmla="*/ 2441101 w 3600000"/>
              <a:gd name="connsiteY1723" fmla="*/ 1196046 h 2787466"/>
              <a:gd name="connsiteX1724" fmla="*/ 2442153 w 3600000"/>
              <a:gd name="connsiteY1724" fmla="*/ 1195973 h 2787466"/>
              <a:gd name="connsiteX1725" fmla="*/ 2443250 w 3600000"/>
              <a:gd name="connsiteY1725" fmla="*/ 1195007 h 2787466"/>
              <a:gd name="connsiteX1726" fmla="*/ 2447042 w 3600000"/>
              <a:gd name="connsiteY1726" fmla="*/ 1195563 h 2787466"/>
              <a:gd name="connsiteX1727" fmla="*/ 2447086 w 3600000"/>
              <a:gd name="connsiteY1727" fmla="*/ 1195631 h 2787466"/>
              <a:gd name="connsiteX1728" fmla="*/ 2470285 w 3600000"/>
              <a:gd name="connsiteY1728" fmla="*/ 1194022 h 2787466"/>
              <a:gd name="connsiteX1729" fmla="*/ 2498387 w 3600000"/>
              <a:gd name="connsiteY1729" fmla="*/ 1185984 h 2787466"/>
              <a:gd name="connsiteX1730" fmla="*/ 2488084 w 3600000"/>
              <a:gd name="connsiteY1730" fmla="*/ 1185040 h 2787466"/>
              <a:gd name="connsiteX1731" fmla="*/ 2489320 w 3600000"/>
              <a:gd name="connsiteY1731" fmla="*/ 1173091 h 2787466"/>
              <a:gd name="connsiteX1732" fmla="*/ 2480253 w 3600000"/>
              <a:gd name="connsiteY1732" fmla="*/ 1173091 h 2787466"/>
              <a:gd name="connsiteX1733" fmla="*/ 2533624 w 3600000"/>
              <a:gd name="connsiteY1733" fmla="*/ 1163186 h 2787466"/>
              <a:gd name="connsiteX1734" fmla="*/ 2530945 w 3600000"/>
              <a:gd name="connsiteY1734" fmla="*/ 1172148 h 2787466"/>
              <a:gd name="connsiteX1735" fmla="*/ 2533624 w 3600000"/>
              <a:gd name="connsiteY1735" fmla="*/ 1163186 h 2787466"/>
              <a:gd name="connsiteX1736" fmla="*/ 2525252 w 3600000"/>
              <a:gd name="connsiteY1736" fmla="*/ 1156347 h 2787466"/>
              <a:gd name="connsiteX1737" fmla="*/ 2519200 w 3600000"/>
              <a:gd name="connsiteY1737" fmla="*/ 1159255 h 2787466"/>
              <a:gd name="connsiteX1738" fmla="*/ 2511574 w 3600000"/>
              <a:gd name="connsiteY1738" fmla="*/ 1167117 h 2787466"/>
              <a:gd name="connsiteX1739" fmla="*/ 2510133 w 3600000"/>
              <a:gd name="connsiteY1739" fmla="*/ 1158312 h 2787466"/>
              <a:gd name="connsiteX1740" fmla="*/ 2504981 w 3600000"/>
              <a:gd name="connsiteY1740" fmla="*/ 1167117 h 2787466"/>
              <a:gd name="connsiteX1741" fmla="*/ 2515490 w 3600000"/>
              <a:gd name="connsiteY1741" fmla="*/ 1170104 h 2787466"/>
              <a:gd name="connsiteX1742" fmla="*/ 2501065 w 3600000"/>
              <a:gd name="connsiteY1742" fmla="*/ 1173091 h 2787466"/>
              <a:gd name="connsiteX1743" fmla="*/ 2498387 w 3600000"/>
              <a:gd name="connsiteY1743" fmla="*/ 1180166 h 2787466"/>
              <a:gd name="connsiteX1744" fmla="*/ 2511574 w 3600000"/>
              <a:gd name="connsiteY1744" fmla="*/ 1178123 h 2787466"/>
              <a:gd name="connsiteX1745" fmla="*/ 2503745 w 3600000"/>
              <a:gd name="connsiteY1745" fmla="*/ 1185984 h 2787466"/>
              <a:gd name="connsiteX1746" fmla="*/ 2513609 w 3600000"/>
              <a:gd name="connsiteY1746" fmla="*/ 1184019 h 2787466"/>
              <a:gd name="connsiteX1747" fmla="*/ 2524228 w 3600000"/>
              <a:gd name="connsiteY1747" fmla="*/ 1182112 h 2787466"/>
              <a:gd name="connsiteX1748" fmla="*/ 2525010 w 3600000"/>
              <a:gd name="connsiteY1748" fmla="*/ 1178349 h 2787466"/>
              <a:gd name="connsiteX1749" fmla="*/ 2523884 w 3600000"/>
              <a:gd name="connsiteY1749" fmla="*/ 1178700 h 2787466"/>
              <a:gd name="connsiteX1750" fmla="*/ 2516726 w 3600000"/>
              <a:gd name="connsiteY1750" fmla="*/ 1179065 h 2787466"/>
              <a:gd name="connsiteX1751" fmla="*/ 2523114 w 3600000"/>
              <a:gd name="connsiteY1751" fmla="*/ 1177179 h 2787466"/>
              <a:gd name="connsiteX1752" fmla="*/ 2517963 w 3600000"/>
              <a:gd name="connsiteY1752" fmla="*/ 1171204 h 2787466"/>
              <a:gd name="connsiteX1753" fmla="*/ 2523114 w 3600000"/>
              <a:gd name="connsiteY1753" fmla="*/ 1174192 h 2787466"/>
              <a:gd name="connsiteX1754" fmla="*/ 2520642 w 3600000"/>
              <a:gd name="connsiteY1754" fmla="*/ 1167117 h 2787466"/>
              <a:gd name="connsiteX1755" fmla="*/ 2532388 w 3600000"/>
              <a:gd name="connsiteY1755" fmla="*/ 1157212 h 2787466"/>
              <a:gd name="connsiteX1756" fmla="*/ 2525252 w 3600000"/>
              <a:gd name="connsiteY1756" fmla="*/ 1156347 h 2787466"/>
              <a:gd name="connsiteX1757" fmla="*/ 2595946 w 3600000"/>
              <a:gd name="connsiteY1757" fmla="*/ 1155862 h 2787466"/>
              <a:gd name="connsiteX1758" fmla="*/ 2604998 w 3600000"/>
              <a:gd name="connsiteY1758" fmla="*/ 1155942 h 2787466"/>
              <a:gd name="connsiteX1759" fmla="*/ 2602390 w 3600000"/>
              <a:gd name="connsiteY1759" fmla="*/ 1161061 h 2787466"/>
              <a:gd name="connsiteX1760" fmla="*/ 2589752 w 3600000"/>
              <a:gd name="connsiteY1760" fmla="*/ 1161061 h 2787466"/>
              <a:gd name="connsiteX1761" fmla="*/ 2595946 w 3600000"/>
              <a:gd name="connsiteY1761" fmla="*/ 1155862 h 2787466"/>
              <a:gd name="connsiteX1762" fmla="*/ 2904387 w 3600000"/>
              <a:gd name="connsiteY1762" fmla="*/ 1151041 h 2787466"/>
              <a:gd name="connsiteX1763" fmla="*/ 2899596 w 3600000"/>
              <a:gd name="connsiteY1763" fmla="*/ 1155324 h 2787466"/>
              <a:gd name="connsiteX1764" fmla="*/ 2915051 w 3600000"/>
              <a:gd name="connsiteY1764" fmla="*/ 1151237 h 2787466"/>
              <a:gd name="connsiteX1765" fmla="*/ 2904387 w 3600000"/>
              <a:gd name="connsiteY1765" fmla="*/ 1151041 h 2787466"/>
              <a:gd name="connsiteX1766" fmla="*/ 2615054 w 3600000"/>
              <a:gd name="connsiteY1766" fmla="*/ 1141342 h 2787466"/>
              <a:gd name="connsiteX1767" fmla="*/ 2616282 w 3600000"/>
              <a:gd name="connsiteY1767" fmla="*/ 1145168 h 2787466"/>
              <a:gd name="connsiteX1768" fmla="*/ 2603381 w 3600000"/>
              <a:gd name="connsiteY1768" fmla="*/ 1148076 h 2787466"/>
              <a:gd name="connsiteX1769" fmla="*/ 2613825 w 3600000"/>
              <a:gd name="connsiteY1769" fmla="*/ 1142260 h 2787466"/>
              <a:gd name="connsiteX1770" fmla="*/ 2615054 w 3600000"/>
              <a:gd name="connsiteY1770" fmla="*/ 1141342 h 2787466"/>
              <a:gd name="connsiteX1771" fmla="*/ 2927815 w 3600000"/>
              <a:gd name="connsiteY1771" fmla="*/ 1140770 h 2787466"/>
              <a:gd name="connsiteX1772" fmla="*/ 2928041 w 3600000"/>
              <a:gd name="connsiteY1772" fmla="*/ 1141313 h 2787466"/>
              <a:gd name="connsiteX1773" fmla="*/ 2929511 w 3600000"/>
              <a:gd name="connsiteY1773" fmla="*/ 1141056 h 2787466"/>
              <a:gd name="connsiteX1774" fmla="*/ 3003660 w 3600000"/>
              <a:gd name="connsiteY1774" fmla="*/ 1137402 h 2787466"/>
              <a:gd name="connsiteX1775" fmla="*/ 2995829 w 3600000"/>
              <a:gd name="connsiteY1775" fmla="*/ 1140388 h 2787466"/>
              <a:gd name="connsiteX1776" fmla="*/ 2996035 w 3600000"/>
              <a:gd name="connsiteY1776" fmla="*/ 1145204 h 2787466"/>
              <a:gd name="connsiteX1777" fmla="*/ 3001069 w 3600000"/>
              <a:gd name="connsiteY1777" fmla="*/ 1146336 h 2787466"/>
              <a:gd name="connsiteX1778" fmla="*/ 3001262 w 3600000"/>
              <a:gd name="connsiteY1778" fmla="*/ 1146093 h 2787466"/>
              <a:gd name="connsiteX1779" fmla="*/ 2964366 w 3600000"/>
              <a:gd name="connsiteY1779" fmla="*/ 1136957 h 2787466"/>
              <a:gd name="connsiteX1780" fmla="*/ 2962961 w 3600000"/>
              <a:gd name="connsiteY1780" fmla="*/ 1146012 h 2787466"/>
              <a:gd name="connsiteX1781" fmla="*/ 2964366 w 3600000"/>
              <a:gd name="connsiteY1781" fmla="*/ 1136957 h 2787466"/>
              <a:gd name="connsiteX1782" fmla="*/ 2620949 w 3600000"/>
              <a:gd name="connsiteY1782" fmla="*/ 1136957 h 2787466"/>
              <a:gd name="connsiteX1783" fmla="*/ 2628622 w 3600000"/>
              <a:gd name="connsiteY1783" fmla="*/ 1138960 h 2787466"/>
              <a:gd name="connsiteX1784" fmla="*/ 2619738 w 3600000"/>
              <a:gd name="connsiteY1784" fmla="*/ 1143735 h 2787466"/>
              <a:gd name="connsiteX1785" fmla="*/ 2620949 w 3600000"/>
              <a:gd name="connsiteY1785" fmla="*/ 1136957 h 2787466"/>
              <a:gd name="connsiteX1786" fmla="*/ 2928264 w 3600000"/>
              <a:gd name="connsiteY1786" fmla="*/ 1129384 h 2787466"/>
              <a:gd name="connsiteX1787" fmla="*/ 2928240 w 3600000"/>
              <a:gd name="connsiteY1787" fmla="*/ 1129395 h 2787466"/>
              <a:gd name="connsiteX1788" fmla="*/ 2928303 w 3600000"/>
              <a:gd name="connsiteY1788" fmla="*/ 1131018 h 2787466"/>
              <a:gd name="connsiteX1789" fmla="*/ 2930068 w 3600000"/>
              <a:gd name="connsiteY1789" fmla="*/ 1129892 h 2787466"/>
              <a:gd name="connsiteX1790" fmla="*/ 2930506 w 3600000"/>
              <a:gd name="connsiteY1790" fmla="*/ 1129527 h 2787466"/>
              <a:gd name="connsiteX1791" fmla="*/ 2966934 w 3600000"/>
              <a:gd name="connsiteY1791" fmla="*/ 1126557 h 2787466"/>
              <a:gd name="connsiteX1792" fmla="*/ 2973580 w 3600000"/>
              <a:gd name="connsiteY1792" fmla="*/ 1126557 h 2787466"/>
              <a:gd name="connsiteX1793" fmla="*/ 2968388 w 3600000"/>
              <a:gd name="connsiteY1793" fmla="*/ 1134717 h 2787466"/>
              <a:gd name="connsiteX1794" fmla="*/ 2960495 w 3600000"/>
              <a:gd name="connsiteY1794" fmla="*/ 1130717 h 2787466"/>
              <a:gd name="connsiteX1795" fmla="*/ 2966934 w 3600000"/>
              <a:gd name="connsiteY1795" fmla="*/ 1126557 h 2787466"/>
              <a:gd name="connsiteX1796" fmla="*/ 2944714 w 3600000"/>
              <a:gd name="connsiteY1796" fmla="*/ 1121996 h 2787466"/>
              <a:gd name="connsiteX1797" fmla="*/ 2942725 w 3600000"/>
              <a:gd name="connsiteY1797" fmla="*/ 1122840 h 2787466"/>
              <a:gd name="connsiteX1798" fmla="*/ 2941172 w 3600000"/>
              <a:gd name="connsiteY1798" fmla="*/ 1128244 h 2787466"/>
              <a:gd name="connsiteX1799" fmla="*/ 2942884 w 3600000"/>
              <a:gd name="connsiteY1799" fmla="*/ 1128516 h 2787466"/>
              <a:gd name="connsiteX1800" fmla="*/ 2944227 w 3600000"/>
              <a:gd name="connsiteY1800" fmla="*/ 1123920 h 2787466"/>
              <a:gd name="connsiteX1801" fmla="*/ 2999410 w 3600000"/>
              <a:gd name="connsiteY1801" fmla="*/ 1115807 h 2787466"/>
              <a:gd name="connsiteX1802" fmla="*/ 2993043 w 3600000"/>
              <a:gd name="connsiteY1802" fmla="*/ 1117698 h 2787466"/>
              <a:gd name="connsiteX1803" fmla="*/ 2995893 w 3600000"/>
              <a:gd name="connsiteY1803" fmla="*/ 1121127 h 2787466"/>
              <a:gd name="connsiteX1804" fmla="*/ 2996051 w 3600000"/>
              <a:gd name="connsiteY1804" fmla="*/ 1121384 h 2787466"/>
              <a:gd name="connsiteX1805" fmla="*/ 3002783 w 3600000"/>
              <a:gd name="connsiteY1805" fmla="*/ 1117229 h 2787466"/>
              <a:gd name="connsiteX1806" fmla="*/ 2708615 w 3600000"/>
              <a:gd name="connsiteY1806" fmla="*/ 1112937 h 2787466"/>
              <a:gd name="connsiteX1807" fmla="*/ 2714381 w 3600000"/>
              <a:gd name="connsiteY1807" fmla="*/ 1114242 h 2787466"/>
              <a:gd name="connsiteX1808" fmla="*/ 2707880 w 3600000"/>
              <a:gd name="connsiteY1808" fmla="*/ 1118483 h 2787466"/>
              <a:gd name="connsiteX1809" fmla="*/ 2708615 w 3600000"/>
              <a:gd name="connsiteY1809" fmla="*/ 1112937 h 2787466"/>
              <a:gd name="connsiteX1810" fmla="*/ 2680660 w 3600000"/>
              <a:gd name="connsiteY1810" fmla="*/ 1106453 h 2787466"/>
              <a:gd name="connsiteX1811" fmla="*/ 2688846 w 3600000"/>
              <a:gd name="connsiteY1811" fmla="*/ 1112345 h 2787466"/>
              <a:gd name="connsiteX1812" fmla="*/ 2694736 w 3600000"/>
              <a:gd name="connsiteY1812" fmla="*/ 1109226 h 2787466"/>
              <a:gd name="connsiteX1813" fmla="*/ 2677894 w 3600000"/>
              <a:gd name="connsiteY1813" fmla="*/ 1117161 h 2787466"/>
              <a:gd name="connsiteX1814" fmla="*/ 2684654 w 3600000"/>
              <a:gd name="connsiteY1814" fmla="*/ 1114424 h 2787466"/>
              <a:gd name="connsiteX1815" fmla="*/ 2683315 w 3600000"/>
              <a:gd name="connsiteY1815" fmla="*/ 1112407 h 2787466"/>
              <a:gd name="connsiteX1816" fmla="*/ 2658812 w 3600000"/>
              <a:gd name="connsiteY1816" fmla="*/ 1129174 h 2787466"/>
              <a:gd name="connsiteX1817" fmla="*/ 2658940 w 3600000"/>
              <a:gd name="connsiteY1817" fmla="*/ 1128854 h 2787466"/>
              <a:gd name="connsiteX1818" fmla="*/ 2658230 w 3600000"/>
              <a:gd name="connsiteY1818" fmla="*/ 1129711 h 2787466"/>
              <a:gd name="connsiteX1819" fmla="*/ 2647907 w 3600000"/>
              <a:gd name="connsiteY1819" fmla="*/ 1134723 h 2787466"/>
              <a:gd name="connsiteX1820" fmla="*/ 2654798 w 3600000"/>
              <a:gd name="connsiteY1820" fmla="*/ 1128621 h 2787466"/>
              <a:gd name="connsiteX1821" fmla="*/ 2660444 w 3600000"/>
              <a:gd name="connsiteY1821" fmla="*/ 1125120 h 2787466"/>
              <a:gd name="connsiteX1822" fmla="*/ 2661651 w 3600000"/>
              <a:gd name="connsiteY1822" fmla="*/ 1122120 h 2787466"/>
              <a:gd name="connsiteX1823" fmla="*/ 2680660 w 3600000"/>
              <a:gd name="connsiteY1823" fmla="*/ 1106453 h 2787466"/>
              <a:gd name="connsiteX1824" fmla="*/ 30238 w 3600000"/>
              <a:gd name="connsiteY1824" fmla="*/ 1105760 h 2787466"/>
              <a:gd name="connsiteX1825" fmla="*/ 37962 w 3600000"/>
              <a:gd name="connsiteY1825" fmla="*/ 1110567 h 2787466"/>
              <a:gd name="connsiteX1826" fmla="*/ 21295 w 3600000"/>
              <a:gd name="connsiteY1826" fmla="*/ 1126229 h 2787466"/>
              <a:gd name="connsiteX1827" fmla="*/ 13571 w 3600000"/>
              <a:gd name="connsiteY1827" fmla="*/ 1129176 h 2787466"/>
              <a:gd name="connsiteX1828" fmla="*/ 18652 w 3600000"/>
              <a:gd name="connsiteY1828" fmla="*/ 1115529 h 2787466"/>
              <a:gd name="connsiteX1829" fmla="*/ 30238 w 3600000"/>
              <a:gd name="connsiteY1829" fmla="*/ 1105760 h 2787466"/>
              <a:gd name="connsiteX1830" fmla="*/ 175697 w 3600000"/>
              <a:gd name="connsiteY1830" fmla="*/ 1102728 h 2787466"/>
              <a:gd name="connsiteX1831" fmla="*/ 157356 w 3600000"/>
              <a:gd name="connsiteY1831" fmla="*/ 1118605 h 2787466"/>
              <a:gd name="connsiteX1832" fmla="*/ 147051 w 3600000"/>
              <a:gd name="connsiteY1832" fmla="*/ 1115618 h 2787466"/>
              <a:gd name="connsiteX1833" fmla="*/ 136541 w 3600000"/>
              <a:gd name="connsiteY1833" fmla="*/ 1146428 h 2787466"/>
              <a:gd name="connsiteX1834" fmla="*/ 144372 w 3600000"/>
              <a:gd name="connsiteY1834" fmla="*/ 1148314 h 2787466"/>
              <a:gd name="connsiteX1835" fmla="*/ 160034 w 3600000"/>
              <a:gd name="connsiteY1835" fmla="*/ 1138411 h 2787466"/>
              <a:gd name="connsiteX1836" fmla="*/ 175697 w 3600000"/>
              <a:gd name="connsiteY1836" fmla="*/ 1102728 h 2787466"/>
              <a:gd name="connsiteX1837" fmla="*/ 2708890 w 3600000"/>
              <a:gd name="connsiteY1837" fmla="*/ 1102238 h 2787466"/>
              <a:gd name="connsiteX1838" fmla="*/ 2698793 w 3600000"/>
              <a:gd name="connsiteY1838" fmla="*/ 1107068 h 2787466"/>
              <a:gd name="connsiteX1839" fmla="*/ 2708890 w 3600000"/>
              <a:gd name="connsiteY1839" fmla="*/ 1102238 h 2787466"/>
              <a:gd name="connsiteX1840" fmla="*/ 2744620 w 3600000"/>
              <a:gd name="connsiteY1840" fmla="*/ 1097441 h 2787466"/>
              <a:gd name="connsiteX1841" fmla="*/ 2740749 w 3600000"/>
              <a:gd name="connsiteY1841" fmla="*/ 1104219 h 2787466"/>
              <a:gd name="connsiteX1842" fmla="*/ 2744620 w 3600000"/>
              <a:gd name="connsiteY1842" fmla="*/ 1097441 h 2787466"/>
              <a:gd name="connsiteX1843" fmla="*/ 3370763 w 3600000"/>
              <a:gd name="connsiteY1843" fmla="*/ 1093281 h 2787466"/>
              <a:gd name="connsiteX1844" fmla="*/ 3362939 w 3600000"/>
              <a:gd name="connsiteY1844" fmla="*/ 1102247 h 2787466"/>
              <a:gd name="connsiteX1845" fmla="*/ 3360467 w 3600000"/>
              <a:gd name="connsiteY1845" fmla="*/ 1111213 h 2787466"/>
              <a:gd name="connsiteX1846" fmla="*/ 3380030 w 3600000"/>
              <a:gd name="connsiteY1846" fmla="*/ 1105236 h 2787466"/>
              <a:gd name="connsiteX1847" fmla="*/ 3382501 w 3600000"/>
              <a:gd name="connsiteY1847" fmla="*/ 1112157 h 2787466"/>
              <a:gd name="connsiteX1848" fmla="*/ 3365615 w 3600000"/>
              <a:gd name="connsiteY1848" fmla="*/ 1114045 h 2787466"/>
              <a:gd name="connsiteX1849" fmla="*/ 3364380 w 3600000"/>
              <a:gd name="connsiteY1849" fmla="*/ 1141887 h 2787466"/>
              <a:gd name="connsiteX1850" fmla="*/ 3339670 w 3600000"/>
              <a:gd name="connsiteY1850" fmla="*/ 1173819 h 2787466"/>
              <a:gd name="connsiteX1851" fmla="*/ 3321343 w 3600000"/>
              <a:gd name="connsiteY1851" fmla="*/ 1206538 h 2787466"/>
              <a:gd name="connsiteX1852" fmla="*/ 3301781 w 3600000"/>
              <a:gd name="connsiteY1852" fmla="*/ 1246336 h 2787466"/>
              <a:gd name="connsiteX1853" fmla="*/ 3305692 w 3600000"/>
              <a:gd name="connsiteY1853" fmla="*/ 1217549 h 2787466"/>
              <a:gd name="connsiteX1854" fmla="*/ 3317430 w 3600000"/>
              <a:gd name="connsiteY1854" fmla="*/ 1182785 h 2787466"/>
              <a:gd name="connsiteX1855" fmla="*/ 3327134 w 3600000"/>
              <a:gd name="connsiteY1855" fmla="*/ 1165089 h 2787466"/>
              <a:gd name="connsiteX1856" fmla="*/ 3331389 w 3600000"/>
              <a:gd name="connsiteY1856" fmla="*/ 1155658 h 2787466"/>
              <a:gd name="connsiteX1857" fmla="*/ 3331437 w 3600000"/>
              <a:gd name="connsiteY1857" fmla="*/ 1152304 h 2787466"/>
              <a:gd name="connsiteX1858" fmla="*/ 3337996 w 3600000"/>
              <a:gd name="connsiteY1858" fmla="*/ 1141810 h 2787466"/>
              <a:gd name="connsiteX1859" fmla="*/ 3341031 w 3600000"/>
              <a:gd name="connsiteY1859" fmla="*/ 1147023 h 2787466"/>
              <a:gd name="connsiteX1860" fmla="*/ 3342697 w 3600000"/>
              <a:gd name="connsiteY1860" fmla="*/ 1147354 h 2787466"/>
              <a:gd name="connsiteX1861" fmla="*/ 3349966 w 3600000"/>
              <a:gd name="connsiteY1861" fmla="*/ 1134966 h 2787466"/>
              <a:gd name="connsiteX1862" fmla="*/ 3340905 w 3600000"/>
              <a:gd name="connsiteY1862" fmla="*/ 1139056 h 2787466"/>
              <a:gd name="connsiteX1863" fmla="*/ 3357791 w 3600000"/>
              <a:gd name="connsiteY1863" fmla="*/ 1094225 h 2787466"/>
              <a:gd name="connsiteX1864" fmla="*/ 3365615 w 3600000"/>
              <a:gd name="connsiteY1864" fmla="*/ 1098157 h 2787466"/>
              <a:gd name="connsiteX1865" fmla="*/ 3370763 w 3600000"/>
              <a:gd name="connsiteY1865" fmla="*/ 1093281 h 2787466"/>
              <a:gd name="connsiteX1866" fmla="*/ 2755892 w 3600000"/>
              <a:gd name="connsiteY1866" fmla="*/ 1093044 h 2787466"/>
              <a:gd name="connsiteX1867" fmla="*/ 2758580 w 3600000"/>
              <a:gd name="connsiteY1867" fmla="*/ 1093221 h 2787466"/>
              <a:gd name="connsiteX1868" fmla="*/ 2749428 w 3600000"/>
              <a:gd name="connsiteY1868" fmla="*/ 1100058 h 2787466"/>
              <a:gd name="connsiteX1869" fmla="*/ 2755892 w 3600000"/>
              <a:gd name="connsiteY1869" fmla="*/ 1093044 h 2787466"/>
              <a:gd name="connsiteX1870" fmla="*/ 2746747 w 3600000"/>
              <a:gd name="connsiteY1870" fmla="*/ 1084269 h 2787466"/>
              <a:gd name="connsiteX1871" fmla="*/ 2735141 w 3600000"/>
              <a:gd name="connsiteY1871" fmla="*/ 1091047 h 2787466"/>
              <a:gd name="connsiteX1872" fmla="*/ 2746747 w 3600000"/>
              <a:gd name="connsiteY1872" fmla="*/ 1084269 h 2787466"/>
              <a:gd name="connsiteX1873" fmla="*/ 3370662 w 3600000"/>
              <a:gd name="connsiteY1873" fmla="*/ 1083496 h 2787466"/>
              <a:gd name="connsiteX1874" fmla="*/ 3379191 w 3600000"/>
              <a:gd name="connsiteY1874" fmla="*/ 1086468 h 2787466"/>
              <a:gd name="connsiteX1875" fmla="*/ 3362134 w 3600000"/>
              <a:gd name="connsiteY1875" fmla="*/ 1086468 h 2787466"/>
              <a:gd name="connsiteX1876" fmla="*/ 3370662 w 3600000"/>
              <a:gd name="connsiteY1876" fmla="*/ 1083496 h 2787466"/>
              <a:gd name="connsiteX1877" fmla="*/ 3050301 w 3600000"/>
              <a:gd name="connsiteY1877" fmla="*/ 1082390 h 2787466"/>
              <a:gd name="connsiteX1878" fmla="*/ 3046233 w 3600000"/>
              <a:gd name="connsiteY1878" fmla="*/ 1085858 h 2787466"/>
              <a:gd name="connsiteX1879" fmla="*/ 3031858 w 3600000"/>
              <a:gd name="connsiteY1879" fmla="*/ 1089956 h 2787466"/>
              <a:gd name="connsiteX1880" fmla="*/ 3020358 w 3600000"/>
              <a:gd name="connsiteY1880" fmla="*/ 1098783 h 2787466"/>
              <a:gd name="connsiteX1881" fmla="*/ 3024054 w 3600000"/>
              <a:gd name="connsiteY1881" fmla="*/ 1104773 h 2787466"/>
              <a:gd name="connsiteX1882" fmla="*/ 3016332 w 3600000"/>
              <a:gd name="connsiteY1882" fmla="*/ 1108298 h 2787466"/>
              <a:gd name="connsiteX1883" fmla="*/ 3018084 w 3600000"/>
              <a:gd name="connsiteY1883" fmla="*/ 1111617 h 2787466"/>
              <a:gd name="connsiteX1884" fmla="*/ 3033745 w 3600000"/>
              <a:gd name="connsiteY1884" fmla="*/ 1105642 h 2787466"/>
              <a:gd name="connsiteX1885" fmla="*/ 3025915 w 3600000"/>
              <a:gd name="connsiteY1885" fmla="*/ 1113503 h 2787466"/>
              <a:gd name="connsiteX1886" fmla="*/ 3042811 w 3600000"/>
              <a:gd name="connsiteY1886" fmla="*/ 1103598 h 2787466"/>
              <a:gd name="connsiteX1887" fmla="*/ 3042811 w 3600000"/>
              <a:gd name="connsiteY1887" fmla="*/ 1107529 h 2787466"/>
              <a:gd name="connsiteX1888" fmla="*/ 3045285 w 3600000"/>
              <a:gd name="connsiteY1888" fmla="*/ 1110516 h 2787466"/>
              <a:gd name="connsiteX1889" fmla="*/ 3034982 w 3600000"/>
              <a:gd name="connsiteY1889" fmla="*/ 1114447 h 2787466"/>
              <a:gd name="connsiteX1890" fmla="*/ 3036218 w 3600000"/>
              <a:gd name="connsiteY1890" fmla="*/ 1119478 h 2787466"/>
              <a:gd name="connsiteX1891" fmla="*/ 3048202 w 3600000"/>
              <a:gd name="connsiteY1891" fmla="*/ 1111536 h 2787466"/>
              <a:gd name="connsiteX1892" fmla="*/ 3048511 w 3600000"/>
              <a:gd name="connsiteY1892" fmla="*/ 1109477 h 2787466"/>
              <a:gd name="connsiteX1893" fmla="*/ 3047842 w 3600000"/>
              <a:gd name="connsiteY1893" fmla="*/ 1092813 h 2787466"/>
              <a:gd name="connsiteX1894" fmla="*/ 3156148 w 3600000"/>
              <a:gd name="connsiteY1894" fmla="*/ 1080801 h 2787466"/>
              <a:gd name="connsiteX1895" fmla="*/ 3145355 w 3600000"/>
              <a:gd name="connsiteY1895" fmla="*/ 1089330 h 2787466"/>
              <a:gd name="connsiteX1896" fmla="*/ 3138535 w 3600000"/>
              <a:gd name="connsiteY1896" fmla="*/ 1096502 h 2787466"/>
              <a:gd name="connsiteX1897" fmla="*/ 3138646 w 3600000"/>
              <a:gd name="connsiteY1897" fmla="*/ 1096667 h 2787466"/>
              <a:gd name="connsiteX1898" fmla="*/ 3138641 w 3600000"/>
              <a:gd name="connsiteY1898" fmla="*/ 1097460 h 2787466"/>
              <a:gd name="connsiteX1899" fmla="*/ 3149761 w 3600000"/>
              <a:gd name="connsiteY1899" fmla="*/ 1091511 h 2787466"/>
              <a:gd name="connsiteX1900" fmla="*/ 3156148 w 3600000"/>
              <a:gd name="connsiteY1900" fmla="*/ 1080801 h 2787466"/>
              <a:gd name="connsiteX1901" fmla="*/ 2798006 w 3600000"/>
              <a:gd name="connsiteY1901" fmla="*/ 1079700 h 2787466"/>
              <a:gd name="connsiteX1902" fmla="*/ 2788939 w 3600000"/>
              <a:gd name="connsiteY1902" fmla="*/ 1091649 h 2787466"/>
              <a:gd name="connsiteX1903" fmla="*/ 2791946 w 3600000"/>
              <a:gd name="connsiteY1903" fmla="*/ 1091525 h 2787466"/>
              <a:gd name="connsiteX1904" fmla="*/ 2793013 w 3600000"/>
              <a:gd name="connsiteY1904" fmla="*/ 1088428 h 2787466"/>
              <a:gd name="connsiteX1905" fmla="*/ 2794984 w 3600000"/>
              <a:gd name="connsiteY1905" fmla="*/ 1091399 h 2787466"/>
              <a:gd name="connsiteX1906" fmla="*/ 2794999 w 3600000"/>
              <a:gd name="connsiteY1906" fmla="*/ 1091398 h 2787466"/>
              <a:gd name="connsiteX1907" fmla="*/ 2805837 w 3600000"/>
              <a:gd name="connsiteY1907" fmla="*/ 1082687 h 2787466"/>
              <a:gd name="connsiteX1908" fmla="*/ 2798006 w 3600000"/>
              <a:gd name="connsiteY1908" fmla="*/ 1079700 h 2787466"/>
              <a:gd name="connsiteX1909" fmla="*/ 3211190 w 3600000"/>
              <a:gd name="connsiteY1909" fmla="*/ 1075950 h 2787466"/>
              <a:gd name="connsiteX1910" fmla="*/ 3204931 w 3600000"/>
              <a:gd name="connsiteY1910" fmla="*/ 1097975 h 2787466"/>
              <a:gd name="connsiteX1911" fmla="*/ 3211190 w 3600000"/>
              <a:gd name="connsiteY1911" fmla="*/ 1075950 h 2787466"/>
              <a:gd name="connsiteX1912" fmla="*/ 3029358 w 3600000"/>
              <a:gd name="connsiteY1912" fmla="*/ 1064857 h 2787466"/>
              <a:gd name="connsiteX1913" fmla="*/ 3034481 w 3600000"/>
              <a:gd name="connsiteY1913" fmla="*/ 1077870 h 2787466"/>
              <a:gd name="connsiteX1914" fmla="*/ 3029358 w 3600000"/>
              <a:gd name="connsiteY1914" fmla="*/ 1064857 h 2787466"/>
              <a:gd name="connsiteX1915" fmla="*/ 3373435 w 3600000"/>
              <a:gd name="connsiteY1915" fmla="*/ 1063471 h 2787466"/>
              <a:gd name="connsiteX1916" fmla="*/ 3360316 w 3600000"/>
              <a:gd name="connsiteY1916" fmla="*/ 1071438 h 2787466"/>
              <a:gd name="connsiteX1917" fmla="*/ 3373435 w 3600000"/>
              <a:gd name="connsiteY1917" fmla="*/ 1063471 h 2787466"/>
              <a:gd name="connsiteX1918" fmla="*/ 2824896 w 3600000"/>
              <a:gd name="connsiteY1918" fmla="*/ 1060936 h 2787466"/>
              <a:gd name="connsiteX1919" fmla="*/ 2822234 w 3600000"/>
              <a:gd name="connsiteY1919" fmla="*/ 1068861 h 2787466"/>
              <a:gd name="connsiteX1920" fmla="*/ 2811790 w 3600000"/>
              <a:gd name="connsiteY1920" fmla="*/ 1068861 h 2787466"/>
              <a:gd name="connsiteX1921" fmla="*/ 2814452 w 3600000"/>
              <a:gd name="connsiteY1921" fmla="*/ 1062024 h 2787466"/>
              <a:gd name="connsiteX1922" fmla="*/ 2821005 w 3600000"/>
              <a:gd name="connsiteY1922" fmla="*/ 1063888 h 2787466"/>
              <a:gd name="connsiteX1923" fmla="*/ 2824896 w 3600000"/>
              <a:gd name="connsiteY1923" fmla="*/ 1060936 h 2787466"/>
              <a:gd name="connsiteX1924" fmla="*/ 143367 w 3600000"/>
              <a:gd name="connsiteY1924" fmla="*/ 1059545 h 2787466"/>
              <a:gd name="connsiteX1925" fmla="*/ 135586 w 3600000"/>
              <a:gd name="connsiteY1925" fmla="*/ 1076484 h 2787466"/>
              <a:gd name="connsiteX1926" fmla="*/ 143367 w 3600000"/>
              <a:gd name="connsiteY1926" fmla="*/ 1059545 h 2787466"/>
              <a:gd name="connsiteX1927" fmla="*/ 3390971 w 3600000"/>
              <a:gd name="connsiteY1927" fmla="*/ 1053071 h 2787466"/>
              <a:gd name="connsiteX1928" fmla="*/ 3384686 w 3600000"/>
              <a:gd name="connsiteY1928" fmla="*/ 1103523 h 2787466"/>
              <a:gd name="connsiteX1929" fmla="*/ 3390971 w 3600000"/>
              <a:gd name="connsiteY1929" fmla="*/ 1053071 h 2787466"/>
              <a:gd name="connsiteX1930" fmla="*/ 3456430 w 3600000"/>
              <a:gd name="connsiteY1930" fmla="*/ 1049605 h 2787466"/>
              <a:gd name="connsiteX1931" fmla="*/ 3433011 w 3600000"/>
              <a:gd name="connsiteY1931" fmla="*/ 1082032 h 2787466"/>
              <a:gd name="connsiteX1932" fmla="*/ 3456430 w 3600000"/>
              <a:gd name="connsiteY1932" fmla="*/ 1049605 h 2787466"/>
              <a:gd name="connsiteX1933" fmla="*/ 2850402 w 3600000"/>
              <a:gd name="connsiteY1933" fmla="*/ 1048792 h 2787466"/>
              <a:gd name="connsiteX1934" fmla="*/ 2849755 w 3600000"/>
              <a:gd name="connsiteY1934" fmla="*/ 1049277 h 2787466"/>
              <a:gd name="connsiteX1935" fmla="*/ 2848548 w 3600000"/>
              <a:gd name="connsiteY1935" fmla="*/ 1051717 h 2787466"/>
              <a:gd name="connsiteX1936" fmla="*/ 2849975 w 3600000"/>
              <a:gd name="connsiteY1936" fmla="*/ 1052885 h 2787466"/>
              <a:gd name="connsiteX1937" fmla="*/ 2851457 w 3600000"/>
              <a:gd name="connsiteY1937" fmla="*/ 1052278 h 2787466"/>
              <a:gd name="connsiteX1938" fmla="*/ 3344934 w 3600000"/>
              <a:gd name="connsiteY1938" fmla="*/ 1046832 h 2787466"/>
              <a:gd name="connsiteX1939" fmla="*/ 3342230 w 3600000"/>
              <a:gd name="connsiteY1939" fmla="*/ 1059845 h 2787466"/>
              <a:gd name="connsiteX1940" fmla="*/ 3344934 w 3600000"/>
              <a:gd name="connsiteY1940" fmla="*/ 1046832 h 2787466"/>
              <a:gd name="connsiteX1941" fmla="*/ 2830849 w 3600000"/>
              <a:gd name="connsiteY1941" fmla="*/ 1045849 h 2787466"/>
              <a:gd name="connsiteX1942" fmla="*/ 2832097 w 3600000"/>
              <a:gd name="connsiteY1942" fmla="*/ 1058702 h 2787466"/>
              <a:gd name="connsiteX1943" fmla="*/ 2825648 w 3600000"/>
              <a:gd name="connsiteY1943" fmla="*/ 1056664 h 2787466"/>
              <a:gd name="connsiteX1944" fmla="*/ 2825648 w 3600000"/>
              <a:gd name="connsiteY1944" fmla="*/ 1048827 h 2787466"/>
              <a:gd name="connsiteX1945" fmla="*/ 2832097 w 3600000"/>
              <a:gd name="connsiteY1945" fmla="*/ 1047730 h 2787466"/>
              <a:gd name="connsiteX1946" fmla="*/ 2830849 w 3600000"/>
              <a:gd name="connsiteY1946" fmla="*/ 1045849 h 2787466"/>
              <a:gd name="connsiteX1947" fmla="*/ 3038897 w 3600000"/>
              <a:gd name="connsiteY1947" fmla="*/ 1044954 h 2787466"/>
              <a:gd name="connsiteX1948" fmla="*/ 3034982 w 3600000"/>
              <a:gd name="connsiteY1948" fmla="*/ 1049985 h 2787466"/>
              <a:gd name="connsiteX1949" fmla="*/ 3037660 w 3600000"/>
              <a:gd name="connsiteY1949" fmla="*/ 1060833 h 2787466"/>
              <a:gd name="connsiteX1950" fmla="*/ 3035411 w 3600000"/>
              <a:gd name="connsiteY1950" fmla="*/ 1060655 h 2787466"/>
              <a:gd name="connsiteX1951" fmla="*/ 3034797 w 3600000"/>
              <a:gd name="connsiteY1951" fmla="*/ 1062617 h 2787466"/>
              <a:gd name="connsiteX1952" fmla="*/ 3029555 w 3600000"/>
              <a:gd name="connsiteY1952" fmla="*/ 1054458 h 2787466"/>
              <a:gd name="connsiteX1953" fmla="*/ 3030436 w 3600000"/>
              <a:gd name="connsiteY1953" fmla="*/ 1054952 h 2787466"/>
              <a:gd name="connsiteX1954" fmla="*/ 3030271 w 3600000"/>
              <a:gd name="connsiteY1954" fmla="*/ 1054487 h 2787466"/>
              <a:gd name="connsiteX1955" fmla="*/ 3027426 w 3600000"/>
              <a:gd name="connsiteY1955" fmla="*/ 1053106 h 2787466"/>
              <a:gd name="connsiteX1956" fmla="*/ 3025797 w 3600000"/>
              <a:gd name="connsiteY1956" fmla="*/ 1068917 h 2787466"/>
              <a:gd name="connsiteX1957" fmla="*/ 3011091 w 3600000"/>
              <a:gd name="connsiteY1957" fmla="*/ 1077466 h 2787466"/>
              <a:gd name="connsiteX1958" fmla="*/ 2998526 w 3600000"/>
              <a:gd name="connsiteY1958" fmla="*/ 1086742 h 2787466"/>
              <a:gd name="connsiteX1959" fmla="*/ 2998508 w 3600000"/>
              <a:gd name="connsiteY1959" fmla="*/ 1087719 h 2787466"/>
              <a:gd name="connsiteX1960" fmla="*/ 3015406 w 3600000"/>
              <a:gd name="connsiteY1960" fmla="*/ 1087719 h 2787466"/>
              <a:gd name="connsiteX1961" fmla="*/ 2985526 w 3600000"/>
              <a:gd name="connsiteY1961" fmla="*/ 1111617 h 2787466"/>
              <a:gd name="connsiteX1962" fmla="*/ 2989442 w 3600000"/>
              <a:gd name="connsiteY1962" fmla="*/ 1113503 h 2787466"/>
              <a:gd name="connsiteX1963" fmla="*/ 2981148 w 3600000"/>
              <a:gd name="connsiteY1963" fmla="*/ 1109926 h 2787466"/>
              <a:gd name="connsiteX1964" fmla="*/ 2979212 w 3600000"/>
              <a:gd name="connsiteY1964" fmla="*/ 1106760 h 2787466"/>
              <a:gd name="connsiteX1965" fmla="*/ 2975543 w 3600000"/>
              <a:gd name="connsiteY1965" fmla="*/ 1113587 h 2787466"/>
              <a:gd name="connsiteX1966" fmla="*/ 2975543 w 3600000"/>
              <a:gd name="connsiteY1966" fmla="*/ 1106673 h 2787466"/>
              <a:gd name="connsiteX1967" fmla="*/ 2973411 w 3600000"/>
              <a:gd name="connsiteY1967" fmla="*/ 1107076 h 2787466"/>
              <a:gd name="connsiteX1968" fmla="*/ 2972637 w 3600000"/>
              <a:gd name="connsiteY1968" fmla="*/ 1110078 h 2787466"/>
              <a:gd name="connsiteX1969" fmla="*/ 2970996 w 3600000"/>
              <a:gd name="connsiteY1969" fmla="*/ 1110612 h 2787466"/>
              <a:gd name="connsiteX1970" fmla="*/ 2971151 w 3600000"/>
              <a:gd name="connsiteY1970" fmla="*/ 1111505 h 2787466"/>
              <a:gd name="connsiteX1971" fmla="*/ 2972055 w 3600000"/>
              <a:gd name="connsiteY1971" fmla="*/ 1115203 h 2787466"/>
              <a:gd name="connsiteX1972" fmla="*/ 2970022 w 3600000"/>
              <a:gd name="connsiteY1972" fmla="*/ 1115402 h 2787466"/>
              <a:gd name="connsiteX1973" fmla="*/ 2972261 w 3600000"/>
              <a:gd name="connsiteY1973" fmla="*/ 1115761 h 2787466"/>
              <a:gd name="connsiteX1974" fmla="*/ 2973752 w 3600000"/>
              <a:gd name="connsiteY1974" fmla="*/ 1118281 h 2787466"/>
              <a:gd name="connsiteX1975" fmla="*/ 2974752 w 3600000"/>
              <a:gd name="connsiteY1975" fmla="*/ 1118371 h 2787466"/>
              <a:gd name="connsiteX1976" fmla="*/ 2976991 w 3600000"/>
              <a:gd name="connsiteY1976" fmla="*/ 1120502 h 2787466"/>
              <a:gd name="connsiteX1977" fmla="*/ 2964046 w 3600000"/>
              <a:gd name="connsiteY1977" fmla="*/ 1122700 h 2787466"/>
              <a:gd name="connsiteX1978" fmla="*/ 2956754 w 3600000"/>
              <a:gd name="connsiteY1978" fmla="*/ 1126048 h 2787466"/>
              <a:gd name="connsiteX1979" fmla="*/ 2955440 w 3600000"/>
              <a:gd name="connsiteY1979" fmla="*/ 1132370 h 2787466"/>
              <a:gd name="connsiteX1980" fmla="*/ 2946123 w 3600000"/>
              <a:gd name="connsiteY1980" fmla="*/ 1137457 h 2787466"/>
              <a:gd name="connsiteX1981" fmla="*/ 2942884 w 3600000"/>
              <a:gd name="connsiteY1981" fmla="*/ 1142346 h 2787466"/>
              <a:gd name="connsiteX1982" fmla="*/ 2940087 w 3600000"/>
              <a:gd name="connsiteY1982" fmla="*/ 1140686 h 2787466"/>
              <a:gd name="connsiteX1983" fmla="*/ 2937043 w 3600000"/>
              <a:gd name="connsiteY1983" fmla="*/ 1142227 h 2787466"/>
              <a:gd name="connsiteX1984" fmla="*/ 2939143 w 3600000"/>
              <a:gd name="connsiteY1984" fmla="*/ 1143805 h 2787466"/>
              <a:gd name="connsiteX1985" fmla="*/ 2939720 w 3600000"/>
              <a:gd name="connsiteY1985" fmla="*/ 1150224 h 2787466"/>
              <a:gd name="connsiteX1986" fmla="*/ 2933189 w 3600000"/>
              <a:gd name="connsiteY1986" fmla="*/ 1148075 h 2787466"/>
              <a:gd name="connsiteX1987" fmla="*/ 2930086 w 3600000"/>
              <a:gd name="connsiteY1987" fmla="*/ 1145746 h 2787466"/>
              <a:gd name="connsiteX1988" fmla="*/ 2927003 w 3600000"/>
              <a:gd name="connsiteY1988" fmla="*/ 1147307 h 2787466"/>
              <a:gd name="connsiteX1989" fmla="*/ 2927515 w 3600000"/>
              <a:gd name="connsiteY1989" fmla="*/ 1145242 h 2787466"/>
              <a:gd name="connsiteX1990" fmla="*/ 2926811 w 3600000"/>
              <a:gd name="connsiteY1990" fmla="*/ 1145222 h 2787466"/>
              <a:gd name="connsiteX1991" fmla="*/ 2925275 w 3600000"/>
              <a:gd name="connsiteY1991" fmla="*/ 1141431 h 2787466"/>
              <a:gd name="connsiteX1992" fmla="*/ 2925511 w 3600000"/>
              <a:gd name="connsiteY1992" fmla="*/ 1140955 h 2787466"/>
              <a:gd name="connsiteX1993" fmla="*/ 2925152 w 3600000"/>
              <a:gd name="connsiteY1993" fmla="*/ 1141171 h 2787466"/>
              <a:gd name="connsiteX1994" fmla="*/ 2918941 w 3600000"/>
              <a:gd name="connsiteY1994" fmla="*/ 1153045 h 2787466"/>
              <a:gd name="connsiteX1995" fmla="*/ 2903512 w 3600000"/>
              <a:gd name="connsiteY1995" fmla="*/ 1164287 h 2787466"/>
              <a:gd name="connsiteX1996" fmla="*/ 2893002 w 3600000"/>
              <a:gd name="connsiteY1996" fmla="*/ 1161299 h 2787466"/>
              <a:gd name="connsiteX1997" fmla="*/ 2882699 w 3600000"/>
              <a:gd name="connsiteY1997" fmla="*/ 1172148 h 2787466"/>
              <a:gd name="connsiteX1998" fmla="*/ 2875435 w 3600000"/>
              <a:gd name="connsiteY1998" fmla="*/ 1170694 h 2787466"/>
              <a:gd name="connsiteX1999" fmla="*/ 2874850 w 3600000"/>
              <a:gd name="connsiteY1999" fmla="*/ 1169878 h 2787466"/>
              <a:gd name="connsiteX2000" fmla="*/ 2857675 w 3600000"/>
              <a:gd name="connsiteY2000" fmla="*/ 1183208 h 2787466"/>
              <a:gd name="connsiteX2001" fmla="*/ 2848416 w 3600000"/>
              <a:gd name="connsiteY2001" fmla="*/ 1187321 h 2787466"/>
              <a:gd name="connsiteX2002" fmla="*/ 2846649 w 3600000"/>
              <a:gd name="connsiteY2002" fmla="*/ 1191478 h 2787466"/>
              <a:gd name="connsiteX2003" fmla="*/ 2843789 w 3600000"/>
              <a:gd name="connsiteY2003" fmla="*/ 1193652 h 2787466"/>
              <a:gd name="connsiteX2004" fmla="*/ 2848380 w 3600000"/>
              <a:gd name="connsiteY2004" fmla="*/ 1191983 h 2787466"/>
              <a:gd name="connsiteX2005" fmla="*/ 2853973 w 3600000"/>
              <a:gd name="connsiteY2005" fmla="*/ 1196194 h 2787466"/>
              <a:gd name="connsiteX2006" fmla="*/ 2814805 w 3600000"/>
              <a:gd name="connsiteY2006" fmla="*/ 1218683 h 2787466"/>
              <a:gd name="connsiteX2007" fmla="*/ 2808890 w 3600000"/>
              <a:gd name="connsiteY2007" fmla="*/ 1228789 h 2787466"/>
              <a:gd name="connsiteX2008" fmla="*/ 2810628 w 3600000"/>
              <a:gd name="connsiteY2008" fmla="*/ 1226410 h 2787466"/>
              <a:gd name="connsiteX2009" fmla="*/ 2827885 w 3600000"/>
              <a:gd name="connsiteY2009" fmla="*/ 1219787 h 2787466"/>
              <a:gd name="connsiteX2010" fmla="*/ 2829328 w 3600000"/>
              <a:gd name="connsiteY2010" fmla="*/ 1227806 h 2787466"/>
              <a:gd name="connsiteX2011" fmla="*/ 2839632 w 3600000"/>
              <a:gd name="connsiteY2011" fmla="*/ 1214913 h 2787466"/>
              <a:gd name="connsiteX2012" fmla="*/ 2839632 w 3600000"/>
              <a:gd name="connsiteY2012" fmla="*/ 1225761 h 2787466"/>
              <a:gd name="connsiteX2013" fmla="*/ 2843547 w 3600000"/>
              <a:gd name="connsiteY2013" fmla="*/ 1209881 h 2787466"/>
              <a:gd name="connsiteX2014" fmla="*/ 2852614 w 3600000"/>
              <a:gd name="connsiteY2014" fmla="*/ 1218843 h 2787466"/>
              <a:gd name="connsiteX2015" fmla="*/ 2855292 w 3600000"/>
              <a:gd name="connsiteY2015" fmla="*/ 1205951 h 2787466"/>
              <a:gd name="connsiteX2016" fmla="*/ 2870953 w 3600000"/>
              <a:gd name="connsiteY2016" fmla="*/ 1197933 h 2787466"/>
              <a:gd name="connsiteX2017" fmla="*/ 2876105 w 3600000"/>
              <a:gd name="connsiteY2017" fmla="*/ 1194002 h 2787466"/>
              <a:gd name="connsiteX2018" fmla="*/ 2890529 w 3600000"/>
              <a:gd name="connsiteY2018" fmla="*/ 1196046 h 2787466"/>
              <a:gd name="connsiteX2019" fmla="*/ 2885172 w 3600000"/>
              <a:gd name="connsiteY2019" fmla="*/ 1187084 h 2787466"/>
              <a:gd name="connsiteX2020" fmla="*/ 2904748 w 3600000"/>
              <a:gd name="connsiteY2020" fmla="*/ 1179065 h 2787466"/>
              <a:gd name="connsiteX2021" fmla="*/ 2890529 w 3600000"/>
              <a:gd name="connsiteY2021" fmla="*/ 1187084 h 2787466"/>
              <a:gd name="connsiteX2022" fmla="*/ 2929476 w 3600000"/>
              <a:gd name="connsiteY2022" fmla="*/ 1178123 h 2787466"/>
              <a:gd name="connsiteX2023" fmla="*/ 2947816 w 3600000"/>
              <a:gd name="connsiteY2023" fmla="*/ 1162243 h 2787466"/>
              <a:gd name="connsiteX2024" fmla="*/ 2930713 w 3600000"/>
              <a:gd name="connsiteY2024" fmla="*/ 1173091 h 2787466"/>
              <a:gd name="connsiteX2025" fmla="*/ 2920409 w 3600000"/>
              <a:gd name="connsiteY2025" fmla="*/ 1173091 h 2787466"/>
              <a:gd name="connsiteX2026" fmla="*/ 2923087 w 3600000"/>
              <a:gd name="connsiteY2026" fmla="*/ 1166173 h 2787466"/>
              <a:gd name="connsiteX2027" fmla="*/ 2949052 w 3600000"/>
              <a:gd name="connsiteY2027" fmla="*/ 1157212 h 2787466"/>
              <a:gd name="connsiteX2028" fmla="*/ 2956883 w 3600000"/>
              <a:gd name="connsiteY2028" fmla="*/ 1164287 h 2787466"/>
              <a:gd name="connsiteX2029" fmla="*/ 2981611 w 3600000"/>
              <a:gd name="connsiteY2029" fmla="*/ 1147307 h 2787466"/>
              <a:gd name="connsiteX2030" fmla="*/ 2980375 w 3600000"/>
              <a:gd name="connsiteY2030" fmla="*/ 1132370 h 2787466"/>
              <a:gd name="connsiteX2031" fmla="*/ 2982847 w 3600000"/>
              <a:gd name="connsiteY2031" fmla="*/ 1128439 h 2787466"/>
              <a:gd name="connsiteX2032" fmla="*/ 2998508 w 3600000"/>
              <a:gd name="connsiteY2032" fmla="*/ 1134414 h 2787466"/>
              <a:gd name="connsiteX2033" fmla="*/ 3001110 w 3600000"/>
              <a:gd name="connsiteY2033" fmla="*/ 1126789 h 2787466"/>
              <a:gd name="connsiteX2034" fmla="*/ 2996620 w 3600000"/>
              <a:gd name="connsiteY2034" fmla="*/ 1122311 h 2787466"/>
              <a:gd name="connsiteX2035" fmla="*/ 2997001 w 3600000"/>
              <a:gd name="connsiteY2035" fmla="*/ 1122929 h 2787466"/>
              <a:gd name="connsiteX2036" fmla="*/ 2993043 w 3600000"/>
              <a:gd name="connsiteY2036" fmla="*/ 1126683 h 2787466"/>
              <a:gd name="connsiteX2037" fmla="*/ 2978669 w 3600000"/>
              <a:gd name="connsiteY2037" fmla="*/ 1127787 h 2787466"/>
              <a:gd name="connsiteX2038" fmla="*/ 3024054 w 3600000"/>
              <a:gd name="connsiteY2038" fmla="*/ 1086961 h 2787466"/>
              <a:gd name="connsiteX2039" fmla="*/ 3035760 w 3600000"/>
              <a:gd name="connsiteY2039" fmla="*/ 1086961 h 2787466"/>
              <a:gd name="connsiteX2040" fmla="*/ 3033295 w 3600000"/>
              <a:gd name="connsiteY2040" fmla="*/ 1081917 h 2787466"/>
              <a:gd name="connsiteX2041" fmla="*/ 3043094 w 3600000"/>
              <a:gd name="connsiteY2041" fmla="*/ 1076107 h 2787466"/>
              <a:gd name="connsiteX2042" fmla="*/ 3052658 w 3600000"/>
              <a:gd name="connsiteY2042" fmla="*/ 1072454 h 2787466"/>
              <a:gd name="connsiteX2043" fmla="*/ 3054435 w 3600000"/>
              <a:gd name="connsiteY2043" fmla="*/ 1064987 h 2787466"/>
              <a:gd name="connsiteX2044" fmla="*/ 3052587 w 3600000"/>
              <a:gd name="connsiteY2044" fmla="*/ 1055825 h 2787466"/>
              <a:gd name="connsiteX2045" fmla="*/ 3051246 w 3600000"/>
              <a:gd name="connsiteY2045" fmla="*/ 1051530 h 2787466"/>
              <a:gd name="connsiteX2046" fmla="*/ 3047629 w 3600000"/>
              <a:gd name="connsiteY2046" fmla="*/ 1052527 h 2787466"/>
              <a:gd name="connsiteX2047" fmla="*/ 3044048 w 3600000"/>
              <a:gd name="connsiteY2047" fmla="*/ 1055959 h 2787466"/>
              <a:gd name="connsiteX2048" fmla="*/ 3038897 w 3600000"/>
              <a:gd name="connsiteY2048" fmla="*/ 1044954 h 2787466"/>
              <a:gd name="connsiteX2049" fmla="*/ 2683434 w 3600000"/>
              <a:gd name="connsiteY2049" fmla="*/ 1042909 h 2787466"/>
              <a:gd name="connsiteX2050" fmla="*/ 2681992 w 3600000"/>
              <a:gd name="connsiteY2050" fmla="*/ 1053915 h 2787466"/>
              <a:gd name="connsiteX2051" fmla="*/ 2689822 w 3600000"/>
              <a:gd name="connsiteY2051" fmla="*/ 1042909 h 2787466"/>
              <a:gd name="connsiteX2052" fmla="*/ 2687350 w 3600000"/>
              <a:gd name="connsiteY2052" fmla="*/ 1044010 h 2787466"/>
              <a:gd name="connsiteX2053" fmla="*/ 2683434 w 3600000"/>
              <a:gd name="connsiteY2053" fmla="*/ 1042909 h 2787466"/>
              <a:gd name="connsiteX2054" fmla="*/ 3235377 w 3600000"/>
              <a:gd name="connsiteY2054" fmla="*/ 1039206 h 2787466"/>
              <a:gd name="connsiteX2055" fmla="*/ 3234152 w 3600000"/>
              <a:gd name="connsiteY2055" fmla="*/ 1053119 h 2787466"/>
              <a:gd name="connsiteX2056" fmla="*/ 3221287 w 3600000"/>
              <a:gd name="connsiteY2056" fmla="*/ 1050149 h 2787466"/>
              <a:gd name="connsiteX2057" fmla="*/ 3235377 w 3600000"/>
              <a:gd name="connsiteY2057" fmla="*/ 1039206 h 2787466"/>
              <a:gd name="connsiteX2058" fmla="*/ 2880020 w 3600000"/>
              <a:gd name="connsiteY2058" fmla="*/ 1038036 h 2787466"/>
              <a:gd name="connsiteX2059" fmla="*/ 2867038 w 3600000"/>
              <a:gd name="connsiteY2059" fmla="*/ 1053915 h 2787466"/>
              <a:gd name="connsiteX2060" fmla="*/ 2880020 w 3600000"/>
              <a:gd name="connsiteY2060" fmla="*/ 1038036 h 2787466"/>
              <a:gd name="connsiteX2061" fmla="*/ 2811221 w 3600000"/>
              <a:gd name="connsiteY2061" fmla="*/ 1037336 h 2787466"/>
              <a:gd name="connsiteX2062" fmla="*/ 2819445 w 3600000"/>
              <a:gd name="connsiteY2062" fmla="*/ 1040809 h 2787466"/>
              <a:gd name="connsiteX2063" fmla="*/ 2811705 w 3600000"/>
              <a:gd name="connsiteY2063" fmla="*/ 1040809 h 2787466"/>
              <a:gd name="connsiteX2064" fmla="*/ 2811221 w 3600000"/>
              <a:gd name="connsiteY2064" fmla="*/ 1037336 h 2787466"/>
              <a:gd name="connsiteX2065" fmla="*/ 195275 w 3600000"/>
              <a:gd name="connsiteY2065" fmla="*/ 1031207 h 2787466"/>
              <a:gd name="connsiteX2066" fmla="*/ 183528 w 3600000"/>
              <a:gd name="connsiteY2066" fmla="*/ 1036080 h 2787466"/>
              <a:gd name="connsiteX2067" fmla="*/ 180849 w 3600000"/>
              <a:gd name="connsiteY2067" fmla="*/ 1048027 h 2787466"/>
              <a:gd name="connsiteX2068" fmla="*/ 195275 w 3600000"/>
              <a:gd name="connsiteY2068" fmla="*/ 1031207 h 2787466"/>
              <a:gd name="connsiteX2069" fmla="*/ 3163978 w 3600000"/>
              <a:gd name="connsiteY2069" fmla="*/ 1030018 h 2787466"/>
              <a:gd name="connsiteX2070" fmla="*/ 3146875 w 3600000"/>
              <a:gd name="connsiteY2070" fmla="*/ 1035992 h 2787466"/>
              <a:gd name="connsiteX2071" fmla="*/ 3160063 w 3600000"/>
              <a:gd name="connsiteY2071" fmla="*/ 1037093 h 2787466"/>
              <a:gd name="connsiteX2072" fmla="*/ 3145639 w 3600000"/>
              <a:gd name="connsiteY2072" fmla="*/ 1047940 h 2787466"/>
              <a:gd name="connsiteX2073" fmla="*/ 3145639 w 3600000"/>
              <a:gd name="connsiteY2073" fmla="*/ 1053915 h 2787466"/>
              <a:gd name="connsiteX2074" fmla="*/ 3163978 w 3600000"/>
              <a:gd name="connsiteY2074" fmla="*/ 1030018 h 2787466"/>
              <a:gd name="connsiteX2075" fmla="*/ 3491773 w 3600000"/>
              <a:gd name="connsiteY2075" fmla="*/ 1025341 h 2787466"/>
              <a:gd name="connsiteX2076" fmla="*/ 3491773 w 3600000"/>
              <a:gd name="connsiteY2076" fmla="*/ 1040432 h 2787466"/>
              <a:gd name="connsiteX2077" fmla="*/ 3491773 w 3600000"/>
              <a:gd name="connsiteY2077" fmla="*/ 1025341 h 2787466"/>
              <a:gd name="connsiteX2078" fmla="*/ 3407359 w 3600000"/>
              <a:gd name="connsiteY2078" fmla="*/ 1019795 h 2787466"/>
              <a:gd name="connsiteX2079" fmla="*/ 3403299 w 3600000"/>
              <a:gd name="connsiteY2079" fmla="*/ 1032740 h 2787466"/>
              <a:gd name="connsiteX2080" fmla="*/ 3394445 w 3600000"/>
              <a:gd name="connsiteY2080" fmla="*/ 1048394 h 2787466"/>
              <a:gd name="connsiteX2081" fmla="*/ 3394291 w 3600000"/>
              <a:gd name="connsiteY2081" fmla="*/ 1048755 h 2787466"/>
              <a:gd name="connsiteX2082" fmla="*/ 3394257 w 3600000"/>
              <a:gd name="connsiteY2082" fmla="*/ 1048726 h 2787466"/>
              <a:gd name="connsiteX2083" fmla="*/ 3394240 w 3600000"/>
              <a:gd name="connsiteY2083" fmla="*/ 1048754 h 2787466"/>
              <a:gd name="connsiteX2084" fmla="*/ 3394237 w 3600000"/>
              <a:gd name="connsiteY2084" fmla="*/ 1048710 h 2787466"/>
              <a:gd name="connsiteX2085" fmla="*/ 3390657 w 3600000"/>
              <a:gd name="connsiteY2085" fmla="*/ 1045676 h 2787466"/>
              <a:gd name="connsiteX2086" fmla="*/ 3392464 w 3600000"/>
              <a:gd name="connsiteY2086" fmla="*/ 1041290 h 2787466"/>
              <a:gd name="connsiteX2087" fmla="*/ 3393524 w 3600000"/>
              <a:gd name="connsiteY2087" fmla="*/ 1039497 h 2787466"/>
              <a:gd name="connsiteX2088" fmla="*/ 3392913 w 3600000"/>
              <a:gd name="connsiteY2088" fmla="*/ 1031618 h 2787466"/>
              <a:gd name="connsiteX2089" fmla="*/ 3407359 w 3600000"/>
              <a:gd name="connsiteY2089" fmla="*/ 1019795 h 2787466"/>
              <a:gd name="connsiteX2090" fmla="*/ 3361929 w 3600000"/>
              <a:gd name="connsiteY2090" fmla="*/ 1017885 h 2787466"/>
              <a:gd name="connsiteX2091" fmla="*/ 3352918 w 3600000"/>
              <a:gd name="connsiteY2091" fmla="*/ 1037662 h 2787466"/>
              <a:gd name="connsiteX2092" fmla="*/ 3361929 w 3600000"/>
              <a:gd name="connsiteY2092" fmla="*/ 1017885 h 2787466"/>
              <a:gd name="connsiteX2093" fmla="*/ 2873678 w 3600000"/>
              <a:gd name="connsiteY2093" fmla="*/ 1014942 h 2787466"/>
              <a:gd name="connsiteX2094" fmla="*/ 2863266 w 3600000"/>
              <a:gd name="connsiteY2094" fmla="*/ 1031426 h 2787466"/>
              <a:gd name="connsiteX2095" fmla="*/ 2873678 w 3600000"/>
              <a:gd name="connsiteY2095" fmla="*/ 1014942 h 2787466"/>
              <a:gd name="connsiteX2096" fmla="*/ 2041131 w 3600000"/>
              <a:gd name="connsiteY2096" fmla="*/ 1012566 h 2787466"/>
              <a:gd name="connsiteX2097" fmla="*/ 2041176 w 3600000"/>
              <a:gd name="connsiteY2097" fmla="*/ 1012899 h 2787466"/>
              <a:gd name="connsiteX2098" fmla="*/ 2044296 w 3600000"/>
              <a:gd name="connsiteY2098" fmla="*/ 1013027 h 2787466"/>
              <a:gd name="connsiteX2099" fmla="*/ 2044191 w 3600000"/>
              <a:gd name="connsiteY2099" fmla="*/ 1013010 h 2787466"/>
              <a:gd name="connsiteX2100" fmla="*/ 3044048 w 3600000"/>
              <a:gd name="connsiteY2100" fmla="*/ 1012251 h 2787466"/>
              <a:gd name="connsiteX2101" fmla="*/ 3041575 w 3600000"/>
              <a:gd name="connsiteY2101" fmla="*/ 1016181 h 2787466"/>
              <a:gd name="connsiteX2102" fmla="*/ 3029830 w 3600000"/>
              <a:gd name="connsiteY2102" fmla="*/ 1038036 h 2787466"/>
              <a:gd name="connsiteX2103" fmla="*/ 3046727 w 3600000"/>
              <a:gd name="connsiteY2103" fmla="*/ 1020112 h 2787466"/>
              <a:gd name="connsiteX2104" fmla="*/ 3044048 w 3600000"/>
              <a:gd name="connsiteY2104" fmla="*/ 1012251 h 2787466"/>
              <a:gd name="connsiteX2105" fmla="*/ 2045866 w 3600000"/>
              <a:gd name="connsiteY2105" fmla="*/ 1010639 h 2787466"/>
              <a:gd name="connsiteX2106" fmla="*/ 2045924 w 3600000"/>
              <a:gd name="connsiteY2106" fmla="*/ 1011241 h 2787466"/>
              <a:gd name="connsiteX2107" fmla="*/ 2046236 w 3600000"/>
              <a:gd name="connsiteY2107" fmla="*/ 1013107 h 2787466"/>
              <a:gd name="connsiteX2108" fmla="*/ 2054321 w 3600000"/>
              <a:gd name="connsiteY2108" fmla="*/ 1013437 h 2787466"/>
              <a:gd name="connsiteX2109" fmla="*/ 2054272 w 3600000"/>
              <a:gd name="connsiteY2109" fmla="*/ 1012722 h 2787466"/>
              <a:gd name="connsiteX2110" fmla="*/ 2046612 w 3600000"/>
              <a:gd name="connsiteY2110" fmla="*/ 1011757 h 2787466"/>
              <a:gd name="connsiteX2111" fmla="*/ 3149013 w 3600000"/>
              <a:gd name="connsiteY2111" fmla="*/ 1010157 h 2787466"/>
              <a:gd name="connsiteX2112" fmla="*/ 3146093 w 3600000"/>
              <a:gd name="connsiteY2112" fmla="*/ 1012420 h 2787466"/>
              <a:gd name="connsiteX2113" fmla="*/ 3137310 w 3600000"/>
              <a:gd name="connsiteY2113" fmla="*/ 1023102 h 2787466"/>
              <a:gd name="connsiteX2114" fmla="*/ 3132924 w 3600000"/>
              <a:gd name="connsiteY2114" fmla="*/ 1022723 h 2787466"/>
              <a:gd name="connsiteX2115" fmla="*/ 3133835 w 3600000"/>
              <a:gd name="connsiteY2115" fmla="*/ 1031306 h 2787466"/>
              <a:gd name="connsiteX2116" fmla="*/ 3142213 w 3600000"/>
              <a:gd name="connsiteY2116" fmla="*/ 1024038 h 2787466"/>
              <a:gd name="connsiteX2117" fmla="*/ 3150183 w 3600000"/>
              <a:gd name="connsiteY2117" fmla="*/ 1020164 h 2787466"/>
              <a:gd name="connsiteX2118" fmla="*/ 3146126 w 3600000"/>
              <a:gd name="connsiteY2118" fmla="*/ 1018644 h 2787466"/>
              <a:gd name="connsiteX2119" fmla="*/ 3147095 w 3600000"/>
              <a:gd name="connsiteY2119" fmla="*/ 1013928 h 2787466"/>
              <a:gd name="connsiteX2120" fmla="*/ 2086954 w 3600000"/>
              <a:gd name="connsiteY2120" fmla="*/ 1009051 h 2787466"/>
              <a:gd name="connsiteX2121" fmla="*/ 2082661 w 3600000"/>
              <a:gd name="connsiteY2121" fmla="*/ 1010313 h 2787466"/>
              <a:gd name="connsiteX2122" fmla="*/ 2081932 w 3600000"/>
              <a:gd name="connsiteY2122" fmla="*/ 1013269 h 2787466"/>
              <a:gd name="connsiteX2123" fmla="*/ 2081991 w 3600000"/>
              <a:gd name="connsiteY2123" fmla="*/ 1013287 h 2787466"/>
              <a:gd name="connsiteX2124" fmla="*/ 2081923 w 3600000"/>
              <a:gd name="connsiteY2124" fmla="*/ 1013306 h 2787466"/>
              <a:gd name="connsiteX2125" fmla="*/ 2081752 w 3600000"/>
              <a:gd name="connsiteY2125" fmla="*/ 1013996 h 2787466"/>
              <a:gd name="connsiteX2126" fmla="*/ 2086847 w 3600000"/>
              <a:gd name="connsiteY2126" fmla="*/ 1011395 h 2787466"/>
              <a:gd name="connsiteX2127" fmla="*/ 3393938 w 3600000"/>
              <a:gd name="connsiteY2127" fmla="*/ 1005236 h 2787466"/>
              <a:gd name="connsiteX2128" fmla="*/ 3400648 w 3600000"/>
              <a:gd name="connsiteY2128" fmla="*/ 1018947 h 2787466"/>
              <a:gd name="connsiteX2129" fmla="*/ 3393938 w 3600000"/>
              <a:gd name="connsiteY2129" fmla="*/ 1005236 h 2787466"/>
              <a:gd name="connsiteX2130" fmla="*/ 2123550 w 3600000"/>
              <a:gd name="connsiteY2130" fmla="*/ 1002753 h 2787466"/>
              <a:gd name="connsiteX2131" fmla="*/ 2123399 w 3600000"/>
              <a:gd name="connsiteY2131" fmla="*/ 1004238 h 2787466"/>
              <a:gd name="connsiteX2132" fmla="*/ 2128537 w 3600000"/>
              <a:gd name="connsiteY2132" fmla="*/ 1003081 h 2787466"/>
              <a:gd name="connsiteX2133" fmla="*/ 2075995 w 3600000"/>
              <a:gd name="connsiteY2133" fmla="*/ 1002318 h 2787466"/>
              <a:gd name="connsiteX2134" fmla="*/ 2075900 w 3600000"/>
              <a:gd name="connsiteY2134" fmla="*/ 1002327 h 2787466"/>
              <a:gd name="connsiteX2135" fmla="*/ 2071419 w 3600000"/>
              <a:gd name="connsiteY2135" fmla="*/ 1004232 h 2787466"/>
              <a:gd name="connsiteX2136" fmla="*/ 2071788 w 3600000"/>
              <a:gd name="connsiteY2136" fmla="*/ 1002729 h 2787466"/>
              <a:gd name="connsiteX2137" fmla="*/ 2065092 w 3600000"/>
              <a:gd name="connsiteY2137" fmla="*/ 1003385 h 2787466"/>
              <a:gd name="connsiteX2138" fmla="*/ 2065092 w 3600000"/>
              <a:gd name="connsiteY2138" fmla="*/ 1005271 h 2787466"/>
              <a:gd name="connsiteX2139" fmla="*/ 2057222 w 3600000"/>
              <a:gd name="connsiteY2139" fmla="*/ 1004163 h 2787466"/>
              <a:gd name="connsiteX2140" fmla="*/ 2056215 w 3600000"/>
              <a:gd name="connsiteY2140" fmla="*/ 1003576 h 2787466"/>
              <a:gd name="connsiteX2141" fmla="*/ 2052541 w 3600000"/>
              <a:gd name="connsiteY2141" fmla="*/ 1005724 h 2787466"/>
              <a:gd name="connsiteX2142" fmla="*/ 2045322 w 3600000"/>
              <a:gd name="connsiteY2142" fmla="*/ 1004963 h 2787466"/>
              <a:gd name="connsiteX2143" fmla="*/ 2045435 w 3600000"/>
              <a:gd name="connsiteY2143" fmla="*/ 1006144 h 2787466"/>
              <a:gd name="connsiteX2144" fmla="*/ 2048035 w 3600000"/>
              <a:gd name="connsiteY2144" fmla="*/ 1005998 h 2787466"/>
              <a:gd name="connsiteX2145" fmla="*/ 2054581 w 3600000"/>
              <a:gd name="connsiteY2145" fmla="*/ 1007314 h 2787466"/>
              <a:gd name="connsiteX2146" fmla="*/ 2056660 w 3600000"/>
              <a:gd name="connsiteY2146" fmla="*/ 1013533 h 2787466"/>
              <a:gd name="connsiteX2147" fmla="*/ 2067633 w 3600000"/>
              <a:gd name="connsiteY2147" fmla="*/ 1013983 h 2787466"/>
              <a:gd name="connsiteX2148" fmla="*/ 2070630 w 3600000"/>
              <a:gd name="connsiteY2148" fmla="*/ 1013130 h 2787466"/>
              <a:gd name="connsiteX2149" fmla="*/ 2073181 w 3600000"/>
              <a:gd name="connsiteY2149" fmla="*/ 1012582 h 2787466"/>
              <a:gd name="connsiteX2150" fmla="*/ 2071908 w 3600000"/>
              <a:gd name="connsiteY2150" fmla="*/ 1008638 h 2787466"/>
              <a:gd name="connsiteX2151" fmla="*/ 2076649 w 3600000"/>
              <a:gd name="connsiteY2151" fmla="*/ 1003076 h 2787466"/>
              <a:gd name="connsiteX2152" fmla="*/ 2115778 w 3600000"/>
              <a:gd name="connsiteY2152" fmla="*/ 1001943 h 2787466"/>
              <a:gd name="connsiteX2153" fmla="*/ 2110365 w 3600000"/>
              <a:gd name="connsiteY2153" fmla="*/ 1005176 h 2787466"/>
              <a:gd name="connsiteX2154" fmla="*/ 2109673 w 3600000"/>
              <a:gd name="connsiteY2154" fmla="*/ 1003502 h 2787466"/>
              <a:gd name="connsiteX2155" fmla="*/ 2105481 w 3600000"/>
              <a:gd name="connsiteY2155" fmla="*/ 1007802 h 2787466"/>
              <a:gd name="connsiteX2156" fmla="*/ 2118030 w 3600000"/>
              <a:gd name="connsiteY2156" fmla="*/ 1005447 h 2787466"/>
              <a:gd name="connsiteX2157" fmla="*/ 2121926 w 3600000"/>
              <a:gd name="connsiteY2157" fmla="*/ 1004570 h 2787466"/>
              <a:gd name="connsiteX2158" fmla="*/ 2119510 w 3600000"/>
              <a:gd name="connsiteY2158" fmla="*/ 1002364 h 2787466"/>
              <a:gd name="connsiteX2159" fmla="*/ 2834480 w 3600000"/>
              <a:gd name="connsiteY2159" fmla="*/ 1001245 h 2787466"/>
              <a:gd name="connsiteX2160" fmla="*/ 2820055 w 3600000"/>
              <a:gd name="connsiteY2160" fmla="*/ 1004232 h 2787466"/>
              <a:gd name="connsiteX2161" fmla="*/ 2831801 w 3600000"/>
              <a:gd name="connsiteY2161" fmla="*/ 1011150 h 2787466"/>
              <a:gd name="connsiteX2162" fmla="*/ 2834480 w 3600000"/>
              <a:gd name="connsiteY2162" fmla="*/ 1001245 h 2787466"/>
              <a:gd name="connsiteX2163" fmla="*/ 2093398 w 3600000"/>
              <a:gd name="connsiteY2163" fmla="*/ 1000488 h 2787466"/>
              <a:gd name="connsiteX2164" fmla="*/ 2091075 w 3600000"/>
              <a:gd name="connsiteY2164" fmla="*/ 1000647 h 2787466"/>
              <a:gd name="connsiteX2165" fmla="*/ 2093704 w 3600000"/>
              <a:gd name="connsiteY2165" fmla="*/ 1003508 h 2787466"/>
              <a:gd name="connsiteX2166" fmla="*/ 2090961 w 3600000"/>
              <a:gd name="connsiteY2166" fmla="*/ 1010527 h 2787466"/>
              <a:gd name="connsiteX2167" fmla="*/ 2104598 w 3600000"/>
              <a:gd name="connsiteY2167" fmla="*/ 1007968 h 2787466"/>
              <a:gd name="connsiteX2168" fmla="*/ 2101897 w 3600000"/>
              <a:gd name="connsiteY2168" fmla="*/ 1007225 h 2787466"/>
              <a:gd name="connsiteX2169" fmla="*/ 2100751 w 3600000"/>
              <a:gd name="connsiteY2169" fmla="*/ 1004976 h 2787466"/>
              <a:gd name="connsiteX2170" fmla="*/ 2098117 w 3600000"/>
              <a:gd name="connsiteY2170" fmla="*/ 1004016 h 2787466"/>
              <a:gd name="connsiteX2171" fmla="*/ 2095619 w 3600000"/>
              <a:gd name="connsiteY2171" fmla="*/ 1004291 h 2787466"/>
              <a:gd name="connsiteX2172" fmla="*/ 2095917 w 3600000"/>
              <a:gd name="connsiteY2172" fmla="*/ 1002039 h 2787466"/>
              <a:gd name="connsiteX2173" fmla="*/ 2094827 w 3600000"/>
              <a:gd name="connsiteY2173" fmla="*/ 1002087 h 2787466"/>
              <a:gd name="connsiteX2174" fmla="*/ 2095001 w 3600000"/>
              <a:gd name="connsiteY2174" fmla="*/ 1001305 h 2787466"/>
              <a:gd name="connsiteX2175" fmla="*/ 2047600 w 3600000"/>
              <a:gd name="connsiteY2175" fmla="*/ 1000107 h 2787466"/>
              <a:gd name="connsiteX2176" fmla="*/ 2047687 w 3600000"/>
              <a:gd name="connsiteY2176" fmla="*/ 1000468 h 2787466"/>
              <a:gd name="connsiteX2177" fmla="*/ 2048820 w 3600000"/>
              <a:gd name="connsiteY2177" fmla="*/ 1000408 h 2787466"/>
              <a:gd name="connsiteX2178" fmla="*/ 2062868 w 3600000"/>
              <a:gd name="connsiteY2178" fmla="*/ 999633 h 2787466"/>
              <a:gd name="connsiteX2179" fmla="*/ 2062141 w 3600000"/>
              <a:gd name="connsiteY2179" fmla="*/ 999643 h 2787466"/>
              <a:gd name="connsiteX2180" fmla="*/ 2060229 w 3600000"/>
              <a:gd name="connsiteY2180" fmla="*/ 1000974 h 2787466"/>
              <a:gd name="connsiteX2181" fmla="*/ 2063952 w 3600000"/>
              <a:gd name="connsiteY2181" fmla="*/ 1001697 h 2787466"/>
              <a:gd name="connsiteX2182" fmla="*/ 2068243 w 3600000"/>
              <a:gd name="connsiteY2182" fmla="*/ 999964 h 2787466"/>
              <a:gd name="connsiteX2183" fmla="*/ 2067394 w 3600000"/>
              <a:gd name="connsiteY2183" fmla="*/ 1000110 h 2787466"/>
              <a:gd name="connsiteX2184" fmla="*/ 2062868 w 3600000"/>
              <a:gd name="connsiteY2184" fmla="*/ 999633 h 2787466"/>
              <a:gd name="connsiteX2185" fmla="*/ 2891650 w 3600000"/>
              <a:gd name="connsiteY2185" fmla="*/ 999463 h 2787466"/>
              <a:gd name="connsiteX2186" fmla="*/ 2894300 w 3600000"/>
              <a:gd name="connsiteY2186" fmla="*/ 1001053 h 2787466"/>
              <a:gd name="connsiteX2187" fmla="*/ 2891784 w 3600000"/>
              <a:gd name="connsiteY2187" fmla="*/ 1004947 h 2787466"/>
              <a:gd name="connsiteX2188" fmla="*/ 2891784 w 3600000"/>
              <a:gd name="connsiteY2188" fmla="*/ 1008998 h 2787466"/>
              <a:gd name="connsiteX2189" fmla="*/ 2887800 w 3600000"/>
              <a:gd name="connsiteY2189" fmla="*/ 1009933 h 2787466"/>
              <a:gd name="connsiteX2190" fmla="*/ 2885074 w 3600000"/>
              <a:gd name="connsiteY2190" fmla="*/ 1007907 h 2787466"/>
              <a:gd name="connsiteX2191" fmla="*/ 2885074 w 3600000"/>
              <a:gd name="connsiteY2191" fmla="*/ 1003078 h 2787466"/>
              <a:gd name="connsiteX2192" fmla="*/ 2891650 w 3600000"/>
              <a:gd name="connsiteY2192" fmla="*/ 999463 h 2787466"/>
              <a:gd name="connsiteX2193" fmla="*/ 2137772 w 3600000"/>
              <a:gd name="connsiteY2193" fmla="*/ 999201 h 2787466"/>
              <a:gd name="connsiteX2194" fmla="*/ 2130543 w 3600000"/>
              <a:gd name="connsiteY2194" fmla="*/ 1002629 h 2787466"/>
              <a:gd name="connsiteX2195" fmla="*/ 2138128 w 3600000"/>
              <a:gd name="connsiteY2195" fmla="*/ 1000920 h 2787466"/>
              <a:gd name="connsiteX2196" fmla="*/ 2107893 w 3600000"/>
              <a:gd name="connsiteY2196" fmla="*/ 999201 h 2787466"/>
              <a:gd name="connsiteX2197" fmla="*/ 2107827 w 3600000"/>
              <a:gd name="connsiteY2197" fmla="*/ 999233 h 2787466"/>
              <a:gd name="connsiteX2198" fmla="*/ 2107565 w 3600000"/>
              <a:gd name="connsiteY2198" fmla="*/ 1000392 h 2787466"/>
              <a:gd name="connsiteX2199" fmla="*/ 2109463 w 3600000"/>
              <a:gd name="connsiteY2199" fmla="*/ 1002994 h 2787466"/>
              <a:gd name="connsiteX2200" fmla="*/ 3211992 w 3600000"/>
              <a:gd name="connsiteY2200" fmla="*/ 998258 h 2787466"/>
              <a:gd name="connsiteX2201" fmla="*/ 3197773 w 3600000"/>
              <a:gd name="connsiteY2201" fmla="*/ 1008163 h 2787466"/>
              <a:gd name="connsiteX2202" fmla="*/ 3211992 w 3600000"/>
              <a:gd name="connsiteY2202" fmla="*/ 998258 h 2787466"/>
              <a:gd name="connsiteX2203" fmla="*/ 2134121 w 3600000"/>
              <a:gd name="connsiteY2203" fmla="*/ 991102 h 2787466"/>
              <a:gd name="connsiteX2204" fmla="*/ 2133341 w 3600000"/>
              <a:gd name="connsiteY2204" fmla="*/ 991891 h 2787466"/>
              <a:gd name="connsiteX2205" fmla="*/ 2133857 w 3600000"/>
              <a:gd name="connsiteY2205" fmla="*/ 996371 h 2787466"/>
              <a:gd name="connsiteX2206" fmla="*/ 2139240 w 3600000"/>
              <a:gd name="connsiteY2206" fmla="*/ 994858 h 2787466"/>
              <a:gd name="connsiteX2207" fmla="*/ 2140264 w 3600000"/>
              <a:gd name="connsiteY2207" fmla="*/ 992991 h 2787466"/>
              <a:gd name="connsiteX2208" fmla="*/ 2135832 w 3600000"/>
              <a:gd name="connsiteY2208" fmla="*/ 992019 h 2787466"/>
              <a:gd name="connsiteX2209" fmla="*/ 3153372 w 3600000"/>
              <a:gd name="connsiteY2209" fmla="*/ 989984 h 2787466"/>
              <a:gd name="connsiteX2210" fmla="*/ 3143140 w 3600000"/>
              <a:gd name="connsiteY2210" fmla="*/ 998668 h 2787466"/>
              <a:gd name="connsiteX2211" fmla="*/ 3153372 w 3600000"/>
              <a:gd name="connsiteY2211" fmla="*/ 989984 h 2787466"/>
              <a:gd name="connsiteX2212" fmla="*/ 3218585 w 3600000"/>
              <a:gd name="connsiteY2212" fmla="*/ 985366 h 2787466"/>
              <a:gd name="connsiteX2213" fmla="*/ 3213434 w 3600000"/>
              <a:gd name="connsiteY2213" fmla="*/ 997315 h 2787466"/>
              <a:gd name="connsiteX2214" fmla="*/ 3230331 w 3600000"/>
              <a:gd name="connsiteY2214" fmla="*/ 993384 h 2787466"/>
              <a:gd name="connsiteX2215" fmla="*/ 3218585 w 3600000"/>
              <a:gd name="connsiteY2215" fmla="*/ 985366 h 2787466"/>
              <a:gd name="connsiteX2216" fmla="*/ 2886614 w 3600000"/>
              <a:gd name="connsiteY2216" fmla="*/ 985366 h 2787466"/>
              <a:gd name="connsiteX2217" fmla="*/ 2886474 w 3600000"/>
              <a:gd name="connsiteY2217" fmla="*/ 985563 h 2787466"/>
              <a:gd name="connsiteX2218" fmla="*/ 2886659 w 3600000"/>
              <a:gd name="connsiteY2218" fmla="*/ 985366 h 2787466"/>
              <a:gd name="connsiteX2219" fmla="*/ 3199009 w 3600000"/>
              <a:gd name="connsiteY2219" fmla="*/ 982378 h 2787466"/>
              <a:gd name="connsiteX2220" fmla="*/ 3191179 w 3600000"/>
              <a:gd name="connsiteY2220" fmla="*/ 996371 h 2787466"/>
              <a:gd name="connsiteX2221" fmla="*/ 3199009 w 3600000"/>
              <a:gd name="connsiteY2221" fmla="*/ 998258 h 2787466"/>
              <a:gd name="connsiteX2222" fmla="*/ 3214670 w 3600000"/>
              <a:gd name="connsiteY2222" fmla="*/ 985366 h 2787466"/>
              <a:gd name="connsiteX2223" fmla="*/ 3200246 w 3600000"/>
              <a:gd name="connsiteY2223" fmla="*/ 993384 h 2787466"/>
              <a:gd name="connsiteX2224" fmla="*/ 3199009 w 3600000"/>
              <a:gd name="connsiteY2224" fmla="*/ 982378 h 2787466"/>
              <a:gd name="connsiteX2225" fmla="*/ 3480958 w 3600000"/>
              <a:gd name="connsiteY2225" fmla="*/ 981665 h 2787466"/>
              <a:gd name="connsiteX2226" fmla="*/ 3471588 w 3600000"/>
              <a:gd name="connsiteY2226" fmla="*/ 998149 h 2787466"/>
              <a:gd name="connsiteX2227" fmla="*/ 3480958 w 3600000"/>
              <a:gd name="connsiteY2227" fmla="*/ 981665 h 2787466"/>
              <a:gd name="connsiteX2228" fmla="*/ 2869511 w 3600000"/>
              <a:gd name="connsiteY2228" fmla="*/ 974517 h 2787466"/>
              <a:gd name="connsiteX2229" fmla="*/ 2868274 w 3600000"/>
              <a:gd name="connsiteY2229" fmla="*/ 987409 h 2787466"/>
              <a:gd name="connsiteX2230" fmla="*/ 2855292 w 3600000"/>
              <a:gd name="connsiteY2230" fmla="*/ 1007220 h 2787466"/>
              <a:gd name="connsiteX2231" fmla="*/ 2840868 w 3600000"/>
              <a:gd name="connsiteY2231" fmla="*/ 998258 h 2787466"/>
              <a:gd name="connsiteX2232" fmla="*/ 2846225 w 3600000"/>
              <a:gd name="connsiteY2232" fmla="*/ 1010207 h 2787466"/>
              <a:gd name="connsiteX2233" fmla="*/ 2834480 w 3600000"/>
              <a:gd name="connsiteY2233" fmla="*/ 1022156 h 2787466"/>
              <a:gd name="connsiteX2234" fmla="*/ 2821498 w 3600000"/>
              <a:gd name="connsiteY2234" fmla="*/ 1016181 h 2787466"/>
              <a:gd name="connsiteX2235" fmla="*/ 2821498 w 3600000"/>
              <a:gd name="connsiteY2235" fmla="*/ 1027030 h 2787466"/>
              <a:gd name="connsiteX2236" fmla="*/ 2803158 w 3600000"/>
              <a:gd name="connsiteY2236" fmla="*/ 1029074 h 2787466"/>
              <a:gd name="connsiteX2237" fmla="*/ 2804394 w 3600000"/>
              <a:gd name="connsiteY2237" fmla="*/ 1034105 h 2787466"/>
              <a:gd name="connsiteX2238" fmla="*/ 2790176 w 3600000"/>
              <a:gd name="connsiteY2238" fmla="*/ 1052972 h 2787466"/>
              <a:gd name="connsiteX2239" fmla="*/ 2778430 w 3600000"/>
              <a:gd name="connsiteY2239" fmla="*/ 1059890 h 2787466"/>
              <a:gd name="connsiteX2240" fmla="*/ 2756381 w 3600000"/>
              <a:gd name="connsiteY2240" fmla="*/ 1069795 h 2787466"/>
              <a:gd name="connsiteX2241" fmla="*/ 2753702 w 3600000"/>
              <a:gd name="connsiteY2241" fmla="*/ 1073725 h 2787466"/>
              <a:gd name="connsiteX2242" fmla="*/ 2758854 w 3600000"/>
              <a:gd name="connsiteY2242" fmla="*/ 1076713 h 2787466"/>
              <a:gd name="connsiteX2243" fmla="*/ 2749786 w 3600000"/>
              <a:gd name="connsiteY2243" fmla="*/ 1085675 h 2787466"/>
              <a:gd name="connsiteX2244" fmla="*/ 2751023 w 3600000"/>
              <a:gd name="connsiteY2244" fmla="*/ 1075770 h 2787466"/>
              <a:gd name="connsiteX2245" fmla="*/ 2719907 w 3600000"/>
              <a:gd name="connsiteY2245" fmla="*/ 1085675 h 2787466"/>
              <a:gd name="connsiteX2246" fmla="*/ 2721144 w 3600000"/>
              <a:gd name="connsiteY2246" fmla="*/ 1095580 h 2787466"/>
              <a:gd name="connsiteX2247" fmla="*/ 2730210 w 3600000"/>
              <a:gd name="connsiteY2247" fmla="*/ 1085675 h 2787466"/>
              <a:gd name="connsiteX2248" fmla="*/ 2738041 w 3600000"/>
              <a:gd name="connsiteY2248" fmla="*/ 1098567 h 2787466"/>
              <a:gd name="connsiteX2249" fmla="*/ 2718465 w 3600000"/>
              <a:gd name="connsiteY2249" fmla="*/ 1100611 h 2787466"/>
              <a:gd name="connsiteX2250" fmla="*/ 2710634 w 3600000"/>
              <a:gd name="connsiteY2250" fmla="*/ 1090706 h 2787466"/>
              <a:gd name="connsiteX2251" fmla="*/ 2708162 w 3600000"/>
              <a:gd name="connsiteY2251" fmla="*/ 1098567 h 2787466"/>
              <a:gd name="connsiteX2252" fmla="*/ 2705483 w 3600000"/>
              <a:gd name="connsiteY2252" fmla="*/ 1093693 h 2787466"/>
              <a:gd name="connsiteX2253" fmla="*/ 2692501 w 3600000"/>
              <a:gd name="connsiteY2253" fmla="*/ 1104541 h 2787466"/>
              <a:gd name="connsiteX2254" fmla="*/ 2659942 w 3600000"/>
              <a:gd name="connsiteY2254" fmla="*/ 1113503 h 2787466"/>
              <a:gd name="connsiteX2255" fmla="*/ 2662621 w 3600000"/>
              <a:gd name="connsiteY2255" fmla="*/ 1119478 h 2787466"/>
              <a:gd name="connsiteX2256" fmla="*/ 2654791 w 3600000"/>
              <a:gd name="connsiteY2256" fmla="*/ 1124508 h 2787466"/>
              <a:gd name="connsiteX2257" fmla="*/ 2633979 w 3600000"/>
              <a:gd name="connsiteY2257" fmla="*/ 1132370 h 2787466"/>
              <a:gd name="connsiteX2258" fmla="*/ 2626148 w 3600000"/>
              <a:gd name="connsiteY2258" fmla="*/ 1128439 h 2787466"/>
              <a:gd name="connsiteX2259" fmla="*/ 2633979 w 3600000"/>
              <a:gd name="connsiteY2259" fmla="*/ 1120421 h 2787466"/>
              <a:gd name="connsiteX2260" fmla="*/ 2610486 w 3600000"/>
              <a:gd name="connsiteY2260" fmla="*/ 1127496 h 2787466"/>
              <a:gd name="connsiteX2261" fmla="*/ 2623468 w 3600000"/>
              <a:gd name="connsiteY2261" fmla="*/ 1126396 h 2787466"/>
              <a:gd name="connsiteX2262" fmla="*/ 2590910 w 3600000"/>
              <a:gd name="connsiteY2262" fmla="*/ 1146363 h 2787466"/>
              <a:gd name="connsiteX2263" fmla="*/ 2596062 w 3600000"/>
              <a:gd name="connsiteY2263" fmla="*/ 1149350 h 2787466"/>
              <a:gd name="connsiteX2264" fmla="*/ 2592147 w 3600000"/>
              <a:gd name="connsiteY2264" fmla="*/ 1157212 h 2787466"/>
              <a:gd name="connsiteX2265" fmla="*/ 2583080 w 3600000"/>
              <a:gd name="connsiteY2265" fmla="*/ 1148249 h 2787466"/>
              <a:gd name="connsiteX2266" fmla="*/ 2566183 w 3600000"/>
              <a:gd name="connsiteY2266" fmla="*/ 1152338 h 2787466"/>
              <a:gd name="connsiteX2267" fmla="*/ 2581844 w 3600000"/>
              <a:gd name="connsiteY2267" fmla="*/ 1156268 h 2787466"/>
              <a:gd name="connsiteX2268" fmla="*/ 2570098 w 3600000"/>
              <a:gd name="connsiteY2268" fmla="*/ 1165230 h 2787466"/>
              <a:gd name="connsiteX2269" fmla="*/ 2555673 w 3600000"/>
              <a:gd name="connsiteY2269" fmla="*/ 1150294 h 2787466"/>
              <a:gd name="connsiteX2270" fmla="*/ 2537540 w 3600000"/>
              <a:gd name="connsiteY2270" fmla="*/ 1172148 h 2787466"/>
              <a:gd name="connsiteX2271" fmla="*/ 2554436 w 3600000"/>
              <a:gd name="connsiteY2271" fmla="*/ 1162243 h 2787466"/>
              <a:gd name="connsiteX2272" fmla="*/ 2551964 w 3600000"/>
              <a:gd name="connsiteY2272" fmla="*/ 1171204 h 2787466"/>
              <a:gd name="connsiteX2273" fmla="*/ 2532877 w 3600000"/>
              <a:gd name="connsiteY2273" fmla="*/ 1175902 h 2787466"/>
              <a:gd name="connsiteX2274" fmla="*/ 2527956 w 3600000"/>
              <a:gd name="connsiteY2274" fmla="*/ 1177433 h 2787466"/>
              <a:gd name="connsiteX2275" fmla="*/ 2528914 w 3600000"/>
              <a:gd name="connsiteY2275" fmla="*/ 1178515 h 2787466"/>
              <a:gd name="connsiteX2276" fmla="*/ 2531951 w 3600000"/>
              <a:gd name="connsiteY2276" fmla="*/ 1179162 h 2787466"/>
              <a:gd name="connsiteX2277" fmla="*/ 2533230 w 3600000"/>
              <a:gd name="connsiteY2277" fmla="*/ 1179719 h 2787466"/>
              <a:gd name="connsiteX2278" fmla="*/ 2539549 w 3600000"/>
              <a:gd name="connsiteY2278" fmla="*/ 1179125 h 2787466"/>
              <a:gd name="connsiteX2279" fmla="*/ 2546607 w 3600000"/>
              <a:gd name="connsiteY2279" fmla="*/ 1175135 h 2787466"/>
              <a:gd name="connsiteX2280" fmla="*/ 2551964 w 3600000"/>
              <a:gd name="connsiteY2280" fmla="*/ 1173091 h 2787466"/>
              <a:gd name="connsiteX2281" fmla="*/ 2557116 w 3600000"/>
              <a:gd name="connsiteY2281" fmla="*/ 1177179 h 2787466"/>
              <a:gd name="connsiteX2282" fmla="*/ 2563504 w 3600000"/>
              <a:gd name="connsiteY2282" fmla="*/ 1170104 h 2787466"/>
              <a:gd name="connsiteX2283" fmla="*/ 2584316 w 3600000"/>
              <a:gd name="connsiteY2283" fmla="*/ 1164287 h 2787466"/>
              <a:gd name="connsiteX2284" fmla="*/ 2589673 w 3600000"/>
              <a:gd name="connsiteY2284" fmla="*/ 1170104 h 2787466"/>
              <a:gd name="connsiteX2285" fmla="*/ 2607808 w 3600000"/>
              <a:gd name="connsiteY2285" fmla="*/ 1163186 h 2787466"/>
              <a:gd name="connsiteX2286" fmla="*/ 2620789 w 3600000"/>
              <a:gd name="connsiteY2286" fmla="*/ 1153281 h 2787466"/>
              <a:gd name="connsiteX2287" fmla="*/ 2631299 w 3600000"/>
              <a:gd name="connsiteY2287" fmla="*/ 1147307 h 2787466"/>
              <a:gd name="connsiteX2288" fmla="*/ 2636866 w 3600000"/>
              <a:gd name="connsiteY2288" fmla="*/ 1149439 h 2787466"/>
              <a:gd name="connsiteX2289" fmla="*/ 2636094 w 3600000"/>
              <a:gd name="connsiteY2289" fmla="*/ 1147453 h 2787466"/>
              <a:gd name="connsiteX2290" fmla="*/ 2664964 w 3600000"/>
              <a:gd name="connsiteY2290" fmla="*/ 1135571 h 2787466"/>
              <a:gd name="connsiteX2291" fmla="*/ 2661398 w 3600000"/>
              <a:gd name="connsiteY2291" fmla="*/ 1144309 h 2787466"/>
              <a:gd name="connsiteX2292" fmla="*/ 2660633 w 3600000"/>
              <a:gd name="connsiteY2292" fmla="*/ 1145011 h 2787466"/>
              <a:gd name="connsiteX2293" fmla="*/ 2663735 w 3600000"/>
              <a:gd name="connsiteY2293" fmla="*/ 1144820 h 2787466"/>
              <a:gd name="connsiteX2294" fmla="*/ 2671688 w 3600000"/>
              <a:gd name="connsiteY2294" fmla="*/ 1142275 h 2787466"/>
              <a:gd name="connsiteX2295" fmla="*/ 2669009 w 3600000"/>
              <a:gd name="connsiteY2295" fmla="*/ 1136458 h 2787466"/>
              <a:gd name="connsiteX2296" fmla="*/ 2685906 w 3600000"/>
              <a:gd name="connsiteY2296" fmla="*/ 1129383 h 2787466"/>
              <a:gd name="connsiteX2297" fmla="*/ 2687350 w 3600000"/>
              <a:gd name="connsiteY2297" fmla="*/ 1138345 h 2787466"/>
              <a:gd name="connsiteX2298" fmla="*/ 2692703 w 3600000"/>
              <a:gd name="connsiteY2298" fmla="*/ 1127874 h 2787466"/>
              <a:gd name="connsiteX2299" fmla="*/ 2692950 w 3600000"/>
              <a:gd name="connsiteY2299" fmla="*/ 1127743 h 2787466"/>
              <a:gd name="connsiteX2300" fmla="*/ 2693163 w 3600000"/>
              <a:gd name="connsiteY2300" fmla="*/ 1124090 h 2787466"/>
              <a:gd name="connsiteX2301" fmla="*/ 2706769 w 3600000"/>
              <a:gd name="connsiteY2301" fmla="*/ 1116159 h 2787466"/>
              <a:gd name="connsiteX2302" fmla="*/ 2705289 w 3600000"/>
              <a:gd name="connsiteY2302" fmla="*/ 1121422 h 2787466"/>
              <a:gd name="connsiteX2303" fmla="*/ 2717167 w 3600000"/>
              <a:gd name="connsiteY2303" fmla="*/ 1117783 h 2787466"/>
              <a:gd name="connsiteX2304" fmla="*/ 2721603 w 3600000"/>
              <a:gd name="connsiteY2304" fmla="*/ 1115987 h 2787466"/>
              <a:gd name="connsiteX2305" fmla="*/ 2716967 w 3600000"/>
              <a:gd name="connsiteY2305" fmla="*/ 1112289 h 2787466"/>
              <a:gd name="connsiteX2306" fmla="*/ 2722015 w 3600000"/>
              <a:gd name="connsiteY2306" fmla="*/ 1108409 h 2787466"/>
              <a:gd name="connsiteX2307" fmla="*/ 2724168 w 3600000"/>
              <a:gd name="connsiteY2307" fmla="*/ 1110132 h 2787466"/>
              <a:gd name="connsiteX2308" fmla="*/ 2723823 w 3600000"/>
              <a:gd name="connsiteY2308" fmla="*/ 1106586 h 2787466"/>
              <a:gd name="connsiteX2309" fmla="*/ 2738041 w 3600000"/>
              <a:gd name="connsiteY2309" fmla="*/ 1099668 h 2787466"/>
              <a:gd name="connsiteX2310" fmla="*/ 2739483 w 3600000"/>
              <a:gd name="connsiteY2310" fmla="*/ 1110516 h 2787466"/>
              <a:gd name="connsiteX2311" fmla="*/ 2774694 w 3600000"/>
              <a:gd name="connsiteY2311" fmla="*/ 1088583 h 2787466"/>
              <a:gd name="connsiteX2312" fmla="*/ 2789587 w 3600000"/>
              <a:gd name="connsiteY2312" fmla="*/ 1079208 h 2787466"/>
              <a:gd name="connsiteX2313" fmla="*/ 2786801 w 3600000"/>
              <a:gd name="connsiteY2313" fmla="*/ 1076523 h 2787466"/>
              <a:gd name="connsiteX2314" fmla="*/ 2783292 w 3600000"/>
              <a:gd name="connsiteY2314" fmla="*/ 1077676 h 2787466"/>
              <a:gd name="connsiteX2315" fmla="*/ 2796406 w 3600000"/>
              <a:gd name="connsiteY2315" fmla="*/ 1064857 h 2787466"/>
              <a:gd name="connsiteX2316" fmla="*/ 2792512 w 3600000"/>
              <a:gd name="connsiteY2316" fmla="*/ 1072673 h 2787466"/>
              <a:gd name="connsiteX2317" fmla="*/ 2790336 w 3600000"/>
              <a:gd name="connsiteY2317" fmla="*/ 1075898 h 2787466"/>
              <a:gd name="connsiteX2318" fmla="*/ 2790740 w 3600000"/>
              <a:gd name="connsiteY2318" fmla="*/ 1078483 h 2787466"/>
              <a:gd name="connsiteX2319" fmla="*/ 2791904 w 3600000"/>
              <a:gd name="connsiteY2319" fmla="*/ 1077749 h 2787466"/>
              <a:gd name="connsiteX2320" fmla="*/ 2810988 w 3600000"/>
              <a:gd name="connsiteY2320" fmla="*/ 1071839 h 2787466"/>
              <a:gd name="connsiteX2321" fmla="*/ 2804394 w 3600000"/>
              <a:gd name="connsiteY2321" fmla="*/ 1077813 h 2787466"/>
              <a:gd name="connsiteX2322" fmla="*/ 2814903 w 3600000"/>
              <a:gd name="connsiteY2322" fmla="*/ 1079700 h 2787466"/>
              <a:gd name="connsiteX2323" fmla="*/ 2820647 w 3600000"/>
              <a:gd name="connsiteY2323" fmla="*/ 1073647 h 2787466"/>
              <a:gd name="connsiteX2324" fmla="*/ 2825409 w 3600000"/>
              <a:gd name="connsiteY2324" fmla="*/ 1073724 h 2787466"/>
              <a:gd name="connsiteX2325" fmla="*/ 2827561 w 3600000"/>
              <a:gd name="connsiteY2325" fmla="*/ 1070487 h 2787466"/>
              <a:gd name="connsiteX2326" fmla="*/ 2828591 w 3600000"/>
              <a:gd name="connsiteY2326" fmla="*/ 1069370 h 2787466"/>
              <a:gd name="connsiteX2327" fmla="*/ 2828143 w 3600000"/>
              <a:gd name="connsiteY2327" fmla="*/ 1067299 h 2787466"/>
              <a:gd name="connsiteX2328" fmla="*/ 2827885 w 3600000"/>
              <a:gd name="connsiteY2328" fmla="*/ 1061934 h 2787466"/>
              <a:gd name="connsiteX2329" fmla="*/ 2830333 w 3600000"/>
              <a:gd name="connsiteY2329" fmla="*/ 1062230 h 2787466"/>
              <a:gd name="connsiteX2330" fmla="*/ 2830257 w 3600000"/>
              <a:gd name="connsiteY2330" fmla="*/ 1061638 h 2787466"/>
              <a:gd name="connsiteX2331" fmla="*/ 2837317 w 3600000"/>
              <a:gd name="connsiteY2331" fmla="*/ 1062488 h 2787466"/>
              <a:gd name="connsiteX2332" fmla="*/ 2841689 w 3600000"/>
              <a:gd name="connsiteY2332" fmla="*/ 1061039 h 2787466"/>
              <a:gd name="connsiteX2333" fmla="*/ 2838139 w 3600000"/>
              <a:gd name="connsiteY2333" fmla="*/ 1058637 h 2787466"/>
              <a:gd name="connsiteX2334" fmla="*/ 2840894 w 3600000"/>
              <a:gd name="connsiteY2334" fmla="*/ 1057712 h 2787466"/>
              <a:gd name="connsiteX2335" fmla="*/ 2838396 w 3600000"/>
              <a:gd name="connsiteY2335" fmla="*/ 1055959 h 2787466"/>
              <a:gd name="connsiteX2336" fmla="*/ 2850247 w 3600000"/>
              <a:gd name="connsiteY2336" fmla="*/ 1045590 h 2787466"/>
              <a:gd name="connsiteX2337" fmla="*/ 2851827 w 3600000"/>
              <a:gd name="connsiteY2337" fmla="*/ 1045782 h 2787466"/>
              <a:gd name="connsiteX2338" fmla="*/ 2852903 w 3600000"/>
              <a:gd name="connsiteY2338" fmla="*/ 1044592 h 2787466"/>
              <a:gd name="connsiteX2339" fmla="*/ 2858001 w 3600000"/>
              <a:gd name="connsiteY2339" fmla="*/ 1037820 h 2787466"/>
              <a:gd name="connsiteX2340" fmla="*/ 2859204 w 3600000"/>
              <a:gd name="connsiteY2340" fmla="*/ 1046498 h 2787466"/>
              <a:gd name="connsiteX2341" fmla="*/ 2853213 w 3600000"/>
              <a:gd name="connsiteY2341" fmla="*/ 1051585 h 2787466"/>
              <a:gd name="connsiteX2342" fmla="*/ 2856374 w 3600000"/>
              <a:gd name="connsiteY2342" fmla="*/ 1052402 h 2787466"/>
              <a:gd name="connsiteX2343" fmla="*/ 2864360 w 3600000"/>
              <a:gd name="connsiteY2343" fmla="*/ 1056903 h 2787466"/>
              <a:gd name="connsiteX2344" fmla="*/ 2860444 w 3600000"/>
              <a:gd name="connsiteY2344" fmla="*/ 1049041 h 2787466"/>
              <a:gd name="connsiteX2345" fmla="*/ 2889087 w 3600000"/>
              <a:gd name="connsiteY2345" fmla="*/ 1029074 h 2787466"/>
              <a:gd name="connsiteX2346" fmla="*/ 2887851 w 3600000"/>
              <a:gd name="connsiteY2346" fmla="*/ 1016181 h 2787466"/>
              <a:gd name="connsiteX2347" fmla="*/ 2899596 w 3600000"/>
              <a:gd name="connsiteY2347" fmla="*/ 1020112 h 2787466"/>
              <a:gd name="connsiteX2348" fmla="*/ 2903512 w 3600000"/>
              <a:gd name="connsiteY2348" fmla="*/ 1004232 h 2787466"/>
              <a:gd name="connsiteX2349" fmla="*/ 2896917 w 3600000"/>
              <a:gd name="connsiteY2349" fmla="*/ 1004232 h 2787466"/>
              <a:gd name="connsiteX2350" fmla="*/ 2895681 w 3600000"/>
              <a:gd name="connsiteY2350" fmla="*/ 996371 h 2787466"/>
              <a:gd name="connsiteX2351" fmla="*/ 2900550 w 3600000"/>
              <a:gd name="connsiteY2351" fmla="*/ 992303 h 2787466"/>
              <a:gd name="connsiteX2352" fmla="*/ 2902338 w 3600000"/>
              <a:gd name="connsiteY2352" fmla="*/ 991276 h 2787466"/>
              <a:gd name="connsiteX2353" fmla="*/ 2899787 w 3600000"/>
              <a:gd name="connsiteY2353" fmla="*/ 990222 h 2787466"/>
              <a:gd name="connsiteX2354" fmla="*/ 2889286 w 3600000"/>
              <a:gd name="connsiteY2354" fmla="*/ 998145 h 2787466"/>
              <a:gd name="connsiteX2355" fmla="*/ 2884627 w 3600000"/>
              <a:gd name="connsiteY2355" fmla="*/ 987548 h 2787466"/>
              <a:gd name="connsiteX2356" fmla="*/ 2885081 w 3600000"/>
              <a:gd name="connsiteY2356" fmla="*/ 987061 h 2787466"/>
              <a:gd name="connsiteX2357" fmla="*/ 2883446 w 3600000"/>
              <a:gd name="connsiteY2357" fmla="*/ 980786 h 2787466"/>
              <a:gd name="connsiteX2358" fmla="*/ 2878784 w 3600000"/>
              <a:gd name="connsiteY2358" fmla="*/ 976404 h 2787466"/>
              <a:gd name="connsiteX2359" fmla="*/ 2869511 w 3600000"/>
              <a:gd name="connsiteY2359" fmla="*/ 974517 h 2787466"/>
              <a:gd name="connsiteX2360" fmla="*/ 3235448 w 3600000"/>
              <a:gd name="connsiteY2360" fmla="*/ 970573 h 2787466"/>
              <a:gd name="connsiteX2361" fmla="*/ 3236878 w 3600000"/>
              <a:gd name="connsiteY2361" fmla="*/ 977821 h 2787466"/>
              <a:gd name="connsiteX2362" fmla="*/ 3235547 w 3600000"/>
              <a:gd name="connsiteY2362" fmla="*/ 985123 h 2787466"/>
              <a:gd name="connsiteX2363" fmla="*/ 3235276 w 3600000"/>
              <a:gd name="connsiteY2363" fmla="*/ 985397 h 2787466"/>
              <a:gd name="connsiteX2364" fmla="*/ 3231612 w 3600000"/>
              <a:gd name="connsiteY2364" fmla="*/ 979668 h 2787466"/>
              <a:gd name="connsiteX2365" fmla="*/ 3235448 w 3600000"/>
              <a:gd name="connsiteY2365" fmla="*/ 970573 h 2787466"/>
              <a:gd name="connsiteX2366" fmla="*/ 3163536 w 3600000"/>
              <a:gd name="connsiteY2366" fmla="*/ 970573 h 2787466"/>
              <a:gd name="connsiteX2367" fmla="*/ 3164747 w 3600000"/>
              <a:gd name="connsiteY2367" fmla="*/ 977772 h 2787466"/>
              <a:gd name="connsiteX2368" fmla="*/ 3155862 w 3600000"/>
              <a:gd name="connsiteY2368" fmla="*/ 978732 h 2787466"/>
              <a:gd name="connsiteX2369" fmla="*/ 3163536 w 3600000"/>
              <a:gd name="connsiteY2369" fmla="*/ 970573 h 2787466"/>
              <a:gd name="connsiteX2370" fmla="*/ 3240635 w 3600000"/>
              <a:gd name="connsiteY2370" fmla="*/ 966499 h 2787466"/>
              <a:gd name="connsiteX2371" fmla="*/ 3223737 w 3600000"/>
              <a:gd name="connsiteY2371" fmla="*/ 974517 h 2787466"/>
              <a:gd name="connsiteX2372" fmla="*/ 3230331 w 3600000"/>
              <a:gd name="connsiteY2372" fmla="*/ 990397 h 2787466"/>
              <a:gd name="connsiteX2373" fmla="*/ 3235276 w 3600000"/>
              <a:gd name="connsiteY2373" fmla="*/ 985397 h 2787466"/>
              <a:gd name="connsiteX2374" fmla="*/ 3235448 w 3600000"/>
              <a:gd name="connsiteY2374" fmla="*/ 985666 h 2787466"/>
              <a:gd name="connsiteX2375" fmla="*/ 3235547 w 3600000"/>
              <a:gd name="connsiteY2375" fmla="*/ 985123 h 2787466"/>
              <a:gd name="connsiteX2376" fmla="*/ 3238883 w 3600000"/>
              <a:gd name="connsiteY2376" fmla="*/ 981749 h 2787466"/>
              <a:gd name="connsiteX2377" fmla="*/ 3240635 w 3600000"/>
              <a:gd name="connsiteY2377" fmla="*/ 966499 h 2787466"/>
              <a:gd name="connsiteX2378" fmla="*/ 2902164 w 3600000"/>
              <a:gd name="connsiteY2378" fmla="*/ 966370 h 2787466"/>
              <a:gd name="connsiteX2379" fmla="*/ 2899059 w 3600000"/>
              <a:gd name="connsiteY2379" fmla="*/ 968783 h 2787466"/>
              <a:gd name="connsiteX2380" fmla="*/ 2899229 w 3600000"/>
              <a:gd name="connsiteY2380" fmla="*/ 971530 h 2787466"/>
              <a:gd name="connsiteX2381" fmla="*/ 2899596 w 3600000"/>
              <a:gd name="connsiteY2381" fmla="*/ 971530 h 2787466"/>
              <a:gd name="connsiteX2382" fmla="*/ 2950288 w 3600000"/>
              <a:gd name="connsiteY2382" fmla="*/ 965555 h 2787466"/>
              <a:gd name="connsiteX2383" fmla="*/ 2946664 w 3600000"/>
              <a:gd name="connsiteY2383" fmla="*/ 968337 h 2787466"/>
              <a:gd name="connsiteX2384" fmla="*/ 2946270 w 3600000"/>
              <a:gd name="connsiteY2384" fmla="*/ 967992 h 2787466"/>
              <a:gd name="connsiteX2385" fmla="*/ 2950288 w 3600000"/>
              <a:gd name="connsiteY2385" fmla="*/ 965555 h 2787466"/>
              <a:gd name="connsiteX2386" fmla="*/ 2904540 w 3600000"/>
              <a:gd name="connsiteY2386" fmla="*/ 964523 h 2787466"/>
              <a:gd name="connsiteX2387" fmla="*/ 2904129 w 3600000"/>
              <a:gd name="connsiteY2387" fmla="*/ 964842 h 2787466"/>
              <a:gd name="connsiteX2388" fmla="*/ 2904603 w 3600000"/>
              <a:gd name="connsiteY2388" fmla="*/ 964730 h 2787466"/>
              <a:gd name="connsiteX2389" fmla="*/ 3515767 w 3600000"/>
              <a:gd name="connsiteY2389" fmla="*/ 960174 h 2787466"/>
              <a:gd name="connsiteX2390" fmla="*/ 3518263 w 3600000"/>
              <a:gd name="connsiteY2390" fmla="*/ 972235 h 2787466"/>
              <a:gd name="connsiteX2391" fmla="*/ 3515767 w 3600000"/>
              <a:gd name="connsiteY2391" fmla="*/ 960174 h 2787466"/>
              <a:gd name="connsiteX2392" fmla="*/ 2818818 w 3600000"/>
              <a:gd name="connsiteY2392" fmla="*/ 954550 h 2787466"/>
              <a:gd name="connsiteX2393" fmla="*/ 2820055 w 3600000"/>
              <a:gd name="connsiteY2393" fmla="*/ 960524 h 2787466"/>
              <a:gd name="connsiteX2394" fmla="*/ 2818818 w 3600000"/>
              <a:gd name="connsiteY2394" fmla="*/ 954550 h 2787466"/>
              <a:gd name="connsiteX2395" fmla="*/ 2889087 w 3600000"/>
              <a:gd name="connsiteY2395" fmla="*/ 953606 h 2787466"/>
              <a:gd name="connsiteX2396" fmla="*/ 2879299 w 3600000"/>
              <a:gd name="connsiteY2396" fmla="*/ 961802 h 2787466"/>
              <a:gd name="connsiteX2397" fmla="*/ 2874834 w 3600000"/>
              <a:gd name="connsiteY2397" fmla="*/ 966239 h 2787466"/>
              <a:gd name="connsiteX2398" fmla="*/ 2877971 w 3600000"/>
              <a:gd name="connsiteY2398" fmla="*/ 966815 h 2787466"/>
              <a:gd name="connsiteX2399" fmla="*/ 2882312 w 3600000"/>
              <a:gd name="connsiteY2399" fmla="*/ 964395 h 2787466"/>
              <a:gd name="connsiteX2400" fmla="*/ 2889087 w 3600000"/>
              <a:gd name="connsiteY2400" fmla="*/ 953606 h 2787466"/>
              <a:gd name="connsiteX2401" fmla="*/ 3377510 w 3600000"/>
              <a:gd name="connsiteY2401" fmla="*/ 950468 h 2787466"/>
              <a:gd name="connsiteX2402" fmla="*/ 3376281 w 3600000"/>
              <a:gd name="connsiteY2402" fmla="*/ 971110 h 2787466"/>
              <a:gd name="connsiteX2403" fmla="*/ 3377510 w 3600000"/>
              <a:gd name="connsiteY2403" fmla="*/ 950468 h 2787466"/>
              <a:gd name="connsiteX2404" fmla="*/ 2984286 w 3600000"/>
              <a:gd name="connsiteY2404" fmla="*/ 947735 h 2787466"/>
              <a:gd name="connsiteX2405" fmla="*/ 2980375 w 3600000"/>
              <a:gd name="connsiteY2405" fmla="*/ 948575 h 2787466"/>
              <a:gd name="connsiteX2406" fmla="*/ 2969864 w 3600000"/>
              <a:gd name="connsiteY2406" fmla="*/ 961467 h 2787466"/>
              <a:gd name="connsiteX2407" fmla="*/ 2986762 w 3600000"/>
              <a:gd name="connsiteY2407" fmla="*/ 948575 h 2787466"/>
              <a:gd name="connsiteX2408" fmla="*/ 2984286 w 3600000"/>
              <a:gd name="connsiteY2408" fmla="*/ 947735 h 2787466"/>
              <a:gd name="connsiteX2409" fmla="*/ 3404287 w 3600000"/>
              <a:gd name="connsiteY2409" fmla="*/ 945615 h 2787466"/>
              <a:gd name="connsiteX2410" fmla="*/ 3402883 w 3600000"/>
              <a:gd name="connsiteY2410" fmla="*/ 958628 h 2787466"/>
              <a:gd name="connsiteX2411" fmla="*/ 3404287 w 3600000"/>
              <a:gd name="connsiteY2411" fmla="*/ 945615 h 2787466"/>
              <a:gd name="connsiteX2412" fmla="*/ 3227652 w 3600000"/>
              <a:gd name="connsiteY2412" fmla="*/ 945588 h 2787466"/>
              <a:gd name="connsiteX2413" fmla="*/ 3225180 w 3600000"/>
              <a:gd name="connsiteY2413" fmla="*/ 962568 h 2787466"/>
              <a:gd name="connsiteX2414" fmla="*/ 3227652 w 3600000"/>
              <a:gd name="connsiteY2414" fmla="*/ 945588 h 2787466"/>
              <a:gd name="connsiteX2415" fmla="*/ 3144403 w 3600000"/>
              <a:gd name="connsiteY2415" fmla="*/ 940714 h 2787466"/>
              <a:gd name="connsiteX2416" fmla="*/ 3141683 w 3600000"/>
              <a:gd name="connsiteY2416" fmla="*/ 941691 h 2787466"/>
              <a:gd name="connsiteX2417" fmla="*/ 3136384 w 3600000"/>
              <a:gd name="connsiteY2417" fmla="*/ 952544 h 2787466"/>
              <a:gd name="connsiteX2418" fmla="*/ 3134638 w 3600000"/>
              <a:gd name="connsiteY2418" fmla="*/ 958692 h 2787466"/>
              <a:gd name="connsiteX2419" fmla="*/ 3137963 w 3600000"/>
              <a:gd name="connsiteY2419" fmla="*/ 956711 h 2787466"/>
              <a:gd name="connsiteX2420" fmla="*/ 3146875 w 3600000"/>
              <a:gd name="connsiteY2420" fmla="*/ 952662 h 2787466"/>
              <a:gd name="connsiteX2421" fmla="*/ 3144403 w 3600000"/>
              <a:gd name="connsiteY2421" fmla="*/ 940714 h 2787466"/>
              <a:gd name="connsiteX2422" fmla="*/ 1712372 w 3600000"/>
              <a:gd name="connsiteY2422" fmla="*/ 937359 h 2787466"/>
              <a:gd name="connsiteX2423" fmla="*/ 1711261 w 3600000"/>
              <a:gd name="connsiteY2423" fmla="*/ 939324 h 2787466"/>
              <a:gd name="connsiteX2424" fmla="*/ 1712784 w 3600000"/>
              <a:gd name="connsiteY2424" fmla="*/ 938360 h 2787466"/>
              <a:gd name="connsiteX2425" fmla="*/ 3511259 w 3600000"/>
              <a:gd name="connsiteY2425" fmla="*/ 935909 h 2787466"/>
              <a:gd name="connsiteX2426" fmla="*/ 3508633 w 3600000"/>
              <a:gd name="connsiteY2426" fmla="*/ 953778 h 2787466"/>
              <a:gd name="connsiteX2427" fmla="*/ 3511259 w 3600000"/>
              <a:gd name="connsiteY2427" fmla="*/ 935909 h 2787466"/>
              <a:gd name="connsiteX2428" fmla="*/ 3487161 w 3600000"/>
              <a:gd name="connsiteY2428" fmla="*/ 935909 h 2787466"/>
              <a:gd name="connsiteX2429" fmla="*/ 3492297 w 3600000"/>
              <a:gd name="connsiteY2429" fmla="*/ 958905 h 2787466"/>
              <a:gd name="connsiteX2430" fmla="*/ 3479354 w 3600000"/>
              <a:gd name="connsiteY2430" fmla="*/ 958905 h 2787466"/>
              <a:gd name="connsiteX2431" fmla="*/ 3487161 w 3600000"/>
              <a:gd name="connsiteY2431" fmla="*/ 935909 h 2787466"/>
              <a:gd name="connsiteX2432" fmla="*/ 1710819 w 3600000"/>
              <a:gd name="connsiteY2432" fmla="*/ 933584 h 2787466"/>
              <a:gd name="connsiteX2433" fmla="*/ 1710747 w 3600000"/>
              <a:gd name="connsiteY2433" fmla="*/ 934362 h 2787466"/>
              <a:gd name="connsiteX2434" fmla="*/ 1711086 w 3600000"/>
              <a:gd name="connsiteY2434" fmla="*/ 934232 h 2787466"/>
              <a:gd name="connsiteX2435" fmla="*/ 2011788 w 3600000"/>
              <a:gd name="connsiteY2435" fmla="*/ 930779 h 2787466"/>
              <a:gd name="connsiteX2436" fmla="*/ 2009220 w 3600000"/>
              <a:gd name="connsiteY2436" fmla="*/ 933294 h 2787466"/>
              <a:gd name="connsiteX2437" fmla="*/ 2009037 w 3600000"/>
              <a:gd name="connsiteY2437" fmla="*/ 933505 h 2787466"/>
              <a:gd name="connsiteX2438" fmla="*/ 2009037 w 3600000"/>
              <a:gd name="connsiteY2438" fmla="*/ 935792 h 2787466"/>
              <a:gd name="connsiteX2439" fmla="*/ 2013802 w 3600000"/>
              <a:gd name="connsiteY2439" fmla="*/ 934692 h 2787466"/>
              <a:gd name="connsiteX2440" fmla="*/ 2015018 w 3600000"/>
              <a:gd name="connsiteY2440" fmla="*/ 931453 h 2787466"/>
              <a:gd name="connsiteX2441" fmla="*/ 2927253 w 3600000"/>
              <a:gd name="connsiteY2441" fmla="*/ 929670 h 2787466"/>
              <a:gd name="connsiteX2442" fmla="*/ 2929695 w 3600000"/>
              <a:gd name="connsiteY2442" fmla="*/ 939906 h 2787466"/>
              <a:gd name="connsiteX2443" fmla="*/ 2927253 w 3600000"/>
              <a:gd name="connsiteY2443" fmla="*/ 929670 h 2787466"/>
              <a:gd name="connsiteX2444" fmla="*/ 1703617 w 3600000"/>
              <a:gd name="connsiteY2444" fmla="*/ 929092 h 2787466"/>
              <a:gd name="connsiteX2445" fmla="*/ 1698645 w 3600000"/>
              <a:gd name="connsiteY2445" fmla="*/ 930946 h 2787466"/>
              <a:gd name="connsiteX2446" fmla="*/ 1698422 w 3600000"/>
              <a:gd name="connsiteY2446" fmla="*/ 931278 h 2787466"/>
              <a:gd name="connsiteX2447" fmla="*/ 1705950 w 3600000"/>
              <a:gd name="connsiteY2447" fmla="*/ 929909 h 2787466"/>
              <a:gd name="connsiteX2448" fmla="*/ 1708146 w 3600000"/>
              <a:gd name="connsiteY2448" fmla="*/ 929418 h 2787466"/>
              <a:gd name="connsiteX2449" fmla="*/ 3207454 w 3600000"/>
              <a:gd name="connsiteY2449" fmla="*/ 928976 h 2787466"/>
              <a:gd name="connsiteX2450" fmla="*/ 3198492 w 3600000"/>
              <a:gd name="connsiteY2450" fmla="*/ 941990 h 2787466"/>
              <a:gd name="connsiteX2451" fmla="*/ 3207454 w 3600000"/>
              <a:gd name="connsiteY2451" fmla="*/ 928976 h 2787466"/>
              <a:gd name="connsiteX2452" fmla="*/ 287248 w 3600000"/>
              <a:gd name="connsiteY2452" fmla="*/ 928976 h 2787466"/>
              <a:gd name="connsiteX2453" fmla="*/ 278109 w 3600000"/>
              <a:gd name="connsiteY2453" fmla="*/ 944765 h 2787466"/>
              <a:gd name="connsiteX2454" fmla="*/ 287248 w 3600000"/>
              <a:gd name="connsiteY2454" fmla="*/ 928976 h 2787466"/>
              <a:gd name="connsiteX2455" fmla="*/ 1941613 w 3600000"/>
              <a:gd name="connsiteY2455" fmla="*/ 928622 h 2787466"/>
              <a:gd name="connsiteX2456" fmla="*/ 1946363 w 3600000"/>
              <a:gd name="connsiteY2456" fmla="*/ 928779 h 2787466"/>
              <a:gd name="connsiteX2457" fmla="*/ 1947549 w 3600000"/>
              <a:gd name="connsiteY2457" fmla="*/ 933849 h 2787466"/>
              <a:gd name="connsiteX2458" fmla="*/ 1940042 w 3600000"/>
              <a:gd name="connsiteY2458" fmla="*/ 930680 h 2787466"/>
              <a:gd name="connsiteX2459" fmla="*/ 1941613 w 3600000"/>
              <a:gd name="connsiteY2459" fmla="*/ 928622 h 2787466"/>
              <a:gd name="connsiteX2460" fmla="*/ 1788082 w 3600000"/>
              <a:gd name="connsiteY2460" fmla="*/ 927857 h 2787466"/>
              <a:gd name="connsiteX2461" fmla="*/ 1768300 w 3600000"/>
              <a:gd name="connsiteY2461" fmla="*/ 928976 h 2787466"/>
              <a:gd name="connsiteX2462" fmla="*/ 1788082 w 3600000"/>
              <a:gd name="connsiteY2462" fmla="*/ 927857 h 2787466"/>
              <a:gd name="connsiteX2463" fmla="*/ 3161762 w 3600000"/>
              <a:gd name="connsiteY2463" fmla="*/ 927765 h 2787466"/>
              <a:gd name="connsiteX2464" fmla="*/ 3154101 w 3600000"/>
              <a:gd name="connsiteY2464" fmla="*/ 930643 h 2787466"/>
              <a:gd name="connsiteX2465" fmla="*/ 3154284 w 3600000"/>
              <a:gd name="connsiteY2465" fmla="*/ 931595 h 2787466"/>
              <a:gd name="connsiteX2466" fmla="*/ 3157475 w 3600000"/>
              <a:gd name="connsiteY2466" fmla="*/ 930858 h 2787466"/>
              <a:gd name="connsiteX2467" fmla="*/ 3156942 w 3600000"/>
              <a:gd name="connsiteY2467" fmla="*/ 932315 h 2787466"/>
              <a:gd name="connsiteX2468" fmla="*/ 3160681 w 3600000"/>
              <a:gd name="connsiteY2468" fmla="*/ 929838 h 2787466"/>
              <a:gd name="connsiteX2469" fmla="*/ 2057257 w 3600000"/>
              <a:gd name="connsiteY2469" fmla="*/ 926869 h 2787466"/>
              <a:gd name="connsiteX2470" fmla="*/ 2049959 w 3600000"/>
              <a:gd name="connsiteY2470" fmla="*/ 927925 h 2787466"/>
              <a:gd name="connsiteX2471" fmla="*/ 2048218 w 3600000"/>
              <a:gd name="connsiteY2471" fmla="*/ 929099 h 2787466"/>
              <a:gd name="connsiteX2472" fmla="*/ 2055405 w 3600000"/>
              <a:gd name="connsiteY2472" fmla="*/ 927343 h 2787466"/>
              <a:gd name="connsiteX2473" fmla="*/ 3015406 w 3600000"/>
              <a:gd name="connsiteY2473" fmla="*/ 926720 h 2787466"/>
              <a:gd name="connsiteX2474" fmla="*/ 3014989 w 3600000"/>
              <a:gd name="connsiteY2474" fmla="*/ 926864 h 2787466"/>
              <a:gd name="connsiteX2475" fmla="*/ 3013833 w 3600000"/>
              <a:gd name="connsiteY2475" fmla="*/ 928130 h 2787466"/>
              <a:gd name="connsiteX2476" fmla="*/ 3012950 w 3600000"/>
              <a:gd name="connsiteY2476" fmla="*/ 927566 h 2787466"/>
              <a:gd name="connsiteX2477" fmla="*/ 3008553 w 3600000"/>
              <a:gd name="connsiteY2477" fmla="*/ 929079 h 2787466"/>
              <a:gd name="connsiteX2478" fmla="*/ 3007575 w 3600000"/>
              <a:gd name="connsiteY2478" fmla="*/ 933796 h 2787466"/>
              <a:gd name="connsiteX2479" fmla="*/ 3015406 w 3600000"/>
              <a:gd name="connsiteY2479" fmla="*/ 926720 h 2787466"/>
              <a:gd name="connsiteX2480" fmla="*/ 2522986 w 3600000"/>
              <a:gd name="connsiteY2480" fmla="*/ 926387 h 2787466"/>
              <a:gd name="connsiteX2481" fmla="*/ 2519200 w 3600000"/>
              <a:gd name="connsiteY2481" fmla="*/ 929708 h 2787466"/>
              <a:gd name="connsiteX2482" fmla="*/ 2529709 w 3600000"/>
              <a:gd name="connsiteY2482" fmla="*/ 926720 h 2787466"/>
              <a:gd name="connsiteX2483" fmla="*/ 2522986 w 3600000"/>
              <a:gd name="connsiteY2483" fmla="*/ 926387 h 2787466"/>
              <a:gd name="connsiteX2484" fmla="*/ 3383933 w 3600000"/>
              <a:gd name="connsiteY2484" fmla="*/ 922737 h 2787466"/>
              <a:gd name="connsiteX2485" fmla="*/ 3387827 w 3600000"/>
              <a:gd name="connsiteY2485" fmla="*/ 948233 h 2787466"/>
              <a:gd name="connsiteX2486" fmla="*/ 3378811 w 3600000"/>
              <a:gd name="connsiteY2486" fmla="*/ 946367 h 2787466"/>
              <a:gd name="connsiteX2487" fmla="*/ 3383933 w 3600000"/>
              <a:gd name="connsiteY2487" fmla="*/ 922737 h 2787466"/>
              <a:gd name="connsiteX2488" fmla="*/ 1846794 w 3600000"/>
              <a:gd name="connsiteY2488" fmla="*/ 922097 h 2787466"/>
              <a:gd name="connsiteX2489" fmla="*/ 1850793 w 3600000"/>
              <a:gd name="connsiteY2489" fmla="*/ 923697 h 2787466"/>
              <a:gd name="connsiteX2490" fmla="*/ 1844472 w 3600000"/>
              <a:gd name="connsiteY2490" fmla="*/ 928817 h 2787466"/>
              <a:gd name="connsiteX2491" fmla="*/ 1843314 w 3600000"/>
              <a:gd name="connsiteY2491" fmla="*/ 926784 h 2787466"/>
              <a:gd name="connsiteX2492" fmla="*/ 1826457 w 3600000"/>
              <a:gd name="connsiteY2492" fmla="*/ 931594 h 2787466"/>
              <a:gd name="connsiteX2493" fmla="*/ 1842448 w 3600000"/>
              <a:gd name="connsiteY2493" fmla="*/ 924121 h 2787466"/>
              <a:gd name="connsiteX2494" fmla="*/ 1843596 w 3600000"/>
              <a:gd name="connsiteY2494" fmla="*/ 924504 h 2787466"/>
              <a:gd name="connsiteX2495" fmla="*/ 2978909 w 3600000"/>
              <a:gd name="connsiteY2495" fmla="*/ 922044 h 2787466"/>
              <a:gd name="connsiteX2496" fmla="*/ 2985725 w 3600000"/>
              <a:gd name="connsiteY2496" fmla="*/ 926945 h 2787466"/>
              <a:gd name="connsiteX2497" fmla="*/ 2973585 w 3600000"/>
              <a:gd name="connsiteY2497" fmla="*/ 925996 h 2787466"/>
              <a:gd name="connsiteX2498" fmla="*/ 2978909 w 3600000"/>
              <a:gd name="connsiteY2498" fmla="*/ 922044 h 2787466"/>
              <a:gd name="connsiteX2499" fmla="*/ 1796835 w 3600000"/>
              <a:gd name="connsiteY2499" fmla="*/ 920371 h 2787466"/>
              <a:gd name="connsiteX2500" fmla="*/ 1801724 w 3600000"/>
              <a:gd name="connsiteY2500" fmla="*/ 921924 h 2787466"/>
              <a:gd name="connsiteX2501" fmla="*/ 1800341 w 3600000"/>
              <a:gd name="connsiteY2501" fmla="*/ 921924 h 2787466"/>
              <a:gd name="connsiteX2502" fmla="*/ 1792834 w 3600000"/>
              <a:gd name="connsiteY2502" fmla="*/ 924877 h 2787466"/>
              <a:gd name="connsiteX2503" fmla="*/ 1796835 w 3600000"/>
              <a:gd name="connsiteY2503" fmla="*/ 920371 h 2787466"/>
              <a:gd name="connsiteX2504" fmla="*/ 1965011 w 3600000"/>
              <a:gd name="connsiteY2504" fmla="*/ 919042 h 2787466"/>
              <a:gd name="connsiteX2505" fmla="*/ 1973459 w 3600000"/>
              <a:gd name="connsiteY2505" fmla="*/ 920324 h 2787466"/>
              <a:gd name="connsiteX2506" fmla="*/ 1960558 w 3600000"/>
              <a:gd name="connsiteY2506" fmla="*/ 927059 h 2787466"/>
              <a:gd name="connsiteX2507" fmla="*/ 1965011 w 3600000"/>
              <a:gd name="connsiteY2507" fmla="*/ 919042 h 2787466"/>
              <a:gd name="connsiteX2508" fmla="*/ 2076649 w 3600000"/>
              <a:gd name="connsiteY2508" fmla="*/ 918649 h 2787466"/>
              <a:gd name="connsiteX2509" fmla="*/ 2076420 w 3600000"/>
              <a:gd name="connsiteY2509" fmla="*/ 918892 h 2787466"/>
              <a:gd name="connsiteX2510" fmla="*/ 2071496 w 3600000"/>
              <a:gd name="connsiteY2510" fmla="*/ 919592 h 2787466"/>
              <a:gd name="connsiteX2511" fmla="*/ 2076649 w 3600000"/>
              <a:gd name="connsiteY2511" fmla="*/ 918649 h 2787466"/>
              <a:gd name="connsiteX2512" fmla="*/ 2583755 w 3600000"/>
              <a:gd name="connsiteY2512" fmla="*/ 917765 h 2787466"/>
              <a:gd name="connsiteX2513" fmla="*/ 2582152 w 3600000"/>
              <a:gd name="connsiteY2513" fmla="*/ 918545 h 2787466"/>
              <a:gd name="connsiteX2514" fmla="*/ 2562596 w 3600000"/>
              <a:gd name="connsiteY2514" fmla="*/ 927514 h 2787466"/>
              <a:gd name="connsiteX2515" fmla="*/ 2565809 w 3600000"/>
              <a:gd name="connsiteY2515" fmla="*/ 927449 h 2787466"/>
              <a:gd name="connsiteX2516" fmla="*/ 2579430 w 3600000"/>
              <a:gd name="connsiteY2516" fmla="*/ 921154 h 2787466"/>
              <a:gd name="connsiteX2517" fmla="*/ 3545762 w 3600000"/>
              <a:gd name="connsiteY2517" fmla="*/ 916775 h 2787466"/>
              <a:gd name="connsiteX2518" fmla="*/ 3555755 w 3600000"/>
              <a:gd name="connsiteY2518" fmla="*/ 928818 h 2787466"/>
              <a:gd name="connsiteX2519" fmla="*/ 3546770 w 3600000"/>
              <a:gd name="connsiteY2519" fmla="*/ 927705 h 2787466"/>
              <a:gd name="connsiteX2520" fmla="*/ 3540236 w 3600000"/>
              <a:gd name="connsiteY2520" fmla="*/ 917697 h 2787466"/>
              <a:gd name="connsiteX2521" fmla="*/ 3545762 w 3600000"/>
              <a:gd name="connsiteY2521" fmla="*/ 916775 h 2787466"/>
              <a:gd name="connsiteX2522" fmla="*/ 2561263 w 3600000"/>
              <a:gd name="connsiteY2522" fmla="*/ 915342 h 2787466"/>
              <a:gd name="connsiteX2523" fmla="*/ 2559588 w 3600000"/>
              <a:gd name="connsiteY2523" fmla="*/ 917759 h 2787466"/>
              <a:gd name="connsiteX2524" fmla="*/ 2564946 w 3600000"/>
              <a:gd name="connsiteY2524" fmla="*/ 915873 h 2787466"/>
              <a:gd name="connsiteX2525" fmla="*/ 2561263 w 3600000"/>
              <a:gd name="connsiteY2525" fmla="*/ 915342 h 2787466"/>
              <a:gd name="connsiteX2526" fmla="*/ 2006563 w 3600000"/>
              <a:gd name="connsiteY2526" fmla="*/ 914886 h 2787466"/>
              <a:gd name="connsiteX2527" fmla="*/ 2007143 w 3600000"/>
              <a:gd name="connsiteY2527" fmla="*/ 918164 h 2787466"/>
              <a:gd name="connsiteX2528" fmla="*/ 2009829 w 3600000"/>
              <a:gd name="connsiteY2528" fmla="*/ 917882 h 2787466"/>
              <a:gd name="connsiteX2529" fmla="*/ 2009449 w 3600000"/>
              <a:gd name="connsiteY2529" fmla="*/ 916693 h 2787466"/>
              <a:gd name="connsiteX2530" fmla="*/ 2006563 w 3600000"/>
              <a:gd name="connsiteY2530" fmla="*/ 914886 h 2787466"/>
              <a:gd name="connsiteX2531" fmla="*/ 3530032 w 3600000"/>
              <a:gd name="connsiteY2531" fmla="*/ 913032 h 2787466"/>
              <a:gd name="connsiteX2532" fmla="*/ 3519632 w 3600000"/>
              <a:gd name="connsiteY2532" fmla="*/ 960015 h 2787466"/>
              <a:gd name="connsiteX2533" fmla="*/ 3530032 w 3600000"/>
              <a:gd name="connsiteY2533" fmla="*/ 913032 h 2787466"/>
              <a:gd name="connsiteX2534" fmla="*/ 1983070 w 3600000"/>
              <a:gd name="connsiteY2534" fmla="*/ 913000 h 2787466"/>
              <a:gd name="connsiteX2535" fmla="*/ 1981911 w 3600000"/>
              <a:gd name="connsiteY2535" fmla="*/ 916203 h 2787466"/>
              <a:gd name="connsiteX2536" fmla="*/ 1981843 w 3600000"/>
              <a:gd name="connsiteY2536" fmla="*/ 917642 h 2787466"/>
              <a:gd name="connsiteX2537" fmla="*/ 1982064 w 3600000"/>
              <a:gd name="connsiteY2537" fmla="*/ 919746 h 2787466"/>
              <a:gd name="connsiteX2538" fmla="*/ 1986788 w 3600000"/>
              <a:gd name="connsiteY2538" fmla="*/ 929497 h 2787466"/>
              <a:gd name="connsiteX2539" fmla="*/ 1993630 w 3600000"/>
              <a:gd name="connsiteY2539" fmla="*/ 914826 h 2787466"/>
              <a:gd name="connsiteX2540" fmla="*/ 1993374 w 3600000"/>
              <a:gd name="connsiteY2540" fmla="*/ 913942 h 2787466"/>
              <a:gd name="connsiteX2541" fmla="*/ 1983070 w 3600000"/>
              <a:gd name="connsiteY2541" fmla="*/ 913000 h 2787466"/>
              <a:gd name="connsiteX2542" fmla="*/ 1874413 w 3600000"/>
              <a:gd name="connsiteY2542" fmla="*/ 911645 h 2787466"/>
              <a:gd name="connsiteX2543" fmla="*/ 1862804 w 3600000"/>
              <a:gd name="connsiteY2543" fmla="*/ 920764 h 2787466"/>
              <a:gd name="connsiteX2544" fmla="*/ 1874413 w 3600000"/>
              <a:gd name="connsiteY2544" fmla="*/ 911645 h 2787466"/>
              <a:gd name="connsiteX2545" fmla="*/ 3390652 w 3600000"/>
              <a:gd name="connsiteY2545" fmla="*/ 910952 h 2787466"/>
              <a:gd name="connsiteX2546" fmla="*/ 3397363 w 3600000"/>
              <a:gd name="connsiteY2546" fmla="*/ 917826 h 2787466"/>
              <a:gd name="connsiteX2547" fmla="*/ 3383942 w 3600000"/>
              <a:gd name="connsiteY2547" fmla="*/ 920794 h 2787466"/>
              <a:gd name="connsiteX2548" fmla="*/ 3390652 w 3600000"/>
              <a:gd name="connsiteY2548" fmla="*/ 910952 h 2787466"/>
              <a:gd name="connsiteX2549" fmla="*/ 1913406 w 3600000"/>
              <a:gd name="connsiteY2549" fmla="*/ 909020 h 2787466"/>
              <a:gd name="connsiteX2550" fmla="*/ 1920750 w 3600000"/>
              <a:gd name="connsiteY2550" fmla="*/ 910769 h 2787466"/>
              <a:gd name="connsiteX2551" fmla="*/ 1912781 w 3600000"/>
              <a:gd name="connsiteY2551" fmla="*/ 913773 h 2787466"/>
              <a:gd name="connsiteX2552" fmla="*/ 1912781 w 3600000"/>
              <a:gd name="connsiteY2552" fmla="*/ 909223 h 2787466"/>
              <a:gd name="connsiteX2553" fmla="*/ 2931518 w 3600000"/>
              <a:gd name="connsiteY2553" fmla="*/ 908992 h 2787466"/>
              <a:gd name="connsiteX2554" fmla="*/ 2931057 w 3600000"/>
              <a:gd name="connsiteY2554" fmla="*/ 911551 h 2787466"/>
              <a:gd name="connsiteX2555" fmla="*/ 2928240 w 3600000"/>
              <a:gd name="connsiteY2555" fmla="*/ 913828 h 2787466"/>
              <a:gd name="connsiteX2556" fmla="*/ 2935478 w 3600000"/>
              <a:gd name="connsiteY2556" fmla="*/ 911883 h 2787466"/>
              <a:gd name="connsiteX2557" fmla="*/ 2935668 w 3600000"/>
              <a:gd name="connsiteY2557" fmla="*/ 909340 h 2787466"/>
              <a:gd name="connsiteX2558" fmla="*/ 2935440 w 3600000"/>
              <a:gd name="connsiteY2558" fmla="*/ 909321 h 2787466"/>
              <a:gd name="connsiteX2559" fmla="*/ 1848550 w 3600000"/>
              <a:gd name="connsiteY2559" fmla="*/ 906682 h 2787466"/>
              <a:gd name="connsiteX2560" fmla="*/ 1847332 w 3600000"/>
              <a:gd name="connsiteY2560" fmla="*/ 906863 h 2787466"/>
              <a:gd name="connsiteX2561" fmla="*/ 1848636 w 3600000"/>
              <a:gd name="connsiteY2561" fmla="*/ 911126 h 2787466"/>
              <a:gd name="connsiteX2562" fmla="*/ 1848727 w 3600000"/>
              <a:gd name="connsiteY2562" fmla="*/ 908755 h 2787466"/>
              <a:gd name="connsiteX2563" fmla="*/ 1848550 w 3600000"/>
              <a:gd name="connsiteY2563" fmla="*/ 906682 h 2787466"/>
              <a:gd name="connsiteX2564" fmla="*/ 2079205 w 3600000"/>
              <a:gd name="connsiteY2564" fmla="*/ 905855 h 2787466"/>
              <a:gd name="connsiteX2565" fmla="*/ 2077792 w 3600000"/>
              <a:gd name="connsiteY2565" fmla="*/ 906069 h 2787466"/>
              <a:gd name="connsiteX2566" fmla="*/ 2081532 w 3600000"/>
              <a:gd name="connsiteY2566" fmla="*/ 906842 h 2787466"/>
              <a:gd name="connsiteX2567" fmla="*/ 2081583 w 3600000"/>
              <a:gd name="connsiteY2567" fmla="*/ 906775 h 2787466"/>
              <a:gd name="connsiteX2568" fmla="*/ 2011715 w 3600000"/>
              <a:gd name="connsiteY2568" fmla="*/ 904982 h 2787466"/>
              <a:gd name="connsiteX2569" fmla="*/ 2012123 w 3600000"/>
              <a:gd name="connsiteY2569" fmla="*/ 905035 h 2787466"/>
              <a:gd name="connsiteX2570" fmla="*/ 2011938 w 3600000"/>
              <a:gd name="connsiteY2570" fmla="*/ 905194 h 2787466"/>
              <a:gd name="connsiteX2571" fmla="*/ 2936070 w 3600000"/>
              <a:gd name="connsiteY2571" fmla="*/ 903923 h 2787466"/>
              <a:gd name="connsiteX2572" fmla="*/ 2932442 w 3600000"/>
              <a:gd name="connsiteY2572" fmla="*/ 905582 h 2787466"/>
              <a:gd name="connsiteX2573" fmla="*/ 2931851 w 3600000"/>
              <a:gd name="connsiteY2573" fmla="*/ 907635 h 2787466"/>
              <a:gd name="connsiteX2574" fmla="*/ 2934747 w 3600000"/>
              <a:gd name="connsiteY2574" fmla="*/ 906099 h 2787466"/>
              <a:gd name="connsiteX2575" fmla="*/ 2935968 w 3600000"/>
              <a:gd name="connsiteY2575" fmla="*/ 905301 h 2787466"/>
              <a:gd name="connsiteX2576" fmla="*/ 2017087 w 3600000"/>
              <a:gd name="connsiteY2576" fmla="*/ 903841 h 2787466"/>
              <a:gd name="connsiteX2577" fmla="*/ 2028615 w 3600000"/>
              <a:gd name="connsiteY2577" fmla="*/ 907027 h 2787466"/>
              <a:gd name="connsiteX2578" fmla="*/ 2020165 w 3600000"/>
              <a:gd name="connsiteY2578" fmla="*/ 906064 h 2787466"/>
              <a:gd name="connsiteX2579" fmla="*/ 2015437 w 3600000"/>
              <a:gd name="connsiteY2579" fmla="*/ 905459 h 2787466"/>
              <a:gd name="connsiteX2580" fmla="*/ 2015437 w 3600000"/>
              <a:gd name="connsiteY2580" fmla="*/ 908529 h 2787466"/>
              <a:gd name="connsiteX2581" fmla="*/ 2015680 w 3600000"/>
              <a:gd name="connsiteY2581" fmla="*/ 908760 h 2787466"/>
              <a:gd name="connsiteX2582" fmla="*/ 2029851 w 3600000"/>
              <a:gd name="connsiteY2582" fmla="*/ 911900 h 2787466"/>
              <a:gd name="connsiteX2583" fmla="*/ 2023462 w 3600000"/>
              <a:gd name="connsiteY2583" fmla="*/ 917873 h 2787466"/>
              <a:gd name="connsiteX2584" fmla="*/ 2016868 w 3600000"/>
              <a:gd name="connsiteY2584" fmla="*/ 910956 h 2787466"/>
              <a:gd name="connsiteX2585" fmla="*/ 2012099 w 3600000"/>
              <a:gd name="connsiteY2585" fmla="*/ 917643 h 2787466"/>
              <a:gd name="connsiteX2586" fmla="*/ 2013943 w 3600000"/>
              <a:gd name="connsiteY2586" fmla="*/ 917450 h 2787466"/>
              <a:gd name="connsiteX2587" fmla="*/ 2028421 w 3600000"/>
              <a:gd name="connsiteY2587" fmla="*/ 923522 h 2787466"/>
              <a:gd name="connsiteX2588" fmla="*/ 2038933 w 3600000"/>
              <a:gd name="connsiteY2588" fmla="*/ 906699 h 2787466"/>
              <a:gd name="connsiteX2589" fmla="*/ 2032153 w 3600000"/>
              <a:gd name="connsiteY2589" fmla="*/ 905278 h 2787466"/>
              <a:gd name="connsiteX2590" fmla="*/ 2029851 w 3600000"/>
              <a:gd name="connsiteY2590" fmla="*/ 904982 h 2787466"/>
              <a:gd name="connsiteX2591" fmla="*/ 2030090 w 3600000"/>
              <a:gd name="connsiteY2591" fmla="*/ 904850 h 2787466"/>
              <a:gd name="connsiteX2592" fmla="*/ 1989664 w 3600000"/>
              <a:gd name="connsiteY2592" fmla="*/ 901054 h 2787466"/>
              <a:gd name="connsiteX2593" fmla="*/ 1990901 w 3600000"/>
              <a:gd name="connsiteY2593" fmla="*/ 909070 h 2787466"/>
              <a:gd name="connsiteX2594" fmla="*/ 1994816 w 3600000"/>
              <a:gd name="connsiteY2594" fmla="*/ 907969 h 2787466"/>
              <a:gd name="connsiteX2595" fmla="*/ 1989664 w 3600000"/>
              <a:gd name="connsiteY2595" fmla="*/ 901054 h 2787466"/>
              <a:gd name="connsiteX2596" fmla="*/ 2000920 w 3600000"/>
              <a:gd name="connsiteY2596" fmla="*/ 900932 h 2787466"/>
              <a:gd name="connsiteX2597" fmla="*/ 2001129 w 3600000"/>
              <a:gd name="connsiteY2597" fmla="*/ 902441 h 2787466"/>
              <a:gd name="connsiteX2598" fmla="*/ 2001282 w 3600000"/>
              <a:gd name="connsiteY2598" fmla="*/ 901564 h 2787466"/>
              <a:gd name="connsiteX2599" fmla="*/ 1974001 w 3600000"/>
              <a:gd name="connsiteY2599" fmla="*/ 900110 h 2787466"/>
              <a:gd name="connsiteX2600" fmla="*/ 1972559 w 3600000"/>
              <a:gd name="connsiteY2600" fmla="*/ 914886 h 2787466"/>
              <a:gd name="connsiteX2601" fmla="*/ 1966053 w 3600000"/>
              <a:gd name="connsiteY2601" fmla="*/ 912338 h 2787466"/>
              <a:gd name="connsiteX2602" fmla="*/ 1965813 w 3600000"/>
              <a:gd name="connsiteY2602" fmla="*/ 912479 h 2787466"/>
              <a:gd name="connsiteX2603" fmla="*/ 1963035 w 3600000"/>
              <a:gd name="connsiteY2603" fmla="*/ 911816 h 2787466"/>
              <a:gd name="connsiteX2604" fmla="*/ 1961662 w 3600000"/>
              <a:gd name="connsiteY2604" fmla="*/ 911769 h 2787466"/>
              <a:gd name="connsiteX2605" fmla="*/ 1956897 w 3600000"/>
              <a:gd name="connsiteY2605" fmla="*/ 913942 h 2787466"/>
              <a:gd name="connsiteX2606" fmla="*/ 1959164 w 3600000"/>
              <a:gd name="connsiteY2606" fmla="*/ 909522 h 2787466"/>
              <a:gd name="connsiteX2607" fmla="*/ 1958374 w 3600000"/>
              <a:gd name="connsiteY2607" fmla="*/ 905175 h 2787466"/>
              <a:gd name="connsiteX2608" fmla="*/ 1958453 w 3600000"/>
              <a:gd name="connsiteY2608" fmla="*/ 905068 h 2787466"/>
              <a:gd name="connsiteX2609" fmla="*/ 1961946 w 3600000"/>
              <a:gd name="connsiteY2609" fmla="*/ 907655 h 2787466"/>
              <a:gd name="connsiteX2610" fmla="*/ 1963087 w 3600000"/>
              <a:gd name="connsiteY2610" fmla="*/ 907721 h 2787466"/>
              <a:gd name="connsiteX2611" fmla="*/ 1964873 w 3600000"/>
              <a:gd name="connsiteY2611" fmla="*/ 904727 h 2787466"/>
              <a:gd name="connsiteX2612" fmla="*/ 1963552 w 3600000"/>
              <a:gd name="connsiteY2612" fmla="*/ 903038 h 2787466"/>
              <a:gd name="connsiteX2613" fmla="*/ 1958983 w 3600000"/>
              <a:gd name="connsiteY2613" fmla="*/ 904355 h 2787466"/>
              <a:gd name="connsiteX2614" fmla="*/ 1958453 w 3600000"/>
              <a:gd name="connsiteY2614" fmla="*/ 905068 h 2787466"/>
              <a:gd name="connsiteX2615" fmla="*/ 1958339 w 3600000"/>
              <a:gd name="connsiteY2615" fmla="*/ 904982 h 2787466"/>
              <a:gd name="connsiteX2616" fmla="*/ 1958374 w 3600000"/>
              <a:gd name="connsiteY2616" fmla="*/ 905175 h 2787466"/>
              <a:gd name="connsiteX2617" fmla="*/ 1955379 w 3600000"/>
              <a:gd name="connsiteY2617" fmla="*/ 909207 h 2787466"/>
              <a:gd name="connsiteX2618" fmla="*/ 1954424 w 3600000"/>
              <a:gd name="connsiteY2618" fmla="*/ 914886 h 2787466"/>
              <a:gd name="connsiteX2619" fmla="*/ 1943914 w 3600000"/>
              <a:gd name="connsiteY2619" fmla="*/ 910956 h 2787466"/>
              <a:gd name="connsiteX2620" fmla="*/ 1941440 w 3600000"/>
              <a:gd name="connsiteY2620" fmla="*/ 920859 h 2787466"/>
              <a:gd name="connsiteX2621" fmla="*/ 1945356 w 3600000"/>
              <a:gd name="connsiteY2621" fmla="*/ 904982 h 2787466"/>
              <a:gd name="connsiteX2622" fmla="*/ 1932372 w 3600000"/>
              <a:gd name="connsiteY2622" fmla="*/ 910956 h 2787466"/>
              <a:gd name="connsiteX2623" fmla="*/ 1930930 w 3600000"/>
              <a:gd name="connsiteY2623" fmla="*/ 907027 h 2787466"/>
              <a:gd name="connsiteX2624" fmla="*/ 1929694 w 3600000"/>
              <a:gd name="connsiteY2624" fmla="*/ 913000 h 2787466"/>
              <a:gd name="connsiteX2625" fmla="*/ 1918101 w 3600000"/>
              <a:gd name="connsiteY2625" fmla="*/ 907498 h 2787466"/>
              <a:gd name="connsiteX2626" fmla="*/ 1913406 w 3600000"/>
              <a:gd name="connsiteY2626" fmla="*/ 909020 h 2787466"/>
              <a:gd name="connsiteX2627" fmla="*/ 1912781 w 3600000"/>
              <a:gd name="connsiteY2627" fmla="*/ 908872 h 2787466"/>
              <a:gd name="connsiteX2628" fmla="*/ 1912781 w 3600000"/>
              <a:gd name="connsiteY2628" fmla="*/ 909223 h 2787466"/>
              <a:gd name="connsiteX2629" fmla="*/ 1907436 w 3600000"/>
              <a:gd name="connsiteY2629" fmla="*/ 910956 h 2787466"/>
              <a:gd name="connsiteX2630" fmla="*/ 1898368 w 3600000"/>
              <a:gd name="connsiteY2630" fmla="*/ 906083 h 2787466"/>
              <a:gd name="connsiteX2631" fmla="*/ 1894453 w 3600000"/>
              <a:gd name="connsiteY2631" fmla="*/ 913942 h 2787466"/>
              <a:gd name="connsiteX2632" fmla="*/ 1850144 w 3600000"/>
              <a:gd name="connsiteY2632" fmla="*/ 911900 h 2787466"/>
              <a:gd name="connsiteX2633" fmla="*/ 1848657 w 3600000"/>
              <a:gd name="connsiteY2633" fmla="*/ 911193 h 2787466"/>
              <a:gd name="connsiteX2634" fmla="*/ 1849875 w 3600000"/>
              <a:gd name="connsiteY2634" fmla="*/ 915174 h 2787466"/>
              <a:gd name="connsiteX2635" fmla="*/ 1843450 w 3600000"/>
              <a:gd name="connsiteY2635" fmla="*/ 921192 h 2787466"/>
              <a:gd name="connsiteX2636" fmla="*/ 1842130 w 3600000"/>
              <a:gd name="connsiteY2636" fmla="*/ 915966 h 2787466"/>
              <a:gd name="connsiteX2637" fmla="*/ 1833417 w 3600000"/>
              <a:gd name="connsiteY2637" fmla="*/ 912385 h 2787466"/>
              <a:gd name="connsiteX2638" fmla="*/ 1832653 w 3600000"/>
              <a:gd name="connsiteY2638" fmla="*/ 912705 h 2787466"/>
              <a:gd name="connsiteX2639" fmla="*/ 1832128 w 3600000"/>
              <a:gd name="connsiteY2639" fmla="*/ 912789 h 2787466"/>
              <a:gd name="connsiteX2640" fmla="*/ 1830394 w 3600000"/>
              <a:gd name="connsiteY2640" fmla="*/ 914224 h 2787466"/>
              <a:gd name="connsiteX2641" fmla="*/ 1830189 w 3600000"/>
              <a:gd name="connsiteY2641" fmla="*/ 913098 h 2787466"/>
              <a:gd name="connsiteX2642" fmla="*/ 1826551 w 3600000"/>
              <a:gd name="connsiteY2642" fmla="*/ 913680 h 2787466"/>
              <a:gd name="connsiteX2643" fmla="*/ 1822941 w 3600000"/>
              <a:gd name="connsiteY2643" fmla="*/ 910956 h 2787466"/>
              <a:gd name="connsiteX2644" fmla="*/ 1830773 w 3600000"/>
              <a:gd name="connsiteY2644" fmla="*/ 907969 h 2787466"/>
              <a:gd name="connsiteX2645" fmla="*/ 1817582 w 3600000"/>
              <a:gd name="connsiteY2645" fmla="*/ 909070 h 2787466"/>
              <a:gd name="connsiteX2646" fmla="*/ 1809752 w 3600000"/>
              <a:gd name="connsiteY2646" fmla="*/ 914886 h 2787466"/>
              <a:gd name="connsiteX2647" fmla="*/ 1815110 w 3600000"/>
              <a:gd name="connsiteY2647" fmla="*/ 911900 h 2787466"/>
              <a:gd name="connsiteX2648" fmla="*/ 1815110 w 3600000"/>
              <a:gd name="connsiteY2648" fmla="*/ 909070 h 2787466"/>
              <a:gd name="connsiteX2649" fmla="*/ 1777396 w 3600000"/>
              <a:gd name="connsiteY2649" fmla="*/ 910956 h 2787466"/>
              <a:gd name="connsiteX2650" fmla="*/ 1785021 w 3600000"/>
              <a:gd name="connsiteY2650" fmla="*/ 922902 h 2787466"/>
              <a:gd name="connsiteX2651" fmla="*/ 1754521 w 3600000"/>
              <a:gd name="connsiteY2651" fmla="*/ 920034 h 2787466"/>
              <a:gd name="connsiteX2652" fmla="*/ 1722864 w 3600000"/>
              <a:gd name="connsiteY2652" fmla="*/ 926815 h 2787466"/>
              <a:gd name="connsiteX2653" fmla="*/ 1722872 w 3600000"/>
              <a:gd name="connsiteY2653" fmla="*/ 926847 h 2787466"/>
              <a:gd name="connsiteX2654" fmla="*/ 1734350 w 3600000"/>
              <a:gd name="connsiteY2654" fmla="*/ 928699 h 2787466"/>
              <a:gd name="connsiteX2655" fmla="*/ 1741125 w 3600000"/>
              <a:gd name="connsiteY2655" fmla="*/ 932806 h 2787466"/>
              <a:gd name="connsiteX2656" fmla="*/ 1728193 w 3600000"/>
              <a:gd name="connsiteY2656" fmla="*/ 930703 h 2787466"/>
              <a:gd name="connsiteX2657" fmla="*/ 1723536 w 3600000"/>
              <a:gd name="connsiteY2657" fmla="*/ 929568 h 2787466"/>
              <a:gd name="connsiteX2658" fmla="*/ 1725036 w 3600000"/>
              <a:gd name="connsiteY2658" fmla="*/ 935712 h 2787466"/>
              <a:gd name="connsiteX2659" fmla="*/ 1726466 w 3600000"/>
              <a:gd name="connsiteY2659" fmla="*/ 935683 h 2787466"/>
              <a:gd name="connsiteX2660" fmla="*/ 1725153 w 3600000"/>
              <a:gd name="connsiteY2660" fmla="*/ 936191 h 2787466"/>
              <a:gd name="connsiteX2661" fmla="*/ 1725246 w 3600000"/>
              <a:gd name="connsiteY2661" fmla="*/ 936572 h 2787466"/>
              <a:gd name="connsiteX2662" fmla="*/ 1722193 w 3600000"/>
              <a:gd name="connsiteY2662" fmla="*/ 939775 h 2787466"/>
              <a:gd name="connsiteX2663" fmla="*/ 1726803 w 3600000"/>
              <a:gd name="connsiteY2663" fmla="*/ 940098 h 2787466"/>
              <a:gd name="connsiteX2664" fmla="*/ 1736975 w 3600000"/>
              <a:gd name="connsiteY2664" fmla="*/ 933796 h 2787466"/>
              <a:gd name="connsiteX2665" fmla="*/ 1744805 w 3600000"/>
              <a:gd name="connsiteY2665" fmla="*/ 938670 h 2787466"/>
              <a:gd name="connsiteX2666" fmla="*/ 1749946 w 3600000"/>
              <a:gd name="connsiteY2666" fmla="*/ 938268 h 2787466"/>
              <a:gd name="connsiteX2667" fmla="*/ 1750431 w 3600000"/>
              <a:gd name="connsiteY2667" fmla="*/ 937934 h 2787466"/>
              <a:gd name="connsiteX2668" fmla="*/ 1753442 w 3600000"/>
              <a:gd name="connsiteY2668" fmla="*/ 937732 h 2787466"/>
              <a:gd name="connsiteX2669" fmla="*/ 1753547 w 3600000"/>
              <a:gd name="connsiteY2669" fmla="*/ 937985 h 2787466"/>
              <a:gd name="connsiteX2670" fmla="*/ 1807037 w 3600000"/>
              <a:gd name="connsiteY2670" fmla="*/ 933796 h 2787466"/>
              <a:gd name="connsiteX2671" fmla="*/ 1856310 w 3600000"/>
              <a:gd name="connsiteY2671" fmla="*/ 930437 h 2787466"/>
              <a:gd name="connsiteX2672" fmla="*/ 1855123 w 3600000"/>
              <a:gd name="connsiteY2672" fmla="*/ 927604 h 2787466"/>
              <a:gd name="connsiteX2673" fmla="*/ 1852690 w 3600000"/>
              <a:gd name="connsiteY2673" fmla="*/ 928944 h 2787466"/>
              <a:gd name="connsiteX2674" fmla="*/ 1853894 w 3600000"/>
              <a:gd name="connsiteY2674" fmla="*/ 923745 h 2787466"/>
              <a:gd name="connsiteX2675" fmla="*/ 1856503 w 3600000"/>
              <a:gd name="connsiteY2675" fmla="*/ 921795 h 2787466"/>
              <a:gd name="connsiteX2676" fmla="*/ 1862671 w 3600000"/>
              <a:gd name="connsiteY2676" fmla="*/ 924029 h 2787466"/>
              <a:gd name="connsiteX2677" fmla="*/ 1856952 w 3600000"/>
              <a:gd name="connsiteY2677" fmla="*/ 930393 h 2787466"/>
              <a:gd name="connsiteX2678" fmla="*/ 1867003 w 3600000"/>
              <a:gd name="connsiteY2678" fmla="*/ 929708 h 2787466"/>
              <a:gd name="connsiteX2679" fmla="*/ 1868239 w 3600000"/>
              <a:gd name="connsiteY2679" fmla="*/ 933796 h 2787466"/>
              <a:gd name="connsiteX2680" fmla="*/ 1877306 w 3600000"/>
              <a:gd name="connsiteY2680" fmla="*/ 929708 h 2787466"/>
              <a:gd name="connsiteX2681" fmla="*/ 1907872 w 3600000"/>
              <a:gd name="connsiteY2681" fmla="*/ 931792 h 2787466"/>
              <a:gd name="connsiteX2682" fmla="*/ 1909150 w 3600000"/>
              <a:gd name="connsiteY2682" fmla="*/ 929482 h 2787466"/>
              <a:gd name="connsiteX2683" fmla="*/ 1903318 w 3600000"/>
              <a:gd name="connsiteY2683" fmla="*/ 927453 h 2787466"/>
              <a:gd name="connsiteX2684" fmla="*/ 1918389 w 3600000"/>
              <a:gd name="connsiteY2684" fmla="*/ 928494 h 2787466"/>
              <a:gd name="connsiteX2685" fmla="*/ 1920704 w 3600000"/>
              <a:gd name="connsiteY2685" fmla="*/ 932667 h 2787466"/>
              <a:gd name="connsiteX2686" fmla="*/ 1937271 w 3600000"/>
              <a:gd name="connsiteY2686" fmla="*/ 933796 h 2787466"/>
              <a:gd name="connsiteX2687" fmla="*/ 1950485 w 3600000"/>
              <a:gd name="connsiteY2687" fmla="*/ 934194 h 2787466"/>
              <a:gd name="connsiteX2688" fmla="*/ 1961011 w 3600000"/>
              <a:gd name="connsiteY2688" fmla="*/ 934511 h 2787466"/>
              <a:gd name="connsiteX2689" fmla="*/ 1960820 w 3600000"/>
              <a:gd name="connsiteY2689" fmla="*/ 932484 h 2787466"/>
              <a:gd name="connsiteX2690" fmla="*/ 1964594 w 3600000"/>
              <a:gd name="connsiteY2690" fmla="*/ 933519 h 2787466"/>
              <a:gd name="connsiteX2691" fmla="*/ 1964949 w 3600000"/>
              <a:gd name="connsiteY2691" fmla="*/ 934630 h 2787466"/>
              <a:gd name="connsiteX2692" fmla="*/ 1968592 w 3600000"/>
              <a:gd name="connsiteY2692" fmla="*/ 934739 h 2787466"/>
              <a:gd name="connsiteX2693" fmla="*/ 1970859 w 3600000"/>
              <a:gd name="connsiteY2693" fmla="*/ 934739 h 2787466"/>
              <a:gd name="connsiteX2694" fmla="*/ 1975448 w 3600000"/>
              <a:gd name="connsiteY2694" fmla="*/ 934739 h 2787466"/>
              <a:gd name="connsiteX2695" fmla="*/ 1971805 w 3600000"/>
              <a:gd name="connsiteY2695" fmla="*/ 933675 h 2787466"/>
              <a:gd name="connsiteX2696" fmla="*/ 1969889 w 3600000"/>
              <a:gd name="connsiteY2696" fmla="*/ 927453 h 2787466"/>
              <a:gd name="connsiteX2697" fmla="*/ 1976278 w 3600000"/>
              <a:gd name="connsiteY2697" fmla="*/ 918649 h 2787466"/>
              <a:gd name="connsiteX2698" fmla="*/ 1978957 w 3600000"/>
              <a:gd name="connsiteY2698" fmla="*/ 918649 h 2787466"/>
              <a:gd name="connsiteX2699" fmla="*/ 1980940 w 3600000"/>
              <a:gd name="connsiteY2699" fmla="*/ 916437 h 2787466"/>
              <a:gd name="connsiteX2700" fmla="*/ 1978948 w 3600000"/>
              <a:gd name="connsiteY2700" fmla="*/ 913235 h 2787466"/>
              <a:gd name="connsiteX2701" fmla="*/ 1979154 w 3600000"/>
              <a:gd name="connsiteY2701" fmla="*/ 910013 h 2787466"/>
              <a:gd name="connsiteX2702" fmla="*/ 1988222 w 3600000"/>
              <a:gd name="connsiteY2702" fmla="*/ 906083 h 2787466"/>
              <a:gd name="connsiteX2703" fmla="*/ 1974001 w 3600000"/>
              <a:gd name="connsiteY2703" fmla="*/ 900110 h 2787466"/>
              <a:gd name="connsiteX2704" fmla="*/ 2899596 w 3600000"/>
              <a:gd name="connsiteY2704" fmla="*/ 898892 h 2787466"/>
              <a:gd name="connsiteX2705" fmla="*/ 2895681 w 3600000"/>
              <a:gd name="connsiteY2705" fmla="*/ 909898 h 2787466"/>
              <a:gd name="connsiteX2706" fmla="*/ 2898154 w 3600000"/>
              <a:gd name="connsiteY2706" fmla="*/ 904867 h 2787466"/>
              <a:gd name="connsiteX2707" fmla="*/ 2900833 w 3600000"/>
              <a:gd name="connsiteY2707" fmla="*/ 905967 h 2787466"/>
              <a:gd name="connsiteX2708" fmla="*/ 2899596 w 3600000"/>
              <a:gd name="connsiteY2708" fmla="*/ 898892 h 2787466"/>
              <a:gd name="connsiteX2709" fmla="*/ 2014891 w 3600000"/>
              <a:gd name="connsiteY2709" fmla="*/ 897364 h 2787466"/>
              <a:gd name="connsiteX2710" fmla="*/ 2005121 w 3600000"/>
              <a:gd name="connsiteY2710" fmla="*/ 901996 h 2787466"/>
              <a:gd name="connsiteX2711" fmla="*/ 2009037 w 3600000"/>
              <a:gd name="connsiteY2711" fmla="*/ 904982 h 2787466"/>
              <a:gd name="connsiteX2712" fmla="*/ 2000818 w 3600000"/>
              <a:gd name="connsiteY2712" fmla="*/ 910741 h 2787466"/>
              <a:gd name="connsiteX2713" fmla="*/ 1998645 w 3600000"/>
              <a:gd name="connsiteY2713" fmla="*/ 913695 h 2787466"/>
              <a:gd name="connsiteX2714" fmla="*/ 2002386 w 3600000"/>
              <a:gd name="connsiteY2714" fmla="*/ 916373 h 2787466"/>
              <a:gd name="connsiteX2715" fmla="*/ 2006770 w 3600000"/>
              <a:gd name="connsiteY2715" fmla="*/ 909605 h 2787466"/>
              <a:gd name="connsiteX2716" fmla="*/ 2011938 w 3600000"/>
              <a:gd name="connsiteY2716" fmla="*/ 905194 h 2787466"/>
              <a:gd name="connsiteX2717" fmla="*/ 2014286 w 3600000"/>
              <a:gd name="connsiteY2717" fmla="*/ 907432 h 2787466"/>
              <a:gd name="connsiteX2718" fmla="*/ 2013205 w 3600000"/>
              <a:gd name="connsiteY2718" fmla="*/ 906201 h 2787466"/>
              <a:gd name="connsiteX2719" fmla="*/ 2013500 w 3600000"/>
              <a:gd name="connsiteY2719" fmla="*/ 905211 h 2787466"/>
              <a:gd name="connsiteX2720" fmla="*/ 2012123 w 3600000"/>
              <a:gd name="connsiteY2720" fmla="*/ 905035 h 2787466"/>
              <a:gd name="connsiteX2721" fmla="*/ 2014039 w 3600000"/>
              <a:gd name="connsiteY2721" fmla="*/ 903400 h 2787466"/>
              <a:gd name="connsiteX2722" fmla="*/ 2014432 w 3600000"/>
              <a:gd name="connsiteY2722" fmla="*/ 902081 h 2787466"/>
              <a:gd name="connsiteX2723" fmla="*/ 2594825 w 3600000"/>
              <a:gd name="connsiteY2723" fmla="*/ 895905 h 2787466"/>
              <a:gd name="connsiteX2724" fmla="*/ 2583080 w 3600000"/>
              <a:gd name="connsiteY2724" fmla="*/ 900936 h 2787466"/>
              <a:gd name="connsiteX2725" fmla="*/ 2586995 w 3600000"/>
              <a:gd name="connsiteY2725" fmla="*/ 908954 h 2787466"/>
              <a:gd name="connsiteX2726" fmla="*/ 2591188 w 3600000"/>
              <a:gd name="connsiteY2726" fmla="*/ 910839 h 2787466"/>
              <a:gd name="connsiteX2727" fmla="*/ 2593104 w 3600000"/>
              <a:gd name="connsiteY2727" fmla="*/ 910254 h 2787466"/>
              <a:gd name="connsiteX2728" fmla="*/ 2596627 w 3600000"/>
              <a:gd name="connsiteY2728" fmla="*/ 907210 h 2787466"/>
              <a:gd name="connsiteX2729" fmla="*/ 2592147 w 3600000"/>
              <a:gd name="connsiteY2729" fmla="*/ 903923 h 2787466"/>
              <a:gd name="connsiteX2730" fmla="*/ 2598740 w 3600000"/>
              <a:gd name="connsiteY2730" fmla="*/ 904867 h 2787466"/>
              <a:gd name="connsiteX2731" fmla="*/ 2594825 w 3600000"/>
              <a:gd name="connsiteY2731" fmla="*/ 895905 h 2787466"/>
              <a:gd name="connsiteX2732" fmla="*/ 2063844 w 3600000"/>
              <a:gd name="connsiteY2732" fmla="*/ 895725 h 2787466"/>
              <a:gd name="connsiteX2733" fmla="*/ 2061263 w 3600000"/>
              <a:gd name="connsiteY2733" fmla="*/ 897059 h 2787466"/>
              <a:gd name="connsiteX2734" fmla="*/ 2059285 w 3600000"/>
              <a:gd name="connsiteY2734" fmla="*/ 900981 h 2787466"/>
              <a:gd name="connsiteX2735" fmla="*/ 2057069 w 3600000"/>
              <a:gd name="connsiteY2735" fmla="*/ 908744 h 2787466"/>
              <a:gd name="connsiteX2736" fmla="*/ 2058768 w 3600000"/>
              <a:gd name="connsiteY2736" fmla="*/ 908473 h 2787466"/>
              <a:gd name="connsiteX2737" fmla="*/ 2063495 w 3600000"/>
              <a:gd name="connsiteY2737" fmla="*/ 904197 h 2787466"/>
              <a:gd name="connsiteX2738" fmla="*/ 2064857 w 3600000"/>
              <a:gd name="connsiteY2738" fmla="*/ 896421 h 2787466"/>
              <a:gd name="connsiteX2739" fmla="*/ 2018658 w 3600000"/>
              <a:gd name="connsiteY2739" fmla="*/ 895578 h 2787466"/>
              <a:gd name="connsiteX2740" fmla="*/ 2016316 w 3600000"/>
              <a:gd name="connsiteY2740" fmla="*/ 896689 h 2787466"/>
              <a:gd name="connsiteX2741" fmla="*/ 2018251 w 3600000"/>
              <a:gd name="connsiteY2741" fmla="*/ 898812 h 2787466"/>
              <a:gd name="connsiteX2742" fmla="*/ 2032337 w 3600000"/>
              <a:gd name="connsiteY2742" fmla="*/ 902769 h 2787466"/>
              <a:gd name="connsiteX2743" fmla="*/ 2035224 w 3600000"/>
              <a:gd name="connsiteY2743" fmla="*/ 901982 h 2787466"/>
              <a:gd name="connsiteX2744" fmla="*/ 2037118 w 3600000"/>
              <a:gd name="connsiteY2744" fmla="*/ 900923 h 2787466"/>
              <a:gd name="connsiteX2745" fmla="*/ 2039233 w 3600000"/>
              <a:gd name="connsiteY2745" fmla="*/ 900888 h 2787466"/>
              <a:gd name="connsiteX2746" fmla="*/ 2042565 w 3600000"/>
              <a:gd name="connsiteY2746" fmla="*/ 899978 h 2787466"/>
              <a:gd name="connsiteX2747" fmla="*/ 2044700 w 3600000"/>
              <a:gd name="connsiteY2747" fmla="*/ 897123 h 2787466"/>
              <a:gd name="connsiteX2748" fmla="*/ 2032736 w 3600000"/>
              <a:gd name="connsiteY2748" fmla="*/ 896043 h 2787466"/>
              <a:gd name="connsiteX2749" fmla="*/ 2018658 w 3600000"/>
              <a:gd name="connsiteY2749" fmla="*/ 895578 h 2787466"/>
              <a:gd name="connsiteX2750" fmla="*/ 3388803 w 3600000"/>
              <a:gd name="connsiteY2750" fmla="*/ 895006 h 2787466"/>
              <a:gd name="connsiteX2751" fmla="*/ 3401908 w 3600000"/>
              <a:gd name="connsiteY2751" fmla="*/ 900090 h 2787466"/>
              <a:gd name="connsiteX2752" fmla="*/ 3392755 w 3600000"/>
              <a:gd name="connsiteY2752" fmla="*/ 910099 h 2787466"/>
              <a:gd name="connsiteX2753" fmla="*/ 3392755 w 3600000"/>
              <a:gd name="connsiteY2753" fmla="*/ 901043 h 2787466"/>
              <a:gd name="connsiteX2754" fmla="*/ 3388803 w 3600000"/>
              <a:gd name="connsiteY2754" fmla="*/ 895006 h 2787466"/>
              <a:gd name="connsiteX2755" fmla="*/ 2211000 w 3600000"/>
              <a:gd name="connsiteY2755" fmla="*/ 892094 h 2787466"/>
              <a:gd name="connsiteX2756" fmla="*/ 2170608 w 3600000"/>
              <a:gd name="connsiteY2756" fmla="*/ 901996 h 2787466"/>
              <a:gd name="connsiteX2757" fmla="*/ 2170608 w 3600000"/>
              <a:gd name="connsiteY2757" fmla="*/ 897123 h 2787466"/>
              <a:gd name="connsiteX2758" fmla="*/ 2140725 w 3600000"/>
              <a:gd name="connsiteY2758" fmla="*/ 901054 h 2787466"/>
              <a:gd name="connsiteX2759" fmla="*/ 2109400 w 3600000"/>
              <a:gd name="connsiteY2759" fmla="*/ 897123 h 2787466"/>
              <a:gd name="connsiteX2760" fmla="*/ 2100332 w 3600000"/>
              <a:gd name="connsiteY2760" fmla="*/ 896023 h 2787466"/>
              <a:gd name="connsiteX2761" fmla="*/ 2091059 w 3600000"/>
              <a:gd name="connsiteY2761" fmla="*/ 901996 h 2787466"/>
              <a:gd name="connsiteX2762" fmla="*/ 2094974 w 3600000"/>
              <a:gd name="connsiteY2762" fmla="*/ 904040 h 2787466"/>
              <a:gd name="connsiteX2763" fmla="*/ 2091316 w 3600000"/>
              <a:gd name="connsiteY2763" fmla="*/ 902920 h 2787466"/>
              <a:gd name="connsiteX2764" fmla="*/ 2090884 w 3600000"/>
              <a:gd name="connsiteY2764" fmla="*/ 902722 h 2787466"/>
              <a:gd name="connsiteX2765" fmla="*/ 2091475 w 3600000"/>
              <a:gd name="connsiteY2765" fmla="*/ 905714 h 2787466"/>
              <a:gd name="connsiteX2766" fmla="*/ 2093738 w 3600000"/>
              <a:gd name="connsiteY2766" fmla="*/ 907027 h 2787466"/>
              <a:gd name="connsiteX2767" fmla="*/ 2091718 w 3600000"/>
              <a:gd name="connsiteY2767" fmla="*/ 906946 h 2787466"/>
              <a:gd name="connsiteX2768" fmla="*/ 2091944 w 3600000"/>
              <a:gd name="connsiteY2768" fmla="*/ 908092 h 2787466"/>
              <a:gd name="connsiteX2769" fmla="*/ 2088196 w 3600000"/>
              <a:gd name="connsiteY2769" fmla="*/ 912872 h 2787466"/>
              <a:gd name="connsiteX2770" fmla="*/ 2073619 w 3600000"/>
              <a:gd name="connsiteY2770" fmla="*/ 907794 h 2787466"/>
              <a:gd name="connsiteX2771" fmla="*/ 2075810 w 3600000"/>
              <a:gd name="connsiteY2771" fmla="*/ 906369 h 2787466"/>
              <a:gd name="connsiteX2772" fmla="*/ 2073412 w 3600000"/>
              <a:gd name="connsiteY2772" fmla="*/ 906732 h 2787466"/>
              <a:gd name="connsiteX2773" fmla="*/ 2068354 w 3600000"/>
              <a:gd name="connsiteY2773" fmla="*/ 907991 h 2787466"/>
              <a:gd name="connsiteX2774" fmla="*/ 2066057 w 3600000"/>
              <a:gd name="connsiteY2774" fmla="*/ 907312 h 2787466"/>
              <a:gd name="connsiteX2775" fmla="*/ 2064907 w 3600000"/>
              <a:gd name="connsiteY2775" fmla="*/ 908812 h 2787466"/>
              <a:gd name="connsiteX2776" fmla="*/ 2064474 w 3600000"/>
              <a:gd name="connsiteY2776" fmla="*/ 913000 h 2787466"/>
              <a:gd name="connsiteX2777" fmla="*/ 2064438 w 3600000"/>
              <a:gd name="connsiteY2777" fmla="*/ 913338 h 2787466"/>
              <a:gd name="connsiteX2778" fmla="*/ 2065081 w 3600000"/>
              <a:gd name="connsiteY2778" fmla="*/ 916762 h 2787466"/>
              <a:gd name="connsiteX2779" fmla="*/ 2067504 w 3600000"/>
              <a:gd name="connsiteY2779" fmla="*/ 924249 h 2787466"/>
              <a:gd name="connsiteX2780" fmla="*/ 2073070 w 3600000"/>
              <a:gd name="connsiteY2780" fmla="*/ 922825 h 2787466"/>
              <a:gd name="connsiteX2781" fmla="*/ 2073090 w 3600000"/>
              <a:gd name="connsiteY2781" fmla="*/ 922446 h 2787466"/>
              <a:gd name="connsiteX2782" fmla="*/ 2076420 w 3600000"/>
              <a:gd name="connsiteY2782" fmla="*/ 918892 h 2787466"/>
              <a:gd name="connsiteX2783" fmla="*/ 2094605 w 3600000"/>
              <a:gd name="connsiteY2783" fmla="*/ 916310 h 2787466"/>
              <a:gd name="connsiteX2784" fmla="*/ 2119724 w 3600000"/>
              <a:gd name="connsiteY2784" fmla="*/ 914560 h 2787466"/>
              <a:gd name="connsiteX2785" fmla="*/ 2121265 w 3600000"/>
              <a:gd name="connsiteY2785" fmla="*/ 918296 h 2787466"/>
              <a:gd name="connsiteX2786" fmla="*/ 2124668 w 3600000"/>
              <a:gd name="connsiteY2786" fmla="*/ 917626 h 2787466"/>
              <a:gd name="connsiteX2787" fmla="*/ 2122197 w 3600000"/>
              <a:gd name="connsiteY2787" fmla="*/ 914560 h 2787466"/>
              <a:gd name="connsiteX2788" fmla="*/ 2125572 w 3600000"/>
              <a:gd name="connsiteY2788" fmla="*/ 915013 h 2787466"/>
              <a:gd name="connsiteX2789" fmla="*/ 2127023 w 3600000"/>
              <a:gd name="connsiteY2789" fmla="*/ 917162 h 2787466"/>
              <a:gd name="connsiteX2790" fmla="*/ 2131934 w 3600000"/>
              <a:gd name="connsiteY2790" fmla="*/ 916195 h 2787466"/>
              <a:gd name="connsiteX2791" fmla="*/ 2144435 w 3600000"/>
              <a:gd name="connsiteY2791" fmla="*/ 906083 h 2787466"/>
              <a:gd name="connsiteX2792" fmla="*/ 2152266 w 3600000"/>
              <a:gd name="connsiteY2792" fmla="*/ 907027 h 2787466"/>
              <a:gd name="connsiteX2793" fmla="*/ 2144435 w 3600000"/>
              <a:gd name="connsiteY2793" fmla="*/ 913000 h 2787466"/>
              <a:gd name="connsiteX2794" fmla="*/ 2167928 w 3600000"/>
              <a:gd name="connsiteY2794" fmla="*/ 904040 h 2787466"/>
              <a:gd name="connsiteX2795" fmla="*/ 2211000 w 3600000"/>
              <a:gd name="connsiteY2795" fmla="*/ 892094 h 2787466"/>
              <a:gd name="connsiteX2796" fmla="*/ 2894239 w 3600000"/>
              <a:gd name="connsiteY2796" fmla="*/ 891974 h 2787466"/>
              <a:gd name="connsiteX2797" fmla="*/ 2887851 w 3600000"/>
              <a:gd name="connsiteY2797" fmla="*/ 897006 h 2787466"/>
              <a:gd name="connsiteX2798" fmla="*/ 2896917 w 3600000"/>
              <a:gd name="connsiteY2798" fmla="*/ 897006 h 2787466"/>
              <a:gd name="connsiteX2799" fmla="*/ 2630761 w 3600000"/>
              <a:gd name="connsiteY2799" fmla="*/ 891447 h 2787466"/>
              <a:gd name="connsiteX2800" fmla="*/ 2618317 w 3600000"/>
              <a:gd name="connsiteY2800" fmla="*/ 898892 h 2787466"/>
              <a:gd name="connsiteX2801" fmla="*/ 2618290 w 3600000"/>
              <a:gd name="connsiteY2801" fmla="*/ 898914 h 2787466"/>
              <a:gd name="connsiteX2802" fmla="*/ 2630127 w 3600000"/>
              <a:gd name="connsiteY2802" fmla="*/ 891956 h 2787466"/>
              <a:gd name="connsiteX2803" fmla="*/ 2961873 w 3600000"/>
              <a:gd name="connsiteY2803" fmla="*/ 890846 h 2787466"/>
              <a:gd name="connsiteX2804" fmla="*/ 2954134 w 3600000"/>
              <a:gd name="connsiteY2804" fmla="*/ 894925 h 2787466"/>
              <a:gd name="connsiteX2805" fmla="*/ 2954134 w 3600000"/>
              <a:gd name="connsiteY2805" fmla="*/ 891825 h 2787466"/>
              <a:gd name="connsiteX2806" fmla="*/ 2961873 w 3600000"/>
              <a:gd name="connsiteY2806" fmla="*/ 890846 h 2787466"/>
              <a:gd name="connsiteX2807" fmla="*/ 3501113 w 3600000"/>
              <a:gd name="connsiteY2807" fmla="*/ 889271 h 2787466"/>
              <a:gd name="connsiteX2808" fmla="*/ 3501339 w 3600000"/>
              <a:gd name="connsiteY2808" fmla="*/ 894790 h 2787466"/>
              <a:gd name="connsiteX2809" fmla="*/ 3512775 w 3600000"/>
              <a:gd name="connsiteY2809" fmla="*/ 895743 h 2787466"/>
              <a:gd name="connsiteX2810" fmla="*/ 3500135 w 3600000"/>
              <a:gd name="connsiteY2810" fmla="*/ 900827 h 2787466"/>
              <a:gd name="connsiteX2811" fmla="*/ 3498932 w 3600000"/>
              <a:gd name="connsiteY2811" fmla="*/ 890818 h 2787466"/>
              <a:gd name="connsiteX2812" fmla="*/ 3501113 w 3600000"/>
              <a:gd name="connsiteY2812" fmla="*/ 889271 h 2787466"/>
              <a:gd name="connsiteX2813" fmla="*/ 3264494 w 3600000"/>
              <a:gd name="connsiteY2813" fmla="*/ 885849 h 2787466"/>
              <a:gd name="connsiteX2814" fmla="*/ 3261006 w 3600000"/>
              <a:gd name="connsiteY2814" fmla="*/ 887095 h 2787466"/>
              <a:gd name="connsiteX2815" fmla="*/ 3260437 w 3600000"/>
              <a:gd name="connsiteY2815" fmla="*/ 889302 h 2787466"/>
              <a:gd name="connsiteX2816" fmla="*/ 3259237 w 3600000"/>
              <a:gd name="connsiteY2816" fmla="*/ 887727 h 2787466"/>
              <a:gd name="connsiteX2817" fmla="*/ 3249752 w 3600000"/>
              <a:gd name="connsiteY2817" fmla="*/ 891115 h 2787466"/>
              <a:gd name="connsiteX2818" fmla="*/ 3198631 w 3600000"/>
              <a:gd name="connsiteY2818" fmla="*/ 913910 h 2787466"/>
              <a:gd name="connsiteX2819" fmla="*/ 3197209 w 3600000"/>
              <a:gd name="connsiteY2819" fmla="*/ 914444 h 2787466"/>
              <a:gd name="connsiteX2820" fmla="*/ 3197773 w 3600000"/>
              <a:gd name="connsiteY2820" fmla="*/ 914772 h 2787466"/>
              <a:gd name="connsiteX2821" fmla="*/ 3196780 w 3600000"/>
              <a:gd name="connsiteY2821" fmla="*/ 914606 h 2787466"/>
              <a:gd name="connsiteX2822" fmla="*/ 3168685 w 3600000"/>
              <a:gd name="connsiteY2822" fmla="*/ 925163 h 2787466"/>
              <a:gd name="connsiteX2823" fmla="*/ 3167894 w 3600000"/>
              <a:gd name="connsiteY2823" fmla="*/ 927664 h 2787466"/>
              <a:gd name="connsiteX2824" fmla="*/ 3175518 w 3600000"/>
              <a:gd name="connsiteY2824" fmla="*/ 924834 h 2787466"/>
              <a:gd name="connsiteX2825" fmla="*/ 3165215 w 3600000"/>
              <a:gd name="connsiteY2825" fmla="*/ 954550 h 2787466"/>
              <a:gd name="connsiteX2826" fmla="*/ 3133893 w 3600000"/>
              <a:gd name="connsiteY2826" fmla="*/ 977504 h 2787466"/>
              <a:gd name="connsiteX2827" fmla="*/ 3132194 w 3600000"/>
              <a:gd name="connsiteY2827" fmla="*/ 982987 h 2787466"/>
              <a:gd name="connsiteX2828" fmla="*/ 3131285 w 3600000"/>
              <a:gd name="connsiteY2828" fmla="*/ 984427 h 2787466"/>
              <a:gd name="connsiteX2829" fmla="*/ 3131285 w 3600000"/>
              <a:gd name="connsiteY2829" fmla="*/ 988732 h 2787466"/>
              <a:gd name="connsiteX2830" fmla="*/ 3131421 w 3600000"/>
              <a:gd name="connsiteY2830" fmla="*/ 989296 h 2787466"/>
              <a:gd name="connsiteX2831" fmla="*/ 3139045 w 3600000"/>
              <a:gd name="connsiteY2831" fmla="*/ 989296 h 2787466"/>
              <a:gd name="connsiteX2832" fmla="*/ 3131407 w 3600000"/>
              <a:gd name="connsiteY2832" fmla="*/ 993465 h 2787466"/>
              <a:gd name="connsiteX2833" fmla="*/ 3131285 w 3600000"/>
              <a:gd name="connsiteY2833" fmla="*/ 993674 h 2787466"/>
              <a:gd name="connsiteX2834" fmla="*/ 3131285 w 3600000"/>
              <a:gd name="connsiteY2834" fmla="*/ 1007292 h 2787466"/>
              <a:gd name="connsiteX2835" fmla="*/ 3131840 w 3600000"/>
              <a:gd name="connsiteY2835" fmla="*/ 1012516 h 2787466"/>
              <a:gd name="connsiteX2836" fmla="*/ 3137310 w 3600000"/>
              <a:gd name="connsiteY2836" fmla="*/ 1014063 h 2787466"/>
              <a:gd name="connsiteX2837" fmla="*/ 3155656 w 3600000"/>
              <a:gd name="connsiteY2837" fmla="*/ 1001058 h 2787466"/>
              <a:gd name="connsiteX2838" fmla="*/ 3152976 w 3600000"/>
              <a:gd name="connsiteY2838" fmla="*/ 1007085 h 2787466"/>
              <a:gd name="connsiteX2839" fmla="*/ 3149745 w 3600000"/>
              <a:gd name="connsiteY2839" fmla="*/ 1009589 h 2787466"/>
              <a:gd name="connsiteX2840" fmla="*/ 3153927 w 3600000"/>
              <a:gd name="connsiteY2840" fmla="*/ 1011929 h 2787466"/>
              <a:gd name="connsiteX2841" fmla="*/ 3154836 w 3600000"/>
              <a:gd name="connsiteY2841" fmla="*/ 1014090 h 2787466"/>
              <a:gd name="connsiteX2842" fmla="*/ 3151005 w 3600000"/>
              <a:gd name="connsiteY2842" fmla="*/ 1019765 h 2787466"/>
              <a:gd name="connsiteX2843" fmla="*/ 3152233 w 3600000"/>
              <a:gd name="connsiteY2843" fmla="*/ 1019168 h 2787466"/>
              <a:gd name="connsiteX2844" fmla="*/ 3153469 w 3600000"/>
              <a:gd name="connsiteY2844" fmla="*/ 1025143 h 2787466"/>
              <a:gd name="connsiteX2845" fmla="*/ 3167894 w 3600000"/>
              <a:gd name="connsiteY2845" fmla="*/ 1023099 h 2787466"/>
              <a:gd name="connsiteX2846" fmla="*/ 3157385 w 3600000"/>
              <a:gd name="connsiteY2846" fmla="*/ 1018225 h 2787466"/>
              <a:gd name="connsiteX2847" fmla="*/ 3171809 w 3600000"/>
              <a:gd name="connsiteY2847" fmla="*/ 995271 h 2787466"/>
              <a:gd name="connsiteX2848" fmla="*/ 3157385 w 3600000"/>
              <a:gd name="connsiteY2848" fmla="*/ 995271 h 2787466"/>
              <a:gd name="connsiteX2849" fmla="*/ 3169130 w 3600000"/>
              <a:gd name="connsiteY2849" fmla="*/ 982378 h 2787466"/>
              <a:gd name="connsiteX2850" fmla="*/ 3176961 w 3600000"/>
              <a:gd name="connsiteY2850" fmla="*/ 985366 h 2787466"/>
              <a:gd name="connsiteX2851" fmla="*/ 3161300 w 3600000"/>
              <a:gd name="connsiteY2851" fmla="*/ 996371 h 2787466"/>
              <a:gd name="connsiteX2852" fmla="*/ 3174281 w 3600000"/>
              <a:gd name="connsiteY2852" fmla="*/ 994327 h 2787466"/>
              <a:gd name="connsiteX2853" fmla="*/ 3185620 w 3600000"/>
              <a:gd name="connsiteY2853" fmla="*/ 982604 h 2787466"/>
              <a:gd name="connsiteX2854" fmla="*/ 3181881 w 3600000"/>
              <a:gd name="connsiteY2854" fmla="*/ 975347 h 2787466"/>
              <a:gd name="connsiteX2855" fmla="*/ 3185236 w 3600000"/>
              <a:gd name="connsiteY2855" fmla="*/ 966413 h 2787466"/>
              <a:gd name="connsiteX2856" fmla="*/ 3190436 w 3600000"/>
              <a:gd name="connsiteY2856" fmla="*/ 975347 h 2787466"/>
              <a:gd name="connsiteX2857" fmla="*/ 3188579 w 3600000"/>
              <a:gd name="connsiteY2857" fmla="*/ 979544 h 2787466"/>
              <a:gd name="connsiteX2858" fmla="*/ 3196331 w 3600000"/>
              <a:gd name="connsiteY2858" fmla="*/ 971530 h 2787466"/>
              <a:gd name="connsiteX2859" fmla="*/ 3211992 w 3600000"/>
              <a:gd name="connsiteY2859" fmla="*/ 972473 h 2787466"/>
              <a:gd name="connsiteX2860" fmla="*/ 3204161 w 3600000"/>
              <a:gd name="connsiteY2860" fmla="*/ 982378 h 2787466"/>
              <a:gd name="connsiteX2861" fmla="*/ 3219821 w 3600000"/>
              <a:gd name="connsiteY2861" fmla="*/ 965555 h 2787466"/>
              <a:gd name="connsiteX2862" fmla="*/ 3209519 w 3600000"/>
              <a:gd name="connsiteY2862" fmla="*/ 963511 h 2787466"/>
              <a:gd name="connsiteX2863" fmla="*/ 3201688 w 3600000"/>
              <a:gd name="connsiteY2863" fmla="*/ 975461 h 2787466"/>
              <a:gd name="connsiteX2864" fmla="*/ 3201688 w 3600000"/>
              <a:gd name="connsiteY2864" fmla="*/ 963511 h 2787466"/>
              <a:gd name="connsiteX2865" fmla="*/ 3229094 w 3600000"/>
              <a:gd name="connsiteY2865" fmla="*/ 926720 h 2787466"/>
              <a:gd name="connsiteX2866" fmla="*/ 3243314 w 3600000"/>
              <a:gd name="connsiteY2866" fmla="*/ 923734 h 2787466"/>
              <a:gd name="connsiteX2867" fmla="*/ 3244550 w 3600000"/>
              <a:gd name="connsiteY2867" fmla="*/ 918859 h 2787466"/>
              <a:gd name="connsiteX2868" fmla="*/ 3242077 w 3600000"/>
              <a:gd name="connsiteY2868" fmla="*/ 911784 h 2787466"/>
              <a:gd name="connsiteX2869" fmla="*/ 3265115 w 3600000"/>
              <a:gd name="connsiteY2869" fmla="*/ 888105 h 2787466"/>
              <a:gd name="connsiteX2870" fmla="*/ 2253866 w 3600000"/>
              <a:gd name="connsiteY2870" fmla="*/ 883133 h 2787466"/>
              <a:gd name="connsiteX2871" fmla="*/ 2212236 w 3600000"/>
              <a:gd name="connsiteY2871" fmla="*/ 897123 h 2787466"/>
              <a:gd name="connsiteX2872" fmla="*/ 2253866 w 3600000"/>
              <a:gd name="connsiteY2872" fmla="*/ 883133 h 2787466"/>
              <a:gd name="connsiteX2873" fmla="*/ 2593589 w 3600000"/>
              <a:gd name="connsiteY2873" fmla="*/ 883012 h 2787466"/>
              <a:gd name="connsiteX2874" fmla="*/ 2603892 w 3600000"/>
              <a:gd name="connsiteY2874" fmla="*/ 899993 h 2787466"/>
              <a:gd name="connsiteX2875" fmla="*/ 2610486 w 3600000"/>
              <a:gd name="connsiteY2875" fmla="*/ 899993 h 2787466"/>
              <a:gd name="connsiteX2876" fmla="*/ 2603892 w 3600000"/>
              <a:gd name="connsiteY2876" fmla="*/ 891031 h 2787466"/>
              <a:gd name="connsiteX2877" fmla="*/ 2610486 w 3600000"/>
              <a:gd name="connsiteY2877" fmla="*/ 897006 h 2787466"/>
              <a:gd name="connsiteX2878" fmla="*/ 2614401 w 3600000"/>
              <a:gd name="connsiteY2878" fmla="*/ 883956 h 2787466"/>
              <a:gd name="connsiteX2879" fmla="*/ 2593589 w 3600000"/>
              <a:gd name="connsiteY2879" fmla="*/ 883012 h 2787466"/>
              <a:gd name="connsiteX2880" fmla="*/ 2632535 w 3600000"/>
              <a:gd name="connsiteY2880" fmla="*/ 879082 h 2787466"/>
              <a:gd name="connsiteX2881" fmla="*/ 2631299 w 3600000"/>
              <a:gd name="connsiteY2881" fmla="*/ 881126 h 2787466"/>
              <a:gd name="connsiteX2882" fmla="*/ 2633875 w 3600000"/>
              <a:gd name="connsiteY2882" fmla="*/ 884526 h 2787466"/>
              <a:gd name="connsiteX2883" fmla="*/ 2635917 w 3600000"/>
              <a:gd name="connsiteY2883" fmla="*/ 887314 h 2787466"/>
              <a:gd name="connsiteX2884" fmla="*/ 2642303 w 3600000"/>
              <a:gd name="connsiteY2884" fmla="*/ 882194 h 2787466"/>
              <a:gd name="connsiteX2885" fmla="*/ 2639323 w 3600000"/>
              <a:gd name="connsiteY2885" fmla="*/ 882927 h 2787466"/>
              <a:gd name="connsiteX2886" fmla="*/ 2632535 w 3600000"/>
              <a:gd name="connsiteY2886" fmla="*/ 879082 h 2787466"/>
              <a:gd name="connsiteX2887" fmla="*/ 3535133 w 3600000"/>
              <a:gd name="connsiteY2887" fmla="*/ 878291 h 2787466"/>
              <a:gd name="connsiteX2888" fmla="*/ 3537860 w 3600000"/>
              <a:gd name="connsiteY2888" fmla="*/ 892772 h 2787466"/>
              <a:gd name="connsiteX2889" fmla="*/ 3535133 w 3600000"/>
              <a:gd name="connsiteY2889" fmla="*/ 878291 h 2787466"/>
              <a:gd name="connsiteX2890" fmla="*/ 3361868 w 3600000"/>
              <a:gd name="connsiteY2890" fmla="*/ 876981 h 2787466"/>
              <a:gd name="connsiteX2891" fmla="*/ 3361868 w 3600000"/>
              <a:gd name="connsiteY2891" fmla="*/ 904556 h 2787466"/>
              <a:gd name="connsiteX2892" fmla="*/ 3361868 w 3600000"/>
              <a:gd name="connsiteY2892" fmla="*/ 876981 h 2787466"/>
              <a:gd name="connsiteX2893" fmla="*/ 2306212 w 3600000"/>
              <a:gd name="connsiteY2893" fmla="*/ 873977 h 2787466"/>
              <a:gd name="connsiteX2894" fmla="*/ 2304769 w 3600000"/>
              <a:gd name="connsiteY2894" fmla="*/ 878260 h 2787466"/>
              <a:gd name="connsiteX2895" fmla="*/ 2312601 w 3600000"/>
              <a:gd name="connsiteY2895" fmla="*/ 874173 h 2787466"/>
              <a:gd name="connsiteX2896" fmla="*/ 2306212 w 3600000"/>
              <a:gd name="connsiteY2896" fmla="*/ 873977 h 2787466"/>
              <a:gd name="connsiteX2897" fmla="*/ 2628620 w 3600000"/>
              <a:gd name="connsiteY2897" fmla="*/ 873107 h 2787466"/>
              <a:gd name="connsiteX2898" fmla="*/ 2626148 w 3600000"/>
              <a:gd name="connsiteY2898" fmla="*/ 877038 h 2787466"/>
              <a:gd name="connsiteX2899" fmla="*/ 2628620 w 3600000"/>
              <a:gd name="connsiteY2899" fmla="*/ 873107 h 2787466"/>
              <a:gd name="connsiteX2900" fmla="*/ 3328008 w 3600000"/>
              <a:gd name="connsiteY2900" fmla="*/ 872128 h 2787466"/>
              <a:gd name="connsiteX2901" fmla="*/ 3322959 w 3600000"/>
              <a:gd name="connsiteY2901" fmla="*/ 887220 h 2787466"/>
              <a:gd name="connsiteX2902" fmla="*/ 3328008 w 3600000"/>
              <a:gd name="connsiteY2902" fmla="*/ 872128 h 2787466"/>
              <a:gd name="connsiteX2903" fmla="*/ 2644281 w 3600000"/>
              <a:gd name="connsiteY2903" fmla="*/ 870121 h 2787466"/>
              <a:gd name="connsiteX2904" fmla="*/ 2645724 w 3600000"/>
              <a:gd name="connsiteY2904" fmla="*/ 876094 h 2787466"/>
              <a:gd name="connsiteX2905" fmla="*/ 2650505 w 3600000"/>
              <a:gd name="connsiteY2905" fmla="*/ 874260 h 2787466"/>
              <a:gd name="connsiteX2906" fmla="*/ 2651561 w 3600000"/>
              <a:gd name="connsiteY2906" fmla="*/ 874941 h 2787466"/>
              <a:gd name="connsiteX2907" fmla="*/ 2657669 w 3600000"/>
              <a:gd name="connsiteY2907" fmla="*/ 870625 h 2787466"/>
              <a:gd name="connsiteX2908" fmla="*/ 2655586 w 3600000"/>
              <a:gd name="connsiteY2908" fmla="*/ 871528 h 2787466"/>
              <a:gd name="connsiteX2909" fmla="*/ 2644281 w 3600000"/>
              <a:gd name="connsiteY2909" fmla="*/ 870121 h 2787466"/>
              <a:gd name="connsiteX2910" fmla="*/ 2916767 w 3600000"/>
              <a:gd name="connsiteY2910" fmla="*/ 867511 h 2787466"/>
              <a:gd name="connsiteX2911" fmla="*/ 2909900 w 3600000"/>
              <a:gd name="connsiteY2911" fmla="*/ 880025 h 2787466"/>
              <a:gd name="connsiteX2912" fmla="*/ 2923087 w 3600000"/>
              <a:gd name="connsiteY2912" fmla="*/ 869177 h 2787466"/>
              <a:gd name="connsiteX2913" fmla="*/ 2916767 w 3600000"/>
              <a:gd name="connsiteY2913" fmla="*/ 867511 h 2787466"/>
              <a:gd name="connsiteX2914" fmla="*/ 3392965 w 3600000"/>
              <a:gd name="connsiteY2914" fmla="*/ 863374 h 2787466"/>
              <a:gd name="connsiteX2915" fmla="*/ 3390303 w 3600000"/>
              <a:gd name="connsiteY2915" fmla="*/ 871297 h 2787466"/>
              <a:gd name="connsiteX2916" fmla="*/ 3392965 w 3600000"/>
              <a:gd name="connsiteY2916" fmla="*/ 863374 h 2787466"/>
              <a:gd name="connsiteX2917" fmla="*/ 2356909 w 3600000"/>
              <a:gd name="connsiteY2917" fmla="*/ 860341 h 2787466"/>
              <a:gd name="connsiteX2918" fmla="*/ 2354577 w 3600000"/>
              <a:gd name="connsiteY2918" fmla="*/ 863249 h 2787466"/>
              <a:gd name="connsiteX2919" fmla="*/ 2354230 w 3600000"/>
              <a:gd name="connsiteY2919" fmla="*/ 863327 h 2787466"/>
              <a:gd name="connsiteX2920" fmla="*/ 2356909 w 3600000"/>
              <a:gd name="connsiteY2920" fmla="*/ 860341 h 2787466"/>
              <a:gd name="connsiteX2921" fmla="*/ 2707335 w 3600000"/>
              <a:gd name="connsiteY2921" fmla="*/ 854114 h 2787466"/>
              <a:gd name="connsiteX2922" fmla="*/ 2706882 w 3600000"/>
              <a:gd name="connsiteY2922" fmla="*/ 855552 h 2787466"/>
              <a:gd name="connsiteX2923" fmla="*/ 2708162 w 3600000"/>
              <a:gd name="connsiteY2923" fmla="*/ 855184 h 2787466"/>
              <a:gd name="connsiteX2924" fmla="*/ 2477200 w 3600000"/>
              <a:gd name="connsiteY2924" fmla="*/ 849944 h 2787466"/>
              <a:gd name="connsiteX2925" fmla="*/ 2473306 w 3600000"/>
              <a:gd name="connsiteY2925" fmla="*/ 862005 h 2787466"/>
              <a:gd name="connsiteX2926" fmla="*/ 2467467 w 3600000"/>
              <a:gd name="connsiteY2926" fmla="*/ 861985 h 2787466"/>
              <a:gd name="connsiteX2927" fmla="*/ 2464637 w 3600000"/>
              <a:gd name="connsiteY2927" fmla="*/ 860534 h 2787466"/>
              <a:gd name="connsiteX2928" fmla="*/ 2463254 w 3600000"/>
              <a:gd name="connsiteY2928" fmla="*/ 864888 h 2787466"/>
              <a:gd name="connsiteX2929" fmla="*/ 2446180 w 3600000"/>
              <a:gd name="connsiteY2929" fmla="*/ 871293 h 2787466"/>
              <a:gd name="connsiteX2930" fmla="*/ 2453466 w 3600000"/>
              <a:gd name="connsiteY2930" fmla="*/ 865461 h 2787466"/>
              <a:gd name="connsiteX2931" fmla="*/ 2464468 w 3600000"/>
              <a:gd name="connsiteY2931" fmla="*/ 860447 h 2787466"/>
              <a:gd name="connsiteX2932" fmla="*/ 2461626 w 3600000"/>
              <a:gd name="connsiteY2932" fmla="*/ 858990 h 2787466"/>
              <a:gd name="connsiteX2933" fmla="*/ 2477200 w 3600000"/>
              <a:gd name="connsiteY2933" fmla="*/ 849944 h 2787466"/>
              <a:gd name="connsiteX2934" fmla="*/ 2727738 w 3600000"/>
              <a:gd name="connsiteY2934" fmla="*/ 841348 h 2787466"/>
              <a:gd name="connsiteX2935" fmla="*/ 2717228 w 3600000"/>
              <a:gd name="connsiteY2935" fmla="*/ 851253 h 2787466"/>
              <a:gd name="connsiteX2936" fmla="*/ 2727738 w 3600000"/>
              <a:gd name="connsiteY2936" fmla="*/ 841348 h 2787466"/>
              <a:gd name="connsiteX2937" fmla="*/ 2941222 w 3600000"/>
              <a:gd name="connsiteY2937" fmla="*/ 839305 h 2787466"/>
              <a:gd name="connsiteX2938" fmla="*/ 2937307 w 3600000"/>
              <a:gd name="connsiteY2938" fmla="*/ 848266 h 2787466"/>
              <a:gd name="connsiteX2939" fmla="*/ 2941222 w 3600000"/>
              <a:gd name="connsiteY2939" fmla="*/ 839305 h 2787466"/>
              <a:gd name="connsiteX2940" fmla="*/ 3399248 w 3600000"/>
              <a:gd name="connsiteY2940" fmla="*/ 831225 h 2787466"/>
              <a:gd name="connsiteX2941" fmla="*/ 3406871 w 3600000"/>
              <a:gd name="connsiteY2941" fmla="*/ 853976 h 2787466"/>
              <a:gd name="connsiteX2942" fmla="*/ 3396841 w 3600000"/>
              <a:gd name="connsiteY2942" fmla="*/ 856957 h 2787466"/>
              <a:gd name="connsiteX2943" fmla="*/ 3399248 w 3600000"/>
              <a:gd name="connsiteY2943" fmla="*/ 831225 h 2787466"/>
              <a:gd name="connsiteX2944" fmla="*/ 3571924 w 3600000"/>
              <a:gd name="connsiteY2944" fmla="*/ 830597 h 2787466"/>
              <a:gd name="connsiteX2945" fmla="*/ 3582737 w 3600000"/>
              <a:gd name="connsiteY2945" fmla="*/ 835385 h 2787466"/>
              <a:gd name="connsiteX2946" fmla="*/ 3581493 w 3600000"/>
              <a:gd name="connsiteY2946" fmla="*/ 842164 h 2787466"/>
              <a:gd name="connsiteX2947" fmla="*/ 3559318 w 3600000"/>
              <a:gd name="connsiteY2947" fmla="*/ 832458 h 2787466"/>
              <a:gd name="connsiteX2948" fmla="*/ 3568437 w 3600000"/>
              <a:gd name="connsiteY2948" fmla="*/ 832458 h 2787466"/>
              <a:gd name="connsiteX2949" fmla="*/ 3571924 w 3600000"/>
              <a:gd name="connsiteY2949" fmla="*/ 830597 h 2787466"/>
              <a:gd name="connsiteX2950" fmla="*/ 2539570 w 3600000"/>
              <a:gd name="connsiteY2950" fmla="*/ 826373 h 2787466"/>
              <a:gd name="connsiteX2951" fmla="*/ 2482527 w 3600000"/>
              <a:gd name="connsiteY2951" fmla="*/ 853948 h 2787466"/>
              <a:gd name="connsiteX2952" fmla="*/ 2539570 w 3600000"/>
              <a:gd name="connsiteY2952" fmla="*/ 826373 h 2787466"/>
              <a:gd name="connsiteX2953" fmla="*/ 3380102 w 3600000"/>
              <a:gd name="connsiteY2953" fmla="*/ 821520 h 2787466"/>
              <a:gd name="connsiteX2954" fmla="*/ 3374779 w 3600000"/>
              <a:gd name="connsiteY2954" fmla="*/ 850479 h 2787466"/>
              <a:gd name="connsiteX2955" fmla="*/ 3380102 w 3600000"/>
              <a:gd name="connsiteY2955" fmla="*/ 821520 h 2787466"/>
              <a:gd name="connsiteX2956" fmla="*/ 3010094 w 3600000"/>
              <a:gd name="connsiteY2956" fmla="*/ 821520 h 2787466"/>
              <a:gd name="connsiteX2957" fmla="*/ 3024275 w 3600000"/>
              <a:gd name="connsiteY2957" fmla="*/ 826639 h 2787466"/>
              <a:gd name="connsiteX2958" fmla="*/ 3012561 w 3600000"/>
              <a:gd name="connsiteY2958" fmla="*/ 827599 h 2787466"/>
              <a:gd name="connsiteX2959" fmla="*/ 3010094 w 3600000"/>
              <a:gd name="connsiteY2959" fmla="*/ 821520 h 2787466"/>
              <a:gd name="connsiteX2960" fmla="*/ 2713191 w 3600000"/>
              <a:gd name="connsiteY2960" fmla="*/ 820579 h 2787466"/>
              <a:gd name="connsiteX2961" fmla="*/ 2719489 w 3600000"/>
              <a:gd name="connsiteY2961" fmla="*/ 821325 h 2787466"/>
              <a:gd name="connsiteX2962" fmla="*/ 2717560 w 3600000"/>
              <a:gd name="connsiteY2962" fmla="*/ 822349 h 2787466"/>
              <a:gd name="connsiteX2963" fmla="*/ 2719402 w 3600000"/>
              <a:gd name="connsiteY2963" fmla="*/ 825429 h 2787466"/>
              <a:gd name="connsiteX2964" fmla="*/ 2712958 w 3600000"/>
              <a:gd name="connsiteY2964" fmla="*/ 828817 h 2787466"/>
              <a:gd name="connsiteX2965" fmla="*/ 2711073 w 3600000"/>
              <a:gd name="connsiteY2965" fmla="*/ 827347 h 2787466"/>
              <a:gd name="connsiteX2966" fmla="*/ 2709086 w 3600000"/>
              <a:gd name="connsiteY2966" fmla="*/ 832427 h 2787466"/>
              <a:gd name="connsiteX2967" fmla="*/ 2701334 w 3600000"/>
              <a:gd name="connsiteY2967" fmla="*/ 831475 h 2787466"/>
              <a:gd name="connsiteX2968" fmla="*/ 2703986 w 3600000"/>
              <a:gd name="connsiteY2968" fmla="*/ 835440 h 2787466"/>
              <a:gd name="connsiteX2969" fmla="*/ 2695011 w 3600000"/>
              <a:gd name="connsiteY2969" fmla="*/ 833378 h 2787466"/>
              <a:gd name="connsiteX2970" fmla="*/ 2695011 w 3600000"/>
              <a:gd name="connsiteY2970" fmla="*/ 835440 h 2787466"/>
              <a:gd name="connsiteX2971" fmla="*/ 2700110 w 3600000"/>
              <a:gd name="connsiteY2971" fmla="*/ 839405 h 2787466"/>
              <a:gd name="connsiteX2972" fmla="*/ 2695011 w 3600000"/>
              <a:gd name="connsiteY2972" fmla="*/ 841466 h 2787466"/>
              <a:gd name="connsiteX2973" fmla="*/ 2691135 w 3600000"/>
              <a:gd name="connsiteY2973" fmla="*/ 831475 h 2787466"/>
              <a:gd name="connsiteX2974" fmla="*/ 2700110 w 3600000"/>
              <a:gd name="connsiteY2974" fmla="*/ 826400 h 2787466"/>
              <a:gd name="connsiteX2975" fmla="*/ 2713191 w 3600000"/>
              <a:gd name="connsiteY2975" fmla="*/ 820579 h 2787466"/>
              <a:gd name="connsiteX2976" fmla="*/ 2705521 w 3600000"/>
              <a:gd name="connsiteY2976" fmla="*/ 815281 h 2787466"/>
              <a:gd name="connsiteX2977" fmla="*/ 2703034 w 3600000"/>
              <a:gd name="connsiteY2977" fmla="*/ 824185 h 2787466"/>
              <a:gd name="connsiteX2978" fmla="*/ 2695159 w 3600000"/>
              <a:gd name="connsiteY2978" fmla="*/ 822311 h 2787466"/>
              <a:gd name="connsiteX2979" fmla="*/ 2705521 w 3600000"/>
              <a:gd name="connsiteY2979" fmla="*/ 815281 h 2787466"/>
              <a:gd name="connsiteX2980" fmla="*/ 2950288 w 3600000"/>
              <a:gd name="connsiteY2980" fmla="*/ 811475 h 2787466"/>
              <a:gd name="connsiteX2981" fmla="*/ 2938543 w 3600000"/>
              <a:gd name="connsiteY2981" fmla="*/ 818393 h 2787466"/>
              <a:gd name="connsiteX2982" fmla="*/ 2951525 w 3600000"/>
              <a:gd name="connsiteY2982" fmla="*/ 824368 h 2787466"/>
              <a:gd name="connsiteX2983" fmla="*/ 2943900 w 3600000"/>
              <a:gd name="connsiteY2983" fmla="*/ 835374 h 2787466"/>
              <a:gd name="connsiteX2984" fmla="*/ 2951525 w 3600000"/>
              <a:gd name="connsiteY2984" fmla="*/ 840247 h 2787466"/>
              <a:gd name="connsiteX2985" fmla="*/ 2955440 w 3600000"/>
              <a:gd name="connsiteY2985" fmla="*/ 823425 h 2787466"/>
              <a:gd name="connsiteX2986" fmla="*/ 2965949 w 3600000"/>
              <a:gd name="connsiteY2986" fmla="*/ 820437 h 2787466"/>
              <a:gd name="connsiteX2987" fmla="*/ 2967186 w 3600000"/>
              <a:gd name="connsiteY2987" fmla="*/ 814463 h 2787466"/>
              <a:gd name="connsiteX2988" fmla="*/ 2952967 w 3600000"/>
              <a:gd name="connsiteY2988" fmla="*/ 822481 h 2787466"/>
              <a:gd name="connsiteX2989" fmla="*/ 2950288 w 3600000"/>
              <a:gd name="connsiteY2989" fmla="*/ 811475 h 2787466"/>
              <a:gd name="connsiteX2990" fmla="*/ 578183 w 3600000"/>
              <a:gd name="connsiteY2990" fmla="*/ 809725 h 2787466"/>
              <a:gd name="connsiteX2991" fmla="*/ 564993 w 3600000"/>
              <a:gd name="connsiteY2991" fmla="*/ 820571 h 2787466"/>
              <a:gd name="connsiteX2992" fmla="*/ 568909 w 3600000"/>
              <a:gd name="connsiteY2992" fmla="*/ 826545 h 2787466"/>
              <a:gd name="connsiteX2993" fmla="*/ 578183 w 3600000"/>
              <a:gd name="connsiteY2993" fmla="*/ 809725 h 2787466"/>
              <a:gd name="connsiteX2994" fmla="*/ 2639130 w 3600000"/>
              <a:gd name="connsiteY2994" fmla="*/ 809589 h 2787466"/>
              <a:gd name="connsiteX2995" fmla="*/ 2639130 w 3600000"/>
              <a:gd name="connsiteY2995" fmla="*/ 815406 h 2787466"/>
              <a:gd name="connsiteX2996" fmla="*/ 2639130 w 3600000"/>
              <a:gd name="connsiteY2996" fmla="*/ 809589 h 2787466"/>
              <a:gd name="connsiteX2997" fmla="*/ 2961582 w 3600000"/>
              <a:gd name="connsiteY2997" fmla="*/ 808881 h 2787466"/>
              <a:gd name="connsiteX2998" fmla="*/ 2958248 w 3600000"/>
              <a:gd name="connsiteY2998" fmla="*/ 810237 h 2787466"/>
              <a:gd name="connsiteX2999" fmla="*/ 2958119 w 3600000"/>
              <a:gd name="connsiteY2999" fmla="*/ 815406 h 2787466"/>
              <a:gd name="connsiteX3000" fmla="*/ 2964661 w 3600000"/>
              <a:gd name="connsiteY3000" fmla="*/ 812124 h 2787466"/>
              <a:gd name="connsiteX3001" fmla="*/ 2965180 w 3600000"/>
              <a:gd name="connsiteY3001" fmla="*/ 810990 h 2787466"/>
              <a:gd name="connsiteX3002" fmla="*/ 2962766 w 3600000"/>
              <a:gd name="connsiteY3002" fmla="*/ 808905 h 2787466"/>
              <a:gd name="connsiteX3003" fmla="*/ 3545187 w 3600000"/>
              <a:gd name="connsiteY3003" fmla="*/ 806683 h 2787466"/>
              <a:gd name="connsiteX3004" fmla="*/ 3542535 w 3600000"/>
              <a:gd name="connsiteY3004" fmla="*/ 845626 h 2787466"/>
              <a:gd name="connsiteX3005" fmla="*/ 3545187 w 3600000"/>
              <a:gd name="connsiteY3005" fmla="*/ 806683 h 2787466"/>
              <a:gd name="connsiteX3006" fmla="*/ 3182112 w 3600000"/>
              <a:gd name="connsiteY3006" fmla="*/ 803614 h 2787466"/>
              <a:gd name="connsiteX3007" fmla="*/ 3176961 w 3600000"/>
              <a:gd name="connsiteY3007" fmla="*/ 808489 h 2787466"/>
              <a:gd name="connsiteX3008" fmla="*/ 3184791 w 3600000"/>
              <a:gd name="connsiteY3008" fmla="*/ 820437 h 2787466"/>
              <a:gd name="connsiteX3009" fmla="*/ 3182112 w 3600000"/>
              <a:gd name="connsiteY3009" fmla="*/ 803614 h 2787466"/>
              <a:gd name="connsiteX3010" fmla="*/ 3600000 w 3600000"/>
              <a:gd name="connsiteY3010" fmla="*/ 802109 h 2787466"/>
              <a:gd name="connsiteX3011" fmla="*/ 3600000 w 3600000"/>
              <a:gd name="connsiteY3011" fmla="*/ 802109 h 2787466"/>
              <a:gd name="connsiteX3012" fmla="*/ 3591047 w 3600000"/>
              <a:gd name="connsiteY3012" fmla="*/ 809806 h 2787466"/>
              <a:gd name="connsiteX3013" fmla="*/ 3580218 w 3600000"/>
              <a:gd name="connsiteY3013" fmla="*/ 815122 h 2787466"/>
              <a:gd name="connsiteX3014" fmla="*/ 3587064 w 3600000"/>
              <a:gd name="connsiteY3014" fmla="*/ 806770 h 2787466"/>
              <a:gd name="connsiteX3015" fmla="*/ 2716039 w 3600000"/>
              <a:gd name="connsiteY3015" fmla="*/ 801673 h 2787466"/>
              <a:gd name="connsiteX3016" fmla="*/ 2731865 w 3600000"/>
              <a:gd name="connsiteY3016" fmla="*/ 806743 h 2787466"/>
              <a:gd name="connsiteX3017" fmla="*/ 2726452 w 3600000"/>
              <a:gd name="connsiteY3017" fmla="*/ 811655 h 2787466"/>
              <a:gd name="connsiteX3018" fmla="*/ 2721246 w 3600000"/>
              <a:gd name="connsiteY3018" fmla="*/ 805634 h 2787466"/>
              <a:gd name="connsiteX3019" fmla="*/ 2713333 w 3600000"/>
              <a:gd name="connsiteY3019" fmla="*/ 807694 h 2787466"/>
              <a:gd name="connsiteX3020" fmla="*/ 2716039 w 3600000"/>
              <a:gd name="connsiteY3020" fmla="*/ 801673 h 2787466"/>
              <a:gd name="connsiteX3021" fmla="*/ 2585850 w 3600000"/>
              <a:gd name="connsiteY3021" fmla="*/ 801377 h 2787466"/>
              <a:gd name="connsiteX3022" fmla="*/ 2558307 w 3600000"/>
              <a:gd name="connsiteY3022" fmla="*/ 819283 h 2787466"/>
              <a:gd name="connsiteX3023" fmla="*/ 2555615 w 3600000"/>
              <a:gd name="connsiteY3023" fmla="*/ 813315 h 2787466"/>
              <a:gd name="connsiteX3024" fmla="*/ 2547952 w 3600000"/>
              <a:gd name="connsiteY3024" fmla="*/ 815200 h 2787466"/>
              <a:gd name="connsiteX3025" fmla="*/ 2585850 w 3600000"/>
              <a:gd name="connsiteY3025" fmla="*/ 801377 h 2787466"/>
              <a:gd name="connsiteX3026" fmla="*/ 3085299 w 3600000"/>
              <a:gd name="connsiteY3026" fmla="*/ 799700 h 2787466"/>
              <a:gd name="connsiteX3027" fmla="*/ 3082483 w 3600000"/>
              <a:gd name="connsiteY3027" fmla="*/ 800256 h 2787466"/>
              <a:gd name="connsiteX3028" fmla="*/ 3081095 w 3600000"/>
              <a:gd name="connsiteY3028" fmla="*/ 800218 h 2787466"/>
              <a:gd name="connsiteX3029" fmla="*/ 3082128 w 3600000"/>
              <a:gd name="connsiteY3029" fmla="*/ 806637 h 2787466"/>
              <a:gd name="connsiteX3030" fmla="*/ 3083870 w 3600000"/>
              <a:gd name="connsiteY3030" fmla="*/ 802926 h 2787466"/>
              <a:gd name="connsiteX3031" fmla="*/ 3525276 w 3600000"/>
              <a:gd name="connsiteY3031" fmla="*/ 799336 h 2787466"/>
              <a:gd name="connsiteX3032" fmla="*/ 3517571 w 3600000"/>
              <a:gd name="connsiteY3032" fmla="*/ 805304 h 2787466"/>
              <a:gd name="connsiteX3033" fmla="*/ 3529129 w 3600000"/>
              <a:gd name="connsiteY3033" fmla="*/ 808288 h 2787466"/>
              <a:gd name="connsiteX3034" fmla="*/ 3525276 w 3600000"/>
              <a:gd name="connsiteY3034" fmla="*/ 799336 h 2787466"/>
              <a:gd name="connsiteX3035" fmla="*/ 3287495 w 3600000"/>
              <a:gd name="connsiteY3035" fmla="*/ 798092 h 2787466"/>
              <a:gd name="connsiteX3036" fmla="*/ 3282054 w 3600000"/>
              <a:gd name="connsiteY3036" fmla="*/ 801639 h 2787466"/>
              <a:gd name="connsiteX3037" fmla="*/ 3261653 w 3600000"/>
              <a:gd name="connsiteY3037" fmla="*/ 824368 h 2787466"/>
              <a:gd name="connsiteX3038" fmla="*/ 3260211 w 3600000"/>
              <a:gd name="connsiteY3038" fmla="*/ 833330 h 2787466"/>
              <a:gd name="connsiteX3039" fmla="*/ 3249908 w 3600000"/>
              <a:gd name="connsiteY3039" fmla="*/ 837417 h 2787466"/>
              <a:gd name="connsiteX3040" fmla="*/ 3236642 w 3600000"/>
              <a:gd name="connsiteY3040" fmla="*/ 859351 h 2787466"/>
              <a:gd name="connsiteX3041" fmla="*/ 3226214 w 3600000"/>
              <a:gd name="connsiteY3041" fmla="*/ 867920 h 2787466"/>
              <a:gd name="connsiteX3042" fmla="*/ 3249417 w 3600000"/>
              <a:gd name="connsiteY3042" fmla="*/ 860754 h 2787466"/>
              <a:gd name="connsiteX3043" fmla="*/ 3295760 w 3600000"/>
              <a:gd name="connsiteY3043" fmla="*/ 843571 h 2787466"/>
              <a:gd name="connsiteX3044" fmla="*/ 3295449 w 3600000"/>
              <a:gd name="connsiteY3044" fmla="*/ 841348 h 2787466"/>
              <a:gd name="connsiteX3045" fmla="*/ 3298801 w 3600000"/>
              <a:gd name="connsiteY3045" fmla="*/ 842444 h 2787466"/>
              <a:gd name="connsiteX3046" fmla="*/ 3301728 w 3600000"/>
              <a:gd name="connsiteY3046" fmla="*/ 841358 h 2787466"/>
              <a:gd name="connsiteX3047" fmla="*/ 3303588 w 3600000"/>
              <a:gd name="connsiteY3047" fmla="*/ 839580 h 2787466"/>
              <a:gd name="connsiteX3048" fmla="*/ 3307503 w 3600000"/>
              <a:gd name="connsiteY3048" fmla="*/ 835157 h 2787466"/>
              <a:gd name="connsiteX3049" fmla="*/ 3308080 w 3600000"/>
              <a:gd name="connsiteY3049" fmla="*/ 834984 h 2787466"/>
              <a:gd name="connsiteX3050" fmla="*/ 3309304 w 3600000"/>
              <a:gd name="connsiteY3050" fmla="*/ 829855 h 2787466"/>
              <a:gd name="connsiteX3051" fmla="*/ 3304350 w 3600000"/>
              <a:gd name="connsiteY3051" fmla="*/ 807637 h 2787466"/>
              <a:gd name="connsiteX3052" fmla="*/ 3301581 w 3600000"/>
              <a:gd name="connsiteY3052" fmla="*/ 805984 h 2787466"/>
              <a:gd name="connsiteX3053" fmla="*/ 3301193 w 3600000"/>
              <a:gd name="connsiteY3053" fmla="*/ 807775 h 2787466"/>
              <a:gd name="connsiteX3054" fmla="*/ 3304698 w 3600000"/>
              <a:gd name="connsiteY3054" fmla="*/ 811656 h 2787466"/>
              <a:gd name="connsiteX3055" fmla="*/ 3298034 w 3600000"/>
              <a:gd name="connsiteY3055" fmla="*/ 820669 h 2787466"/>
              <a:gd name="connsiteX3056" fmla="*/ 3298034 w 3600000"/>
              <a:gd name="connsiteY3056" fmla="*/ 809758 h 2787466"/>
              <a:gd name="connsiteX3057" fmla="*/ 3287622 w 3600000"/>
              <a:gd name="connsiteY3057" fmla="*/ 808652 h 2787466"/>
              <a:gd name="connsiteX3058" fmla="*/ 3295733 w 3600000"/>
              <a:gd name="connsiteY3058" fmla="*/ 802493 h 2787466"/>
              <a:gd name="connsiteX3059" fmla="*/ 3290159 w 3600000"/>
              <a:gd name="connsiteY3059" fmla="*/ 799165 h 2787466"/>
              <a:gd name="connsiteX3060" fmla="*/ 3342225 w 3600000"/>
              <a:gd name="connsiteY3060" fmla="*/ 797639 h 2787466"/>
              <a:gd name="connsiteX3061" fmla="*/ 3334469 w 3600000"/>
              <a:gd name="connsiteY3061" fmla="*/ 807597 h 2787466"/>
              <a:gd name="connsiteX3062" fmla="*/ 3338664 w 3600000"/>
              <a:gd name="connsiteY3062" fmla="*/ 810974 h 2787466"/>
              <a:gd name="connsiteX3063" fmla="*/ 3345985 w 3600000"/>
              <a:gd name="connsiteY3063" fmla="*/ 804322 h 2787466"/>
              <a:gd name="connsiteX3064" fmla="*/ 3342225 w 3600000"/>
              <a:gd name="connsiteY3064" fmla="*/ 797639 h 2787466"/>
              <a:gd name="connsiteX3065" fmla="*/ 3145639 w 3600000"/>
              <a:gd name="connsiteY3065" fmla="*/ 794653 h 2787466"/>
              <a:gd name="connsiteX3066" fmla="*/ 3135336 w 3600000"/>
              <a:gd name="connsiteY3066" fmla="*/ 806602 h 2787466"/>
              <a:gd name="connsiteX3067" fmla="*/ 3145639 w 3600000"/>
              <a:gd name="connsiteY3067" fmla="*/ 794653 h 2787466"/>
              <a:gd name="connsiteX3068" fmla="*/ 3188706 w 3600000"/>
              <a:gd name="connsiteY3068" fmla="*/ 791665 h 2787466"/>
              <a:gd name="connsiteX3069" fmla="*/ 3201688 w 3600000"/>
              <a:gd name="connsiteY3069" fmla="*/ 813519 h 2787466"/>
              <a:gd name="connsiteX3070" fmla="*/ 3191179 w 3600000"/>
              <a:gd name="connsiteY3070" fmla="*/ 829399 h 2787466"/>
              <a:gd name="connsiteX3071" fmla="*/ 3204161 w 3600000"/>
              <a:gd name="connsiteY3071" fmla="*/ 823425 h 2787466"/>
              <a:gd name="connsiteX3072" fmla="*/ 3217349 w 3600000"/>
              <a:gd name="connsiteY3072" fmla="*/ 810532 h 2787466"/>
              <a:gd name="connsiteX3073" fmla="*/ 3214670 w 3600000"/>
              <a:gd name="connsiteY3073" fmla="*/ 801570 h 2787466"/>
              <a:gd name="connsiteX3074" fmla="*/ 3188706 w 3600000"/>
              <a:gd name="connsiteY3074" fmla="*/ 791665 h 2787466"/>
              <a:gd name="connsiteX3075" fmla="*/ 2745922 w 3600000"/>
              <a:gd name="connsiteY3075" fmla="*/ 787550 h 2787466"/>
              <a:gd name="connsiteX3076" fmla="*/ 2733106 w 3600000"/>
              <a:gd name="connsiteY3076" fmla="*/ 801107 h 2787466"/>
              <a:gd name="connsiteX3077" fmla="*/ 2740837 w 3600000"/>
              <a:gd name="connsiteY3077" fmla="*/ 801107 h 2787466"/>
              <a:gd name="connsiteX3078" fmla="*/ 2729241 w 3600000"/>
              <a:gd name="connsiteY3078" fmla="*/ 803110 h 2787466"/>
              <a:gd name="connsiteX3079" fmla="*/ 2729241 w 3600000"/>
              <a:gd name="connsiteY3079" fmla="*/ 789399 h 2787466"/>
              <a:gd name="connsiteX3080" fmla="*/ 2736972 w 3600000"/>
              <a:gd name="connsiteY3080" fmla="*/ 794329 h 2787466"/>
              <a:gd name="connsiteX3081" fmla="*/ 2745922 w 3600000"/>
              <a:gd name="connsiteY3081" fmla="*/ 787550 h 2787466"/>
              <a:gd name="connsiteX3082" fmla="*/ 2575288 w 3600000"/>
              <a:gd name="connsiteY3082" fmla="*/ 787550 h 2787466"/>
              <a:gd name="connsiteX3083" fmla="*/ 2585909 w 3600000"/>
              <a:gd name="connsiteY3083" fmla="*/ 792462 h 2787466"/>
              <a:gd name="connsiteX3084" fmla="*/ 2572790 w 3600000"/>
              <a:gd name="connsiteY3084" fmla="*/ 797533 h 2787466"/>
              <a:gd name="connsiteX3085" fmla="*/ 2575288 w 3600000"/>
              <a:gd name="connsiteY3085" fmla="*/ 787550 h 2787466"/>
              <a:gd name="connsiteX3086" fmla="*/ 2981611 w 3600000"/>
              <a:gd name="connsiteY3086" fmla="*/ 785690 h 2787466"/>
              <a:gd name="connsiteX3087" fmla="*/ 2976459 w 3600000"/>
              <a:gd name="connsiteY3087" fmla="*/ 787735 h 2787466"/>
              <a:gd name="connsiteX3088" fmla="*/ 2971102 w 3600000"/>
              <a:gd name="connsiteY3088" fmla="*/ 795596 h 2787466"/>
              <a:gd name="connsiteX3089" fmla="*/ 2975017 w 3600000"/>
              <a:gd name="connsiteY3089" fmla="*/ 801570 h 2787466"/>
              <a:gd name="connsiteX3090" fmla="*/ 2981611 w 3600000"/>
              <a:gd name="connsiteY3090" fmla="*/ 785690 h 2787466"/>
              <a:gd name="connsiteX3091" fmla="*/ 3255627 w 3600000"/>
              <a:gd name="connsiteY3091" fmla="*/ 783426 h 2787466"/>
              <a:gd name="connsiteX3092" fmla="*/ 3255060 w 3600000"/>
              <a:gd name="connsiteY3092" fmla="*/ 783647 h 2787466"/>
              <a:gd name="connsiteX3093" fmla="*/ 3257851 w 3600000"/>
              <a:gd name="connsiteY3093" fmla="*/ 785910 h 2787466"/>
              <a:gd name="connsiteX3094" fmla="*/ 3259436 w 3600000"/>
              <a:gd name="connsiteY3094" fmla="*/ 785874 h 2787466"/>
              <a:gd name="connsiteX3095" fmla="*/ 2606841 w 3600000"/>
              <a:gd name="connsiteY3095" fmla="*/ 780684 h 2787466"/>
              <a:gd name="connsiteX3096" fmla="*/ 2597813 w 3600000"/>
              <a:gd name="connsiteY3096" fmla="*/ 790703 h 2787466"/>
              <a:gd name="connsiteX3097" fmla="*/ 2606841 w 3600000"/>
              <a:gd name="connsiteY3097" fmla="*/ 780684 h 2787466"/>
              <a:gd name="connsiteX3098" fmla="*/ 3018084 w 3600000"/>
              <a:gd name="connsiteY3098" fmla="*/ 777672 h 2787466"/>
              <a:gd name="connsiteX3099" fmla="*/ 3007575 w 3600000"/>
              <a:gd name="connsiteY3099" fmla="*/ 787735 h 2787466"/>
              <a:gd name="connsiteX3100" fmla="*/ 3018084 w 3600000"/>
              <a:gd name="connsiteY3100" fmla="*/ 777672 h 2787466"/>
              <a:gd name="connsiteX3101" fmla="*/ 624965 w 3600000"/>
              <a:gd name="connsiteY3101" fmla="*/ 777440 h 2787466"/>
              <a:gd name="connsiteX3102" fmla="*/ 621049 w 3600000"/>
              <a:gd name="connsiteY3102" fmla="*/ 778916 h 2787466"/>
              <a:gd name="connsiteX3103" fmla="*/ 623727 w 3600000"/>
              <a:gd name="connsiteY3103" fmla="*/ 784889 h 2787466"/>
              <a:gd name="connsiteX3104" fmla="*/ 614454 w 3600000"/>
              <a:gd name="connsiteY3104" fmla="*/ 782846 h 2787466"/>
              <a:gd name="connsiteX3105" fmla="*/ 581892 w 3600000"/>
              <a:gd name="connsiteY3105" fmla="*/ 804696 h 2787466"/>
              <a:gd name="connsiteX3106" fmla="*/ 588488 w 3600000"/>
              <a:gd name="connsiteY3106" fmla="*/ 812555 h 2787466"/>
              <a:gd name="connsiteX3107" fmla="*/ 637948 w 3600000"/>
              <a:gd name="connsiteY3107" fmla="*/ 777816 h 2787466"/>
              <a:gd name="connsiteX3108" fmla="*/ 624965 w 3600000"/>
              <a:gd name="connsiteY3108" fmla="*/ 777440 h 2787466"/>
              <a:gd name="connsiteX3109" fmla="*/ 3109165 w 3600000"/>
              <a:gd name="connsiteY3109" fmla="*/ 776729 h 2787466"/>
              <a:gd name="connsiteX3110" fmla="*/ 3100098 w 3600000"/>
              <a:gd name="connsiteY3110" fmla="*/ 790722 h 2787466"/>
              <a:gd name="connsiteX3111" fmla="*/ 3109165 w 3600000"/>
              <a:gd name="connsiteY3111" fmla="*/ 788678 h 2787466"/>
              <a:gd name="connsiteX3112" fmla="*/ 3109165 w 3600000"/>
              <a:gd name="connsiteY3112" fmla="*/ 776729 h 2787466"/>
              <a:gd name="connsiteX3113" fmla="*/ 2795327 w 3600000"/>
              <a:gd name="connsiteY3113" fmla="*/ 769811 h 2787466"/>
              <a:gd name="connsiteX3114" fmla="*/ 2795327 w 3600000"/>
              <a:gd name="connsiteY3114" fmla="*/ 777672 h 2787466"/>
              <a:gd name="connsiteX3115" fmla="*/ 2795327 w 3600000"/>
              <a:gd name="connsiteY3115" fmla="*/ 769811 h 2787466"/>
              <a:gd name="connsiteX3116" fmla="*/ 3468626 w 3600000"/>
              <a:gd name="connsiteY3116" fmla="*/ 767445 h 2787466"/>
              <a:gd name="connsiteX3117" fmla="*/ 3475047 w 3600000"/>
              <a:gd name="connsiteY3117" fmla="*/ 767445 h 2787466"/>
              <a:gd name="connsiteX3118" fmla="*/ 3477454 w 3600000"/>
              <a:gd name="connsiteY3118" fmla="*/ 774441 h 2787466"/>
              <a:gd name="connsiteX3119" fmla="*/ 3470031 w 3600000"/>
              <a:gd name="connsiteY3119" fmla="*/ 784618 h 2787466"/>
              <a:gd name="connsiteX3120" fmla="*/ 3468626 w 3600000"/>
              <a:gd name="connsiteY3120" fmla="*/ 767445 h 2787466"/>
              <a:gd name="connsiteX3121" fmla="*/ 2646796 w 3600000"/>
              <a:gd name="connsiteY3121" fmla="*/ 767445 h 2787466"/>
              <a:gd name="connsiteX3122" fmla="*/ 2640334 w 3600000"/>
              <a:gd name="connsiteY3122" fmla="*/ 778381 h 2787466"/>
              <a:gd name="connsiteX3123" fmla="*/ 2646796 w 3600000"/>
              <a:gd name="connsiteY3123" fmla="*/ 767445 h 2787466"/>
              <a:gd name="connsiteX3124" fmla="*/ 3442879 w 3600000"/>
              <a:gd name="connsiteY3124" fmla="*/ 764672 h 2787466"/>
              <a:gd name="connsiteX3125" fmla="*/ 3444157 w 3600000"/>
              <a:gd name="connsiteY3125" fmla="*/ 776305 h 2787466"/>
              <a:gd name="connsiteX3126" fmla="*/ 3442879 w 3600000"/>
              <a:gd name="connsiteY3126" fmla="*/ 764672 h 2787466"/>
              <a:gd name="connsiteX3127" fmla="*/ 3186028 w 3600000"/>
              <a:gd name="connsiteY3127" fmla="*/ 763837 h 2787466"/>
              <a:gd name="connsiteX3128" fmla="*/ 3182112 w 3600000"/>
              <a:gd name="connsiteY3128" fmla="*/ 777672 h 2787466"/>
              <a:gd name="connsiteX3129" fmla="*/ 3186028 w 3600000"/>
              <a:gd name="connsiteY3129" fmla="*/ 763837 h 2787466"/>
              <a:gd name="connsiteX3130" fmla="*/ 2761997 w 3600000"/>
              <a:gd name="connsiteY3130" fmla="*/ 762593 h 2787466"/>
              <a:gd name="connsiteX3131" fmla="*/ 2764623 w 3600000"/>
              <a:gd name="connsiteY3131" fmla="*/ 771466 h 2787466"/>
              <a:gd name="connsiteX3132" fmla="*/ 2749276 w 3600000"/>
              <a:gd name="connsiteY3132" fmla="*/ 770515 h 2787466"/>
              <a:gd name="connsiteX3133" fmla="*/ 2761997 w 3600000"/>
              <a:gd name="connsiteY3133" fmla="*/ 762593 h 2787466"/>
              <a:gd name="connsiteX3134" fmla="*/ 3536458 w 3600000"/>
              <a:gd name="connsiteY3134" fmla="*/ 761456 h 2787466"/>
              <a:gd name="connsiteX3135" fmla="*/ 3554344 w 3600000"/>
              <a:gd name="connsiteY3135" fmla="*/ 761456 h 2787466"/>
              <a:gd name="connsiteX3136" fmla="*/ 3555767 w 3600000"/>
              <a:gd name="connsiteY3136" fmla="*/ 771367 h 2787466"/>
              <a:gd name="connsiteX3137" fmla="*/ 3541539 w 3600000"/>
              <a:gd name="connsiteY3137" fmla="*/ 763501 h 2787466"/>
              <a:gd name="connsiteX3138" fmla="*/ 3546824 w 3600000"/>
              <a:gd name="connsiteY3138" fmla="*/ 797325 h 2787466"/>
              <a:gd name="connsiteX3139" fmla="*/ 3544181 w 3600000"/>
              <a:gd name="connsiteY3139" fmla="*/ 801258 h 2787466"/>
              <a:gd name="connsiteX3140" fmla="*/ 3532595 w 3600000"/>
              <a:gd name="connsiteY3140" fmla="*/ 799213 h 2787466"/>
              <a:gd name="connsiteX3141" fmla="*/ 3536458 w 3600000"/>
              <a:gd name="connsiteY3141" fmla="*/ 761456 h 2787466"/>
              <a:gd name="connsiteX3142" fmla="*/ 713581 w 3600000"/>
              <a:gd name="connsiteY3142" fmla="*/ 760053 h 2787466"/>
              <a:gd name="connsiteX3143" fmla="*/ 691324 w 3600000"/>
              <a:gd name="connsiteY3143" fmla="*/ 766969 h 2787466"/>
              <a:gd name="connsiteX3144" fmla="*/ 713581 w 3600000"/>
              <a:gd name="connsiteY3144" fmla="*/ 760053 h 2787466"/>
              <a:gd name="connsiteX3145" fmla="*/ 3515197 w 3600000"/>
              <a:gd name="connsiteY3145" fmla="*/ 759819 h 2787466"/>
              <a:gd name="connsiteX3146" fmla="*/ 3524082 w 3600000"/>
              <a:gd name="connsiteY3146" fmla="*/ 784801 h 2787466"/>
              <a:gd name="connsiteX3147" fmla="*/ 3522870 w 3600000"/>
              <a:gd name="connsiteY3147" fmla="*/ 795711 h 2787466"/>
              <a:gd name="connsiteX3148" fmla="*/ 3507523 w 3600000"/>
              <a:gd name="connsiteY3148" fmla="*/ 769780 h 2787466"/>
              <a:gd name="connsiteX3149" fmla="*/ 3515197 w 3600000"/>
              <a:gd name="connsiteY3149" fmla="*/ 759819 h 2787466"/>
              <a:gd name="connsiteX3150" fmla="*/ 3373452 w 3600000"/>
              <a:gd name="connsiteY3150" fmla="*/ 757460 h 2787466"/>
              <a:gd name="connsiteX3151" fmla="*/ 3373153 w 3600000"/>
              <a:gd name="connsiteY3151" fmla="*/ 760909 h 2787466"/>
              <a:gd name="connsiteX3152" fmla="*/ 3377462 w 3600000"/>
              <a:gd name="connsiteY3152" fmla="*/ 759906 h 2787466"/>
              <a:gd name="connsiteX3153" fmla="*/ 3374362 w 3600000"/>
              <a:gd name="connsiteY3153" fmla="*/ 759113 h 2787466"/>
              <a:gd name="connsiteX3154" fmla="*/ 659999 w 3600000"/>
              <a:gd name="connsiteY3154" fmla="*/ 757067 h 2787466"/>
              <a:gd name="connsiteX3155" fmla="*/ 635474 w 3600000"/>
              <a:gd name="connsiteY3155" fmla="*/ 776872 h 2787466"/>
              <a:gd name="connsiteX3156" fmla="*/ 663914 w 3600000"/>
              <a:gd name="connsiteY3156" fmla="*/ 760996 h 2787466"/>
              <a:gd name="connsiteX3157" fmla="*/ 659999 w 3600000"/>
              <a:gd name="connsiteY3157" fmla="*/ 757067 h 2787466"/>
              <a:gd name="connsiteX3158" fmla="*/ 3282992 w 3600000"/>
              <a:gd name="connsiteY3158" fmla="*/ 757046 h 2787466"/>
              <a:gd name="connsiteX3159" fmla="*/ 3285548 w 3600000"/>
              <a:gd name="connsiteY3159" fmla="*/ 764029 h 2787466"/>
              <a:gd name="connsiteX3160" fmla="*/ 3274900 w 3600000"/>
              <a:gd name="connsiteY3160" fmla="*/ 764981 h 2787466"/>
              <a:gd name="connsiteX3161" fmla="*/ 3282992 w 3600000"/>
              <a:gd name="connsiteY3161" fmla="*/ 757046 h 2787466"/>
              <a:gd name="connsiteX3162" fmla="*/ 2624897 w 3600000"/>
              <a:gd name="connsiteY3162" fmla="*/ 757046 h 2787466"/>
              <a:gd name="connsiteX3163" fmla="*/ 2605610 w 3600000"/>
              <a:gd name="connsiteY3163" fmla="*/ 776770 h 2787466"/>
              <a:gd name="connsiteX3164" fmla="*/ 2640491 w 3600000"/>
              <a:gd name="connsiteY3164" fmla="*/ 757046 h 2787466"/>
              <a:gd name="connsiteX3165" fmla="*/ 2639260 w 3600000"/>
              <a:gd name="connsiteY3165" fmla="*/ 761899 h 2787466"/>
              <a:gd name="connsiteX3166" fmla="*/ 2641928 w 3600000"/>
              <a:gd name="connsiteY3166" fmla="*/ 768787 h 2787466"/>
              <a:gd name="connsiteX3167" fmla="*/ 2591246 w 3600000"/>
              <a:gd name="connsiteY3167" fmla="*/ 800565 h 2787466"/>
              <a:gd name="connsiteX3168" fmla="*/ 2586117 w 3600000"/>
              <a:gd name="connsiteY3168" fmla="*/ 789608 h 2787466"/>
              <a:gd name="connsiteX3169" fmla="*/ 2624897 w 3600000"/>
              <a:gd name="connsiteY3169" fmla="*/ 757046 h 2787466"/>
              <a:gd name="connsiteX3170" fmla="*/ 2767153 w 3600000"/>
              <a:gd name="connsiteY3170" fmla="*/ 753824 h 2787466"/>
              <a:gd name="connsiteX3171" fmla="*/ 2770632 w 3600000"/>
              <a:gd name="connsiteY3171" fmla="*/ 754468 h 2787466"/>
              <a:gd name="connsiteX3172" fmla="*/ 2771878 w 3600000"/>
              <a:gd name="connsiteY3172" fmla="*/ 757437 h 2787466"/>
              <a:gd name="connsiteX3173" fmla="*/ 2766685 w 3600000"/>
              <a:gd name="connsiteY3173" fmla="*/ 762436 h 2787466"/>
              <a:gd name="connsiteX3174" fmla="*/ 2762738 w 3600000"/>
              <a:gd name="connsiteY3174" fmla="*/ 755405 h 2787466"/>
              <a:gd name="connsiteX3175" fmla="*/ 2767153 w 3600000"/>
              <a:gd name="connsiteY3175" fmla="*/ 753824 h 2787466"/>
              <a:gd name="connsiteX3176" fmla="*/ 3498593 w 3600000"/>
              <a:gd name="connsiteY3176" fmla="*/ 753580 h 2787466"/>
              <a:gd name="connsiteX3177" fmla="*/ 3498593 w 3600000"/>
              <a:gd name="connsiteY3177" fmla="*/ 769369 h 2787466"/>
              <a:gd name="connsiteX3178" fmla="*/ 3498593 w 3600000"/>
              <a:gd name="connsiteY3178" fmla="*/ 753580 h 2787466"/>
              <a:gd name="connsiteX3179" fmla="*/ 2700331 w 3600000"/>
              <a:gd name="connsiteY3179" fmla="*/ 750944 h 2787466"/>
              <a:gd name="connsiteX3180" fmla="*/ 2697653 w 3600000"/>
              <a:gd name="connsiteY3180" fmla="*/ 758805 h 2787466"/>
              <a:gd name="connsiteX3181" fmla="*/ 2700331 w 3600000"/>
              <a:gd name="connsiteY3181" fmla="*/ 750944 h 2787466"/>
              <a:gd name="connsiteX3182" fmla="*/ 2999810 w 3600000"/>
              <a:gd name="connsiteY3182" fmla="*/ 748727 h 2787466"/>
              <a:gd name="connsiteX3183" fmla="*/ 3001300 w 3600000"/>
              <a:gd name="connsiteY3183" fmla="*/ 761740 h 2787466"/>
              <a:gd name="connsiteX3184" fmla="*/ 2999810 w 3600000"/>
              <a:gd name="connsiteY3184" fmla="*/ 748727 h 2787466"/>
              <a:gd name="connsiteX3185" fmla="*/ 3373668 w 3600000"/>
              <a:gd name="connsiteY3185" fmla="*/ 748375 h 2787466"/>
              <a:gd name="connsiteX3186" fmla="*/ 3374104 w 3600000"/>
              <a:gd name="connsiteY3186" fmla="*/ 749958 h 2787466"/>
              <a:gd name="connsiteX3187" fmla="*/ 3373612 w 3600000"/>
              <a:gd name="connsiteY3187" fmla="*/ 755625 h 2787466"/>
              <a:gd name="connsiteX3188" fmla="*/ 3373955 w 3600000"/>
              <a:gd name="connsiteY3188" fmla="*/ 754931 h 2787466"/>
              <a:gd name="connsiteX3189" fmla="*/ 3377462 w 3600000"/>
              <a:gd name="connsiteY3189" fmla="*/ 755818 h 2787466"/>
              <a:gd name="connsiteX3190" fmla="*/ 3376097 w 3600000"/>
              <a:gd name="connsiteY3190" fmla="*/ 750512 h 2787466"/>
              <a:gd name="connsiteX3191" fmla="*/ 3200246 w 3600000"/>
              <a:gd name="connsiteY3191" fmla="*/ 745913 h 2787466"/>
              <a:gd name="connsiteX3192" fmla="*/ 3192621 w 3600000"/>
              <a:gd name="connsiteY3192" fmla="*/ 753932 h 2787466"/>
              <a:gd name="connsiteX3193" fmla="*/ 3204161 w 3600000"/>
              <a:gd name="connsiteY3193" fmla="*/ 751887 h 2787466"/>
              <a:gd name="connsiteX3194" fmla="*/ 3200246 w 3600000"/>
              <a:gd name="connsiteY3194" fmla="*/ 745913 h 2787466"/>
              <a:gd name="connsiteX3195" fmla="*/ 2808309 w 3600000"/>
              <a:gd name="connsiteY3195" fmla="*/ 744970 h 2787466"/>
              <a:gd name="connsiteX3196" fmla="*/ 2801921 w 3600000"/>
              <a:gd name="connsiteY3196" fmla="*/ 752831 h 2787466"/>
              <a:gd name="connsiteX3197" fmla="*/ 2808309 w 3600000"/>
              <a:gd name="connsiteY3197" fmla="*/ 744970 h 2787466"/>
              <a:gd name="connsiteX3198" fmla="*/ 3309744 w 3600000"/>
              <a:gd name="connsiteY3198" fmla="*/ 742454 h 2787466"/>
              <a:gd name="connsiteX3199" fmla="*/ 3303279 w 3600000"/>
              <a:gd name="connsiteY3199" fmla="*/ 745913 h 2787466"/>
              <a:gd name="connsiteX3200" fmla="*/ 3312346 w 3600000"/>
              <a:gd name="connsiteY3200" fmla="*/ 747957 h 2787466"/>
              <a:gd name="connsiteX3201" fmla="*/ 3309744 w 3600000"/>
              <a:gd name="connsiteY3201" fmla="*/ 742454 h 2787466"/>
              <a:gd name="connsiteX3202" fmla="*/ 654847 w 3600000"/>
              <a:gd name="connsiteY3202" fmla="*/ 742133 h 2787466"/>
              <a:gd name="connsiteX3203" fmla="*/ 644542 w 3600000"/>
              <a:gd name="connsiteY3203" fmla="*/ 752980 h 2787466"/>
              <a:gd name="connsiteX3204" fmla="*/ 657525 w 3600000"/>
              <a:gd name="connsiteY3204" fmla="*/ 748107 h 2787466"/>
              <a:gd name="connsiteX3205" fmla="*/ 654847 w 3600000"/>
              <a:gd name="connsiteY3205" fmla="*/ 742133 h 2787466"/>
              <a:gd name="connsiteX3206" fmla="*/ 2580139 w 3600000"/>
              <a:gd name="connsiteY3206" fmla="*/ 739715 h 2787466"/>
              <a:gd name="connsiteX3207" fmla="*/ 2569738 w 3600000"/>
              <a:gd name="connsiteY3207" fmla="*/ 749954 h 2787466"/>
              <a:gd name="connsiteX3208" fmla="*/ 2580139 w 3600000"/>
              <a:gd name="connsiteY3208" fmla="*/ 739715 h 2787466"/>
              <a:gd name="connsiteX3209" fmla="*/ 3496091 w 3600000"/>
              <a:gd name="connsiteY3209" fmla="*/ 739021 h 2787466"/>
              <a:gd name="connsiteX3210" fmla="*/ 3494869 w 3600000"/>
              <a:gd name="connsiteY3210" fmla="*/ 754114 h 2787466"/>
              <a:gd name="connsiteX3211" fmla="*/ 3496091 w 3600000"/>
              <a:gd name="connsiteY3211" fmla="*/ 739021 h 2787466"/>
              <a:gd name="connsiteX3212" fmla="*/ 3281561 w 3600000"/>
              <a:gd name="connsiteY3212" fmla="*/ 738391 h 2787466"/>
              <a:gd name="connsiteX3213" fmla="*/ 3273194 w 3600000"/>
              <a:gd name="connsiteY3213" fmla="*/ 742926 h 2787466"/>
              <a:gd name="connsiteX3214" fmla="*/ 3282467 w 3600000"/>
              <a:gd name="connsiteY3214" fmla="*/ 742926 h 2787466"/>
              <a:gd name="connsiteX3215" fmla="*/ 3268041 w 3600000"/>
              <a:gd name="connsiteY3215" fmla="*/ 753932 h 2787466"/>
              <a:gd name="connsiteX3216" fmla="*/ 3264152 w 3600000"/>
              <a:gd name="connsiteY3216" fmla="*/ 761517 h 2787466"/>
              <a:gd name="connsiteX3217" fmla="*/ 3263041 w 3600000"/>
              <a:gd name="connsiteY3217" fmla="*/ 763661 h 2787466"/>
              <a:gd name="connsiteX3218" fmla="*/ 3263967 w 3600000"/>
              <a:gd name="connsiteY3218" fmla="*/ 764876 h 2787466"/>
              <a:gd name="connsiteX3219" fmla="*/ 3272760 w 3600000"/>
              <a:gd name="connsiteY3219" fmla="*/ 769157 h 2787466"/>
              <a:gd name="connsiteX3220" fmla="*/ 3278551 w 3600000"/>
              <a:gd name="connsiteY3220" fmla="*/ 766823 h 2787466"/>
              <a:gd name="connsiteX3221" fmla="*/ 3278452 w 3600000"/>
              <a:gd name="connsiteY3221" fmla="*/ 769307 h 2787466"/>
              <a:gd name="connsiteX3222" fmla="*/ 3276511 w 3600000"/>
              <a:gd name="connsiteY3222" fmla="*/ 770983 h 2787466"/>
              <a:gd name="connsiteX3223" fmla="*/ 3280069 w 3600000"/>
              <a:gd name="connsiteY3223" fmla="*/ 772715 h 2787466"/>
              <a:gd name="connsiteX3224" fmla="*/ 3280252 w 3600000"/>
              <a:gd name="connsiteY3224" fmla="*/ 772582 h 2787466"/>
              <a:gd name="connsiteX3225" fmla="*/ 3281553 w 3600000"/>
              <a:gd name="connsiteY3225" fmla="*/ 772182 h 2787466"/>
              <a:gd name="connsiteX3226" fmla="*/ 3283406 w 3600000"/>
              <a:gd name="connsiteY3226" fmla="*/ 774340 h 2787466"/>
              <a:gd name="connsiteX3227" fmla="*/ 3283797 w 3600000"/>
              <a:gd name="connsiteY3227" fmla="*/ 774530 h 2787466"/>
              <a:gd name="connsiteX3228" fmla="*/ 3291534 w 3600000"/>
              <a:gd name="connsiteY3228" fmla="*/ 761793 h 2787466"/>
              <a:gd name="connsiteX3229" fmla="*/ 3294006 w 3600000"/>
              <a:gd name="connsiteY3229" fmla="*/ 766823 h 2787466"/>
              <a:gd name="connsiteX3230" fmla="*/ 3303279 w 3600000"/>
              <a:gd name="connsiteY3230" fmla="*/ 758805 h 2787466"/>
              <a:gd name="connsiteX3231" fmla="*/ 3297922 w 3600000"/>
              <a:gd name="connsiteY3231" fmla="*/ 750944 h 2787466"/>
              <a:gd name="connsiteX3232" fmla="*/ 3288854 w 3600000"/>
              <a:gd name="connsiteY3232" fmla="*/ 753932 h 2787466"/>
              <a:gd name="connsiteX3233" fmla="*/ 3292770 w 3600000"/>
              <a:gd name="connsiteY3233" fmla="*/ 747013 h 2787466"/>
              <a:gd name="connsiteX3234" fmla="*/ 3300600 w 3600000"/>
              <a:gd name="connsiteY3234" fmla="*/ 747013 h 2787466"/>
              <a:gd name="connsiteX3235" fmla="*/ 3281561 w 3600000"/>
              <a:gd name="connsiteY3235" fmla="*/ 738391 h 2787466"/>
              <a:gd name="connsiteX3236" fmla="*/ 3003376 w 3600000"/>
              <a:gd name="connsiteY3236" fmla="*/ 737010 h 2787466"/>
              <a:gd name="connsiteX3237" fmla="*/ 2993357 w 3600000"/>
              <a:gd name="connsiteY3237" fmla="*/ 738052 h 2787466"/>
              <a:gd name="connsiteX3238" fmla="*/ 2985526 w 3600000"/>
              <a:gd name="connsiteY3238" fmla="*/ 741982 h 2787466"/>
              <a:gd name="connsiteX3239" fmla="*/ 2980375 w 3600000"/>
              <a:gd name="connsiteY3239" fmla="*/ 763837 h 2787466"/>
              <a:gd name="connsiteX3240" fmla="*/ 2972544 w 3600000"/>
              <a:gd name="connsiteY3240" fmla="*/ 765880 h 2787466"/>
              <a:gd name="connsiteX3241" fmla="*/ 2972544 w 3600000"/>
              <a:gd name="connsiteY3241" fmla="*/ 772798 h 2787466"/>
              <a:gd name="connsiteX3242" fmla="*/ 2977695 w 3600000"/>
              <a:gd name="connsiteY3242" fmla="*/ 783647 h 2787466"/>
              <a:gd name="connsiteX3243" fmla="*/ 2977695 w 3600000"/>
              <a:gd name="connsiteY3243" fmla="*/ 767767 h 2787466"/>
              <a:gd name="connsiteX3244" fmla="*/ 2989442 w 3600000"/>
              <a:gd name="connsiteY3244" fmla="*/ 758805 h 2787466"/>
              <a:gd name="connsiteX3245" fmla="*/ 2990678 w 3600000"/>
              <a:gd name="connsiteY3245" fmla="*/ 761793 h 2787466"/>
              <a:gd name="connsiteX3246" fmla="*/ 2991914 w 3600000"/>
              <a:gd name="connsiteY3246" fmla="*/ 779716 h 2787466"/>
              <a:gd name="connsiteX3247" fmla="*/ 2994593 w 3600000"/>
              <a:gd name="connsiteY3247" fmla="*/ 766823 h 2787466"/>
              <a:gd name="connsiteX3248" fmla="*/ 3005102 w 3600000"/>
              <a:gd name="connsiteY3248" fmla="*/ 763837 h 2787466"/>
              <a:gd name="connsiteX3249" fmla="*/ 2998508 w 3600000"/>
              <a:gd name="connsiteY3249" fmla="*/ 741039 h 2787466"/>
              <a:gd name="connsiteX3250" fmla="*/ 3003660 w 3600000"/>
              <a:gd name="connsiteY3250" fmla="*/ 741982 h 2787466"/>
              <a:gd name="connsiteX3251" fmla="*/ 3003376 w 3600000"/>
              <a:gd name="connsiteY3251" fmla="*/ 737010 h 2787466"/>
              <a:gd name="connsiteX3252" fmla="*/ 2779589 w 3600000"/>
              <a:gd name="connsiteY3252" fmla="*/ 736248 h 2787466"/>
              <a:gd name="connsiteX3253" fmla="*/ 2771766 w 3600000"/>
              <a:gd name="connsiteY3253" fmla="*/ 752733 h 2787466"/>
              <a:gd name="connsiteX3254" fmla="*/ 2775677 w 3600000"/>
              <a:gd name="connsiteY3254" fmla="*/ 737173 h 2787466"/>
              <a:gd name="connsiteX3255" fmla="*/ 2779589 w 3600000"/>
              <a:gd name="connsiteY3255" fmla="*/ 736248 h 2787466"/>
              <a:gd name="connsiteX3256" fmla="*/ 3093567 w 3600000"/>
              <a:gd name="connsiteY3256" fmla="*/ 734862 h 2787466"/>
              <a:gd name="connsiteX3257" fmla="*/ 3096192 w 3600000"/>
              <a:gd name="connsiteY3257" fmla="*/ 745098 h 2787466"/>
              <a:gd name="connsiteX3258" fmla="*/ 3093567 w 3600000"/>
              <a:gd name="connsiteY3258" fmla="*/ 734862 h 2787466"/>
              <a:gd name="connsiteX3259" fmla="*/ 2787684 w 3600000"/>
              <a:gd name="connsiteY3259" fmla="*/ 725849 h 2787466"/>
              <a:gd name="connsiteX3260" fmla="*/ 2795809 w 3600000"/>
              <a:gd name="connsiteY3260" fmla="*/ 727807 h 2787466"/>
              <a:gd name="connsiteX3261" fmla="*/ 2786402 w 3600000"/>
              <a:gd name="connsiteY3261" fmla="*/ 732048 h 2787466"/>
              <a:gd name="connsiteX3262" fmla="*/ 2787684 w 3600000"/>
              <a:gd name="connsiteY3262" fmla="*/ 725849 h 2787466"/>
              <a:gd name="connsiteX3263" fmla="*/ 2711301 w 3600000"/>
              <a:gd name="connsiteY3263" fmla="*/ 722383 h 2787466"/>
              <a:gd name="connsiteX3264" fmla="*/ 2701894 w 3600000"/>
              <a:gd name="connsiteY3264" fmla="*/ 736093 h 2787466"/>
              <a:gd name="connsiteX3265" fmla="*/ 2711301 w 3600000"/>
              <a:gd name="connsiteY3265" fmla="*/ 722383 h 2787466"/>
              <a:gd name="connsiteX3266" fmla="*/ 3239399 w 3600000"/>
              <a:gd name="connsiteY3266" fmla="*/ 722172 h 2787466"/>
              <a:gd name="connsiteX3267" fmla="*/ 3235483 w 3600000"/>
              <a:gd name="connsiteY3267" fmla="*/ 741982 h 2787466"/>
              <a:gd name="connsiteX3268" fmla="*/ 3245992 w 3600000"/>
              <a:gd name="connsiteY3268" fmla="*/ 723116 h 2787466"/>
              <a:gd name="connsiteX3269" fmla="*/ 3239399 w 3600000"/>
              <a:gd name="connsiteY3269" fmla="*/ 722172 h 2787466"/>
              <a:gd name="connsiteX3270" fmla="*/ 3141724 w 3600000"/>
              <a:gd name="connsiteY3270" fmla="*/ 720128 h 2787466"/>
              <a:gd name="connsiteX3271" fmla="*/ 3133893 w 3600000"/>
              <a:gd name="connsiteY3271" fmla="*/ 735064 h 2787466"/>
              <a:gd name="connsiteX3272" fmla="*/ 3141724 w 3600000"/>
              <a:gd name="connsiteY3272" fmla="*/ 720128 h 2787466"/>
              <a:gd name="connsiteX3273" fmla="*/ 3556208 w 3600000"/>
              <a:gd name="connsiteY3273" fmla="*/ 718916 h 2787466"/>
              <a:gd name="connsiteX3274" fmla="*/ 3567881 w 3600000"/>
              <a:gd name="connsiteY3274" fmla="*/ 720821 h 2787466"/>
              <a:gd name="connsiteX3275" fmla="*/ 3561328 w 3600000"/>
              <a:gd name="connsiteY3275" fmla="*/ 731930 h 2787466"/>
              <a:gd name="connsiteX3276" fmla="*/ 3556208 w 3600000"/>
              <a:gd name="connsiteY3276" fmla="*/ 718916 h 2787466"/>
              <a:gd name="connsiteX3277" fmla="*/ 2800396 w 3600000"/>
              <a:gd name="connsiteY3277" fmla="*/ 717067 h 2787466"/>
              <a:gd name="connsiteX3278" fmla="*/ 2791233 w 3600000"/>
              <a:gd name="connsiteY3278" fmla="*/ 721997 h 2787466"/>
              <a:gd name="connsiteX3279" fmla="*/ 2800396 w 3600000"/>
              <a:gd name="connsiteY3279" fmla="*/ 717067 h 2787466"/>
              <a:gd name="connsiteX3280" fmla="*/ 3266239 w 3600000"/>
              <a:gd name="connsiteY3280" fmla="*/ 709742 h 2787466"/>
              <a:gd name="connsiteX3281" fmla="*/ 3260211 w 3600000"/>
              <a:gd name="connsiteY3281" fmla="*/ 716197 h 2787466"/>
              <a:gd name="connsiteX3282" fmla="*/ 3265569 w 3600000"/>
              <a:gd name="connsiteY3282" fmla="*/ 723116 h 2787466"/>
              <a:gd name="connsiteX3283" fmla="*/ 3278551 w 3600000"/>
              <a:gd name="connsiteY3283" fmla="*/ 718085 h 2787466"/>
              <a:gd name="connsiteX3284" fmla="*/ 3265569 w 3600000"/>
              <a:gd name="connsiteY3284" fmla="*/ 719185 h 2787466"/>
              <a:gd name="connsiteX3285" fmla="*/ 3269278 w 3600000"/>
              <a:gd name="connsiteY3285" fmla="*/ 710223 h 2787466"/>
              <a:gd name="connsiteX3286" fmla="*/ 3266239 w 3600000"/>
              <a:gd name="connsiteY3286" fmla="*/ 709742 h 2787466"/>
              <a:gd name="connsiteX3287" fmla="*/ 3128097 w 3600000"/>
              <a:gd name="connsiteY3287" fmla="*/ 705745 h 2787466"/>
              <a:gd name="connsiteX3288" fmla="*/ 3107702 w 3600000"/>
              <a:gd name="connsiteY3288" fmla="*/ 709663 h 2787466"/>
              <a:gd name="connsiteX3289" fmla="*/ 3128097 w 3600000"/>
              <a:gd name="connsiteY3289" fmla="*/ 705745 h 2787466"/>
              <a:gd name="connsiteX3290" fmla="*/ 2846225 w 3600000"/>
              <a:gd name="connsiteY3290" fmla="*/ 705192 h 2787466"/>
              <a:gd name="connsiteX3291" fmla="*/ 2835716 w 3600000"/>
              <a:gd name="connsiteY3291" fmla="*/ 714154 h 2787466"/>
              <a:gd name="connsiteX3292" fmla="*/ 2846225 w 3600000"/>
              <a:gd name="connsiteY3292" fmla="*/ 705192 h 2787466"/>
              <a:gd name="connsiteX3293" fmla="*/ 3541246 w 3600000"/>
              <a:gd name="connsiteY3293" fmla="*/ 705051 h 2787466"/>
              <a:gd name="connsiteX3294" fmla="*/ 3548919 w 3600000"/>
              <a:gd name="connsiteY3294" fmla="*/ 726126 h 2787466"/>
              <a:gd name="connsiteX3295" fmla="*/ 3531149 w 3600000"/>
              <a:gd name="connsiteY3295" fmla="*/ 713132 h 2787466"/>
              <a:gd name="connsiteX3296" fmla="*/ 3537409 w 3600000"/>
              <a:gd name="connsiteY3296" fmla="*/ 711072 h 2787466"/>
              <a:gd name="connsiteX3297" fmla="*/ 3541246 w 3600000"/>
              <a:gd name="connsiteY3297" fmla="*/ 705051 h 2787466"/>
              <a:gd name="connsiteX3298" fmla="*/ 3175393 w 3600000"/>
              <a:gd name="connsiteY3298" fmla="*/ 701760 h 2787466"/>
              <a:gd name="connsiteX3299" fmla="*/ 3170366 w 3600000"/>
              <a:gd name="connsiteY3299" fmla="*/ 703148 h 2787466"/>
              <a:gd name="connsiteX3300" fmla="*/ 3178197 w 3600000"/>
              <a:gd name="connsiteY3300" fmla="*/ 709122 h 2787466"/>
              <a:gd name="connsiteX3301" fmla="*/ 3171809 w 3600000"/>
              <a:gd name="connsiteY3301" fmla="*/ 708179 h 2787466"/>
              <a:gd name="connsiteX3302" fmla="*/ 3174281 w 3600000"/>
              <a:gd name="connsiteY3302" fmla="*/ 717141 h 2787466"/>
              <a:gd name="connsiteX3303" fmla="*/ 3180876 w 3600000"/>
              <a:gd name="connsiteY3303" fmla="*/ 719185 h 2787466"/>
              <a:gd name="connsiteX3304" fmla="*/ 3181855 w 3600000"/>
              <a:gd name="connsiteY3304" fmla="*/ 718674 h 2787466"/>
              <a:gd name="connsiteX3305" fmla="*/ 3183743 w 3600000"/>
              <a:gd name="connsiteY3305" fmla="*/ 717688 h 2787466"/>
              <a:gd name="connsiteX3306" fmla="*/ 3182148 w 3600000"/>
              <a:gd name="connsiteY3306" fmla="*/ 714339 h 2787466"/>
              <a:gd name="connsiteX3307" fmla="*/ 3182000 w 3600000"/>
              <a:gd name="connsiteY3307" fmla="*/ 713893 h 2787466"/>
              <a:gd name="connsiteX3308" fmla="*/ 3178197 w 3600000"/>
              <a:gd name="connsiteY3308" fmla="*/ 713210 h 2787466"/>
              <a:gd name="connsiteX3309" fmla="*/ 3180103 w 3600000"/>
              <a:gd name="connsiteY3309" fmla="*/ 711166 h 2787466"/>
              <a:gd name="connsiteX3310" fmla="*/ 3180995 w 3600000"/>
              <a:gd name="connsiteY3310" fmla="*/ 710859 h 2787466"/>
              <a:gd name="connsiteX3311" fmla="*/ 3178474 w 3600000"/>
              <a:gd name="connsiteY3311" fmla="*/ 703248 h 2787466"/>
              <a:gd name="connsiteX3312" fmla="*/ 3245992 w 3600000"/>
              <a:gd name="connsiteY3312" fmla="*/ 701261 h 2787466"/>
              <a:gd name="connsiteX3313" fmla="*/ 3242077 w 3600000"/>
              <a:gd name="connsiteY3313" fmla="*/ 710223 h 2787466"/>
              <a:gd name="connsiteX3314" fmla="*/ 3252380 w 3600000"/>
              <a:gd name="connsiteY3314" fmla="*/ 709122 h 2787466"/>
              <a:gd name="connsiteX3315" fmla="*/ 3245992 w 3600000"/>
              <a:gd name="connsiteY3315" fmla="*/ 701261 h 2787466"/>
              <a:gd name="connsiteX3316" fmla="*/ 3390652 w 3600000"/>
              <a:gd name="connsiteY3316" fmla="*/ 700891 h 2787466"/>
              <a:gd name="connsiteX3317" fmla="*/ 3390652 w 3600000"/>
              <a:gd name="connsiteY3317" fmla="*/ 717376 h 2787466"/>
              <a:gd name="connsiteX3318" fmla="*/ 3390652 w 3600000"/>
              <a:gd name="connsiteY3318" fmla="*/ 700891 h 2787466"/>
              <a:gd name="connsiteX3319" fmla="*/ 3262890 w 3600000"/>
              <a:gd name="connsiteY3319" fmla="*/ 698274 h 2787466"/>
              <a:gd name="connsiteX3320" fmla="*/ 3257738 w 3600000"/>
              <a:gd name="connsiteY3320" fmla="*/ 706135 h 2787466"/>
              <a:gd name="connsiteX3321" fmla="*/ 3266805 w 3600000"/>
              <a:gd name="connsiteY3321" fmla="*/ 704248 h 2787466"/>
              <a:gd name="connsiteX3322" fmla="*/ 3135786 w 3600000"/>
              <a:gd name="connsiteY3322" fmla="*/ 697425 h 2787466"/>
              <a:gd name="connsiteX3323" fmla="*/ 3138341 w 3600000"/>
              <a:gd name="connsiteY3323" fmla="*/ 703504 h 2787466"/>
              <a:gd name="connsiteX3324" fmla="*/ 3127693 w 3600000"/>
              <a:gd name="connsiteY3324" fmla="*/ 701585 h 2787466"/>
              <a:gd name="connsiteX3325" fmla="*/ 3135786 w 3600000"/>
              <a:gd name="connsiteY3325" fmla="*/ 697425 h 2787466"/>
              <a:gd name="connsiteX3326" fmla="*/ 3024472 w 3600000"/>
              <a:gd name="connsiteY3326" fmla="*/ 696230 h 2787466"/>
              <a:gd name="connsiteX3327" fmla="*/ 3018084 w 3600000"/>
              <a:gd name="connsiteY3327" fmla="*/ 706135 h 2787466"/>
              <a:gd name="connsiteX3328" fmla="*/ 3016848 w 3600000"/>
              <a:gd name="connsiteY3328" fmla="*/ 701261 h 2787466"/>
              <a:gd name="connsiteX3329" fmla="*/ 3010254 w 3600000"/>
              <a:gd name="connsiteY3329" fmla="*/ 719185 h 2787466"/>
              <a:gd name="connsiteX3330" fmla="*/ 2998508 w 3600000"/>
              <a:gd name="connsiteY3330" fmla="*/ 724059 h 2787466"/>
              <a:gd name="connsiteX3331" fmla="*/ 3011490 w 3600000"/>
              <a:gd name="connsiteY3331" fmla="*/ 744970 h 2787466"/>
              <a:gd name="connsiteX3332" fmla="*/ 3011490 w 3600000"/>
              <a:gd name="connsiteY3332" fmla="*/ 732077 h 2787466"/>
              <a:gd name="connsiteX3333" fmla="*/ 3025915 w 3600000"/>
              <a:gd name="connsiteY3333" fmla="*/ 715097 h 2787466"/>
              <a:gd name="connsiteX3334" fmla="*/ 3019320 w 3600000"/>
              <a:gd name="connsiteY3334" fmla="*/ 704248 h 2787466"/>
              <a:gd name="connsiteX3335" fmla="*/ 3024472 w 3600000"/>
              <a:gd name="connsiteY3335" fmla="*/ 696230 h 2787466"/>
              <a:gd name="connsiteX3336" fmla="*/ 2814902 w 3600000"/>
              <a:gd name="connsiteY3336" fmla="*/ 693090 h 2787466"/>
              <a:gd name="connsiteX3337" fmla="*/ 2803292 w 3600000"/>
              <a:gd name="connsiteY3337" fmla="*/ 701184 h 2787466"/>
              <a:gd name="connsiteX3338" fmla="*/ 2814902 w 3600000"/>
              <a:gd name="connsiteY3338" fmla="*/ 693090 h 2787466"/>
              <a:gd name="connsiteX3339" fmla="*/ 3047963 w 3600000"/>
              <a:gd name="connsiteY3339" fmla="*/ 692300 h 2787466"/>
              <a:gd name="connsiteX3340" fmla="*/ 3047963 w 3600000"/>
              <a:gd name="connsiteY3340" fmla="*/ 698274 h 2787466"/>
              <a:gd name="connsiteX3341" fmla="*/ 3055794 w 3600000"/>
              <a:gd name="connsiteY3341" fmla="*/ 695287 h 2787466"/>
              <a:gd name="connsiteX3342" fmla="*/ 3047963 w 3600000"/>
              <a:gd name="connsiteY3342" fmla="*/ 692300 h 2787466"/>
              <a:gd name="connsiteX3343" fmla="*/ 2627815 w 3600000"/>
              <a:gd name="connsiteY3343" fmla="*/ 691218 h 2787466"/>
              <a:gd name="connsiteX3344" fmla="*/ 2618930 w 3600000"/>
              <a:gd name="connsiteY3344" fmla="*/ 699342 h 2787466"/>
              <a:gd name="connsiteX3345" fmla="*/ 2627815 w 3600000"/>
              <a:gd name="connsiteY3345" fmla="*/ 691218 h 2787466"/>
              <a:gd name="connsiteX3346" fmla="*/ 2779299 w 3600000"/>
              <a:gd name="connsiteY3346" fmla="*/ 691186 h 2787466"/>
              <a:gd name="connsiteX3347" fmla="*/ 2788548 w 3600000"/>
              <a:gd name="connsiteY3347" fmla="*/ 696043 h 2787466"/>
              <a:gd name="connsiteX3348" fmla="*/ 2783204 w 3600000"/>
              <a:gd name="connsiteY3348" fmla="*/ 713907 h 2787466"/>
              <a:gd name="connsiteX3349" fmla="*/ 2774160 w 3600000"/>
              <a:gd name="connsiteY3349" fmla="*/ 709989 h 2787466"/>
              <a:gd name="connsiteX3350" fmla="*/ 2776832 w 3600000"/>
              <a:gd name="connsiteY3350" fmla="*/ 696983 h 2787466"/>
              <a:gd name="connsiteX3351" fmla="*/ 2784643 w 3600000"/>
              <a:gd name="connsiteY3351" fmla="*/ 695103 h 2787466"/>
              <a:gd name="connsiteX3352" fmla="*/ 2779299 w 3600000"/>
              <a:gd name="connsiteY3352" fmla="*/ 691186 h 2787466"/>
              <a:gd name="connsiteX3353" fmla="*/ 3204621 w 3600000"/>
              <a:gd name="connsiteY3353" fmla="*/ 689849 h 2787466"/>
              <a:gd name="connsiteX3354" fmla="*/ 3206443 w 3600000"/>
              <a:gd name="connsiteY3354" fmla="*/ 695209 h 2787466"/>
              <a:gd name="connsiteX3355" fmla="*/ 3207197 w 3600000"/>
              <a:gd name="connsiteY3355" fmla="*/ 692113 h 2787466"/>
              <a:gd name="connsiteX3356" fmla="*/ 3019320 w 3600000"/>
              <a:gd name="connsiteY3356" fmla="*/ 688369 h 2787466"/>
              <a:gd name="connsiteX3357" fmla="*/ 3032302 w 3600000"/>
              <a:gd name="connsiteY3357" fmla="*/ 698274 h 2787466"/>
              <a:gd name="connsiteX3358" fmla="*/ 3031066 w 3600000"/>
              <a:gd name="connsiteY3358" fmla="*/ 692300 h 2787466"/>
              <a:gd name="connsiteX3359" fmla="*/ 3019320 w 3600000"/>
              <a:gd name="connsiteY3359" fmla="*/ 688369 h 2787466"/>
              <a:gd name="connsiteX3360" fmla="*/ 2626342 w 3600000"/>
              <a:gd name="connsiteY3360" fmla="*/ 682619 h 2787466"/>
              <a:gd name="connsiteX3361" fmla="*/ 2629536 w 3600000"/>
              <a:gd name="connsiteY3361" fmla="*/ 684156 h 2787466"/>
              <a:gd name="connsiteX3362" fmla="*/ 2625783 w 3600000"/>
              <a:gd name="connsiteY3362" fmla="*/ 686268 h 2787466"/>
              <a:gd name="connsiteX3363" fmla="*/ 2625783 w 3600000"/>
              <a:gd name="connsiteY3363" fmla="*/ 690330 h 2787466"/>
              <a:gd name="connsiteX3364" fmla="*/ 2620647 w 3600000"/>
              <a:gd name="connsiteY3364" fmla="*/ 685292 h 2787466"/>
              <a:gd name="connsiteX3365" fmla="*/ 2626342 w 3600000"/>
              <a:gd name="connsiteY3365" fmla="*/ 682619 h 2787466"/>
              <a:gd name="connsiteX3366" fmla="*/ 619812 w 3600000"/>
              <a:gd name="connsiteY3366" fmla="*/ 681458 h 2787466"/>
              <a:gd name="connsiteX3367" fmla="*/ 606622 w 3600000"/>
              <a:gd name="connsiteY3367" fmla="*/ 683501 h 2787466"/>
              <a:gd name="connsiteX3368" fmla="*/ 575504 w 3600000"/>
              <a:gd name="connsiteY3368" fmla="*/ 700320 h 2787466"/>
              <a:gd name="connsiteX3369" fmla="*/ 576740 w 3600000"/>
              <a:gd name="connsiteY3369" fmla="*/ 712267 h 2787466"/>
              <a:gd name="connsiteX3370" fmla="*/ 598998 w 3600000"/>
              <a:gd name="connsiteY3370" fmla="*/ 698434 h 2787466"/>
              <a:gd name="connsiteX3371" fmla="*/ 619812 w 3600000"/>
              <a:gd name="connsiteY3371" fmla="*/ 681458 h 2787466"/>
              <a:gd name="connsiteX3372" fmla="*/ 2851377 w 3600000"/>
              <a:gd name="connsiteY3372" fmla="*/ 681294 h 2787466"/>
              <a:gd name="connsiteX3373" fmla="*/ 2847462 w 3600000"/>
              <a:gd name="connsiteY3373" fmla="*/ 689312 h 2787466"/>
              <a:gd name="connsiteX3374" fmla="*/ 2851377 w 3600000"/>
              <a:gd name="connsiteY3374" fmla="*/ 681294 h 2787466"/>
              <a:gd name="connsiteX3375" fmla="*/ 3059709 w 3600000"/>
              <a:gd name="connsiteY3375" fmla="*/ 679408 h 2787466"/>
              <a:gd name="connsiteX3376" fmla="*/ 3063624 w 3600000"/>
              <a:gd name="connsiteY3376" fmla="*/ 686325 h 2787466"/>
              <a:gd name="connsiteX3377" fmla="*/ 3059709 w 3600000"/>
              <a:gd name="connsiteY3377" fmla="*/ 679408 h 2787466"/>
              <a:gd name="connsiteX3378" fmla="*/ 2816089 w 3600000"/>
              <a:gd name="connsiteY3378" fmla="*/ 679400 h 2787466"/>
              <a:gd name="connsiteX3379" fmla="*/ 2826710 w 3600000"/>
              <a:gd name="connsiteY3379" fmla="*/ 683362 h 2787466"/>
              <a:gd name="connsiteX3380" fmla="*/ 2820046 w 3600000"/>
              <a:gd name="connsiteY3380" fmla="*/ 687324 h 2787466"/>
              <a:gd name="connsiteX3381" fmla="*/ 2817547 w 3600000"/>
              <a:gd name="connsiteY3381" fmla="*/ 682411 h 2787466"/>
              <a:gd name="connsiteX3382" fmla="*/ 2806927 w 3600000"/>
              <a:gd name="connsiteY3382" fmla="*/ 685422 h 2787466"/>
              <a:gd name="connsiteX3383" fmla="*/ 2816089 w 3600000"/>
              <a:gd name="connsiteY3383" fmla="*/ 679400 h 2787466"/>
              <a:gd name="connsiteX3384" fmla="*/ 2737279 w 3600000"/>
              <a:gd name="connsiteY3384" fmla="*/ 679400 h 2787466"/>
              <a:gd name="connsiteX3385" fmla="*/ 2731934 w 3600000"/>
              <a:gd name="connsiteY3385" fmla="*/ 687556 h 2787466"/>
              <a:gd name="connsiteX3386" fmla="*/ 2737279 w 3600000"/>
              <a:gd name="connsiteY3386" fmla="*/ 679400 h 2787466"/>
              <a:gd name="connsiteX3387" fmla="*/ 2959355 w 3600000"/>
              <a:gd name="connsiteY3387" fmla="*/ 678464 h 2787466"/>
              <a:gd name="connsiteX3388" fmla="*/ 2955440 w 3600000"/>
              <a:gd name="connsiteY3388" fmla="*/ 687269 h 2787466"/>
              <a:gd name="connsiteX3389" fmla="*/ 2959355 w 3600000"/>
              <a:gd name="connsiteY3389" fmla="*/ 678464 h 2787466"/>
              <a:gd name="connsiteX3390" fmla="*/ 3271316 w 3600000"/>
              <a:gd name="connsiteY3390" fmla="*/ 677960 h 2787466"/>
              <a:gd name="connsiteX3391" fmla="*/ 3268041 w 3600000"/>
              <a:gd name="connsiteY3391" fmla="*/ 687269 h 2787466"/>
              <a:gd name="connsiteX3392" fmla="*/ 3275872 w 3600000"/>
              <a:gd name="connsiteY3392" fmla="*/ 679408 h 2787466"/>
              <a:gd name="connsiteX3393" fmla="*/ 3271316 w 3600000"/>
              <a:gd name="connsiteY3393" fmla="*/ 677960 h 2787466"/>
              <a:gd name="connsiteX3394" fmla="*/ 3408860 w 3600000"/>
              <a:gd name="connsiteY3394" fmla="*/ 675906 h 2787466"/>
              <a:gd name="connsiteX3395" fmla="*/ 3410999 w 3600000"/>
              <a:gd name="connsiteY3395" fmla="*/ 676537 h 2787466"/>
              <a:gd name="connsiteX3396" fmla="*/ 3404686 w 3600000"/>
              <a:gd name="connsiteY3396" fmla="*/ 686179 h 2787466"/>
              <a:gd name="connsiteX3397" fmla="*/ 3402037 w 3600000"/>
              <a:gd name="connsiteY3397" fmla="*/ 679446 h 2787466"/>
              <a:gd name="connsiteX3398" fmla="*/ 3408555 w 3600000"/>
              <a:gd name="connsiteY3398" fmla="*/ 677455 h 2787466"/>
              <a:gd name="connsiteX3399" fmla="*/ 3408860 w 3600000"/>
              <a:gd name="connsiteY3399" fmla="*/ 675906 h 2787466"/>
              <a:gd name="connsiteX3400" fmla="*/ 3256296 w 3600000"/>
              <a:gd name="connsiteY3400" fmla="*/ 675477 h 2787466"/>
              <a:gd name="connsiteX3401" fmla="*/ 3247229 w 3600000"/>
              <a:gd name="connsiteY3401" fmla="*/ 686325 h 2787466"/>
              <a:gd name="connsiteX3402" fmla="*/ 3256296 w 3600000"/>
              <a:gd name="connsiteY3402" fmla="*/ 675477 h 2787466"/>
              <a:gd name="connsiteX3403" fmla="*/ 2634764 w 3600000"/>
              <a:gd name="connsiteY3403" fmla="*/ 670388 h 2787466"/>
              <a:gd name="connsiteX3404" fmla="*/ 2630858 w 3600000"/>
              <a:gd name="connsiteY3404" fmla="*/ 682020 h 2787466"/>
              <a:gd name="connsiteX3405" fmla="*/ 2626954 w 3600000"/>
              <a:gd name="connsiteY3405" fmla="*/ 675286 h 2787466"/>
              <a:gd name="connsiteX3406" fmla="*/ 2634764 w 3600000"/>
              <a:gd name="connsiteY3406" fmla="*/ 670388 h 2787466"/>
              <a:gd name="connsiteX3407" fmla="*/ 632796 w 3600000"/>
              <a:gd name="connsiteY3407" fmla="*/ 669669 h 2787466"/>
              <a:gd name="connsiteX3408" fmla="*/ 622285 w 3600000"/>
              <a:gd name="connsiteY3408" fmla="*/ 680514 h 2787466"/>
              <a:gd name="connsiteX3409" fmla="*/ 632796 w 3600000"/>
              <a:gd name="connsiteY3409" fmla="*/ 669669 h 2787466"/>
              <a:gd name="connsiteX3410" fmla="*/ 3218585 w 3600000"/>
              <a:gd name="connsiteY3410" fmla="*/ 665414 h 2787466"/>
              <a:gd name="connsiteX3411" fmla="*/ 3208076 w 3600000"/>
              <a:gd name="connsiteY3411" fmla="*/ 675477 h 2787466"/>
              <a:gd name="connsiteX3412" fmla="*/ 3213434 w 3600000"/>
              <a:gd name="connsiteY3412" fmla="*/ 681294 h 2787466"/>
              <a:gd name="connsiteX3413" fmla="*/ 3221265 w 3600000"/>
              <a:gd name="connsiteY3413" fmla="*/ 681294 h 2787466"/>
              <a:gd name="connsiteX3414" fmla="*/ 3218585 w 3600000"/>
              <a:gd name="connsiteY3414" fmla="*/ 665414 h 2787466"/>
              <a:gd name="connsiteX3415" fmla="*/ 2751171 w 3600000"/>
              <a:gd name="connsiteY3415" fmla="*/ 665323 h 2787466"/>
              <a:gd name="connsiteX3416" fmla="*/ 2751154 w 3600000"/>
              <a:gd name="connsiteY3416" fmla="*/ 665383 h 2787466"/>
              <a:gd name="connsiteX3417" fmla="*/ 2751103 w 3600000"/>
              <a:gd name="connsiteY3417" fmla="*/ 665382 h 2787466"/>
              <a:gd name="connsiteX3418" fmla="*/ 617133 w 3600000"/>
              <a:gd name="connsiteY3418" fmla="*/ 664638 h 2787466"/>
              <a:gd name="connsiteX3419" fmla="*/ 608065 w 3600000"/>
              <a:gd name="connsiteY3419" fmla="*/ 670612 h 2787466"/>
              <a:gd name="connsiteX3420" fmla="*/ 617133 w 3600000"/>
              <a:gd name="connsiteY3420" fmla="*/ 664638 h 2787466"/>
              <a:gd name="connsiteX3421" fmla="*/ 3147016 w 3600000"/>
              <a:gd name="connsiteY3421" fmla="*/ 663455 h 2787466"/>
              <a:gd name="connsiteX3422" fmla="*/ 3151063 w 3600000"/>
              <a:gd name="connsiteY3422" fmla="*/ 679939 h 2787466"/>
              <a:gd name="connsiteX3423" fmla="*/ 3140414 w 3600000"/>
              <a:gd name="connsiteY3423" fmla="*/ 674084 h 2787466"/>
              <a:gd name="connsiteX3424" fmla="*/ 3147016 w 3600000"/>
              <a:gd name="connsiteY3424" fmla="*/ 663455 h 2787466"/>
              <a:gd name="connsiteX3425" fmla="*/ 3268041 w 3600000"/>
              <a:gd name="connsiteY3425" fmla="*/ 660540 h 2787466"/>
              <a:gd name="connsiteX3426" fmla="*/ 3261653 w 3600000"/>
              <a:gd name="connsiteY3426" fmla="*/ 662427 h 2787466"/>
              <a:gd name="connsiteX3427" fmla="*/ 3261653 w 3600000"/>
              <a:gd name="connsiteY3427" fmla="*/ 678464 h 2787466"/>
              <a:gd name="connsiteX3428" fmla="*/ 3268041 w 3600000"/>
              <a:gd name="connsiteY3428" fmla="*/ 660540 h 2787466"/>
              <a:gd name="connsiteX3429" fmla="*/ 2752466 w 3600000"/>
              <a:gd name="connsiteY3429" fmla="*/ 660540 h 2787466"/>
              <a:gd name="connsiteX3430" fmla="*/ 2752543 w 3600000"/>
              <a:gd name="connsiteY3430" fmla="*/ 664097 h 2787466"/>
              <a:gd name="connsiteX3431" fmla="*/ 2751171 w 3600000"/>
              <a:gd name="connsiteY3431" fmla="*/ 665323 h 2787466"/>
              <a:gd name="connsiteX3432" fmla="*/ 2669751 w 3600000"/>
              <a:gd name="connsiteY3432" fmla="*/ 655136 h 2787466"/>
              <a:gd name="connsiteX3433" fmla="*/ 2663532 w 3600000"/>
              <a:gd name="connsiteY3433" fmla="*/ 670228 h 2787466"/>
              <a:gd name="connsiteX3434" fmla="*/ 2669751 w 3600000"/>
              <a:gd name="connsiteY3434" fmla="*/ 655136 h 2787466"/>
              <a:gd name="connsiteX3435" fmla="*/ 744700 w 3600000"/>
              <a:gd name="connsiteY3435" fmla="*/ 654736 h 2787466"/>
              <a:gd name="connsiteX3436" fmla="*/ 730480 w 3600000"/>
              <a:gd name="connsiteY3436" fmla="*/ 664638 h 2787466"/>
              <a:gd name="connsiteX3437" fmla="*/ 744700 w 3600000"/>
              <a:gd name="connsiteY3437" fmla="*/ 654736 h 2787466"/>
              <a:gd name="connsiteX3438" fmla="*/ 3301836 w 3600000"/>
              <a:gd name="connsiteY3438" fmla="*/ 653465 h 2787466"/>
              <a:gd name="connsiteX3439" fmla="*/ 3286382 w 3600000"/>
              <a:gd name="connsiteY3439" fmla="*/ 681294 h 2787466"/>
              <a:gd name="connsiteX3440" fmla="*/ 3275872 w 3600000"/>
              <a:gd name="connsiteY3440" fmla="*/ 687269 h 2787466"/>
              <a:gd name="connsiteX3441" fmla="*/ 3284939 w 3600000"/>
              <a:gd name="connsiteY3441" fmla="*/ 686325 h 2787466"/>
              <a:gd name="connsiteX3442" fmla="*/ 3275872 w 3600000"/>
              <a:gd name="connsiteY3442" fmla="*/ 711166 h 2787466"/>
              <a:gd name="connsiteX3443" fmla="*/ 3295449 w 3600000"/>
              <a:gd name="connsiteY3443" fmla="*/ 694344 h 2787466"/>
              <a:gd name="connsiteX3444" fmla="*/ 3292770 w 3600000"/>
              <a:gd name="connsiteY3444" fmla="*/ 676420 h 2787466"/>
              <a:gd name="connsiteX3445" fmla="*/ 3305752 w 3600000"/>
              <a:gd name="connsiteY3445" fmla="*/ 678464 h 2787466"/>
              <a:gd name="connsiteX3446" fmla="*/ 3309667 w 3600000"/>
              <a:gd name="connsiteY3446" fmla="*/ 668402 h 2787466"/>
              <a:gd name="connsiteX3447" fmla="*/ 3299363 w 3600000"/>
              <a:gd name="connsiteY3447" fmla="*/ 663528 h 2787466"/>
              <a:gd name="connsiteX3448" fmla="*/ 3301836 w 3600000"/>
              <a:gd name="connsiteY3448" fmla="*/ 653465 h 2787466"/>
              <a:gd name="connsiteX3449" fmla="*/ 2835446 w 3600000"/>
              <a:gd name="connsiteY3449" fmla="*/ 653056 h 2787466"/>
              <a:gd name="connsiteX3450" fmla="*/ 2842157 w 3600000"/>
              <a:gd name="connsiteY3450" fmla="*/ 656008 h 2787466"/>
              <a:gd name="connsiteX3451" fmla="*/ 2831461 w 3600000"/>
              <a:gd name="connsiteY3451" fmla="*/ 658961 h 2787466"/>
              <a:gd name="connsiteX3452" fmla="*/ 2838172 w 3600000"/>
              <a:gd name="connsiteY3452" fmla="*/ 658029 h 2787466"/>
              <a:gd name="connsiteX3453" fmla="*/ 2835446 w 3600000"/>
              <a:gd name="connsiteY3453" fmla="*/ 653056 h 2787466"/>
              <a:gd name="connsiteX3454" fmla="*/ 3100821 w 3600000"/>
              <a:gd name="connsiteY3454" fmla="*/ 646124 h 2787466"/>
              <a:gd name="connsiteX3455" fmla="*/ 3098370 w 3600000"/>
              <a:gd name="connsiteY3455" fmla="*/ 656360 h 2787466"/>
              <a:gd name="connsiteX3456" fmla="*/ 3100821 w 3600000"/>
              <a:gd name="connsiteY3456" fmla="*/ 646124 h 2787466"/>
              <a:gd name="connsiteX3457" fmla="*/ 3204556 w 3600000"/>
              <a:gd name="connsiteY3457" fmla="*/ 643972 h 2787466"/>
              <a:gd name="connsiteX3458" fmla="*/ 3202844 w 3600000"/>
              <a:gd name="connsiteY3458" fmla="*/ 649159 h 2787466"/>
              <a:gd name="connsiteX3459" fmla="*/ 3205500 w 3600000"/>
              <a:gd name="connsiteY3459" fmla="*/ 650969 h 2787466"/>
              <a:gd name="connsiteX3460" fmla="*/ 3211992 w 3600000"/>
              <a:gd name="connsiteY3460" fmla="*/ 654566 h 2787466"/>
              <a:gd name="connsiteX3461" fmla="*/ 3217349 w 3600000"/>
              <a:gd name="connsiteY3461" fmla="*/ 648592 h 2787466"/>
              <a:gd name="connsiteX3462" fmla="*/ 3208076 w 3600000"/>
              <a:gd name="connsiteY3462" fmla="*/ 647648 h 2787466"/>
              <a:gd name="connsiteX3463" fmla="*/ 2683030 w 3600000"/>
              <a:gd name="connsiteY3463" fmla="*/ 641270 h 2787466"/>
              <a:gd name="connsiteX3464" fmla="*/ 2679277 w 3600000"/>
              <a:gd name="connsiteY3464" fmla="*/ 652204 h 2787466"/>
              <a:gd name="connsiteX3465" fmla="*/ 2683030 w 3600000"/>
              <a:gd name="connsiteY3465" fmla="*/ 641270 h 2787466"/>
              <a:gd name="connsiteX3466" fmla="*/ 3275872 w 3600000"/>
              <a:gd name="connsiteY3466" fmla="*/ 639629 h 2787466"/>
              <a:gd name="connsiteX3467" fmla="*/ 3271958 w 3600000"/>
              <a:gd name="connsiteY3467" fmla="*/ 642617 h 2787466"/>
              <a:gd name="connsiteX3468" fmla="*/ 3272435 w 3600000"/>
              <a:gd name="connsiteY3468" fmla="*/ 642684 h 2787466"/>
              <a:gd name="connsiteX3469" fmla="*/ 3268068 w 3600000"/>
              <a:gd name="connsiteY3469" fmla="*/ 646567 h 2787466"/>
              <a:gd name="connsiteX3470" fmla="*/ 3264127 w 3600000"/>
              <a:gd name="connsiteY3470" fmla="*/ 656453 h 2787466"/>
              <a:gd name="connsiteX3471" fmla="*/ 3281024 w 3600000"/>
              <a:gd name="connsiteY3471" fmla="*/ 651578 h 2787466"/>
              <a:gd name="connsiteX3472" fmla="*/ 3286382 w 3600000"/>
              <a:gd name="connsiteY3472" fmla="*/ 644661 h 2787466"/>
              <a:gd name="connsiteX3473" fmla="*/ 3272435 w 3600000"/>
              <a:gd name="connsiteY3473" fmla="*/ 642684 h 2787466"/>
              <a:gd name="connsiteX3474" fmla="*/ 3208506 w 3600000"/>
              <a:gd name="connsiteY3474" fmla="*/ 635736 h 2787466"/>
              <a:gd name="connsiteX3475" fmla="*/ 3207759 w 3600000"/>
              <a:gd name="connsiteY3475" fmla="*/ 637003 h 2787466"/>
              <a:gd name="connsiteX3476" fmla="*/ 3208681 w 3600000"/>
              <a:gd name="connsiteY3476" fmla="*/ 636281 h 2787466"/>
              <a:gd name="connsiteX3477" fmla="*/ 2838347 w 3600000"/>
              <a:gd name="connsiteY3477" fmla="*/ 635316 h 2787466"/>
              <a:gd name="connsiteX3478" fmla="*/ 2851248 w 3600000"/>
              <a:gd name="connsiteY3478" fmla="*/ 636295 h 2787466"/>
              <a:gd name="connsiteX3479" fmla="*/ 2844695 w 3600000"/>
              <a:gd name="connsiteY3479" fmla="*/ 642494 h 2787466"/>
              <a:gd name="connsiteX3480" fmla="*/ 2838347 w 3600000"/>
              <a:gd name="connsiteY3480" fmla="*/ 635316 h 2787466"/>
              <a:gd name="connsiteX3481" fmla="*/ 2813366 w 3600000"/>
              <a:gd name="connsiteY3481" fmla="*/ 633515 h 2787466"/>
              <a:gd name="connsiteX3482" fmla="*/ 2808070 w 3600000"/>
              <a:gd name="connsiteY3482" fmla="*/ 639689 h 2787466"/>
              <a:gd name="connsiteX3483" fmla="*/ 2813366 w 3600000"/>
              <a:gd name="connsiteY3483" fmla="*/ 633515 h 2787466"/>
              <a:gd name="connsiteX3484" fmla="*/ 3268763 w 3600000"/>
              <a:gd name="connsiteY3484" fmla="*/ 632063 h 2787466"/>
              <a:gd name="connsiteX3485" fmla="*/ 3265569 w 3600000"/>
              <a:gd name="connsiteY3485" fmla="*/ 633655 h 2787466"/>
              <a:gd name="connsiteX3486" fmla="*/ 3269278 w 3600000"/>
              <a:gd name="connsiteY3486" fmla="*/ 639629 h 2787466"/>
              <a:gd name="connsiteX3487" fmla="*/ 3271958 w 3600000"/>
              <a:gd name="connsiteY3487" fmla="*/ 632712 h 2787466"/>
              <a:gd name="connsiteX3488" fmla="*/ 3268763 w 3600000"/>
              <a:gd name="connsiteY3488" fmla="*/ 632063 h 2787466"/>
              <a:gd name="connsiteX3489" fmla="*/ 3564630 w 3600000"/>
              <a:gd name="connsiteY3489" fmla="*/ 630438 h 2787466"/>
              <a:gd name="connsiteX3490" fmla="*/ 3560739 w 3600000"/>
              <a:gd name="connsiteY3490" fmla="*/ 637429 h 2787466"/>
              <a:gd name="connsiteX3491" fmla="*/ 3567292 w 3600000"/>
              <a:gd name="connsiteY3491" fmla="*/ 640447 h 2787466"/>
              <a:gd name="connsiteX3492" fmla="*/ 3564630 w 3600000"/>
              <a:gd name="connsiteY3492" fmla="*/ 630438 h 2787466"/>
              <a:gd name="connsiteX3493" fmla="*/ 3481953 w 3600000"/>
              <a:gd name="connsiteY3493" fmla="*/ 626712 h 2787466"/>
              <a:gd name="connsiteX3494" fmla="*/ 3488767 w 3600000"/>
              <a:gd name="connsiteY3494" fmla="*/ 638552 h 2787466"/>
              <a:gd name="connsiteX3495" fmla="*/ 3481953 w 3600000"/>
              <a:gd name="connsiteY3495" fmla="*/ 626712 h 2787466"/>
              <a:gd name="connsiteX3496" fmla="*/ 2124670 w 3600000"/>
              <a:gd name="connsiteY3496" fmla="*/ 624139 h 2787466"/>
              <a:gd name="connsiteX3497" fmla="*/ 2118468 w 3600000"/>
              <a:gd name="connsiteY3497" fmla="*/ 631943 h 2787466"/>
              <a:gd name="connsiteX3498" fmla="*/ 2127535 w 3600000"/>
              <a:gd name="connsiteY3498" fmla="*/ 624869 h 2787466"/>
              <a:gd name="connsiteX3499" fmla="*/ 2124670 w 3600000"/>
              <a:gd name="connsiteY3499" fmla="*/ 624139 h 2787466"/>
              <a:gd name="connsiteX3500" fmla="*/ 1000040 w 3600000"/>
              <a:gd name="connsiteY3500" fmla="*/ 614966 h 2787466"/>
              <a:gd name="connsiteX3501" fmla="*/ 983142 w 3600000"/>
              <a:gd name="connsiteY3501" fmla="*/ 619996 h 2787466"/>
              <a:gd name="connsiteX3502" fmla="*/ 989530 w 3600000"/>
              <a:gd name="connsiteY3502" fmla="*/ 621882 h 2787466"/>
              <a:gd name="connsiteX3503" fmla="*/ 1003956 w 3600000"/>
              <a:gd name="connsiteY3503" fmla="*/ 617010 h 2787466"/>
              <a:gd name="connsiteX3504" fmla="*/ 1000040 w 3600000"/>
              <a:gd name="connsiteY3504" fmla="*/ 614966 h 2787466"/>
              <a:gd name="connsiteX3505" fmla="*/ 1070316 w 3600000"/>
              <a:gd name="connsiteY3505" fmla="*/ 611980 h 2787466"/>
              <a:gd name="connsiteX3506" fmla="*/ 1060012 w 3600000"/>
              <a:gd name="connsiteY3506" fmla="*/ 617010 h 2787466"/>
              <a:gd name="connsiteX3507" fmla="*/ 1067843 w 3600000"/>
              <a:gd name="connsiteY3507" fmla="*/ 621882 h 2787466"/>
              <a:gd name="connsiteX3508" fmla="*/ 1070316 w 3600000"/>
              <a:gd name="connsiteY3508" fmla="*/ 611980 h 2787466"/>
              <a:gd name="connsiteX3509" fmla="*/ 3079229 w 3600000"/>
              <a:gd name="connsiteY3509" fmla="*/ 611460 h 2787466"/>
              <a:gd name="connsiteX3510" fmla="*/ 3081653 w 3600000"/>
              <a:gd name="connsiteY3510" fmla="*/ 627249 h 2787466"/>
              <a:gd name="connsiteX3511" fmla="*/ 3075393 w 3600000"/>
              <a:gd name="connsiteY3511" fmla="*/ 626310 h 2787466"/>
              <a:gd name="connsiteX3512" fmla="*/ 3079229 w 3600000"/>
              <a:gd name="connsiteY3512" fmla="*/ 611460 h 2787466"/>
              <a:gd name="connsiteX3513" fmla="*/ 3247448 w 3600000"/>
              <a:gd name="connsiteY3513" fmla="*/ 610767 h 2787466"/>
              <a:gd name="connsiteX3514" fmla="*/ 3238277 w 3600000"/>
              <a:gd name="connsiteY3514" fmla="*/ 635381 h 2787466"/>
              <a:gd name="connsiteX3515" fmla="*/ 3247448 w 3600000"/>
              <a:gd name="connsiteY3515" fmla="*/ 610767 h 2787466"/>
              <a:gd name="connsiteX3516" fmla="*/ 2012333 w 3600000"/>
              <a:gd name="connsiteY3516" fmla="*/ 609779 h 2787466"/>
              <a:gd name="connsiteX3517" fmla="*/ 2009037 w 3600000"/>
              <a:gd name="connsiteY3517" fmla="*/ 609936 h 2787466"/>
              <a:gd name="connsiteX3518" fmla="*/ 2015631 w 3600000"/>
              <a:gd name="connsiteY3518" fmla="*/ 611036 h 2787466"/>
              <a:gd name="connsiteX3519" fmla="*/ 2012333 w 3600000"/>
              <a:gd name="connsiteY3519" fmla="*/ 609779 h 2787466"/>
              <a:gd name="connsiteX3520" fmla="*/ 1093810 w 3600000"/>
              <a:gd name="connsiteY3520" fmla="*/ 607107 h 2787466"/>
              <a:gd name="connsiteX3521" fmla="*/ 1085978 w 3600000"/>
              <a:gd name="connsiteY3521" fmla="*/ 615909 h 2787466"/>
              <a:gd name="connsiteX3522" fmla="*/ 1092367 w 3600000"/>
              <a:gd name="connsiteY3522" fmla="*/ 617953 h 2787466"/>
              <a:gd name="connsiteX3523" fmla="*/ 1104320 w 3600000"/>
              <a:gd name="connsiteY3523" fmla="*/ 612922 h 2787466"/>
              <a:gd name="connsiteX3524" fmla="*/ 1093810 w 3600000"/>
              <a:gd name="connsiteY3524" fmla="*/ 608993 h 2787466"/>
              <a:gd name="connsiteX3525" fmla="*/ 1093810 w 3600000"/>
              <a:gd name="connsiteY3525" fmla="*/ 607107 h 2787466"/>
              <a:gd name="connsiteX3526" fmla="*/ 1119776 w 3600000"/>
              <a:gd name="connsiteY3526" fmla="*/ 606006 h 2787466"/>
              <a:gd name="connsiteX3527" fmla="*/ 1106793 w 3600000"/>
              <a:gd name="connsiteY3527" fmla="*/ 612922 h 2787466"/>
              <a:gd name="connsiteX3528" fmla="*/ 1119776 w 3600000"/>
              <a:gd name="connsiteY3528" fmla="*/ 606006 h 2787466"/>
              <a:gd name="connsiteX3529" fmla="*/ 3481179 w 3600000"/>
              <a:gd name="connsiteY3529" fmla="*/ 604527 h 2787466"/>
              <a:gd name="connsiteX3530" fmla="*/ 3487754 w 3600000"/>
              <a:gd name="connsiteY3530" fmla="*/ 620316 h 2787466"/>
              <a:gd name="connsiteX3531" fmla="*/ 3478713 w 3600000"/>
              <a:gd name="connsiteY3531" fmla="*/ 620316 h 2787466"/>
              <a:gd name="connsiteX3532" fmla="*/ 3481179 w 3600000"/>
              <a:gd name="connsiteY3532" fmla="*/ 604527 h 2787466"/>
              <a:gd name="connsiteX3533" fmla="*/ 2678647 w 3600000"/>
              <a:gd name="connsiteY3533" fmla="*/ 604527 h 2787466"/>
              <a:gd name="connsiteX3534" fmla="*/ 2657669 w 3600000"/>
              <a:gd name="connsiteY3534" fmla="*/ 616160 h 2787466"/>
              <a:gd name="connsiteX3535" fmla="*/ 2678647 w 3600000"/>
              <a:gd name="connsiteY3535" fmla="*/ 604527 h 2787466"/>
              <a:gd name="connsiteX3536" fmla="*/ 2193969 w 3600000"/>
              <a:gd name="connsiteY3536" fmla="*/ 602448 h 2787466"/>
              <a:gd name="connsiteX3537" fmla="*/ 2186296 w 3600000"/>
              <a:gd name="connsiteY3537" fmla="*/ 608527 h 2787466"/>
              <a:gd name="connsiteX3538" fmla="*/ 2193969 w 3600000"/>
              <a:gd name="connsiteY3538" fmla="*/ 602448 h 2787466"/>
              <a:gd name="connsiteX3539" fmla="*/ 2775752 w 3600000"/>
              <a:gd name="connsiteY3539" fmla="*/ 601896 h 2787466"/>
              <a:gd name="connsiteX3540" fmla="*/ 2777194 w 3600000"/>
              <a:gd name="connsiteY3540" fmla="*/ 619819 h 2787466"/>
              <a:gd name="connsiteX3541" fmla="*/ 2770599 w 3600000"/>
              <a:gd name="connsiteY3541" fmla="*/ 628624 h 2787466"/>
              <a:gd name="connsiteX3542" fmla="*/ 2762769 w 3600000"/>
              <a:gd name="connsiteY3542" fmla="*/ 631768 h 2787466"/>
              <a:gd name="connsiteX3543" fmla="*/ 2775752 w 3600000"/>
              <a:gd name="connsiteY3543" fmla="*/ 601896 h 2787466"/>
              <a:gd name="connsiteX3544" fmla="*/ 2102487 w 3600000"/>
              <a:gd name="connsiteY3544" fmla="*/ 601754 h 2787466"/>
              <a:gd name="connsiteX3545" fmla="*/ 2098503 w 3600000"/>
              <a:gd name="connsiteY3545" fmla="*/ 606460 h 2787466"/>
              <a:gd name="connsiteX3546" fmla="*/ 2102487 w 3600000"/>
              <a:gd name="connsiteY3546" fmla="*/ 601754 h 2787466"/>
              <a:gd name="connsiteX3547" fmla="*/ 2111589 w 3600000"/>
              <a:gd name="connsiteY3547" fmla="*/ 600794 h 2787466"/>
              <a:gd name="connsiteX3548" fmla="*/ 2109057 w 3600000"/>
              <a:gd name="connsiteY3548" fmla="*/ 607833 h 2787466"/>
              <a:gd name="connsiteX3549" fmla="*/ 2111589 w 3600000"/>
              <a:gd name="connsiteY3549" fmla="*/ 600794 h 2787466"/>
              <a:gd name="connsiteX3550" fmla="*/ 3551840 w 3600000"/>
              <a:gd name="connsiteY3550" fmla="*/ 598981 h 2787466"/>
              <a:gd name="connsiteX3551" fmla="*/ 3549133 w 3600000"/>
              <a:gd name="connsiteY3551" fmla="*/ 640421 h 2787466"/>
              <a:gd name="connsiteX3552" fmla="*/ 3551840 w 3600000"/>
              <a:gd name="connsiteY3552" fmla="*/ 598981 h 2787466"/>
              <a:gd name="connsiteX3553" fmla="*/ 3247142 w 3600000"/>
              <a:gd name="connsiteY3553" fmla="*/ 597595 h 2787466"/>
              <a:gd name="connsiteX3554" fmla="*/ 3256514 w 3600000"/>
              <a:gd name="connsiteY3554" fmla="*/ 606640 h 2787466"/>
              <a:gd name="connsiteX3555" fmla="*/ 3247142 w 3600000"/>
              <a:gd name="connsiteY3555" fmla="*/ 597595 h 2787466"/>
              <a:gd name="connsiteX3556" fmla="*/ 3076154 w 3600000"/>
              <a:gd name="connsiteY3556" fmla="*/ 596901 h 2787466"/>
              <a:gd name="connsiteX3557" fmla="*/ 3078816 w 3600000"/>
              <a:gd name="connsiteY3557" fmla="*/ 608534 h 2787466"/>
              <a:gd name="connsiteX3558" fmla="*/ 3076154 w 3600000"/>
              <a:gd name="connsiteY3558" fmla="*/ 596901 h 2787466"/>
              <a:gd name="connsiteX3559" fmla="*/ 1933332 w 3600000"/>
              <a:gd name="connsiteY3559" fmla="*/ 596703 h 2787466"/>
              <a:gd name="connsiteX3560" fmla="*/ 1934845 w 3600000"/>
              <a:gd name="connsiteY3560" fmla="*/ 599090 h 2787466"/>
              <a:gd name="connsiteX3561" fmla="*/ 1933291 w 3600000"/>
              <a:gd name="connsiteY3561" fmla="*/ 596718 h 2787466"/>
              <a:gd name="connsiteX3562" fmla="*/ 3284305 w 3600000"/>
              <a:gd name="connsiteY3562" fmla="*/ 595739 h 2787466"/>
              <a:gd name="connsiteX3563" fmla="*/ 3277109 w 3600000"/>
              <a:gd name="connsiteY3563" fmla="*/ 595921 h 2787466"/>
              <a:gd name="connsiteX3564" fmla="*/ 3278551 w 3600000"/>
              <a:gd name="connsiteY3564" fmla="*/ 602839 h 2787466"/>
              <a:gd name="connsiteX3565" fmla="*/ 3288854 w 3600000"/>
              <a:gd name="connsiteY3565" fmla="*/ 609757 h 2787466"/>
              <a:gd name="connsiteX3566" fmla="*/ 3284305 w 3600000"/>
              <a:gd name="connsiteY3566" fmla="*/ 595739 h 2787466"/>
              <a:gd name="connsiteX3567" fmla="*/ 2165395 w 3600000"/>
              <a:gd name="connsiteY3567" fmla="*/ 594822 h 2787466"/>
              <a:gd name="connsiteX3568" fmla="*/ 2170638 w 3600000"/>
              <a:gd name="connsiteY3568" fmla="*/ 600637 h 2787466"/>
              <a:gd name="connsiteX3569" fmla="*/ 2161412 w 3600000"/>
              <a:gd name="connsiteY3569" fmla="*/ 602474 h 2787466"/>
              <a:gd name="connsiteX3570" fmla="*/ 2165395 w 3600000"/>
              <a:gd name="connsiteY3570" fmla="*/ 594822 h 2787466"/>
              <a:gd name="connsiteX3571" fmla="*/ 1915834 w 3600000"/>
              <a:gd name="connsiteY3571" fmla="*/ 594453 h 2787466"/>
              <a:gd name="connsiteX3572" fmla="*/ 1906200 w 3600000"/>
              <a:gd name="connsiteY3572" fmla="*/ 597047 h 2787466"/>
              <a:gd name="connsiteX3573" fmla="*/ 1924541 w 3600000"/>
              <a:gd name="connsiteY3573" fmla="*/ 597047 h 2787466"/>
              <a:gd name="connsiteX3574" fmla="*/ 1915834 w 3600000"/>
              <a:gd name="connsiteY3574" fmla="*/ 594453 h 2787466"/>
              <a:gd name="connsiteX3575" fmla="*/ 1128716 w 3600000"/>
              <a:gd name="connsiteY3575" fmla="*/ 591780 h 2787466"/>
              <a:gd name="connsiteX3576" fmla="*/ 1123692 w 3600000"/>
              <a:gd name="connsiteY3576" fmla="*/ 596103 h 2787466"/>
              <a:gd name="connsiteX3577" fmla="*/ 1136675 w 3600000"/>
              <a:gd name="connsiteY3577" fmla="*/ 594060 h 2787466"/>
              <a:gd name="connsiteX3578" fmla="*/ 1128716 w 3600000"/>
              <a:gd name="connsiteY3578" fmla="*/ 591780 h 2787466"/>
              <a:gd name="connsiteX3579" fmla="*/ 2074519 w 3600000"/>
              <a:gd name="connsiteY3579" fmla="*/ 590609 h 2787466"/>
              <a:gd name="connsiteX3580" fmla="*/ 2077953 w 3600000"/>
              <a:gd name="connsiteY3580" fmla="*/ 593009 h 2787466"/>
              <a:gd name="connsiteX3581" fmla="*/ 2069984 w 3600000"/>
              <a:gd name="connsiteY3581" fmla="*/ 592049 h 2787466"/>
              <a:gd name="connsiteX3582" fmla="*/ 2074519 w 3600000"/>
              <a:gd name="connsiteY3582" fmla="*/ 590609 h 2787466"/>
              <a:gd name="connsiteX3583" fmla="*/ 3181020 w 3600000"/>
              <a:gd name="connsiteY3583" fmla="*/ 589968 h 2787466"/>
              <a:gd name="connsiteX3584" fmla="*/ 3187459 w 3600000"/>
              <a:gd name="connsiteY3584" fmla="*/ 593968 h 2787466"/>
              <a:gd name="connsiteX3585" fmla="*/ 3183513 w 3600000"/>
              <a:gd name="connsiteY3585" fmla="*/ 598128 h 2787466"/>
              <a:gd name="connsiteX3586" fmla="*/ 3181020 w 3600000"/>
              <a:gd name="connsiteY3586" fmla="*/ 589968 h 2787466"/>
              <a:gd name="connsiteX3587" fmla="*/ 748546 w 3600000"/>
              <a:gd name="connsiteY3587" fmla="*/ 589968 h 2787466"/>
              <a:gd name="connsiteX3588" fmla="*/ 731290 w 3600000"/>
              <a:gd name="connsiteY3588" fmla="*/ 602982 h 2787466"/>
              <a:gd name="connsiteX3589" fmla="*/ 748546 w 3600000"/>
              <a:gd name="connsiteY3589" fmla="*/ 589968 h 2787466"/>
              <a:gd name="connsiteX3590" fmla="*/ 1982803 w 3600000"/>
              <a:gd name="connsiteY3590" fmla="*/ 588821 h 2787466"/>
              <a:gd name="connsiteX3591" fmla="*/ 1975238 w 3600000"/>
              <a:gd name="connsiteY3591" fmla="*/ 594060 h 2787466"/>
              <a:gd name="connsiteX3592" fmla="*/ 1983070 w 3600000"/>
              <a:gd name="connsiteY3592" fmla="*/ 593117 h 2787466"/>
              <a:gd name="connsiteX3593" fmla="*/ 1982803 w 3600000"/>
              <a:gd name="connsiteY3593" fmla="*/ 588821 h 2787466"/>
              <a:gd name="connsiteX3594" fmla="*/ 2993208 w 3600000"/>
              <a:gd name="connsiteY3594" fmla="*/ 587674 h 2787466"/>
              <a:gd name="connsiteX3595" fmla="*/ 3002092 w 3600000"/>
              <a:gd name="connsiteY3595" fmla="*/ 587674 h 2787466"/>
              <a:gd name="connsiteX3596" fmla="*/ 2995631 w 3600000"/>
              <a:gd name="connsiteY3596" fmla="*/ 592646 h 2787466"/>
              <a:gd name="connsiteX3597" fmla="*/ 2993208 w 3600000"/>
              <a:gd name="connsiteY3597" fmla="*/ 587674 h 2787466"/>
              <a:gd name="connsiteX3598" fmla="*/ 2203043 w 3600000"/>
              <a:gd name="connsiteY3598" fmla="*/ 587195 h 2787466"/>
              <a:gd name="connsiteX3599" fmla="*/ 2192656 w 3600000"/>
              <a:gd name="connsiteY3599" fmla="*/ 594070 h 2787466"/>
              <a:gd name="connsiteX3600" fmla="*/ 2203043 w 3600000"/>
              <a:gd name="connsiteY3600" fmla="*/ 587195 h 2787466"/>
              <a:gd name="connsiteX3601" fmla="*/ 2223712 w 3600000"/>
              <a:gd name="connsiteY3601" fmla="*/ 585739 h 2787466"/>
              <a:gd name="connsiteX3602" fmla="*/ 2227887 w 3600000"/>
              <a:gd name="connsiteY3602" fmla="*/ 587834 h 2787466"/>
              <a:gd name="connsiteX3603" fmla="*/ 2209562 w 3600000"/>
              <a:gd name="connsiteY3603" fmla="*/ 592837 h 2787466"/>
              <a:gd name="connsiteX3604" fmla="*/ 2208104 w 3600000"/>
              <a:gd name="connsiteY3604" fmla="*/ 585958 h 2787466"/>
              <a:gd name="connsiteX3605" fmla="*/ 2223712 w 3600000"/>
              <a:gd name="connsiteY3605" fmla="*/ 585739 h 2787466"/>
              <a:gd name="connsiteX3606" fmla="*/ 1828428 w 3600000"/>
              <a:gd name="connsiteY3606" fmla="*/ 585277 h 2787466"/>
              <a:gd name="connsiteX3607" fmla="*/ 1824177 w 3600000"/>
              <a:gd name="connsiteY3607" fmla="*/ 590130 h 2787466"/>
              <a:gd name="connsiteX3608" fmla="*/ 1834688 w 3600000"/>
              <a:gd name="connsiteY3608" fmla="*/ 587143 h 2787466"/>
              <a:gd name="connsiteX3609" fmla="*/ 1828428 w 3600000"/>
              <a:gd name="connsiteY3609" fmla="*/ 585277 h 2787466"/>
              <a:gd name="connsiteX3610" fmla="*/ 1006032 w 3600000"/>
              <a:gd name="connsiteY3610" fmla="*/ 585116 h 2787466"/>
              <a:gd name="connsiteX3611" fmla="*/ 1008440 w 3600000"/>
              <a:gd name="connsiteY3611" fmla="*/ 590236 h 2787466"/>
              <a:gd name="connsiteX3612" fmla="*/ 994597 w 3600000"/>
              <a:gd name="connsiteY3612" fmla="*/ 589276 h 2787466"/>
              <a:gd name="connsiteX3613" fmla="*/ 1006032 w 3600000"/>
              <a:gd name="connsiteY3613" fmla="*/ 585116 h 2787466"/>
              <a:gd name="connsiteX3614" fmla="*/ 953060 w 3600000"/>
              <a:gd name="connsiteY3614" fmla="*/ 585116 h 2787466"/>
              <a:gd name="connsiteX3615" fmla="*/ 933749 w 3600000"/>
              <a:gd name="connsiteY3615" fmla="*/ 598131 h 2787466"/>
              <a:gd name="connsiteX3616" fmla="*/ 953060 w 3600000"/>
              <a:gd name="connsiteY3616" fmla="*/ 585116 h 2787466"/>
              <a:gd name="connsiteX3617" fmla="*/ 2104791 w 3600000"/>
              <a:gd name="connsiteY3617" fmla="*/ 584408 h 2787466"/>
              <a:gd name="connsiteX3618" fmla="*/ 2107946 w 3600000"/>
              <a:gd name="connsiteY3618" fmla="*/ 585689 h 2787466"/>
              <a:gd name="connsiteX3619" fmla="*/ 2102696 w 3600000"/>
              <a:gd name="connsiteY3619" fmla="*/ 587554 h 2787466"/>
              <a:gd name="connsiteX3620" fmla="*/ 2104791 w 3600000"/>
              <a:gd name="connsiteY3620" fmla="*/ 584408 h 2787466"/>
              <a:gd name="connsiteX3621" fmla="*/ 1242295 w 3600000"/>
              <a:gd name="connsiteY3621" fmla="*/ 583331 h 2787466"/>
              <a:gd name="connsiteX3622" fmla="*/ 1231887 w 3600000"/>
              <a:gd name="connsiteY3622" fmla="*/ 589187 h 2787466"/>
              <a:gd name="connsiteX3623" fmla="*/ 1252702 w 3600000"/>
              <a:gd name="connsiteY3623" fmla="*/ 587143 h 2787466"/>
              <a:gd name="connsiteX3624" fmla="*/ 1242295 w 3600000"/>
              <a:gd name="connsiteY3624" fmla="*/ 583331 h 2787466"/>
              <a:gd name="connsiteX3625" fmla="*/ 3587220 w 3600000"/>
              <a:gd name="connsiteY3625" fmla="*/ 583036 h 2787466"/>
              <a:gd name="connsiteX3626" fmla="*/ 3591113 w 3600000"/>
              <a:gd name="connsiteY3626" fmla="*/ 595097 h 2787466"/>
              <a:gd name="connsiteX3627" fmla="*/ 3587220 w 3600000"/>
              <a:gd name="connsiteY3627" fmla="*/ 583036 h 2787466"/>
              <a:gd name="connsiteX3628" fmla="*/ 2165901 w 3600000"/>
              <a:gd name="connsiteY3628" fmla="*/ 581649 h 2787466"/>
              <a:gd name="connsiteX3629" fmla="*/ 2167112 w 3600000"/>
              <a:gd name="connsiteY3629" fmla="*/ 588680 h 2787466"/>
              <a:gd name="connsiteX3630" fmla="*/ 2162064 w 3600000"/>
              <a:gd name="connsiteY3630" fmla="*/ 588680 h 2787466"/>
              <a:gd name="connsiteX3631" fmla="*/ 2165901 w 3600000"/>
              <a:gd name="connsiteY3631" fmla="*/ 581649 h 2787466"/>
              <a:gd name="connsiteX3632" fmla="*/ 2686025 w 3600000"/>
              <a:gd name="connsiteY3632" fmla="*/ 580263 h 2787466"/>
              <a:gd name="connsiteX3633" fmla="*/ 2688673 w 3600000"/>
              <a:gd name="connsiteY3633" fmla="*/ 590246 h 2787466"/>
              <a:gd name="connsiteX3634" fmla="*/ 2680934 w 3600000"/>
              <a:gd name="connsiteY3634" fmla="*/ 591197 h 2787466"/>
              <a:gd name="connsiteX3635" fmla="*/ 2686025 w 3600000"/>
              <a:gd name="connsiteY3635" fmla="*/ 580263 h 2787466"/>
              <a:gd name="connsiteX3636" fmla="*/ 2020887 w 3600000"/>
              <a:gd name="connsiteY3636" fmla="*/ 578400 h 2787466"/>
              <a:gd name="connsiteX3637" fmla="*/ 2015631 w 3600000"/>
              <a:gd name="connsiteY3637" fmla="*/ 580227 h 2787466"/>
              <a:gd name="connsiteX3638" fmla="*/ 2026142 w 3600000"/>
              <a:gd name="connsiteY3638" fmla="*/ 580227 h 2787466"/>
              <a:gd name="connsiteX3639" fmla="*/ 2020887 w 3600000"/>
              <a:gd name="connsiteY3639" fmla="*/ 578400 h 2787466"/>
              <a:gd name="connsiteX3640" fmla="*/ 1294331 w 3600000"/>
              <a:gd name="connsiteY3640" fmla="*/ 578183 h 2787466"/>
              <a:gd name="connsiteX3641" fmla="*/ 1272279 w 3600000"/>
              <a:gd name="connsiteY3641" fmla="*/ 585100 h 2787466"/>
              <a:gd name="connsiteX3642" fmla="*/ 1293094 w 3600000"/>
              <a:gd name="connsiteY3642" fmla="*/ 583214 h 2787466"/>
              <a:gd name="connsiteX3643" fmla="*/ 1294331 w 3600000"/>
              <a:gd name="connsiteY3643" fmla="*/ 578183 h 2787466"/>
              <a:gd name="connsiteX3644" fmla="*/ 1057332 w 3600000"/>
              <a:gd name="connsiteY3644" fmla="*/ 578183 h 2787466"/>
              <a:gd name="connsiteX3645" fmla="*/ 1045586 w 3600000"/>
              <a:gd name="connsiteY3645" fmla="*/ 582114 h 2787466"/>
              <a:gd name="connsiteX3646" fmla="*/ 1057332 w 3600000"/>
              <a:gd name="connsiteY3646" fmla="*/ 578183 h 2787466"/>
              <a:gd name="connsiteX3647" fmla="*/ 1970086 w 3600000"/>
              <a:gd name="connsiteY3647" fmla="*/ 577240 h 2787466"/>
              <a:gd name="connsiteX3648" fmla="*/ 1970086 w 3600000"/>
              <a:gd name="connsiteY3648" fmla="*/ 584157 h 2787466"/>
              <a:gd name="connsiteX3649" fmla="*/ 1980390 w 3600000"/>
              <a:gd name="connsiteY3649" fmla="*/ 578183 h 2787466"/>
              <a:gd name="connsiteX3650" fmla="*/ 1970086 w 3600000"/>
              <a:gd name="connsiteY3650" fmla="*/ 577240 h 2787466"/>
              <a:gd name="connsiteX3651" fmla="*/ 2190636 w 3600000"/>
              <a:gd name="connsiteY3651" fmla="*/ 575206 h 2787466"/>
              <a:gd name="connsiteX3652" fmla="*/ 2174079 w 3600000"/>
              <a:gd name="connsiteY3652" fmla="*/ 589119 h 2787466"/>
              <a:gd name="connsiteX3653" fmla="*/ 2169030 w 3600000"/>
              <a:gd name="connsiteY3653" fmla="*/ 582084 h 2787466"/>
              <a:gd name="connsiteX3654" fmla="*/ 2181752 w 3600000"/>
              <a:gd name="connsiteY3654" fmla="*/ 579271 h 2787466"/>
              <a:gd name="connsiteX3655" fmla="*/ 2190636 w 3600000"/>
              <a:gd name="connsiteY3655" fmla="*/ 575206 h 2787466"/>
              <a:gd name="connsiteX3656" fmla="*/ 1530248 w 3600000"/>
              <a:gd name="connsiteY3656" fmla="*/ 575001 h 2787466"/>
              <a:gd name="connsiteX3657" fmla="*/ 1523498 w 3600000"/>
              <a:gd name="connsiteY3657" fmla="*/ 578183 h 2787466"/>
              <a:gd name="connsiteX3658" fmla="*/ 1537925 w 3600000"/>
              <a:gd name="connsiteY3658" fmla="*/ 576297 h 2787466"/>
              <a:gd name="connsiteX3659" fmla="*/ 1530248 w 3600000"/>
              <a:gd name="connsiteY3659" fmla="*/ 575001 h 2787466"/>
              <a:gd name="connsiteX3660" fmla="*/ 3500933 w 3600000"/>
              <a:gd name="connsiteY3660" fmla="*/ 573330 h 2787466"/>
              <a:gd name="connsiteX3661" fmla="*/ 3515493 w 3600000"/>
              <a:gd name="connsiteY3661" fmla="*/ 605758 h 2787466"/>
              <a:gd name="connsiteX3662" fmla="*/ 3500933 w 3600000"/>
              <a:gd name="connsiteY3662" fmla="*/ 573330 h 2787466"/>
              <a:gd name="connsiteX3663" fmla="*/ 3043107 w 3600000"/>
              <a:gd name="connsiteY3663" fmla="*/ 573330 h 2787466"/>
              <a:gd name="connsiteX3664" fmla="*/ 3052068 w 3600000"/>
              <a:gd name="connsiteY3664" fmla="*/ 577181 h 2787466"/>
              <a:gd name="connsiteX3665" fmla="*/ 3043107 w 3600000"/>
              <a:gd name="connsiteY3665" fmla="*/ 578106 h 2787466"/>
              <a:gd name="connsiteX3666" fmla="*/ 3041885 w 3600000"/>
              <a:gd name="connsiteY3666" fmla="*/ 579184 h 2787466"/>
              <a:gd name="connsiteX3667" fmla="*/ 3043107 w 3600000"/>
              <a:gd name="connsiteY3667" fmla="*/ 573330 h 2787466"/>
              <a:gd name="connsiteX3668" fmla="*/ 2198335 w 3600000"/>
              <a:gd name="connsiteY3668" fmla="*/ 573330 h 2787466"/>
              <a:gd name="connsiteX3669" fmla="*/ 2198335 w 3600000"/>
              <a:gd name="connsiteY3669" fmla="*/ 582185 h 2787466"/>
              <a:gd name="connsiteX3670" fmla="*/ 2196745 w 3600000"/>
              <a:gd name="connsiteY3670" fmla="*/ 577283 h 2787466"/>
              <a:gd name="connsiteX3671" fmla="*/ 2198335 w 3600000"/>
              <a:gd name="connsiteY3671" fmla="*/ 573330 h 2787466"/>
              <a:gd name="connsiteX3672" fmla="*/ 1580790 w 3600000"/>
              <a:gd name="connsiteY3672" fmla="*/ 573311 h 2787466"/>
              <a:gd name="connsiteX3673" fmla="*/ 1543076 w 3600000"/>
              <a:gd name="connsiteY3673" fmla="*/ 578183 h 2787466"/>
              <a:gd name="connsiteX3674" fmla="*/ 1576874 w 3600000"/>
              <a:gd name="connsiteY3674" fmla="*/ 580227 h 2787466"/>
              <a:gd name="connsiteX3675" fmla="*/ 1580790 w 3600000"/>
              <a:gd name="connsiteY3675" fmla="*/ 573311 h 2787466"/>
              <a:gd name="connsiteX3676" fmla="*/ 1922304 w 3600000"/>
              <a:gd name="connsiteY3676" fmla="*/ 573288 h 2787466"/>
              <a:gd name="connsiteX3677" fmla="*/ 1924974 w 3600000"/>
              <a:gd name="connsiteY3677" fmla="*/ 577206 h 2787466"/>
              <a:gd name="connsiteX3678" fmla="*/ 1902793 w 3600000"/>
              <a:gd name="connsiteY3678" fmla="*/ 583162 h 2787466"/>
              <a:gd name="connsiteX3679" fmla="*/ 1906695 w 3600000"/>
              <a:gd name="connsiteY3679" fmla="*/ 585043 h 2787466"/>
              <a:gd name="connsiteX3680" fmla="*/ 1901868 w 3600000"/>
              <a:gd name="connsiteY3680" fmla="*/ 585847 h 2787466"/>
              <a:gd name="connsiteX3681" fmla="*/ 1900426 w 3600000"/>
              <a:gd name="connsiteY3681" fmla="*/ 584467 h 2787466"/>
              <a:gd name="connsiteX3682" fmla="*/ 1899057 w 3600000"/>
              <a:gd name="connsiteY3682" fmla="*/ 582902 h 2787466"/>
              <a:gd name="connsiteX3683" fmla="*/ 1898889 w 3600000"/>
              <a:gd name="connsiteY3683" fmla="*/ 579244 h 2787466"/>
              <a:gd name="connsiteX3684" fmla="*/ 1904230 w 3600000"/>
              <a:gd name="connsiteY3684" fmla="*/ 574228 h 2787466"/>
              <a:gd name="connsiteX3685" fmla="*/ 1922304 w 3600000"/>
              <a:gd name="connsiteY3685" fmla="*/ 573288 h 2787466"/>
              <a:gd name="connsiteX3686" fmla="*/ 1939088 w 3600000"/>
              <a:gd name="connsiteY3686" fmla="*/ 572800 h 2787466"/>
              <a:gd name="connsiteX3687" fmla="*/ 1941667 w 3600000"/>
              <a:gd name="connsiteY3687" fmla="*/ 578020 h 2787466"/>
              <a:gd name="connsiteX3688" fmla="*/ 1935498 w 3600000"/>
              <a:gd name="connsiteY3688" fmla="*/ 572963 h 2787466"/>
              <a:gd name="connsiteX3689" fmla="*/ 1939088 w 3600000"/>
              <a:gd name="connsiteY3689" fmla="*/ 572800 h 2787466"/>
              <a:gd name="connsiteX3690" fmla="*/ 1896222 w 3600000"/>
              <a:gd name="connsiteY3690" fmla="*/ 572175 h 2787466"/>
              <a:gd name="connsiteX3691" fmla="*/ 1895006 w 3600000"/>
              <a:gd name="connsiteY3691" fmla="*/ 578029 h 2787466"/>
              <a:gd name="connsiteX3692" fmla="*/ 1887301 w 3600000"/>
              <a:gd name="connsiteY3692" fmla="*/ 575102 h 2787466"/>
              <a:gd name="connsiteX3693" fmla="*/ 1896222 w 3600000"/>
              <a:gd name="connsiteY3693" fmla="*/ 572175 h 2787466"/>
              <a:gd name="connsiteX3694" fmla="*/ 1815892 w 3600000"/>
              <a:gd name="connsiteY3694" fmla="*/ 571728 h 2787466"/>
              <a:gd name="connsiteX3695" fmla="*/ 1825044 w 3600000"/>
              <a:gd name="connsiteY3695" fmla="*/ 572816 h 2787466"/>
              <a:gd name="connsiteX3696" fmla="*/ 1818596 w 3600000"/>
              <a:gd name="connsiteY3696" fmla="*/ 578721 h 2787466"/>
              <a:gd name="connsiteX3697" fmla="*/ 1815892 w 3600000"/>
              <a:gd name="connsiteY3697" fmla="*/ 571728 h 2787466"/>
              <a:gd name="connsiteX3698" fmla="*/ 3082903 w 3600000"/>
              <a:gd name="connsiteY3698" fmla="*/ 569170 h 2787466"/>
              <a:gd name="connsiteX3699" fmla="*/ 3095508 w 3600000"/>
              <a:gd name="connsiteY3699" fmla="*/ 575374 h 2787466"/>
              <a:gd name="connsiteX3700" fmla="*/ 3095779 w 3600000"/>
              <a:gd name="connsiteY3700" fmla="*/ 575682 h 2787466"/>
              <a:gd name="connsiteX3701" fmla="*/ 3101136 w 3600000"/>
              <a:gd name="connsiteY3701" fmla="*/ 574896 h 2787466"/>
              <a:gd name="connsiteX3702" fmla="*/ 3098306 w 3600000"/>
              <a:gd name="connsiteY3702" fmla="*/ 577848 h 2787466"/>
              <a:gd name="connsiteX3703" fmla="*/ 3097748 w 3600000"/>
              <a:gd name="connsiteY3703" fmla="*/ 577923 h 2787466"/>
              <a:gd name="connsiteX3704" fmla="*/ 3098892 w 3600000"/>
              <a:gd name="connsiteY3704" fmla="*/ 579226 h 2787466"/>
              <a:gd name="connsiteX3705" fmla="*/ 3097220 w 3600000"/>
              <a:gd name="connsiteY3705" fmla="*/ 582172 h 2787466"/>
              <a:gd name="connsiteX3706" fmla="*/ 3086845 w 3600000"/>
              <a:gd name="connsiteY3706" fmla="*/ 593270 h 2787466"/>
              <a:gd name="connsiteX3707" fmla="*/ 3089335 w 3600000"/>
              <a:gd name="connsiteY3707" fmla="*/ 601356 h 2787466"/>
              <a:gd name="connsiteX3708" fmla="*/ 3084148 w 3600000"/>
              <a:gd name="connsiteY3708" fmla="*/ 604369 h 2787466"/>
              <a:gd name="connsiteX3709" fmla="*/ 3081113 w 3600000"/>
              <a:gd name="connsiteY3709" fmla="*/ 586710 h 2787466"/>
              <a:gd name="connsiteX3710" fmla="*/ 3082008 w 3600000"/>
              <a:gd name="connsiteY3710" fmla="*/ 577942 h 2787466"/>
              <a:gd name="connsiteX3711" fmla="*/ 3080441 w 3600000"/>
              <a:gd name="connsiteY3711" fmla="*/ 577848 h 2787466"/>
              <a:gd name="connsiteX3712" fmla="*/ 3082133 w 3600000"/>
              <a:gd name="connsiteY3712" fmla="*/ 576713 h 2787466"/>
              <a:gd name="connsiteX3713" fmla="*/ 1134202 w 3600000"/>
              <a:gd name="connsiteY3713" fmla="*/ 568281 h 2787466"/>
              <a:gd name="connsiteX3714" fmla="*/ 1121219 w 3600000"/>
              <a:gd name="connsiteY3714" fmla="*/ 575197 h 2787466"/>
              <a:gd name="connsiteX3715" fmla="*/ 1134202 w 3600000"/>
              <a:gd name="connsiteY3715" fmla="*/ 568281 h 2787466"/>
              <a:gd name="connsiteX3716" fmla="*/ 2140302 w 3600000"/>
              <a:gd name="connsiteY3716" fmla="*/ 566874 h 2787466"/>
              <a:gd name="connsiteX3717" fmla="*/ 2141560 w 3600000"/>
              <a:gd name="connsiteY3717" fmla="*/ 568781 h 2787466"/>
              <a:gd name="connsiteX3718" fmla="*/ 2140302 w 3600000"/>
              <a:gd name="connsiteY3718" fmla="*/ 566909 h 2787466"/>
              <a:gd name="connsiteX3719" fmla="*/ 2896021 w 3600000"/>
              <a:gd name="connsiteY3719" fmla="*/ 566824 h 2787466"/>
              <a:gd name="connsiteX3720" fmla="*/ 2906669 w 3600000"/>
              <a:gd name="connsiteY3720" fmla="*/ 571784 h 2787466"/>
              <a:gd name="connsiteX3721" fmla="*/ 2902623 w 3600000"/>
              <a:gd name="connsiteY3721" fmla="*/ 575943 h 2787466"/>
              <a:gd name="connsiteX3722" fmla="*/ 2896021 w 3600000"/>
              <a:gd name="connsiteY3722" fmla="*/ 566824 h 2787466"/>
              <a:gd name="connsiteX3723" fmla="*/ 1157696 w 3600000"/>
              <a:gd name="connsiteY3723" fmla="*/ 566237 h 2787466"/>
              <a:gd name="connsiteX3724" fmla="*/ 1140591 w 3600000"/>
              <a:gd name="connsiteY3724" fmla="*/ 572210 h 2787466"/>
              <a:gd name="connsiteX3725" fmla="*/ 1157696 w 3600000"/>
              <a:gd name="connsiteY3725" fmla="*/ 566237 h 2787466"/>
              <a:gd name="connsiteX3726" fmla="*/ 2139166 w 3600000"/>
              <a:gd name="connsiteY3726" fmla="*/ 565219 h 2787466"/>
              <a:gd name="connsiteX3727" fmla="*/ 2140302 w 3600000"/>
              <a:gd name="connsiteY3727" fmla="*/ 566909 h 2787466"/>
              <a:gd name="connsiteX3728" fmla="*/ 2140302 w 3600000"/>
              <a:gd name="connsiteY3728" fmla="*/ 568781 h 2787466"/>
              <a:gd name="connsiteX3729" fmla="*/ 2133592 w 3600000"/>
              <a:gd name="connsiteY3729" fmla="*/ 573865 h 2787466"/>
              <a:gd name="connsiteX3730" fmla="*/ 2139166 w 3600000"/>
              <a:gd name="connsiteY3730" fmla="*/ 565219 h 2787466"/>
              <a:gd name="connsiteX3731" fmla="*/ 1650139 w 3600000"/>
              <a:gd name="connsiteY3731" fmla="*/ 564391 h 2787466"/>
              <a:gd name="connsiteX3732" fmla="*/ 1659963 w 3600000"/>
              <a:gd name="connsiteY3732" fmla="*/ 567210 h 2787466"/>
              <a:gd name="connsiteX3733" fmla="*/ 1648354 w 3600000"/>
              <a:gd name="connsiteY3733" fmla="*/ 569075 h 2787466"/>
              <a:gd name="connsiteX3734" fmla="*/ 1648354 w 3600000"/>
              <a:gd name="connsiteY3734" fmla="*/ 565190 h 2787466"/>
              <a:gd name="connsiteX3735" fmla="*/ 1650139 w 3600000"/>
              <a:gd name="connsiteY3735" fmla="*/ 564391 h 2787466"/>
              <a:gd name="connsiteX3736" fmla="*/ 2114509 w 3600000"/>
              <a:gd name="connsiteY3736" fmla="*/ 564318 h 2787466"/>
              <a:gd name="connsiteX3737" fmla="*/ 2118825 w 3600000"/>
              <a:gd name="connsiteY3737" fmla="*/ 570492 h 2787466"/>
              <a:gd name="connsiteX3738" fmla="*/ 2116100 w 3600000"/>
              <a:gd name="connsiteY3738" fmla="*/ 574554 h 2787466"/>
              <a:gd name="connsiteX3739" fmla="*/ 2114509 w 3600000"/>
              <a:gd name="connsiteY3739" fmla="*/ 564318 h 2787466"/>
              <a:gd name="connsiteX3740" fmla="*/ 2111556 w 3600000"/>
              <a:gd name="connsiteY3740" fmla="*/ 564318 h 2787466"/>
              <a:gd name="connsiteX3741" fmla="*/ 2114282 w 3600000"/>
              <a:gd name="connsiteY3741" fmla="*/ 569148 h 2787466"/>
              <a:gd name="connsiteX3742" fmla="*/ 2111556 w 3600000"/>
              <a:gd name="connsiteY3742" fmla="*/ 578027 h 2787466"/>
              <a:gd name="connsiteX3743" fmla="*/ 2112919 w 3600000"/>
              <a:gd name="connsiteY3743" fmla="*/ 571172 h 2787466"/>
              <a:gd name="connsiteX3744" fmla="*/ 2109966 w 3600000"/>
              <a:gd name="connsiteY3744" fmla="*/ 566188 h 2787466"/>
              <a:gd name="connsiteX3745" fmla="*/ 2111556 w 3600000"/>
              <a:gd name="connsiteY3745" fmla="*/ 564318 h 2787466"/>
              <a:gd name="connsiteX3746" fmla="*/ 3007388 w 3600000"/>
              <a:gd name="connsiteY3746" fmla="*/ 563687 h 2787466"/>
              <a:gd name="connsiteX3747" fmla="*/ 3006085 w 3600000"/>
              <a:gd name="connsiteY3747" fmla="*/ 563708 h 2787466"/>
              <a:gd name="connsiteX3748" fmla="*/ 3007575 w 3600000"/>
              <a:gd name="connsiteY3748" fmla="*/ 564161 h 2787466"/>
              <a:gd name="connsiteX3749" fmla="*/ 2649757 w 3600000"/>
              <a:gd name="connsiteY3749" fmla="*/ 559321 h 2787466"/>
              <a:gd name="connsiteX3750" fmla="*/ 2644605 w 3600000"/>
              <a:gd name="connsiteY3750" fmla="*/ 567337 h 2787466"/>
              <a:gd name="connsiteX3751" fmla="*/ 2649757 w 3600000"/>
              <a:gd name="connsiteY3751" fmla="*/ 559321 h 2787466"/>
              <a:gd name="connsiteX3752" fmla="*/ 2995829 w 3600000"/>
              <a:gd name="connsiteY3752" fmla="*/ 559130 h 2787466"/>
              <a:gd name="connsiteX3753" fmla="*/ 2995694 w 3600000"/>
              <a:gd name="connsiteY3753" fmla="*/ 559421 h 2787466"/>
              <a:gd name="connsiteX3754" fmla="*/ 2995983 w 3600000"/>
              <a:gd name="connsiteY3754" fmla="*/ 559436 h 2787466"/>
              <a:gd name="connsiteX3755" fmla="*/ 2938543 w 3600000"/>
              <a:gd name="connsiteY3755" fmla="*/ 559130 h 2787466"/>
              <a:gd name="connsiteX3756" fmla="*/ 2937307 w 3600000"/>
              <a:gd name="connsiteY3756" fmla="*/ 567149 h 2787466"/>
              <a:gd name="connsiteX3757" fmla="*/ 2938543 w 3600000"/>
              <a:gd name="connsiteY3757" fmla="*/ 559130 h 2787466"/>
              <a:gd name="connsiteX3758" fmla="*/ 2125802 w 3600000"/>
              <a:gd name="connsiteY3758" fmla="*/ 557730 h 2787466"/>
              <a:gd name="connsiteX3759" fmla="*/ 2130349 w 3600000"/>
              <a:gd name="connsiteY3759" fmla="*/ 560754 h 2787466"/>
              <a:gd name="connsiteX3760" fmla="*/ 2137018 w 3600000"/>
              <a:gd name="connsiteY3760" fmla="*/ 560754 h 2787466"/>
              <a:gd name="connsiteX3761" fmla="*/ 2119928 w 3600000"/>
              <a:gd name="connsiteY3761" fmla="*/ 569707 h 2787466"/>
              <a:gd name="connsiteX3762" fmla="*/ 2131599 w 3600000"/>
              <a:gd name="connsiteY3762" fmla="*/ 565623 h 2787466"/>
              <a:gd name="connsiteX3763" fmla="*/ 3325327 w 3600000"/>
              <a:gd name="connsiteY3763" fmla="*/ 557244 h 2787466"/>
              <a:gd name="connsiteX3764" fmla="*/ 3313582 w 3600000"/>
              <a:gd name="connsiteY3764" fmla="*/ 563218 h 2787466"/>
              <a:gd name="connsiteX3765" fmla="*/ 3312346 w 3600000"/>
              <a:gd name="connsiteY3765" fmla="*/ 574067 h 2787466"/>
              <a:gd name="connsiteX3766" fmla="*/ 3325327 w 3600000"/>
              <a:gd name="connsiteY3766" fmla="*/ 557244 h 2787466"/>
              <a:gd name="connsiteX3767" fmla="*/ 2125139 w 3600000"/>
              <a:gd name="connsiteY3767" fmla="*/ 556827 h 2787466"/>
              <a:gd name="connsiteX3768" fmla="*/ 2125802 w 3600000"/>
              <a:gd name="connsiteY3768" fmla="*/ 557730 h 2787466"/>
              <a:gd name="connsiteX3769" fmla="*/ 2124886 w 3600000"/>
              <a:gd name="connsiteY3769" fmla="*/ 557121 h 2787466"/>
              <a:gd name="connsiteX3770" fmla="*/ 1275855 w 3600000"/>
              <a:gd name="connsiteY3770" fmla="*/ 555998 h 2787466"/>
              <a:gd name="connsiteX3771" fmla="*/ 1278314 w 3600000"/>
              <a:gd name="connsiteY3771" fmla="*/ 559038 h 2787466"/>
              <a:gd name="connsiteX3772" fmla="*/ 1251259 w 3600000"/>
              <a:gd name="connsiteY3772" fmla="*/ 564158 h 2787466"/>
              <a:gd name="connsiteX3773" fmla="*/ 1275855 w 3600000"/>
              <a:gd name="connsiteY3773" fmla="*/ 555998 h 2787466"/>
              <a:gd name="connsiteX3774" fmla="*/ 925972 w 3600000"/>
              <a:gd name="connsiteY3774" fmla="*/ 555305 h 2787466"/>
              <a:gd name="connsiteX3775" fmla="*/ 928468 w 3600000"/>
              <a:gd name="connsiteY3775" fmla="*/ 559132 h 2787466"/>
              <a:gd name="connsiteX3776" fmla="*/ 911411 w 3600000"/>
              <a:gd name="connsiteY3776" fmla="*/ 560203 h 2787466"/>
              <a:gd name="connsiteX3777" fmla="*/ 2121491 w 3600000"/>
              <a:gd name="connsiteY3777" fmla="*/ 554864 h 2787466"/>
              <a:gd name="connsiteX3778" fmla="*/ 2124886 w 3600000"/>
              <a:gd name="connsiteY3778" fmla="*/ 557121 h 2787466"/>
              <a:gd name="connsiteX3779" fmla="*/ 2121778 w 3600000"/>
              <a:gd name="connsiteY3779" fmla="*/ 560734 h 2787466"/>
              <a:gd name="connsiteX3780" fmla="*/ 2114509 w 3600000"/>
              <a:gd name="connsiteY3780" fmla="*/ 561696 h 2787466"/>
              <a:gd name="connsiteX3781" fmla="*/ 2121491 w 3600000"/>
              <a:gd name="connsiteY3781" fmla="*/ 554864 h 2787466"/>
              <a:gd name="connsiteX3782" fmla="*/ 2380196 w 3600000"/>
              <a:gd name="connsiteY3782" fmla="*/ 553347 h 2787466"/>
              <a:gd name="connsiteX3783" fmla="*/ 2377724 w 3600000"/>
              <a:gd name="connsiteY3783" fmla="*/ 561364 h 2787466"/>
              <a:gd name="connsiteX3784" fmla="*/ 2384113 w 3600000"/>
              <a:gd name="connsiteY3784" fmla="*/ 557435 h 2787466"/>
              <a:gd name="connsiteX3785" fmla="*/ 2380196 w 3600000"/>
              <a:gd name="connsiteY3785" fmla="*/ 553347 h 2787466"/>
              <a:gd name="connsiteX3786" fmla="*/ 2693265 w 3600000"/>
              <a:gd name="connsiteY3786" fmla="*/ 553225 h 2787466"/>
              <a:gd name="connsiteX3787" fmla="*/ 2695927 w 3600000"/>
              <a:gd name="connsiteY3787" fmla="*/ 561385 h 2787466"/>
              <a:gd name="connsiteX3788" fmla="*/ 2684255 w 3600000"/>
              <a:gd name="connsiteY3788" fmla="*/ 560425 h 2787466"/>
              <a:gd name="connsiteX3789" fmla="*/ 2693265 w 3600000"/>
              <a:gd name="connsiteY3789" fmla="*/ 553225 h 2787466"/>
              <a:gd name="connsiteX3790" fmla="*/ 2676682 w 3600000"/>
              <a:gd name="connsiteY3790" fmla="*/ 553225 h 2787466"/>
              <a:gd name="connsiteX3791" fmla="*/ 2670220 w 3600000"/>
              <a:gd name="connsiteY3791" fmla="*/ 569014 h 2787466"/>
              <a:gd name="connsiteX3792" fmla="*/ 2676682 w 3600000"/>
              <a:gd name="connsiteY3792" fmla="*/ 553225 h 2787466"/>
              <a:gd name="connsiteX3793" fmla="*/ 1295088 w 3600000"/>
              <a:gd name="connsiteY3793" fmla="*/ 553225 h 2787466"/>
              <a:gd name="connsiteX3794" fmla="*/ 1296493 w 3600000"/>
              <a:gd name="connsiteY3794" fmla="*/ 557385 h 2787466"/>
              <a:gd name="connsiteX3795" fmla="*/ 1281245 w 3600000"/>
              <a:gd name="connsiteY3795" fmla="*/ 559305 h 2787466"/>
              <a:gd name="connsiteX3796" fmla="*/ 1295088 w 3600000"/>
              <a:gd name="connsiteY3796" fmla="*/ 553225 h 2787466"/>
              <a:gd name="connsiteX3797" fmla="*/ 1279223 w 3600000"/>
              <a:gd name="connsiteY3797" fmla="*/ 551146 h 2787466"/>
              <a:gd name="connsiteX3798" fmla="*/ 1237629 w 3600000"/>
              <a:gd name="connsiteY3798" fmla="*/ 564855 h 2787466"/>
              <a:gd name="connsiteX3799" fmla="*/ 1279223 w 3600000"/>
              <a:gd name="connsiteY3799" fmla="*/ 551146 h 2787466"/>
              <a:gd name="connsiteX3800" fmla="*/ 2133927 w 3600000"/>
              <a:gd name="connsiteY3800" fmla="*/ 549312 h 2787466"/>
              <a:gd name="connsiteX3801" fmla="*/ 2143045 w 3600000"/>
              <a:gd name="connsiteY3801" fmla="*/ 553284 h 2787466"/>
              <a:gd name="connsiteX3802" fmla="*/ 2137864 w 3600000"/>
              <a:gd name="connsiteY3802" fmla="*/ 559321 h 2787466"/>
              <a:gd name="connsiteX3803" fmla="*/ 2133927 w 3600000"/>
              <a:gd name="connsiteY3803" fmla="*/ 549312 h 2787466"/>
              <a:gd name="connsiteX3804" fmla="*/ 1350628 w 3600000"/>
              <a:gd name="connsiteY3804" fmla="*/ 549305 h 2787466"/>
              <a:gd name="connsiteX3805" fmla="*/ 1361003 w 3600000"/>
              <a:gd name="connsiteY3805" fmla="*/ 550237 h 2787466"/>
              <a:gd name="connsiteX3806" fmla="*/ 1341498 w 3600000"/>
              <a:gd name="connsiteY3806" fmla="*/ 557230 h 2787466"/>
              <a:gd name="connsiteX3807" fmla="*/ 1350628 w 3600000"/>
              <a:gd name="connsiteY3807" fmla="*/ 549305 h 2787466"/>
              <a:gd name="connsiteX3808" fmla="*/ 2151083 w 3600000"/>
              <a:gd name="connsiteY3808" fmla="*/ 549066 h 2787466"/>
              <a:gd name="connsiteX3809" fmla="*/ 2148131 w 3600000"/>
              <a:gd name="connsiteY3809" fmla="*/ 552742 h 2787466"/>
              <a:gd name="connsiteX3810" fmla="*/ 2151083 w 3600000"/>
              <a:gd name="connsiteY3810" fmla="*/ 549066 h 2787466"/>
              <a:gd name="connsiteX3811" fmla="*/ 2145632 w 3600000"/>
              <a:gd name="connsiteY3811" fmla="*/ 548373 h 2787466"/>
              <a:gd name="connsiteX3812" fmla="*/ 2144041 w 3600000"/>
              <a:gd name="connsiteY3812" fmla="*/ 554452 h 2787466"/>
              <a:gd name="connsiteX3813" fmla="*/ 2145632 w 3600000"/>
              <a:gd name="connsiteY3813" fmla="*/ 548373 h 2787466"/>
              <a:gd name="connsiteX3814" fmla="*/ 1080417 w 3600000"/>
              <a:gd name="connsiteY3814" fmla="*/ 546763 h 2787466"/>
              <a:gd name="connsiteX3815" fmla="*/ 1092032 w 3600000"/>
              <a:gd name="connsiteY3815" fmla="*/ 548774 h 2787466"/>
              <a:gd name="connsiteX3816" fmla="*/ 1054075 w 3600000"/>
              <a:gd name="connsiteY3816" fmla="*/ 560530 h 2787466"/>
              <a:gd name="connsiteX3817" fmla="*/ 1065897 w 3600000"/>
              <a:gd name="connsiteY3817" fmla="*/ 552641 h 2787466"/>
              <a:gd name="connsiteX3818" fmla="*/ 1080417 w 3600000"/>
              <a:gd name="connsiteY3818" fmla="*/ 546763 h 2787466"/>
              <a:gd name="connsiteX3819" fmla="*/ 2403691 w 3600000"/>
              <a:gd name="connsiteY3819" fmla="*/ 545488 h 2787466"/>
              <a:gd name="connsiteX3820" fmla="*/ 2399775 w 3600000"/>
              <a:gd name="connsiteY3820" fmla="*/ 549418 h 2787466"/>
              <a:gd name="connsiteX3821" fmla="*/ 2403691 w 3600000"/>
              <a:gd name="connsiteY3821" fmla="*/ 545488 h 2787466"/>
              <a:gd name="connsiteX3822" fmla="*/ 3035713 w 3600000"/>
              <a:gd name="connsiteY3822" fmla="*/ 544906 h 2787466"/>
              <a:gd name="connsiteX3823" fmla="*/ 3014107 w 3600000"/>
              <a:gd name="connsiteY3823" fmla="*/ 577334 h 2787466"/>
              <a:gd name="connsiteX3824" fmla="*/ 3035713 w 3600000"/>
              <a:gd name="connsiteY3824" fmla="*/ 544906 h 2787466"/>
              <a:gd name="connsiteX3825" fmla="*/ 2158318 w 3600000"/>
              <a:gd name="connsiteY3825" fmla="*/ 544816 h 2787466"/>
              <a:gd name="connsiteX3826" fmla="*/ 2162209 w 3600000"/>
              <a:gd name="connsiteY3826" fmla="*/ 545734 h 2787466"/>
              <a:gd name="connsiteX3827" fmla="*/ 2162209 w 3600000"/>
              <a:gd name="connsiteY3827" fmla="*/ 550632 h 2787466"/>
              <a:gd name="connsiteX3828" fmla="*/ 2159547 w 3600000"/>
              <a:gd name="connsiteY3828" fmla="*/ 549561 h 2787466"/>
              <a:gd name="connsiteX3829" fmla="*/ 2159547 w 3600000"/>
              <a:gd name="connsiteY3829" fmla="*/ 547725 h 2787466"/>
              <a:gd name="connsiteX3830" fmla="*/ 2158318 w 3600000"/>
              <a:gd name="connsiteY3830" fmla="*/ 544816 h 2787466"/>
              <a:gd name="connsiteX3831" fmla="*/ 2166097 w 3600000"/>
              <a:gd name="connsiteY3831" fmla="*/ 542532 h 2787466"/>
              <a:gd name="connsiteX3832" fmla="*/ 2171085 w 3600000"/>
              <a:gd name="connsiteY3832" fmla="*/ 543399 h 2787466"/>
              <a:gd name="connsiteX3833" fmla="*/ 2172467 w 3600000"/>
              <a:gd name="connsiteY3833" fmla="*/ 548222 h 2787466"/>
              <a:gd name="connsiteX3834" fmla="*/ 2164961 w 3600000"/>
              <a:gd name="connsiteY3834" fmla="*/ 548222 h 2787466"/>
              <a:gd name="connsiteX3835" fmla="*/ 2166097 w 3600000"/>
              <a:gd name="connsiteY3835" fmla="*/ 542532 h 2787466"/>
              <a:gd name="connsiteX3836" fmla="*/ 1122929 w 3600000"/>
              <a:gd name="connsiteY3836" fmla="*/ 541440 h 2787466"/>
              <a:gd name="connsiteX3837" fmla="*/ 1102235 w 3600000"/>
              <a:gd name="connsiteY3837" fmla="*/ 547519 h 2787466"/>
              <a:gd name="connsiteX3838" fmla="*/ 1122929 w 3600000"/>
              <a:gd name="connsiteY3838" fmla="*/ 541440 h 2787466"/>
              <a:gd name="connsiteX3839" fmla="*/ 2946841 w 3600000"/>
              <a:gd name="connsiteY3839" fmla="*/ 540942 h 2787466"/>
              <a:gd name="connsiteX3840" fmla="*/ 2941222 w 3600000"/>
              <a:gd name="connsiteY3840" fmla="*/ 543251 h 2787466"/>
              <a:gd name="connsiteX3841" fmla="*/ 2933391 w 3600000"/>
              <a:gd name="connsiteY3841" fmla="*/ 546238 h 2787466"/>
              <a:gd name="connsiteX3842" fmla="*/ 2934627 w 3600000"/>
              <a:gd name="connsiteY3842" fmla="*/ 549225 h 2787466"/>
              <a:gd name="connsiteX3843" fmla="*/ 2930815 w 3600000"/>
              <a:gd name="connsiteY3843" fmla="*/ 547732 h 2787466"/>
              <a:gd name="connsiteX3844" fmla="*/ 2929221 w 3600000"/>
              <a:gd name="connsiteY3844" fmla="*/ 547107 h 2787466"/>
              <a:gd name="connsiteX3845" fmla="*/ 2929047 w 3600000"/>
              <a:gd name="connsiteY3845" fmla="*/ 548580 h 2787466"/>
              <a:gd name="connsiteX3846" fmla="*/ 2927302 w 3600000"/>
              <a:gd name="connsiteY3846" fmla="*/ 550224 h 2787466"/>
              <a:gd name="connsiteX3847" fmla="*/ 2933391 w 3600000"/>
              <a:gd name="connsiteY3847" fmla="*/ 550169 h 2787466"/>
              <a:gd name="connsiteX3848" fmla="*/ 2942458 w 3600000"/>
              <a:gd name="connsiteY3848" fmla="*/ 557244 h 2787466"/>
              <a:gd name="connsiteX3849" fmla="*/ 2940037 w 3600000"/>
              <a:gd name="connsiteY3849" fmla="*/ 553589 h 2787466"/>
              <a:gd name="connsiteX3850" fmla="*/ 2938746 w 3600000"/>
              <a:gd name="connsiteY3850" fmla="*/ 552310 h 2787466"/>
              <a:gd name="connsiteX3851" fmla="*/ 2937859 w 3600000"/>
              <a:gd name="connsiteY3851" fmla="*/ 552083 h 2787466"/>
              <a:gd name="connsiteX3852" fmla="*/ 2937936 w 3600000"/>
              <a:gd name="connsiteY3852" fmla="*/ 551507 h 2787466"/>
              <a:gd name="connsiteX3853" fmla="*/ 2937879 w 3600000"/>
              <a:gd name="connsiteY3853" fmla="*/ 551451 h 2787466"/>
              <a:gd name="connsiteX3854" fmla="*/ 2937995 w 3600000"/>
              <a:gd name="connsiteY3854" fmla="*/ 551065 h 2787466"/>
              <a:gd name="connsiteX3855" fmla="*/ 2938156 w 3600000"/>
              <a:gd name="connsiteY3855" fmla="*/ 549854 h 2787466"/>
              <a:gd name="connsiteX3856" fmla="*/ 2937650 w 3600000"/>
              <a:gd name="connsiteY3856" fmla="*/ 545913 h 2787466"/>
              <a:gd name="connsiteX3857" fmla="*/ 2941097 w 3600000"/>
              <a:gd name="connsiteY3857" fmla="*/ 545157 h 2787466"/>
              <a:gd name="connsiteX3858" fmla="*/ 2943598 w 3600000"/>
              <a:gd name="connsiteY3858" fmla="*/ 548202 h 2787466"/>
              <a:gd name="connsiteX3859" fmla="*/ 2943121 w 3600000"/>
              <a:gd name="connsiteY3859" fmla="*/ 549421 h 2787466"/>
              <a:gd name="connsiteX3860" fmla="*/ 2944956 w 3600000"/>
              <a:gd name="connsiteY3860" fmla="*/ 548341 h 2787466"/>
              <a:gd name="connsiteX3861" fmla="*/ 2950288 w 3600000"/>
              <a:gd name="connsiteY3861" fmla="*/ 548282 h 2787466"/>
              <a:gd name="connsiteX3862" fmla="*/ 2946841 w 3600000"/>
              <a:gd name="connsiteY3862" fmla="*/ 540942 h 2787466"/>
              <a:gd name="connsiteX3863" fmla="*/ 3196086 w 3600000"/>
              <a:gd name="connsiteY3863" fmla="*/ 540053 h 2787466"/>
              <a:gd name="connsiteX3864" fmla="*/ 3202901 w 3600000"/>
              <a:gd name="connsiteY3864" fmla="*/ 549902 h 2787466"/>
              <a:gd name="connsiteX3865" fmla="*/ 3196086 w 3600000"/>
              <a:gd name="connsiteY3865" fmla="*/ 540053 h 2787466"/>
              <a:gd name="connsiteX3866" fmla="*/ 1246093 w 3600000"/>
              <a:gd name="connsiteY3866" fmla="*/ 539599 h 2787466"/>
              <a:gd name="connsiteX3867" fmla="*/ 1252559 w 3600000"/>
              <a:gd name="connsiteY3867" fmla="*/ 539986 h 2787466"/>
              <a:gd name="connsiteX3868" fmla="*/ 1243597 w 3600000"/>
              <a:gd name="connsiteY3868" fmla="*/ 546797 h 2787466"/>
              <a:gd name="connsiteX3869" fmla="*/ 1248690 w 3600000"/>
              <a:gd name="connsiteY3869" fmla="*/ 545869 h 2787466"/>
              <a:gd name="connsiteX3870" fmla="*/ 1243597 w 3600000"/>
              <a:gd name="connsiteY3870" fmla="*/ 542927 h 2787466"/>
              <a:gd name="connsiteX3871" fmla="*/ 1246093 w 3600000"/>
              <a:gd name="connsiteY3871" fmla="*/ 539599 h 2787466"/>
              <a:gd name="connsiteX3872" fmla="*/ 3067322 w 3600000"/>
              <a:gd name="connsiteY3872" fmla="*/ 537974 h 2787466"/>
              <a:gd name="connsiteX3873" fmla="*/ 3059542 w 3600000"/>
              <a:gd name="connsiteY3873" fmla="*/ 547092 h 2787466"/>
              <a:gd name="connsiteX3874" fmla="*/ 3067322 w 3600000"/>
              <a:gd name="connsiteY3874" fmla="*/ 537974 h 2787466"/>
              <a:gd name="connsiteX3875" fmla="*/ 1505485 w 3600000"/>
              <a:gd name="connsiteY3875" fmla="*/ 537974 h 2787466"/>
              <a:gd name="connsiteX3876" fmla="*/ 1472978 w 3600000"/>
              <a:gd name="connsiteY3876" fmla="*/ 544053 h 2787466"/>
              <a:gd name="connsiteX3877" fmla="*/ 1505485 w 3600000"/>
              <a:gd name="connsiteY3877" fmla="*/ 537974 h 2787466"/>
              <a:gd name="connsiteX3878" fmla="*/ 1139535 w 3600000"/>
              <a:gd name="connsiteY3878" fmla="*/ 537538 h 2787466"/>
              <a:gd name="connsiteX3879" fmla="*/ 1136830 w 3600000"/>
              <a:gd name="connsiteY3879" fmla="*/ 545620 h 2787466"/>
              <a:gd name="connsiteX3880" fmla="*/ 1127677 w 3600000"/>
              <a:gd name="connsiteY3880" fmla="*/ 542608 h 2787466"/>
              <a:gd name="connsiteX3881" fmla="*/ 1139535 w 3600000"/>
              <a:gd name="connsiteY3881" fmla="*/ 537538 h 2787466"/>
              <a:gd name="connsiteX3882" fmla="*/ 1278570 w 3600000"/>
              <a:gd name="connsiteY3882" fmla="*/ 535940 h 2787466"/>
              <a:gd name="connsiteX3883" fmla="*/ 1283764 w 3600000"/>
              <a:gd name="connsiteY3883" fmla="*/ 536125 h 2787466"/>
              <a:gd name="connsiteX3884" fmla="*/ 1257620 w 3600000"/>
              <a:gd name="connsiteY3884" fmla="*/ 540901 h 2787466"/>
              <a:gd name="connsiteX3885" fmla="*/ 1278570 w 3600000"/>
              <a:gd name="connsiteY3885" fmla="*/ 535940 h 2787466"/>
              <a:gd name="connsiteX3886" fmla="*/ 2816392 w 3600000"/>
              <a:gd name="connsiteY3886" fmla="*/ 534507 h 2787466"/>
              <a:gd name="connsiteX3887" fmla="*/ 2815143 w 3600000"/>
              <a:gd name="connsiteY3887" fmla="*/ 548420 h 2787466"/>
              <a:gd name="connsiteX3888" fmla="*/ 2800566 w 3600000"/>
              <a:gd name="connsiteY3888" fmla="*/ 545450 h 2787466"/>
              <a:gd name="connsiteX3889" fmla="*/ 2816392 w 3600000"/>
              <a:gd name="connsiteY3889" fmla="*/ 534507 h 2787466"/>
              <a:gd name="connsiteX3890" fmla="*/ 3102820 w 3600000"/>
              <a:gd name="connsiteY3890" fmla="*/ 533351 h 2787466"/>
              <a:gd name="connsiteX3891" fmla="*/ 3112040 w 3600000"/>
              <a:gd name="connsiteY3891" fmla="*/ 535407 h 2787466"/>
              <a:gd name="connsiteX3892" fmla="*/ 3102820 w 3600000"/>
              <a:gd name="connsiteY3892" fmla="*/ 543313 h 2787466"/>
              <a:gd name="connsiteX3893" fmla="*/ 3112040 w 3600000"/>
              <a:gd name="connsiteY3893" fmla="*/ 553274 h 2787466"/>
              <a:gd name="connsiteX3894" fmla="*/ 3102820 w 3600000"/>
              <a:gd name="connsiteY3894" fmla="*/ 558333 h 2787466"/>
              <a:gd name="connsiteX3895" fmla="*/ 3106712 w 3600000"/>
              <a:gd name="connsiteY3895" fmla="*/ 566239 h 2787466"/>
              <a:gd name="connsiteX3896" fmla="*/ 3091346 w 3600000"/>
              <a:gd name="connsiteY3896" fmla="*/ 561338 h 2787466"/>
              <a:gd name="connsiteX3897" fmla="*/ 3102820 w 3600000"/>
              <a:gd name="connsiteY3897" fmla="*/ 535407 h 2787466"/>
              <a:gd name="connsiteX3898" fmla="*/ 3102820 w 3600000"/>
              <a:gd name="connsiteY3898" fmla="*/ 533351 h 2787466"/>
              <a:gd name="connsiteX3899" fmla="*/ 3219821 w 3600000"/>
              <a:gd name="connsiteY3899" fmla="*/ 533346 h 2787466"/>
              <a:gd name="connsiteX3900" fmla="*/ 3213073 w 3600000"/>
              <a:gd name="connsiteY3900" fmla="*/ 543762 h 2787466"/>
              <a:gd name="connsiteX3901" fmla="*/ 3215638 w 3600000"/>
              <a:gd name="connsiteY3901" fmla="*/ 555963 h 2787466"/>
              <a:gd name="connsiteX3902" fmla="*/ 3216435 w 3600000"/>
              <a:gd name="connsiteY3902" fmla="*/ 555431 h 2787466"/>
              <a:gd name="connsiteX3903" fmla="*/ 3219410 w 3600000"/>
              <a:gd name="connsiteY3903" fmla="*/ 545236 h 2787466"/>
              <a:gd name="connsiteX3904" fmla="*/ 3219434 w 3600000"/>
              <a:gd name="connsiteY3904" fmla="*/ 544537 h 2787466"/>
              <a:gd name="connsiteX3905" fmla="*/ 3219333 w 3600000"/>
              <a:gd name="connsiteY3905" fmla="*/ 540813 h 2787466"/>
              <a:gd name="connsiteX3906" fmla="*/ 3219589 w 3600000"/>
              <a:gd name="connsiteY3906" fmla="*/ 540073 h 2787466"/>
              <a:gd name="connsiteX3907" fmla="*/ 2407106 w 3600000"/>
              <a:gd name="connsiteY3907" fmla="*/ 533044 h 2787466"/>
              <a:gd name="connsiteX3908" fmla="*/ 2414845 w 3600000"/>
              <a:gd name="connsiteY3908" fmla="*/ 533044 h 2787466"/>
              <a:gd name="connsiteX3909" fmla="*/ 2407106 w 3600000"/>
              <a:gd name="connsiteY3909" fmla="*/ 533044 h 2787466"/>
              <a:gd name="connsiteX3910" fmla="*/ 2392318 w 3600000"/>
              <a:gd name="connsiteY3910" fmla="*/ 532965 h 2787466"/>
              <a:gd name="connsiteX3911" fmla="*/ 2400541 w 3600000"/>
              <a:gd name="connsiteY3911" fmla="*/ 536804 h 2787466"/>
              <a:gd name="connsiteX3912" fmla="*/ 2392802 w 3600000"/>
              <a:gd name="connsiteY3912" fmla="*/ 536804 h 2787466"/>
              <a:gd name="connsiteX3913" fmla="*/ 2392318 w 3600000"/>
              <a:gd name="connsiteY3913" fmla="*/ 532965 h 2787466"/>
              <a:gd name="connsiteX3914" fmla="*/ 2712524 w 3600000"/>
              <a:gd name="connsiteY3914" fmla="*/ 532960 h 2787466"/>
              <a:gd name="connsiteX3915" fmla="*/ 2711889 w 3600000"/>
              <a:gd name="connsiteY3915" fmla="*/ 535010 h 2787466"/>
              <a:gd name="connsiteX3916" fmla="*/ 2710004 w 3600000"/>
              <a:gd name="connsiteY3916" fmla="*/ 537104 h 2787466"/>
              <a:gd name="connsiteX3917" fmla="*/ 2711764 w 3600000"/>
              <a:gd name="connsiteY3917" fmla="*/ 537429 h 2787466"/>
              <a:gd name="connsiteX3918" fmla="*/ 2719491 w 3600000"/>
              <a:gd name="connsiteY3918" fmla="*/ 541111 h 2787466"/>
              <a:gd name="connsiteX3919" fmla="*/ 2701519 w 3600000"/>
              <a:gd name="connsiteY3919" fmla="*/ 539250 h 2787466"/>
              <a:gd name="connsiteX3920" fmla="*/ 2705056 w 3600000"/>
              <a:gd name="connsiteY3920" fmla="*/ 536499 h 2787466"/>
              <a:gd name="connsiteX3921" fmla="*/ 2704246 w 3600000"/>
              <a:gd name="connsiteY3921" fmla="*/ 535320 h 2787466"/>
              <a:gd name="connsiteX3922" fmla="*/ 2710874 w 3600000"/>
              <a:gd name="connsiteY3922" fmla="*/ 533299 h 2787466"/>
              <a:gd name="connsiteX3923" fmla="*/ 2712524 w 3600000"/>
              <a:gd name="connsiteY3923" fmla="*/ 532960 h 2787466"/>
              <a:gd name="connsiteX3924" fmla="*/ 3024247 w 3600000"/>
              <a:gd name="connsiteY3924" fmla="*/ 532932 h 2787466"/>
              <a:gd name="connsiteX3925" fmla="*/ 3026624 w 3600000"/>
              <a:gd name="connsiteY3925" fmla="*/ 533318 h 2787466"/>
              <a:gd name="connsiteX3926" fmla="*/ 3017613 w 3600000"/>
              <a:gd name="connsiteY3926" fmla="*/ 546137 h 2787466"/>
              <a:gd name="connsiteX3927" fmla="*/ 3016386 w 3600000"/>
              <a:gd name="connsiteY3927" fmla="*/ 535350 h 2787466"/>
              <a:gd name="connsiteX3928" fmla="*/ 3024247 w 3600000"/>
              <a:gd name="connsiteY3928" fmla="*/ 532932 h 2787466"/>
              <a:gd name="connsiteX3929" fmla="*/ 3279509 w 3600000"/>
              <a:gd name="connsiteY3929" fmla="*/ 531041 h 2787466"/>
              <a:gd name="connsiteX3930" fmla="*/ 3279509 w 3600000"/>
              <a:gd name="connsiteY3930" fmla="*/ 546134 h 2787466"/>
              <a:gd name="connsiteX3931" fmla="*/ 3274309 w 3600000"/>
              <a:gd name="connsiteY3931" fmla="*/ 539144 h 2787466"/>
              <a:gd name="connsiteX3932" fmla="*/ 3270356 w 3600000"/>
              <a:gd name="connsiteY3932" fmla="*/ 540096 h 2787466"/>
              <a:gd name="connsiteX3933" fmla="*/ 3279509 w 3600000"/>
              <a:gd name="connsiteY3933" fmla="*/ 531041 h 2787466"/>
              <a:gd name="connsiteX3934" fmla="*/ 1487043 w 3600000"/>
              <a:gd name="connsiteY3934" fmla="*/ 529655 h 2787466"/>
              <a:gd name="connsiteX3935" fmla="*/ 1490946 w 3600000"/>
              <a:gd name="connsiteY3935" fmla="*/ 536719 h 2787466"/>
              <a:gd name="connsiteX3936" fmla="*/ 1470197 w 3600000"/>
              <a:gd name="connsiteY3936" fmla="*/ 534631 h 2787466"/>
              <a:gd name="connsiteX3937" fmla="*/ 1487043 w 3600000"/>
              <a:gd name="connsiteY3937" fmla="*/ 529655 h 2787466"/>
              <a:gd name="connsiteX3938" fmla="*/ 1820153 w 3600000"/>
              <a:gd name="connsiteY3938" fmla="*/ 527514 h 2787466"/>
              <a:gd name="connsiteX3939" fmla="*/ 1808325 w 3600000"/>
              <a:gd name="connsiteY3939" fmla="*/ 534352 h 2787466"/>
              <a:gd name="connsiteX3940" fmla="*/ 1820153 w 3600000"/>
              <a:gd name="connsiteY3940" fmla="*/ 527514 h 2787466"/>
              <a:gd name="connsiteX3941" fmla="*/ 1769917 w 3600000"/>
              <a:gd name="connsiteY3941" fmla="*/ 527112 h 2787466"/>
              <a:gd name="connsiteX3942" fmla="*/ 1768714 w 3600000"/>
              <a:gd name="connsiteY3942" fmla="*/ 532967 h 2787466"/>
              <a:gd name="connsiteX3943" fmla="*/ 1754670 w 3600000"/>
              <a:gd name="connsiteY3943" fmla="*/ 530964 h 2787466"/>
              <a:gd name="connsiteX3944" fmla="*/ 1769917 w 3600000"/>
              <a:gd name="connsiteY3944" fmla="*/ 527112 h 2787466"/>
              <a:gd name="connsiteX3945" fmla="*/ 2654704 w 3600000"/>
              <a:gd name="connsiteY3945" fmla="*/ 526188 h 2787466"/>
              <a:gd name="connsiteX3946" fmla="*/ 2649432 w 3600000"/>
              <a:gd name="connsiteY3946" fmla="*/ 546134 h 2787466"/>
              <a:gd name="connsiteX3947" fmla="*/ 2654704 w 3600000"/>
              <a:gd name="connsiteY3947" fmla="*/ 526188 h 2787466"/>
              <a:gd name="connsiteX3948" fmla="*/ 3467281 w 3600000"/>
              <a:gd name="connsiteY3948" fmla="*/ 523415 h 2787466"/>
              <a:gd name="connsiteX3949" fmla="*/ 3467281 w 3600000"/>
              <a:gd name="connsiteY3949" fmla="*/ 527241 h 2787466"/>
              <a:gd name="connsiteX3950" fmla="*/ 3473701 w 3600000"/>
              <a:gd name="connsiteY3950" fmla="*/ 530149 h 2787466"/>
              <a:gd name="connsiteX3951" fmla="*/ 3462266 w 3600000"/>
              <a:gd name="connsiteY3951" fmla="*/ 535048 h 2787466"/>
              <a:gd name="connsiteX3952" fmla="*/ 3467281 w 3600000"/>
              <a:gd name="connsiteY3952" fmla="*/ 523415 h 2787466"/>
              <a:gd name="connsiteX3953" fmla="*/ 3339752 w 3600000"/>
              <a:gd name="connsiteY3953" fmla="*/ 522340 h 2787466"/>
              <a:gd name="connsiteX3954" fmla="*/ 3334395 w 3600000"/>
              <a:gd name="connsiteY3954" fmla="*/ 532402 h 2787466"/>
              <a:gd name="connsiteX3955" fmla="*/ 3339752 w 3600000"/>
              <a:gd name="connsiteY3955" fmla="*/ 522340 h 2787466"/>
              <a:gd name="connsiteX3956" fmla="*/ 3111109 w 3600000"/>
              <a:gd name="connsiteY3956" fmla="*/ 521833 h 2787466"/>
              <a:gd name="connsiteX3957" fmla="*/ 3112289 w 3600000"/>
              <a:gd name="connsiteY3957" fmla="*/ 522388 h 2787466"/>
              <a:gd name="connsiteX3958" fmla="*/ 3112289 w 3600000"/>
              <a:gd name="connsiteY3958" fmla="*/ 530194 h 2787466"/>
              <a:gd name="connsiteX3959" fmla="*/ 3100432 w 3600000"/>
              <a:gd name="connsiteY3959" fmla="*/ 528205 h 2787466"/>
              <a:gd name="connsiteX3960" fmla="*/ 3111109 w 3600000"/>
              <a:gd name="connsiteY3960" fmla="*/ 521833 h 2787466"/>
              <a:gd name="connsiteX3961" fmla="*/ 1132923 w 3600000"/>
              <a:gd name="connsiteY3961" fmla="*/ 521574 h 2787466"/>
              <a:gd name="connsiteX3962" fmla="*/ 1110721 w 3600000"/>
              <a:gd name="connsiteY3962" fmla="*/ 529499 h 2787466"/>
              <a:gd name="connsiteX3963" fmla="*/ 1132923 w 3600000"/>
              <a:gd name="connsiteY3963" fmla="*/ 521574 h 2787466"/>
              <a:gd name="connsiteX3964" fmla="*/ 3540938 w 3600000"/>
              <a:gd name="connsiteY3964" fmla="*/ 520642 h 2787466"/>
              <a:gd name="connsiteX3965" fmla="*/ 3540938 w 3600000"/>
              <a:gd name="connsiteY3965" fmla="*/ 530651 h 2787466"/>
              <a:gd name="connsiteX3966" fmla="*/ 3531899 w 3600000"/>
              <a:gd name="connsiteY3966" fmla="*/ 529698 h 2787466"/>
              <a:gd name="connsiteX3967" fmla="*/ 3531899 w 3600000"/>
              <a:gd name="connsiteY3967" fmla="*/ 535735 h 2787466"/>
              <a:gd name="connsiteX3968" fmla="*/ 3540938 w 3600000"/>
              <a:gd name="connsiteY3968" fmla="*/ 520642 h 2787466"/>
              <a:gd name="connsiteX3969" fmla="*/ 3071960 w 3600000"/>
              <a:gd name="connsiteY3969" fmla="*/ 520642 h 2787466"/>
              <a:gd name="connsiteX3970" fmla="*/ 3071960 w 3600000"/>
              <a:gd name="connsiteY3970" fmla="*/ 535735 h 2787466"/>
              <a:gd name="connsiteX3971" fmla="*/ 3071960 w 3600000"/>
              <a:gd name="connsiteY3971" fmla="*/ 520642 h 2787466"/>
              <a:gd name="connsiteX3972" fmla="*/ 2727174 w 3600000"/>
              <a:gd name="connsiteY3972" fmla="*/ 520516 h 2787466"/>
              <a:gd name="connsiteX3973" fmla="*/ 2721242 w 3600000"/>
              <a:gd name="connsiteY3973" fmla="*/ 539204 h 2787466"/>
              <a:gd name="connsiteX3974" fmla="*/ 2713317 w 3600000"/>
              <a:gd name="connsiteY3974" fmla="*/ 530308 h 2787466"/>
              <a:gd name="connsiteX3975" fmla="*/ 2724615 w 3600000"/>
              <a:gd name="connsiteY3975" fmla="*/ 520855 h 2787466"/>
              <a:gd name="connsiteX3976" fmla="*/ 2727174 w 3600000"/>
              <a:gd name="connsiteY3976" fmla="*/ 520516 h 2787466"/>
              <a:gd name="connsiteX3977" fmla="*/ 3496968 w 3600000"/>
              <a:gd name="connsiteY3977" fmla="*/ 519255 h 2787466"/>
              <a:gd name="connsiteX3978" fmla="*/ 3506405 w 3600000"/>
              <a:gd name="connsiteY3978" fmla="*/ 555842 h 2787466"/>
              <a:gd name="connsiteX3979" fmla="*/ 3496968 w 3600000"/>
              <a:gd name="connsiteY3979" fmla="*/ 519255 h 2787466"/>
              <a:gd name="connsiteX3980" fmla="*/ 1879409 w 3600000"/>
              <a:gd name="connsiteY3980" fmla="*/ 515754 h 2787466"/>
              <a:gd name="connsiteX3981" fmla="*/ 1886223 w 3600000"/>
              <a:gd name="connsiteY3981" fmla="*/ 517056 h 2787466"/>
              <a:gd name="connsiteX3982" fmla="*/ 1874617 w 3600000"/>
              <a:gd name="connsiteY3982" fmla="*/ 515968 h 2787466"/>
              <a:gd name="connsiteX3983" fmla="*/ 1879409 w 3600000"/>
              <a:gd name="connsiteY3983" fmla="*/ 515754 h 2787466"/>
              <a:gd name="connsiteX3984" fmla="*/ 1938013 w 3600000"/>
              <a:gd name="connsiteY3984" fmla="*/ 514389 h 2787466"/>
              <a:gd name="connsiteX3985" fmla="*/ 1945281 w 3600000"/>
              <a:gd name="connsiteY3985" fmla="*/ 517709 h 2787466"/>
              <a:gd name="connsiteX3986" fmla="*/ 1931864 w 3600000"/>
              <a:gd name="connsiteY3986" fmla="*/ 515629 h 2787466"/>
              <a:gd name="connsiteX3987" fmla="*/ 1938013 w 3600000"/>
              <a:gd name="connsiteY3987" fmla="*/ 514389 h 2787466"/>
              <a:gd name="connsiteX3988" fmla="*/ 3112160 w 3600000"/>
              <a:gd name="connsiteY3988" fmla="*/ 510243 h 2787466"/>
              <a:gd name="connsiteX3989" fmla="*/ 3117484 w 3600000"/>
              <a:gd name="connsiteY3989" fmla="*/ 515242 h 2787466"/>
              <a:gd name="connsiteX3990" fmla="*/ 3104067 w 3600000"/>
              <a:gd name="connsiteY3990" fmla="*/ 517273 h 2787466"/>
              <a:gd name="connsiteX3991" fmla="*/ 3112160 w 3600000"/>
              <a:gd name="connsiteY3991" fmla="*/ 510243 h 2787466"/>
              <a:gd name="connsiteX3992" fmla="*/ 1899883 w 3600000"/>
              <a:gd name="connsiteY3992" fmla="*/ 510108 h 2787466"/>
              <a:gd name="connsiteX3993" fmla="*/ 1904401 w 3600000"/>
              <a:gd name="connsiteY3993" fmla="*/ 511090 h 2787466"/>
              <a:gd name="connsiteX3994" fmla="*/ 1895517 w 3600000"/>
              <a:gd name="connsiteY3994" fmla="*/ 512014 h 2787466"/>
              <a:gd name="connsiteX3995" fmla="*/ 1899883 w 3600000"/>
              <a:gd name="connsiteY3995" fmla="*/ 510108 h 2787466"/>
              <a:gd name="connsiteX3996" fmla="*/ 1112971 w 3600000"/>
              <a:gd name="connsiteY3996" fmla="*/ 510039 h 2787466"/>
              <a:gd name="connsiteX3997" fmla="*/ 1121110 w 3600000"/>
              <a:gd name="connsiteY3997" fmla="*/ 514426 h 2787466"/>
              <a:gd name="connsiteX3998" fmla="*/ 1104052 w 3600000"/>
              <a:gd name="connsiteY3998" fmla="*/ 515375 h 2787466"/>
              <a:gd name="connsiteX3999" fmla="*/ 1112971 w 3600000"/>
              <a:gd name="connsiteY3999" fmla="*/ 510039 h 2787466"/>
              <a:gd name="connsiteX4000" fmla="*/ 1334650 w 3600000"/>
              <a:gd name="connsiteY4000" fmla="*/ 508394 h 2787466"/>
              <a:gd name="connsiteX4001" fmla="*/ 1317593 w 3600000"/>
              <a:gd name="connsiteY4001" fmla="*/ 514248 h 2787466"/>
              <a:gd name="connsiteX4002" fmla="*/ 1334650 w 3600000"/>
              <a:gd name="connsiteY4002" fmla="*/ 508394 h 2787466"/>
              <a:gd name="connsiteX4003" fmla="*/ 1822473 w 3600000"/>
              <a:gd name="connsiteY4003" fmla="*/ 507220 h 2787466"/>
              <a:gd name="connsiteX4004" fmla="*/ 1834425 w 3600000"/>
              <a:gd name="connsiteY4004" fmla="*/ 509171 h 2787466"/>
              <a:gd name="connsiteX4005" fmla="*/ 1821004 w 3600000"/>
              <a:gd name="connsiteY4005" fmla="*/ 512257 h 2787466"/>
              <a:gd name="connsiteX4006" fmla="*/ 1822473 w 3600000"/>
              <a:gd name="connsiteY4006" fmla="*/ 507220 h 2787466"/>
              <a:gd name="connsiteX4007" fmla="*/ 2696126 w 3600000"/>
              <a:gd name="connsiteY4007" fmla="*/ 506083 h 2787466"/>
              <a:gd name="connsiteX4008" fmla="*/ 2697331 w 3600000"/>
              <a:gd name="connsiteY4008" fmla="*/ 517019 h 2787466"/>
              <a:gd name="connsiteX4009" fmla="*/ 2696126 w 3600000"/>
              <a:gd name="connsiteY4009" fmla="*/ 506083 h 2787466"/>
              <a:gd name="connsiteX4010" fmla="*/ 1876819 w 3600000"/>
              <a:gd name="connsiteY4010" fmla="*/ 505740 h 2787466"/>
              <a:gd name="connsiteX4011" fmla="*/ 1879859 w 3600000"/>
              <a:gd name="connsiteY4011" fmla="*/ 508208 h 2787466"/>
              <a:gd name="connsiteX4012" fmla="*/ 1871891 w 3600000"/>
              <a:gd name="connsiteY4012" fmla="*/ 509127 h 2787466"/>
              <a:gd name="connsiteX4013" fmla="*/ 1876819 w 3600000"/>
              <a:gd name="connsiteY4013" fmla="*/ 505740 h 2787466"/>
              <a:gd name="connsiteX4014" fmla="*/ 3548440 w 3600000"/>
              <a:gd name="connsiteY4014" fmla="*/ 504697 h 2787466"/>
              <a:gd name="connsiteX4015" fmla="*/ 3561525 w 3600000"/>
              <a:gd name="connsiteY4015" fmla="*/ 544057 h 2787466"/>
              <a:gd name="connsiteX4016" fmla="*/ 3548440 w 3600000"/>
              <a:gd name="connsiteY4016" fmla="*/ 504697 h 2787466"/>
              <a:gd name="connsiteX4017" fmla="*/ 2729903 w 3600000"/>
              <a:gd name="connsiteY4017" fmla="*/ 504697 h 2787466"/>
              <a:gd name="connsiteX4018" fmla="*/ 2731333 w 3600000"/>
              <a:gd name="connsiteY4018" fmla="*/ 515631 h 2787466"/>
              <a:gd name="connsiteX4019" fmla="*/ 2729903 w 3600000"/>
              <a:gd name="connsiteY4019" fmla="*/ 504697 h 2787466"/>
              <a:gd name="connsiteX4020" fmla="*/ 3079887 w 3600000"/>
              <a:gd name="connsiteY4020" fmla="*/ 503310 h 2787466"/>
              <a:gd name="connsiteX4021" fmla="*/ 3072263 w 3600000"/>
              <a:gd name="connsiteY4021" fmla="*/ 512034 h 2787466"/>
              <a:gd name="connsiteX4022" fmla="*/ 3079887 w 3600000"/>
              <a:gd name="connsiteY4022" fmla="*/ 503310 h 2787466"/>
              <a:gd name="connsiteX4023" fmla="*/ 2836842 w 3600000"/>
              <a:gd name="connsiteY4023" fmla="*/ 502617 h 2787466"/>
              <a:gd name="connsiteX4024" fmla="*/ 2847292 w 3600000"/>
              <a:gd name="connsiteY4024" fmla="*/ 506546 h 2787466"/>
              <a:gd name="connsiteX4025" fmla="*/ 2846063 w 3600000"/>
              <a:gd name="connsiteY4025" fmla="*/ 514564 h 2787466"/>
              <a:gd name="connsiteX4026" fmla="*/ 2839506 w 3600000"/>
              <a:gd name="connsiteY4026" fmla="*/ 515506 h 2787466"/>
              <a:gd name="connsiteX4027" fmla="*/ 2848521 w 3600000"/>
              <a:gd name="connsiteY4027" fmla="*/ 521480 h 2787466"/>
              <a:gd name="connsiteX4028" fmla="*/ 2842170 w 3600000"/>
              <a:gd name="connsiteY4028" fmla="*/ 529497 h 2787466"/>
              <a:gd name="connsiteX4029" fmla="*/ 2827827 w 3600000"/>
              <a:gd name="connsiteY4029" fmla="*/ 518494 h 2787466"/>
              <a:gd name="connsiteX4030" fmla="*/ 2840736 w 3600000"/>
              <a:gd name="connsiteY4030" fmla="*/ 510477 h 2787466"/>
              <a:gd name="connsiteX4031" fmla="*/ 2834384 w 3600000"/>
              <a:gd name="connsiteY4031" fmla="*/ 504660 h 2787466"/>
              <a:gd name="connsiteX4032" fmla="*/ 2836842 w 3600000"/>
              <a:gd name="connsiteY4032" fmla="*/ 502617 h 2787466"/>
              <a:gd name="connsiteX4033" fmla="*/ 2672229 w 3600000"/>
              <a:gd name="connsiteY4033" fmla="*/ 502617 h 2787466"/>
              <a:gd name="connsiteX4034" fmla="*/ 2661367 w 3600000"/>
              <a:gd name="connsiteY4034" fmla="*/ 526723 h 2787466"/>
              <a:gd name="connsiteX4035" fmla="*/ 2672229 w 3600000"/>
              <a:gd name="connsiteY4035" fmla="*/ 502617 h 2787466"/>
              <a:gd name="connsiteX4036" fmla="*/ 2458398 w 3600000"/>
              <a:gd name="connsiteY4036" fmla="*/ 502192 h 2787466"/>
              <a:gd name="connsiteX4037" fmla="*/ 2465963 w 3600000"/>
              <a:gd name="connsiteY4037" fmla="*/ 503331 h 2787466"/>
              <a:gd name="connsiteX4038" fmla="*/ 2459539 w 3600000"/>
              <a:gd name="connsiteY4038" fmla="*/ 505243 h 2787466"/>
              <a:gd name="connsiteX4039" fmla="*/ 2458398 w 3600000"/>
              <a:gd name="connsiteY4039" fmla="*/ 502192 h 2787466"/>
              <a:gd name="connsiteX4040" fmla="*/ 3343667 w 3600000"/>
              <a:gd name="connsiteY4040" fmla="*/ 500486 h 2787466"/>
              <a:gd name="connsiteX4041" fmla="*/ 3344904 w 3600000"/>
              <a:gd name="connsiteY4041" fmla="*/ 510391 h 2787466"/>
              <a:gd name="connsiteX4042" fmla="*/ 3350055 w 3600000"/>
              <a:gd name="connsiteY4042" fmla="*/ 504574 h 2787466"/>
              <a:gd name="connsiteX4043" fmla="*/ 3343667 w 3600000"/>
              <a:gd name="connsiteY4043" fmla="*/ 500486 h 2787466"/>
              <a:gd name="connsiteX4044" fmla="*/ 1795250 w 3600000"/>
              <a:gd name="connsiteY4044" fmla="*/ 499459 h 2787466"/>
              <a:gd name="connsiteX4045" fmla="*/ 1804435 w 3600000"/>
              <a:gd name="connsiteY4045" fmla="*/ 499723 h 2787466"/>
              <a:gd name="connsiteX4046" fmla="*/ 1799111 w 3600000"/>
              <a:gd name="connsiteY4046" fmla="*/ 500628 h 2787466"/>
              <a:gd name="connsiteX4047" fmla="*/ 1799111 w 3600000"/>
              <a:gd name="connsiteY4047" fmla="*/ 502587 h 2787466"/>
              <a:gd name="connsiteX4048" fmla="*/ 1791018 w 3600000"/>
              <a:gd name="connsiteY4048" fmla="*/ 503491 h 2787466"/>
              <a:gd name="connsiteX4049" fmla="*/ 1795250 w 3600000"/>
              <a:gd name="connsiteY4049" fmla="*/ 499459 h 2787466"/>
              <a:gd name="connsiteX4050" fmla="*/ 1868605 w 3600000"/>
              <a:gd name="connsiteY4050" fmla="*/ 499150 h 2787466"/>
              <a:gd name="connsiteX4051" fmla="*/ 1872590 w 3600000"/>
              <a:gd name="connsiteY4051" fmla="*/ 501154 h 2787466"/>
              <a:gd name="connsiteX4052" fmla="*/ 1871331 w 3600000"/>
              <a:gd name="connsiteY4052" fmla="*/ 505929 h 2787466"/>
              <a:gd name="connsiteX4053" fmla="*/ 1868605 w 3600000"/>
              <a:gd name="connsiteY4053" fmla="*/ 499150 h 2787466"/>
              <a:gd name="connsiteX4054" fmla="*/ 1383454 w 3600000"/>
              <a:gd name="connsiteY4054" fmla="*/ 499150 h 2787466"/>
              <a:gd name="connsiteX4055" fmla="*/ 1387356 w 3600000"/>
              <a:gd name="connsiteY4055" fmla="*/ 502103 h 2787466"/>
              <a:gd name="connsiteX4056" fmla="*/ 1357575 w 3600000"/>
              <a:gd name="connsiteY4056" fmla="*/ 504123 h 2787466"/>
              <a:gd name="connsiteX4057" fmla="*/ 1383454 w 3600000"/>
              <a:gd name="connsiteY4057" fmla="*/ 499150 h 2787466"/>
              <a:gd name="connsiteX4058" fmla="*/ 1626736 w 3600000"/>
              <a:gd name="connsiteY4058" fmla="*/ 495768 h 2787466"/>
              <a:gd name="connsiteX4059" fmla="*/ 1620381 w 3600000"/>
              <a:gd name="connsiteY4059" fmla="*/ 498785 h 2787466"/>
              <a:gd name="connsiteX4060" fmla="*/ 1636024 w 3600000"/>
              <a:gd name="connsiteY4060" fmla="*/ 495808 h 2787466"/>
              <a:gd name="connsiteX4061" fmla="*/ 1626736 w 3600000"/>
              <a:gd name="connsiteY4061" fmla="*/ 495768 h 2787466"/>
              <a:gd name="connsiteX4062" fmla="*/ 1681673 w 3600000"/>
              <a:gd name="connsiteY4062" fmla="*/ 495684 h 2787466"/>
              <a:gd name="connsiteX4063" fmla="*/ 1686923 w 3600000"/>
              <a:gd name="connsiteY4063" fmla="*/ 495684 h 2787466"/>
              <a:gd name="connsiteX4064" fmla="*/ 1688135 w 3600000"/>
              <a:gd name="connsiteY4064" fmla="*/ 497549 h 2787466"/>
              <a:gd name="connsiteX4065" fmla="*/ 1670163 w 3600000"/>
              <a:gd name="connsiteY4065" fmla="*/ 504542 h 2787466"/>
              <a:gd name="connsiteX4066" fmla="*/ 1681673 w 3600000"/>
              <a:gd name="connsiteY4066" fmla="*/ 495684 h 2787466"/>
              <a:gd name="connsiteX4067" fmla="*/ 2639158 w 3600000"/>
              <a:gd name="connsiteY4067" fmla="*/ 494298 h 2787466"/>
              <a:gd name="connsiteX4068" fmla="*/ 2643104 w 3600000"/>
              <a:gd name="connsiteY4068" fmla="*/ 494298 h 2787466"/>
              <a:gd name="connsiteX4069" fmla="*/ 2647051 w 3600000"/>
              <a:gd name="connsiteY4069" fmla="*/ 496377 h 2787466"/>
              <a:gd name="connsiteX4070" fmla="*/ 2639158 w 3600000"/>
              <a:gd name="connsiteY4070" fmla="*/ 498457 h 2787466"/>
              <a:gd name="connsiteX4071" fmla="*/ 2639158 w 3600000"/>
              <a:gd name="connsiteY4071" fmla="*/ 494298 h 2787466"/>
              <a:gd name="connsiteX4072" fmla="*/ 1477017 w 3600000"/>
              <a:gd name="connsiteY4072" fmla="*/ 494298 h 2787466"/>
              <a:gd name="connsiteX4073" fmla="*/ 1478228 w 3600000"/>
              <a:gd name="connsiteY4073" fmla="*/ 501185 h 2787466"/>
              <a:gd name="connsiteX4074" fmla="*/ 1469343 w 3600000"/>
              <a:gd name="connsiteY4074" fmla="*/ 500114 h 2787466"/>
              <a:gd name="connsiteX4075" fmla="*/ 1456622 w 3600000"/>
              <a:gd name="connsiteY4075" fmla="*/ 499196 h 2787466"/>
              <a:gd name="connsiteX4076" fmla="*/ 1477017 w 3600000"/>
              <a:gd name="connsiteY4076" fmla="*/ 494298 h 2787466"/>
              <a:gd name="connsiteX4077" fmla="*/ 2763077 w 3600000"/>
              <a:gd name="connsiteY4077" fmla="*/ 494168 h 2787466"/>
              <a:gd name="connsiteX4078" fmla="*/ 2772216 w 3600000"/>
              <a:gd name="connsiteY4078" fmla="*/ 502455 h 2787466"/>
              <a:gd name="connsiteX4079" fmla="*/ 2763077 w 3600000"/>
              <a:gd name="connsiteY4079" fmla="*/ 494168 h 2787466"/>
              <a:gd name="connsiteX4080" fmla="*/ 2610807 w 3600000"/>
              <a:gd name="connsiteY4080" fmla="*/ 493772 h 2787466"/>
              <a:gd name="connsiteX4081" fmla="*/ 2617196 w 3600000"/>
              <a:gd name="connsiteY4081" fmla="*/ 501789 h 2787466"/>
              <a:gd name="connsiteX4082" fmla="*/ 2615959 w 3600000"/>
              <a:gd name="connsiteY4082" fmla="*/ 494716 h 2787466"/>
              <a:gd name="connsiteX4083" fmla="*/ 2610807 w 3600000"/>
              <a:gd name="connsiteY4083" fmla="*/ 493772 h 2787466"/>
              <a:gd name="connsiteX4084" fmla="*/ 2844732 w 3600000"/>
              <a:gd name="connsiteY4084" fmla="*/ 492218 h 2787466"/>
              <a:gd name="connsiteX4085" fmla="*/ 2846157 w 3600000"/>
              <a:gd name="connsiteY4085" fmla="*/ 502455 h 2787466"/>
              <a:gd name="connsiteX4086" fmla="*/ 2844732 w 3600000"/>
              <a:gd name="connsiteY4086" fmla="*/ 492218 h 2787466"/>
              <a:gd name="connsiteX4087" fmla="*/ 3044029 w 3600000"/>
              <a:gd name="connsiteY4087" fmla="*/ 491252 h 2787466"/>
              <a:gd name="connsiteX4088" fmla="*/ 3048429 w 3600000"/>
              <a:gd name="connsiteY4088" fmla="*/ 491698 h 2787466"/>
              <a:gd name="connsiteX4089" fmla="*/ 3034098 w 3600000"/>
              <a:gd name="connsiteY4089" fmla="*/ 499452 h 2787466"/>
              <a:gd name="connsiteX4090" fmla="*/ 3044029 w 3600000"/>
              <a:gd name="connsiteY4090" fmla="*/ 491252 h 2787466"/>
              <a:gd name="connsiteX4091" fmla="*/ 3303197 w 3600000"/>
              <a:gd name="connsiteY4091" fmla="*/ 490831 h 2787466"/>
              <a:gd name="connsiteX4092" fmla="*/ 3297873 w 3600000"/>
              <a:gd name="connsiteY4092" fmla="*/ 504543 h 2787466"/>
              <a:gd name="connsiteX4093" fmla="*/ 3303197 w 3600000"/>
              <a:gd name="connsiteY4093" fmla="*/ 490831 h 2787466"/>
              <a:gd name="connsiteX4094" fmla="*/ 1679044 w 3600000"/>
              <a:gd name="connsiteY4094" fmla="*/ 483899 h 2787466"/>
              <a:gd name="connsiteX4095" fmla="*/ 1659490 w 3600000"/>
              <a:gd name="connsiteY4095" fmla="*/ 486876 h 2787466"/>
              <a:gd name="connsiteX4096" fmla="*/ 1672457 w 3600000"/>
              <a:gd name="connsiteY4096" fmla="*/ 490793 h 2787466"/>
              <a:gd name="connsiteX4097" fmla="*/ 1671222 w 3600000"/>
              <a:gd name="connsiteY4097" fmla="*/ 495808 h 2787466"/>
              <a:gd name="connsiteX4098" fmla="*/ 1638700 w 3600000"/>
              <a:gd name="connsiteY4098" fmla="*/ 495808 h 2787466"/>
              <a:gd name="connsiteX4099" fmla="*/ 1661959 w 3600000"/>
              <a:gd name="connsiteY4099" fmla="*/ 502703 h 2787466"/>
              <a:gd name="connsiteX4100" fmla="*/ 1636024 w 3600000"/>
              <a:gd name="connsiteY4100" fmla="*/ 504739 h 2787466"/>
              <a:gd name="connsiteX4101" fmla="*/ 1604737 w 3600000"/>
              <a:gd name="connsiteY4101" fmla="*/ 499725 h 2787466"/>
              <a:gd name="connsiteX4102" fmla="*/ 1591769 w 3600000"/>
              <a:gd name="connsiteY4102" fmla="*/ 503642 h 2787466"/>
              <a:gd name="connsiteX4103" fmla="*/ 1589299 w 3600000"/>
              <a:gd name="connsiteY4103" fmla="*/ 497688 h 2787466"/>
              <a:gd name="connsiteX4104" fmla="*/ 1581478 w 3600000"/>
              <a:gd name="connsiteY4104" fmla="*/ 503642 h 2787466"/>
              <a:gd name="connsiteX4105" fmla="*/ 1535988 w 3600000"/>
              <a:gd name="connsiteY4105" fmla="*/ 501762 h 2787466"/>
              <a:gd name="connsiteX4106" fmla="*/ 1581478 w 3600000"/>
              <a:gd name="connsiteY4106" fmla="*/ 493770 h 2787466"/>
              <a:gd name="connsiteX4107" fmla="*/ 1528167 w 3600000"/>
              <a:gd name="connsiteY4107" fmla="*/ 489853 h 2787466"/>
              <a:gd name="connsiteX4108" fmla="*/ 1522815 w 3600000"/>
              <a:gd name="connsiteY4108" fmla="*/ 500665 h 2787466"/>
              <a:gd name="connsiteX4109" fmla="*/ 1499555 w 3600000"/>
              <a:gd name="connsiteY4109" fmla="*/ 501762 h 2787466"/>
              <a:gd name="connsiteX4110" fmla="*/ 1517669 w 3600000"/>
              <a:gd name="connsiteY4110" fmla="*/ 495808 h 2787466"/>
              <a:gd name="connsiteX4111" fmla="*/ 1512523 w 3600000"/>
              <a:gd name="connsiteY4111" fmla="*/ 493770 h 2787466"/>
              <a:gd name="connsiteX4112" fmla="*/ 1517669 w 3600000"/>
              <a:gd name="connsiteY4112" fmla="*/ 491890 h 2787466"/>
              <a:gd name="connsiteX4113" fmla="*/ 1502026 w 3600000"/>
              <a:gd name="connsiteY4113" fmla="*/ 487816 h 2787466"/>
              <a:gd name="connsiteX4114" fmla="*/ 1594446 w 3600000"/>
              <a:gd name="connsiteY4114" fmla="*/ 485936 h 2787466"/>
              <a:gd name="connsiteX4115" fmla="*/ 1679044 w 3600000"/>
              <a:gd name="connsiteY4115" fmla="*/ 483899 h 2787466"/>
              <a:gd name="connsiteX4116" fmla="*/ 3061145 w 3600000"/>
              <a:gd name="connsiteY4116" fmla="*/ 476677 h 2787466"/>
              <a:gd name="connsiteX4117" fmla="*/ 3051775 w 3600000"/>
              <a:gd name="connsiteY4117" fmla="*/ 493448 h 2787466"/>
              <a:gd name="connsiteX4118" fmla="*/ 3061145 w 3600000"/>
              <a:gd name="connsiteY4118" fmla="*/ 476677 h 2787466"/>
              <a:gd name="connsiteX4119" fmla="*/ 2834201 w 3600000"/>
              <a:gd name="connsiteY4119" fmla="*/ 474886 h 2787466"/>
              <a:gd name="connsiteX4120" fmla="*/ 2830336 w 3600000"/>
              <a:gd name="connsiteY4120" fmla="*/ 496912 h 2787466"/>
              <a:gd name="connsiteX4121" fmla="*/ 2834201 w 3600000"/>
              <a:gd name="connsiteY4121" fmla="*/ 474886 h 2787466"/>
              <a:gd name="connsiteX4122" fmla="*/ 3267417 w 3600000"/>
              <a:gd name="connsiteY4122" fmla="*/ 467622 h 2787466"/>
              <a:gd name="connsiteX4123" fmla="*/ 3264649 w 3600000"/>
              <a:gd name="connsiteY4123" fmla="*/ 473349 h 2787466"/>
              <a:gd name="connsiteX4124" fmla="*/ 3254000 w 3600000"/>
              <a:gd name="connsiteY4124" fmla="*/ 470486 h 2787466"/>
              <a:gd name="connsiteX4125" fmla="*/ 3267417 w 3600000"/>
              <a:gd name="connsiteY4125" fmla="*/ 467622 h 2787466"/>
              <a:gd name="connsiteX4126" fmla="*/ 2853884 w 3600000"/>
              <a:gd name="connsiteY4126" fmla="*/ 466567 h 2787466"/>
              <a:gd name="connsiteX4127" fmla="*/ 2860332 w 3600000"/>
              <a:gd name="connsiteY4127" fmla="*/ 470486 h 2787466"/>
              <a:gd name="connsiteX4128" fmla="*/ 2843274 w 3600000"/>
              <a:gd name="connsiteY4128" fmla="*/ 472294 h 2787466"/>
              <a:gd name="connsiteX4129" fmla="*/ 2853884 w 3600000"/>
              <a:gd name="connsiteY4129" fmla="*/ 466567 h 2787466"/>
              <a:gd name="connsiteX4130" fmla="*/ 2815636 w 3600000"/>
              <a:gd name="connsiteY4130" fmla="*/ 465874 h 2787466"/>
              <a:gd name="connsiteX4131" fmla="*/ 2815636 w 3600000"/>
              <a:gd name="connsiteY4131" fmla="*/ 480967 h 2787466"/>
              <a:gd name="connsiteX4132" fmla="*/ 2815636 w 3600000"/>
              <a:gd name="connsiteY4132" fmla="*/ 465874 h 2787466"/>
              <a:gd name="connsiteX4133" fmla="*/ 3016373 w 3600000"/>
              <a:gd name="connsiteY4133" fmla="*/ 464488 h 2787466"/>
              <a:gd name="connsiteX4134" fmla="*/ 3014939 w 3600000"/>
              <a:gd name="connsiteY4134" fmla="*/ 475421 h 2787466"/>
              <a:gd name="connsiteX4135" fmla="*/ 3016373 w 3600000"/>
              <a:gd name="connsiteY4135" fmla="*/ 464488 h 2787466"/>
              <a:gd name="connsiteX4136" fmla="*/ 2765423 w 3600000"/>
              <a:gd name="connsiteY4136" fmla="*/ 461714 h 2787466"/>
              <a:gd name="connsiteX4137" fmla="*/ 2770623 w 3600000"/>
              <a:gd name="connsiteY4137" fmla="*/ 470649 h 2787466"/>
              <a:gd name="connsiteX4138" fmla="*/ 2766671 w 3600000"/>
              <a:gd name="connsiteY4138" fmla="*/ 479582 h 2787466"/>
              <a:gd name="connsiteX4139" fmla="*/ 2765423 w 3600000"/>
              <a:gd name="connsiteY4139" fmla="*/ 461714 h 2787466"/>
              <a:gd name="connsiteX4140" fmla="*/ 2634978 w 3600000"/>
              <a:gd name="connsiteY4140" fmla="*/ 461699 h 2787466"/>
              <a:gd name="connsiteX4141" fmla="*/ 2624369 w 3600000"/>
              <a:gd name="connsiteY4141" fmla="*/ 474727 h 2787466"/>
              <a:gd name="connsiteX4142" fmla="*/ 2634978 w 3600000"/>
              <a:gd name="connsiteY4142" fmla="*/ 461699 h 2787466"/>
              <a:gd name="connsiteX4143" fmla="*/ 2453234 w 3600000"/>
              <a:gd name="connsiteY4143" fmla="*/ 461062 h 2787466"/>
              <a:gd name="connsiteX4144" fmla="*/ 2462325 w 3600000"/>
              <a:gd name="connsiteY4144" fmla="*/ 462715 h 2787466"/>
              <a:gd name="connsiteX4145" fmla="*/ 2450541 w 3600000"/>
              <a:gd name="connsiteY4145" fmla="*/ 470572 h 2787466"/>
              <a:gd name="connsiteX4146" fmla="*/ 2453234 w 3600000"/>
              <a:gd name="connsiteY4146" fmla="*/ 461062 h 2787466"/>
              <a:gd name="connsiteX4147" fmla="*/ 3256348 w 3600000"/>
              <a:gd name="connsiteY4147" fmla="*/ 455475 h 2787466"/>
              <a:gd name="connsiteX4148" fmla="*/ 3252537 w 3600000"/>
              <a:gd name="connsiteY4148" fmla="*/ 466409 h 2787466"/>
              <a:gd name="connsiteX4149" fmla="*/ 3256348 w 3600000"/>
              <a:gd name="connsiteY4149" fmla="*/ 455475 h 2787466"/>
              <a:gd name="connsiteX4150" fmla="*/ 3095955 w 3600000"/>
              <a:gd name="connsiteY4150" fmla="*/ 455475 h 2787466"/>
              <a:gd name="connsiteX4151" fmla="*/ 3097202 w 3600000"/>
              <a:gd name="connsiteY4151" fmla="*/ 467536 h 2787466"/>
              <a:gd name="connsiteX4152" fmla="*/ 3095955 w 3600000"/>
              <a:gd name="connsiteY4152" fmla="*/ 455475 h 2787466"/>
              <a:gd name="connsiteX4153" fmla="*/ 2721013 w 3600000"/>
              <a:gd name="connsiteY4153" fmla="*/ 454639 h 2787466"/>
              <a:gd name="connsiteX4154" fmla="*/ 2728230 w 3600000"/>
              <a:gd name="connsiteY4154" fmla="*/ 454644 h 2787466"/>
              <a:gd name="connsiteX4155" fmla="*/ 2714891 w 3600000"/>
              <a:gd name="connsiteY4155" fmla="*/ 469185 h 2787466"/>
              <a:gd name="connsiteX4156" fmla="*/ 2706972 w 3600000"/>
              <a:gd name="connsiteY4156" fmla="*/ 468257 h 2787466"/>
              <a:gd name="connsiteX4157" fmla="*/ 2710932 w 3600000"/>
              <a:gd name="connsiteY4157" fmla="*/ 458511 h 2787466"/>
              <a:gd name="connsiteX4158" fmla="*/ 2721013 w 3600000"/>
              <a:gd name="connsiteY4158" fmla="*/ 454639 h 2787466"/>
              <a:gd name="connsiteX4159" fmla="*/ 3267872 w 3600000"/>
              <a:gd name="connsiteY4159" fmla="*/ 453634 h 2787466"/>
              <a:gd name="connsiteX4160" fmla="*/ 3265316 w 3600000"/>
              <a:gd name="connsiteY4160" fmla="*/ 461559 h 2787466"/>
              <a:gd name="connsiteX4161" fmla="*/ 3267872 w 3600000"/>
              <a:gd name="connsiteY4161" fmla="*/ 453634 h 2787466"/>
              <a:gd name="connsiteX4162" fmla="*/ 2859545 w 3600000"/>
              <a:gd name="connsiteY4162" fmla="*/ 453395 h 2787466"/>
              <a:gd name="connsiteX4163" fmla="*/ 2858055 w 3600000"/>
              <a:gd name="connsiteY4163" fmla="*/ 462252 h 2787466"/>
              <a:gd name="connsiteX4164" fmla="*/ 2851453 w 3600000"/>
              <a:gd name="connsiteY4164" fmla="*/ 457435 h 2787466"/>
              <a:gd name="connsiteX4165" fmla="*/ 2859545 w 3600000"/>
              <a:gd name="connsiteY4165" fmla="*/ 453395 h 2787466"/>
              <a:gd name="connsiteX4166" fmla="*/ 2629632 w 3600000"/>
              <a:gd name="connsiteY4166" fmla="*/ 450622 h 2787466"/>
              <a:gd name="connsiteX4167" fmla="*/ 2627008 w 3600000"/>
              <a:gd name="connsiteY4167" fmla="*/ 458781 h 2787466"/>
              <a:gd name="connsiteX4168" fmla="*/ 2629632 w 3600000"/>
              <a:gd name="connsiteY4168" fmla="*/ 450622 h 2787466"/>
              <a:gd name="connsiteX4169" fmla="*/ 2579049 w 3600000"/>
              <a:gd name="connsiteY4169" fmla="*/ 447849 h 2787466"/>
              <a:gd name="connsiteX4170" fmla="*/ 2584098 w 3600000"/>
              <a:gd name="connsiteY4170" fmla="*/ 452939 h 2787466"/>
              <a:gd name="connsiteX4171" fmla="*/ 2575213 w 3600000"/>
              <a:gd name="connsiteY4171" fmla="*/ 450804 h 2787466"/>
              <a:gd name="connsiteX4172" fmla="*/ 2579049 w 3600000"/>
              <a:gd name="connsiteY4172" fmla="*/ 447849 h 2787466"/>
              <a:gd name="connsiteX4173" fmla="*/ 2957698 w 3600000"/>
              <a:gd name="connsiteY4173" fmla="*/ 445769 h 2787466"/>
              <a:gd name="connsiteX4174" fmla="*/ 2956468 w 3600000"/>
              <a:gd name="connsiteY4174" fmla="*/ 466410 h 2787466"/>
              <a:gd name="connsiteX4175" fmla="*/ 2957698 w 3600000"/>
              <a:gd name="connsiteY4175" fmla="*/ 445769 h 2787466"/>
              <a:gd name="connsiteX4176" fmla="*/ 2561346 w 3600000"/>
              <a:gd name="connsiteY4176" fmla="*/ 442214 h 2787466"/>
              <a:gd name="connsiteX4177" fmla="*/ 2558667 w 3600000"/>
              <a:gd name="connsiteY4177" fmla="*/ 447087 h 2787466"/>
              <a:gd name="connsiteX4178" fmla="*/ 2563819 w 3600000"/>
              <a:gd name="connsiteY4178" fmla="*/ 448187 h 2787466"/>
              <a:gd name="connsiteX4179" fmla="*/ 2563819 w 3600000"/>
              <a:gd name="connsiteY4179" fmla="*/ 450073 h 2787466"/>
              <a:gd name="connsiteX4180" fmla="*/ 2569177 w 3600000"/>
              <a:gd name="connsiteY4180" fmla="*/ 446144 h 2787466"/>
              <a:gd name="connsiteX4181" fmla="*/ 2561346 w 3600000"/>
              <a:gd name="connsiteY4181" fmla="*/ 442214 h 2787466"/>
              <a:gd name="connsiteX4182" fmla="*/ 2587757 w 3600000"/>
              <a:gd name="connsiteY4182" fmla="*/ 440916 h 2787466"/>
              <a:gd name="connsiteX4183" fmla="*/ 2581338 w 3600000"/>
              <a:gd name="connsiteY4183" fmla="*/ 446995 h 2787466"/>
              <a:gd name="connsiteX4184" fmla="*/ 2587757 w 3600000"/>
              <a:gd name="connsiteY4184" fmla="*/ 440916 h 2787466"/>
              <a:gd name="connsiteX4185" fmla="*/ 3021680 w 3600000"/>
              <a:gd name="connsiteY4185" fmla="*/ 433983 h 2787466"/>
              <a:gd name="connsiteX4186" fmla="*/ 3025516 w 3600000"/>
              <a:gd name="connsiteY4186" fmla="*/ 442840 h 2787466"/>
              <a:gd name="connsiteX4187" fmla="*/ 3021680 w 3600000"/>
              <a:gd name="connsiteY4187" fmla="*/ 433983 h 2787466"/>
              <a:gd name="connsiteX4188" fmla="*/ 2633823 w 3600000"/>
              <a:gd name="connsiteY4188" fmla="*/ 433983 h 2787466"/>
              <a:gd name="connsiteX4189" fmla="*/ 2635101 w 3600000"/>
              <a:gd name="connsiteY4189" fmla="*/ 450468 h 2787466"/>
              <a:gd name="connsiteX4190" fmla="*/ 2633823 w 3600000"/>
              <a:gd name="connsiteY4190" fmla="*/ 433983 h 2787466"/>
              <a:gd name="connsiteX4191" fmla="*/ 2691652 w 3600000"/>
              <a:gd name="connsiteY4191" fmla="*/ 431996 h 2787466"/>
              <a:gd name="connsiteX4192" fmla="*/ 2685557 w 3600000"/>
              <a:gd name="connsiteY4192" fmla="*/ 434640 h 2787466"/>
              <a:gd name="connsiteX4193" fmla="*/ 2698836 w 3600000"/>
              <a:gd name="connsiteY4193" fmla="*/ 433700 h 2787466"/>
              <a:gd name="connsiteX4194" fmla="*/ 2691652 w 3600000"/>
              <a:gd name="connsiteY4194" fmla="*/ 431996 h 2787466"/>
              <a:gd name="connsiteX4195" fmla="*/ 3091030 w 3600000"/>
              <a:gd name="connsiteY4195" fmla="*/ 431210 h 2787466"/>
              <a:gd name="connsiteX4196" fmla="*/ 3089647 w 3600000"/>
              <a:gd name="connsiteY4196" fmla="*/ 449079 h 2787466"/>
              <a:gd name="connsiteX4197" fmla="*/ 3091030 w 3600000"/>
              <a:gd name="connsiteY4197" fmla="*/ 431210 h 2787466"/>
              <a:gd name="connsiteX4198" fmla="*/ 3067348 w 3600000"/>
              <a:gd name="connsiteY4198" fmla="*/ 431210 h 2787466"/>
              <a:gd name="connsiteX4199" fmla="*/ 3072484 w 3600000"/>
              <a:gd name="connsiteY4199" fmla="*/ 454206 h 2787466"/>
              <a:gd name="connsiteX4200" fmla="*/ 3059542 w 3600000"/>
              <a:gd name="connsiteY4200" fmla="*/ 454206 h 2787466"/>
              <a:gd name="connsiteX4201" fmla="*/ 3067348 w 3600000"/>
              <a:gd name="connsiteY4201" fmla="*/ 431210 h 2787466"/>
              <a:gd name="connsiteX4202" fmla="*/ 2737663 w 3600000"/>
              <a:gd name="connsiteY4202" fmla="*/ 426159 h 2787466"/>
              <a:gd name="connsiteX4203" fmla="*/ 2728702 w 3600000"/>
              <a:gd name="connsiteY4203" fmla="*/ 442146 h 2787466"/>
              <a:gd name="connsiteX4204" fmla="*/ 2737663 w 3600000"/>
              <a:gd name="connsiteY4204" fmla="*/ 426159 h 2787466"/>
              <a:gd name="connsiteX4205" fmla="*/ 3360651 w 3600000"/>
              <a:gd name="connsiteY4205" fmla="*/ 424971 h 2787466"/>
              <a:gd name="connsiteX4206" fmla="*/ 3371013 w 3600000"/>
              <a:gd name="connsiteY4206" fmla="*/ 440760 h 2787466"/>
              <a:gd name="connsiteX4207" fmla="*/ 3360651 w 3600000"/>
              <a:gd name="connsiteY4207" fmla="*/ 424971 h 2787466"/>
              <a:gd name="connsiteX4208" fmla="*/ 2635535 w 3600000"/>
              <a:gd name="connsiteY4208" fmla="*/ 424971 h 2787466"/>
              <a:gd name="connsiteX4209" fmla="*/ 2634277 w 3600000"/>
              <a:gd name="connsiteY4209" fmla="*/ 429901 h 2787466"/>
              <a:gd name="connsiteX4210" fmla="*/ 2635535 w 3600000"/>
              <a:gd name="connsiteY4210" fmla="*/ 424971 h 2787466"/>
              <a:gd name="connsiteX4211" fmla="*/ 2507840 w 3600000"/>
              <a:gd name="connsiteY4211" fmla="*/ 424971 h 2787466"/>
              <a:gd name="connsiteX4212" fmla="*/ 2509069 w 3600000"/>
              <a:gd name="connsiteY4212" fmla="*/ 435208 h 2787466"/>
              <a:gd name="connsiteX4213" fmla="*/ 2507840 w 3600000"/>
              <a:gd name="connsiteY4213" fmla="*/ 424971 h 2787466"/>
              <a:gd name="connsiteX4214" fmla="*/ 2467716 w 3600000"/>
              <a:gd name="connsiteY4214" fmla="*/ 416547 h 2787466"/>
              <a:gd name="connsiteX4215" fmla="*/ 2471976 w 3600000"/>
              <a:gd name="connsiteY4215" fmla="*/ 420215 h 2787466"/>
              <a:gd name="connsiteX4216" fmla="*/ 2470773 w 3600000"/>
              <a:gd name="connsiteY4216" fmla="*/ 424122 h 2787466"/>
              <a:gd name="connsiteX4217" fmla="*/ 2464354 w 3600000"/>
              <a:gd name="connsiteY4217" fmla="*/ 417248 h 2787466"/>
              <a:gd name="connsiteX4218" fmla="*/ 2467716 w 3600000"/>
              <a:gd name="connsiteY4218" fmla="*/ 416547 h 2787466"/>
              <a:gd name="connsiteX4219" fmla="*/ 2998508 w 3600000"/>
              <a:gd name="connsiteY4219" fmla="*/ 415113 h 2787466"/>
              <a:gd name="connsiteX4220" fmla="*/ 2993357 w 3600000"/>
              <a:gd name="connsiteY4220" fmla="*/ 424075 h 2787466"/>
              <a:gd name="connsiteX4221" fmla="*/ 2997271 w 3600000"/>
              <a:gd name="connsiteY4221" fmla="*/ 427062 h 2787466"/>
              <a:gd name="connsiteX4222" fmla="*/ 2998508 w 3600000"/>
              <a:gd name="connsiteY4222" fmla="*/ 415113 h 2787466"/>
              <a:gd name="connsiteX4223" fmla="*/ 2475543 w 3600000"/>
              <a:gd name="connsiteY4223" fmla="*/ 413186 h 2787466"/>
              <a:gd name="connsiteX4224" fmla="*/ 2476789 w 3600000"/>
              <a:gd name="connsiteY4224" fmla="*/ 419265 h 2787466"/>
              <a:gd name="connsiteX4225" fmla="*/ 2475543 w 3600000"/>
              <a:gd name="connsiteY4225" fmla="*/ 413186 h 2787466"/>
              <a:gd name="connsiteX4226" fmla="*/ 3125949 w 3600000"/>
              <a:gd name="connsiteY4226" fmla="*/ 412077 h 2787466"/>
              <a:gd name="connsiteX4227" fmla="*/ 3135943 w 3600000"/>
              <a:gd name="connsiteY4227" fmla="*/ 424119 h 2787466"/>
              <a:gd name="connsiteX4228" fmla="*/ 3126958 w 3600000"/>
              <a:gd name="connsiteY4228" fmla="*/ 423006 h 2787466"/>
              <a:gd name="connsiteX4229" fmla="*/ 3120424 w 3600000"/>
              <a:gd name="connsiteY4229" fmla="*/ 412998 h 2787466"/>
              <a:gd name="connsiteX4230" fmla="*/ 3125949 w 3600000"/>
              <a:gd name="connsiteY4230" fmla="*/ 412077 h 2787466"/>
              <a:gd name="connsiteX4231" fmla="*/ 2596521 w 3600000"/>
              <a:gd name="connsiteY4231" fmla="*/ 411799 h 2787466"/>
              <a:gd name="connsiteX4232" fmla="*/ 2595270 w 3600000"/>
              <a:gd name="connsiteY4232" fmla="*/ 422733 h 2787466"/>
              <a:gd name="connsiteX4233" fmla="*/ 2596521 w 3600000"/>
              <a:gd name="connsiteY4233" fmla="*/ 411799 h 2787466"/>
              <a:gd name="connsiteX4234" fmla="*/ 2983836 w 3600000"/>
              <a:gd name="connsiteY4234" fmla="*/ 410807 h 2787466"/>
              <a:gd name="connsiteX4235" fmla="*/ 2983836 w 3600000"/>
              <a:gd name="connsiteY4235" fmla="*/ 418576 h 2787466"/>
              <a:gd name="connsiteX4236" fmla="*/ 2983836 w 3600000"/>
              <a:gd name="connsiteY4236" fmla="*/ 410807 h 2787466"/>
              <a:gd name="connsiteX4237" fmla="*/ 3360728 w 3600000"/>
              <a:gd name="connsiteY4237" fmla="*/ 409026 h 2787466"/>
              <a:gd name="connsiteX4238" fmla="*/ 3370099 w 3600000"/>
              <a:gd name="connsiteY4238" fmla="*/ 415760 h 2787466"/>
              <a:gd name="connsiteX4239" fmla="*/ 3364774 w 3600000"/>
              <a:gd name="connsiteY4239" fmla="*/ 419739 h 2787466"/>
              <a:gd name="connsiteX4240" fmla="*/ 3360728 w 3600000"/>
              <a:gd name="connsiteY4240" fmla="*/ 409026 h 2787466"/>
              <a:gd name="connsiteX4241" fmla="*/ 3110220 w 3600000"/>
              <a:gd name="connsiteY4241" fmla="*/ 408332 h 2787466"/>
              <a:gd name="connsiteX4242" fmla="*/ 3099819 w 3600000"/>
              <a:gd name="connsiteY4242" fmla="*/ 455316 h 2787466"/>
              <a:gd name="connsiteX4243" fmla="*/ 3110220 w 3600000"/>
              <a:gd name="connsiteY4243" fmla="*/ 408332 h 2787466"/>
              <a:gd name="connsiteX4244" fmla="*/ 2660421 w 3600000"/>
              <a:gd name="connsiteY4244" fmla="*/ 408251 h 2787466"/>
              <a:gd name="connsiteX4245" fmla="*/ 2670157 w 3600000"/>
              <a:gd name="connsiteY4245" fmla="*/ 408290 h 2787466"/>
              <a:gd name="connsiteX4246" fmla="*/ 2659772 w 3600000"/>
              <a:gd name="connsiteY4246" fmla="*/ 437906 h 2787466"/>
              <a:gd name="connsiteX4247" fmla="*/ 2668910 w 3600000"/>
              <a:gd name="connsiteY4247" fmla="*/ 439003 h 2787466"/>
              <a:gd name="connsiteX4248" fmla="*/ 2661018 w 3600000"/>
              <a:gd name="connsiteY4248" fmla="*/ 444957 h 2787466"/>
              <a:gd name="connsiteX4249" fmla="*/ 2649179 w 3600000"/>
              <a:gd name="connsiteY4249" fmla="*/ 442920 h 2787466"/>
              <a:gd name="connsiteX4250" fmla="*/ 2647933 w 3600000"/>
              <a:gd name="connsiteY4250" fmla="*/ 445897 h 2787466"/>
              <a:gd name="connsiteX4251" fmla="*/ 2655825 w 3600000"/>
              <a:gd name="connsiteY4251" fmla="*/ 449814 h 2787466"/>
              <a:gd name="connsiteX4252" fmla="*/ 2646687 w 3600000"/>
              <a:gd name="connsiteY4252" fmla="*/ 433048 h 2787466"/>
              <a:gd name="connsiteX4253" fmla="*/ 2654579 w 3600000"/>
              <a:gd name="connsiteY4253" fmla="*/ 436025 h 2787466"/>
              <a:gd name="connsiteX4254" fmla="*/ 2664964 w 3600000"/>
              <a:gd name="connsiteY4254" fmla="*/ 425997 h 2787466"/>
              <a:gd name="connsiteX4255" fmla="*/ 2650633 w 3600000"/>
              <a:gd name="connsiteY4255" fmla="*/ 421139 h 2787466"/>
              <a:gd name="connsiteX4256" fmla="*/ 2662472 w 3600000"/>
              <a:gd name="connsiteY4256" fmla="*/ 413148 h 2787466"/>
              <a:gd name="connsiteX4257" fmla="*/ 2654579 w 3600000"/>
              <a:gd name="connsiteY4257" fmla="*/ 411267 h 2787466"/>
              <a:gd name="connsiteX4258" fmla="*/ 2660421 w 3600000"/>
              <a:gd name="connsiteY4258" fmla="*/ 408251 h 2787466"/>
              <a:gd name="connsiteX4259" fmla="*/ 2970363 w 3600000"/>
              <a:gd name="connsiteY4259" fmla="*/ 406253 h 2787466"/>
              <a:gd name="connsiteX4260" fmla="*/ 2978456 w 3600000"/>
              <a:gd name="connsiteY4260" fmla="*/ 413127 h 2787466"/>
              <a:gd name="connsiteX4261" fmla="*/ 2965039 w 3600000"/>
              <a:gd name="connsiteY4261" fmla="*/ 416095 h 2787466"/>
              <a:gd name="connsiteX4262" fmla="*/ 2970363 w 3600000"/>
              <a:gd name="connsiteY4262" fmla="*/ 406253 h 2787466"/>
              <a:gd name="connsiteX4263" fmla="*/ 2730039 w 3600000"/>
              <a:gd name="connsiteY4263" fmla="*/ 405112 h 2787466"/>
              <a:gd name="connsiteX4264" fmla="*/ 2737924 w 3600000"/>
              <a:gd name="connsiteY4264" fmla="*/ 407018 h 2787466"/>
              <a:gd name="connsiteX4265" fmla="*/ 2743112 w 3600000"/>
              <a:gd name="connsiteY4265" fmla="*/ 411149 h 2787466"/>
              <a:gd name="connsiteX4266" fmla="*/ 2730039 w 3600000"/>
              <a:gd name="connsiteY4266" fmla="*/ 413055 h 2787466"/>
              <a:gd name="connsiteX4267" fmla="*/ 2730039 w 3600000"/>
              <a:gd name="connsiteY4267" fmla="*/ 405112 h 2787466"/>
              <a:gd name="connsiteX4268" fmla="*/ 2491495 w 3600000"/>
              <a:gd name="connsiteY4268" fmla="*/ 403017 h 2787466"/>
              <a:gd name="connsiteX4269" fmla="*/ 2504135 w 3600000"/>
              <a:gd name="connsiteY4269" fmla="*/ 408871 h 2787466"/>
              <a:gd name="connsiteX4270" fmla="*/ 2491495 w 3600000"/>
              <a:gd name="connsiteY4270" fmla="*/ 403017 h 2787466"/>
              <a:gd name="connsiteX4271" fmla="*/ 2713154 w 3600000"/>
              <a:gd name="connsiteY4271" fmla="*/ 400013 h 2787466"/>
              <a:gd name="connsiteX4272" fmla="*/ 2701326 w 3600000"/>
              <a:gd name="connsiteY4272" fmla="*/ 449525 h 2787466"/>
              <a:gd name="connsiteX4273" fmla="*/ 2671239 w 3600000"/>
              <a:gd name="connsiteY4273" fmla="*/ 501073 h 2787466"/>
              <a:gd name="connsiteX4274" fmla="*/ 2679124 w 3600000"/>
              <a:gd name="connsiteY4274" fmla="*/ 471304 h 2787466"/>
              <a:gd name="connsiteX4275" fmla="*/ 2683067 w 3600000"/>
              <a:gd name="connsiteY4275" fmla="*/ 457516 h 2787466"/>
              <a:gd name="connsiteX4276" fmla="*/ 2675182 w 3600000"/>
              <a:gd name="connsiteY4276" fmla="*/ 454539 h 2787466"/>
              <a:gd name="connsiteX4277" fmla="*/ 2683067 w 3600000"/>
              <a:gd name="connsiteY4277" fmla="*/ 424769 h 2787466"/>
              <a:gd name="connsiteX4278" fmla="*/ 2697384 w 3600000"/>
              <a:gd name="connsiteY4278" fmla="*/ 428686 h 2787466"/>
              <a:gd name="connsiteX4279" fmla="*/ 2698836 w 3600000"/>
              <a:gd name="connsiteY4279" fmla="*/ 422732 h 2787466"/>
              <a:gd name="connsiteX4280" fmla="*/ 2690952 w 3600000"/>
              <a:gd name="connsiteY4280" fmla="*/ 419912 h 2787466"/>
              <a:gd name="connsiteX4281" fmla="*/ 2713154 w 3600000"/>
              <a:gd name="connsiteY4281" fmla="*/ 400013 h 2787466"/>
              <a:gd name="connsiteX4282" fmla="*/ 2758508 w 3600000"/>
              <a:gd name="connsiteY4282" fmla="*/ 398177 h 2787466"/>
              <a:gd name="connsiteX4283" fmla="*/ 2756008 w 3600000"/>
              <a:gd name="connsiteY4283" fmla="*/ 408176 h 2787466"/>
              <a:gd name="connsiteX4284" fmla="*/ 2758508 w 3600000"/>
              <a:gd name="connsiteY4284" fmla="*/ 398177 h 2787466"/>
              <a:gd name="connsiteX4285" fmla="*/ 2520388 w 3600000"/>
              <a:gd name="connsiteY4285" fmla="*/ 397934 h 2787466"/>
              <a:gd name="connsiteX4286" fmla="*/ 2524225 w 3600000"/>
              <a:gd name="connsiteY4286" fmla="*/ 405133 h 2787466"/>
              <a:gd name="connsiteX4287" fmla="*/ 2521600 w 3600000"/>
              <a:gd name="connsiteY4287" fmla="*/ 405133 h 2787466"/>
              <a:gd name="connsiteX4288" fmla="*/ 2508878 w 3600000"/>
              <a:gd name="connsiteY4288" fmla="*/ 404013 h 2787466"/>
              <a:gd name="connsiteX4289" fmla="*/ 2520388 w 3600000"/>
              <a:gd name="connsiteY4289" fmla="*/ 397934 h 2787466"/>
              <a:gd name="connsiteX4290" fmla="*/ 2981611 w 3600000"/>
              <a:gd name="connsiteY4290" fmla="*/ 394203 h 2787466"/>
              <a:gd name="connsiteX4291" fmla="*/ 2981193 w 3600000"/>
              <a:gd name="connsiteY4291" fmla="*/ 394404 h 2787466"/>
              <a:gd name="connsiteX4292" fmla="*/ 2981562 w 3600000"/>
              <a:gd name="connsiteY4292" fmla="*/ 394573 h 2787466"/>
              <a:gd name="connsiteX4293" fmla="*/ 2995829 w 3600000"/>
              <a:gd name="connsiteY4293" fmla="*/ 389328 h 2787466"/>
              <a:gd name="connsiteX4294" fmla="*/ 3000360 w 3600000"/>
              <a:gd name="connsiteY4294" fmla="*/ 393542 h 2787466"/>
              <a:gd name="connsiteX4295" fmla="*/ 3001090 w 3600000"/>
              <a:gd name="connsiteY4295" fmla="*/ 393032 h 2787466"/>
              <a:gd name="connsiteX4296" fmla="*/ 3006291 w 3600000"/>
              <a:gd name="connsiteY4296" fmla="*/ 398969 h 2787466"/>
              <a:gd name="connsiteX4297" fmla="*/ 3002288 w 3600000"/>
              <a:gd name="connsiteY4297" fmla="*/ 399276 h 2787466"/>
              <a:gd name="connsiteX4298" fmla="*/ 3002423 w 3600000"/>
              <a:gd name="connsiteY4298" fmla="*/ 400177 h 2787466"/>
              <a:gd name="connsiteX4299" fmla="*/ 3007575 w 3600000"/>
              <a:gd name="connsiteY4299" fmla="*/ 399233 h 2787466"/>
              <a:gd name="connsiteX4300" fmla="*/ 3010254 w 3600000"/>
              <a:gd name="connsiteY4300" fmla="*/ 391215 h 2787466"/>
              <a:gd name="connsiteX4301" fmla="*/ 3011490 w 3600000"/>
              <a:gd name="connsiteY4301" fmla="*/ 412126 h 2787466"/>
              <a:gd name="connsiteX4302" fmla="*/ 3020763 w 3600000"/>
              <a:gd name="connsiteY4302" fmla="*/ 410082 h 2787466"/>
              <a:gd name="connsiteX4303" fmla="*/ 3014169 w 3600000"/>
              <a:gd name="connsiteY4303" fmla="*/ 418100 h 2787466"/>
              <a:gd name="connsiteX4304" fmla="*/ 3007575 w 3600000"/>
              <a:gd name="connsiteY4304" fmla="*/ 416056 h 2787466"/>
              <a:gd name="connsiteX4305" fmla="*/ 3018084 w 3600000"/>
              <a:gd name="connsiteY4305" fmla="*/ 427062 h 2787466"/>
              <a:gd name="connsiteX4306" fmla="*/ 3008811 w 3600000"/>
              <a:gd name="connsiteY4306" fmla="*/ 434924 h 2787466"/>
              <a:gd name="connsiteX4307" fmla="*/ 3007575 w 3600000"/>
              <a:gd name="connsiteY4307" fmla="*/ 425019 h 2787466"/>
              <a:gd name="connsiteX4308" fmla="*/ 2991914 w 3600000"/>
              <a:gd name="connsiteY4308" fmla="*/ 437911 h 2787466"/>
              <a:gd name="connsiteX4309" fmla="*/ 2994593 w 3600000"/>
              <a:gd name="connsiteY4309" fmla="*/ 441999 h 2787466"/>
              <a:gd name="connsiteX4310" fmla="*/ 3001187 w 3600000"/>
              <a:gd name="connsiteY4310" fmla="*/ 437911 h 2787466"/>
              <a:gd name="connsiteX4311" fmla="*/ 3008811 w 3600000"/>
              <a:gd name="connsiteY4311" fmla="*/ 439011 h 2787466"/>
              <a:gd name="connsiteX4312" fmla="*/ 3014169 w 3600000"/>
              <a:gd name="connsiteY4312" fmla="*/ 448916 h 2787466"/>
              <a:gd name="connsiteX4313" fmla="*/ 3023235 w 3600000"/>
              <a:gd name="connsiteY4313" fmla="*/ 443885 h 2787466"/>
              <a:gd name="connsiteX4314" fmla="*/ 3015406 w 3600000"/>
              <a:gd name="connsiteY4314" fmla="*/ 461809 h 2787466"/>
              <a:gd name="connsiteX4315" fmla="*/ 3010254 w 3600000"/>
              <a:gd name="connsiteY4315" fmla="*/ 454891 h 2787466"/>
              <a:gd name="connsiteX4316" fmla="*/ 3002423 w 3600000"/>
              <a:gd name="connsiteY4316" fmla="*/ 477688 h 2787466"/>
              <a:gd name="connsiteX4317" fmla="*/ 3010254 w 3600000"/>
              <a:gd name="connsiteY4317" fmla="*/ 476745 h 2787466"/>
              <a:gd name="connsiteX4318" fmla="*/ 3015406 w 3600000"/>
              <a:gd name="connsiteY4318" fmla="*/ 486650 h 2787466"/>
              <a:gd name="connsiteX4319" fmla="*/ 3008811 w 3600000"/>
              <a:gd name="connsiteY4319" fmla="*/ 516366 h 2787466"/>
              <a:gd name="connsiteX4320" fmla="*/ 3002423 w 3600000"/>
              <a:gd name="connsiteY4320" fmla="*/ 510391 h 2787466"/>
              <a:gd name="connsiteX4321" fmla="*/ 3003660 w 3600000"/>
              <a:gd name="connsiteY4321" fmla="*/ 523441 h 2787466"/>
              <a:gd name="connsiteX4322" fmla="*/ 2993357 w 3600000"/>
              <a:gd name="connsiteY4322" fmla="*/ 523441 h 2787466"/>
              <a:gd name="connsiteX4323" fmla="*/ 2999745 w 3600000"/>
              <a:gd name="connsiteY4323" fmla="*/ 527372 h 2787466"/>
              <a:gd name="connsiteX4324" fmla="*/ 3005102 w 3600000"/>
              <a:gd name="connsiteY4324" fmla="*/ 547182 h 2787466"/>
              <a:gd name="connsiteX4325" fmla="*/ 2998070 w 3600000"/>
              <a:gd name="connsiteY4325" fmla="*/ 557558 h 2787466"/>
              <a:gd name="connsiteX4326" fmla="*/ 2999444 w 3600000"/>
              <a:gd name="connsiteY4326" fmla="*/ 559608 h 2787466"/>
              <a:gd name="connsiteX4327" fmla="*/ 3005912 w 3600000"/>
              <a:gd name="connsiteY4327" fmla="*/ 559932 h 2787466"/>
              <a:gd name="connsiteX4328" fmla="*/ 3005798 w 3600000"/>
              <a:gd name="connsiteY4328" fmla="*/ 559642 h 2787466"/>
              <a:gd name="connsiteX4329" fmla="*/ 3008811 w 3600000"/>
              <a:gd name="connsiteY4329" fmla="*/ 558187 h 2787466"/>
              <a:gd name="connsiteX4330" fmla="*/ 3016848 w 3600000"/>
              <a:gd name="connsiteY4330" fmla="*/ 559130 h 2787466"/>
              <a:gd name="connsiteX4331" fmla="*/ 3012965 w 3600000"/>
              <a:gd name="connsiteY4331" fmla="*/ 562405 h 2787466"/>
              <a:gd name="connsiteX4332" fmla="*/ 3013899 w 3600000"/>
              <a:gd name="connsiteY4332" fmla="*/ 563584 h 2787466"/>
              <a:gd name="connsiteX4333" fmla="*/ 3011523 w 3600000"/>
              <a:gd name="connsiteY4333" fmla="*/ 563621 h 2787466"/>
              <a:gd name="connsiteX4334" fmla="*/ 3005102 w 3600000"/>
              <a:gd name="connsiteY4334" fmla="*/ 569035 h 2787466"/>
              <a:gd name="connsiteX4335" fmla="*/ 2998534 w 3600000"/>
              <a:gd name="connsiteY4335" fmla="*/ 564496 h 2787466"/>
              <a:gd name="connsiteX4336" fmla="*/ 2997790 w 3600000"/>
              <a:gd name="connsiteY4336" fmla="*/ 563020 h 2787466"/>
              <a:gd name="connsiteX4337" fmla="*/ 2996094 w 3600000"/>
              <a:gd name="connsiteY4337" fmla="*/ 562620 h 2787466"/>
              <a:gd name="connsiteX4338" fmla="*/ 2995028 w 3600000"/>
              <a:gd name="connsiteY4338" fmla="*/ 560854 h 2787466"/>
              <a:gd name="connsiteX4339" fmla="*/ 2989338 w 3600000"/>
              <a:gd name="connsiteY4339" fmla="*/ 573084 h 2787466"/>
              <a:gd name="connsiteX4340" fmla="*/ 2994593 w 3600000"/>
              <a:gd name="connsiteY4340" fmla="*/ 583972 h 2787466"/>
              <a:gd name="connsiteX4341" fmla="*/ 2984290 w 3600000"/>
              <a:gd name="connsiteY4341" fmla="*/ 589946 h 2787466"/>
              <a:gd name="connsiteX4342" fmla="*/ 2982847 w 3600000"/>
              <a:gd name="connsiteY4342" fmla="*/ 602839 h 2787466"/>
              <a:gd name="connsiteX4343" fmla="*/ 2991914 w 3600000"/>
              <a:gd name="connsiteY4343" fmla="*/ 610857 h 2787466"/>
              <a:gd name="connsiteX4344" fmla="*/ 2977695 w 3600000"/>
              <a:gd name="connsiteY4344" fmla="*/ 610857 h 2787466"/>
              <a:gd name="connsiteX4345" fmla="*/ 2976459 w 3600000"/>
              <a:gd name="connsiteY4345" fmla="*/ 624693 h 2787466"/>
              <a:gd name="connsiteX4346" fmla="*/ 2984290 w 3600000"/>
              <a:gd name="connsiteY4346" fmla="*/ 624693 h 2787466"/>
              <a:gd name="connsiteX4347" fmla="*/ 2973780 w 3600000"/>
              <a:gd name="connsiteY4347" fmla="*/ 632712 h 2787466"/>
              <a:gd name="connsiteX4348" fmla="*/ 2971102 w 3600000"/>
              <a:gd name="connsiteY4348" fmla="*/ 658496 h 2787466"/>
              <a:gd name="connsiteX4349" fmla="*/ 2976459 w 3600000"/>
              <a:gd name="connsiteY4349" fmla="*/ 662427 h 2787466"/>
              <a:gd name="connsiteX4350" fmla="*/ 2965949 w 3600000"/>
              <a:gd name="connsiteY4350" fmla="*/ 660540 h 2787466"/>
              <a:gd name="connsiteX4351" fmla="*/ 2965949 w 3600000"/>
              <a:gd name="connsiteY4351" fmla="*/ 682394 h 2787466"/>
              <a:gd name="connsiteX4352" fmla="*/ 2972544 w 3600000"/>
              <a:gd name="connsiteY4352" fmla="*/ 675477 h 2787466"/>
              <a:gd name="connsiteX4353" fmla="*/ 2964713 w 3600000"/>
              <a:gd name="connsiteY4353" fmla="*/ 692300 h 2787466"/>
              <a:gd name="connsiteX4354" fmla="*/ 2964713 w 3600000"/>
              <a:gd name="connsiteY4354" fmla="*/ 686325 h 2787466"/>
              <a:gd name="connsiteX4355" fmla="*/ 2962035 w 3600000"/>
              <a:gd name="connsiteY4355" fmla="*/ 700160 h 2787466"/>
              <a:gd name="connsiteX4356" fmla="*/ 2969864 w 3600000"/>
              <a:gd name="connsiteY4356" fmla="*/ 697173 h 2787466"/>
              <a:gd name="connsiteX4357" fmla="*/ 2960798 w 3600000"/>
              <a:gd name="connsiteY4357" fmla="*/ 702205 h 2787466"/>
              <a:gd name="connsiteX4358" fmla="*/ 2964713 w 3600000"/>
              <a:gd name="connsiteY4358" fmla="*/ 712110 h 2787466"/>
              <a:gd name="connsiteX4359" fmla="*/ 2970663 w 3600000"/>
              <a:gd name="connsiteY4359" fmla="*/ 708710 h 2787466"/>
              <a:gd name="connsiteX4360" fmla="*/ 2974380 w 3600000"/>
              <a:gd name="connsiteY4360" fmla="*/ 706851 h 2787466"/>
              <a:gd name="connsiteX4361" fmla="*/ 2975416 w 3600000"/>
              <a:gd name="connsiteY4361" fmla="*/ 704360 h 2787466"/>
              <a:gd name="connsiteX4362" fmla="*/ 2976703 w 3600000"/>
              <a:gd name="connsiteY4362" fmla="*/ 703129 h 2787466"/>
              <a:gd name="connsiteX4363" fmla="*/ 2976202 w 3600000"/>
              <a:gd name="connsiteY4363" fmla="*/ 702086 h 2787466"/>
              <a:gd name="connsiteX4364" fmla="*/ 2973780 w 3600000"/>
              <a:gd name="connsiteY4364" fmla="*/ 698274 h 2787466"/>
              <a:gd name="connsiteX4365" fmla="*/ 2997271 w 3600000"/>
              <a:gd name="connsiteY4365" fmla="*/ 667458 h 2787466"/>
              <a:gd name="connsiteX4366" fmla="*/ 2999745 w 3600000"/>
              <a:gd name="connsiteY4366" fmla="*/ 648592 h 2787466"/>
              <a:gd name="connsiteX4367" fmla="*/ 3012726 w 3600000"/>
              <a:gd name="connsiteY4367" fmla="*/ 616832 h 2787466"/>
              <a:gd name="connsiteX4368" fmla="*/ 3024472 w 3600000"/>
              <a:gd name="connsiteY4368" fmla="*/ 616832 h 2787466"/>
              <a:gd name="connsiteX4369" fmla="*/ 3025915 w 3600000"/>
              <a:gd name="connsiteY4369" fmla="*/ 608813 h 2787466"/>
              <a:gd name="connsiteX4370" fmla="*/ 3042811 w 3600000"/>
              <a:gd name="connsiteY4370" fmla="*/ 604883 h 2787466"/>
              <a:gd name="connsiteX4371" fmla="*/ 3032302 w 3600000"/>
              <a:gd name="connsiteY4371" fmla="*/ 597965 h 2787466"/>
              <a:gd name="connsiteX4372" fmla="*/ 3044048 w 3600000"/>
              <a:gd name="connsiteY4372" fmla="*/ 589003 h 2787466"/>
              <a:gd name="connsiteX4373" fmla="*/ 3038897 w 3600000"/>
              <a:gd name="connsiteY4373" fmla="*/ 581928 h 2787466"/>
              <a:gd name="connsiteX4374" fmla="*/ 3051879 w 3600000"/>
              <a:gd name="connsiteY4374" fmla="*/ 587902 h 2787466"/>
              <a:gd name="connsiteX4375" fmla="*/ 3057030 w 3600000"/>
              <a:gd name="connsiteY4375" fmla="*/ 577998 h 2787466"/>
              <a:gd name="connsiteX4376" fmla="*/ 3054558 w 3600000"/>
              <a:gd name="connsiteY4376" fmla="*/ 570136 h 2787466"/>
              <a:gd name="connsiteX4377" fmla="*/ 3041575 w 3600000"/>
              <a:gd name="connsiteY4377" fmla="*/ 566049 h 2787466"/>
              <a:gd name="connsiteX4378" fmla="*/ 3051879 w 3600000"/>
              <a:gd name="connsiteY4378" fmla="*/ 566049 h 2787466"/>
              <a:gd name="connsiteX4379" fmla="*/ 3057030 w 3600000"/>
              <a:gd name="connsiteY4379" fmla="*/ 548282 h 2787466"/>
              <a:gd name="connsiteX4380" fmla="*/ 3070219 w 3600000"/>
              <a:gd name="connsiteY4380" fmla="*/ 554257 h 2787466"/>
              <a:gd name="connsiteX4381" fmla="*/ 3075370 w 3600000"/>
              <a:gd name="connsiteY4381" fmla="*/ 560231 h 2787466"/>
              <a:gd name="connsiteX4382" fmla="*/ 3071455 w 3600000"/>
              <a:gd name="connsiteY4382" fmla="*/ 572023 h 2787466"/>
              <a:gd name="connsiteX4383" fmla="*/ 3064861 w 3600000"/>
              <a:gd name="connsiteY4383" fmla="*/ 566049 h 2787466"/>
              <a:gd name="connsiteX4384" fmla="*/ 3067539 w 3600000"/>
              <a:gd name="connsiteY4384" fmla="*/ 577998 h 2787466"/>
              <a:gd name="connsiteX4385" fmla="*/ 3049200 w 3600000"/>
              <a:gd name="connsiteY4385" fmla="*/ 597965 h 2787466"/>
              <a:gd name="connsiteX4386" fmla="*/ 3051248 w 3600000"/>
              <a:gd name="connsiteY4386" fmla="*/ 599186 h 2787466"/>
              <a:gd name="connsiteX4387" fmla="*/ 3054787 w 3600000"/>
              <a:gd name="connsiteY4387" fmla="*/ 594686 h 2787466"/>
              <a:gd name="connsiteX4388" fmla="*/ 3066606 w 3600000"/>
              <a:gd name="connsiteY4388" fmla="*/ 592742 h 2787466"/>
              <a:gd name="connsiteX4389" fmla="*/ 3051461 w 3600000"/>
              <a:gd name="connsiteY4389" fmla="*/ 599313 h 2787466"/>
              <a:gd name="connsiteX4390" fmla="*/ 3055794 w 3600000"/>
              <a:gd name="connsiteY4390" fmla="*/ 601896 h 2787466"/>
              <a:gd name="connsiteX4391" fmla="*/ 3055794 w 3600000"/>
              <a:gd name="connsiteY4391" fmla="*/ 605826 h 2787466"/>
              <a:gd name="connsiteX4392" fmla="*/ 3045285 w 3600000"/>
              <a:gd name="connsiteY4392" fmla="*/ 605826 h 2787466"/>
              <a:gd name="connsiteX4393" fmla="*/ 3051879 w 3600000"/>
              <a:gd name="connsiteY4393" fmla="*/ 613844 h 2787466"/>
              <a:gd name="connsiteX4394" fmla="*/ 3041575 w 3600000"/>
              <a:gd name="connsiteY4394" fmla="*/ 616832 h 2787466"/>
              <a:gd name="connsiteX4395" fmla="*/ 3033745 w 3600000"/>
              <a:gd name="connsiteY4395" fmla="*/ 632712 h 2787466"/>
              <a:gd name="connsiteX4396" fmla="*/ 3041575 w 3600000"/>
              <a:gd name="connsiteY4396" fmla="*/ 635699 h 2787466"/>
              <a:gd name="connsiteX4397" fmla="*/ 3044048 w 3600000"/>
              <a:gd name="connsiteY4397" fmla="*/ 640573 h 2787466"/>
              <a:gd name="connsiteX4398" fmla="*/ 3036218 w 3600000"/>
              <a:gd name="connsiteY4398" fmla="*/ 649534 h 2787466"/>
              <a:gd name="connsiteX4399" fmla="*/ 3021999 w 3600000"/>
              <a:gd name="connsiteY4399" fmla="*/ 678464 h 2787466"/>
              <a:gd name="connsiteX4400" fmla="*/ 3037660 w 3600000"/>
              <a:gd name="connsiteY4400" fmla="*/ 687269 h 2787466"/>
              <a:gd name="connsiteX4401" fmla="*/ 3032302 w 3600000"/>
              <a:gd name="connsiteY4401" fmla="*/ 681294 h 2787466"/>
              <a:gd name="connsiteX4402" fmla="*/ 3041575 w 3600000"/>
              <a:gd name="connsiteY4402" fmla="*/ 680350 h 2787466"/>
              <a:gd name="connsiteX4403" fmla="*/ 3067539 w 3600000"/>
              <a:gd name="connsiteY4403" fmla="*/ 632712 h 2787466"/>
              <a:gd name="connsiteX4404" fmla="*/ 3068776 w 3600000"/>
              <a:gd name="connsiteY4404" fmla="*/ 642617 h 2787466"/>
              <a:gd name="connsiteX4405" fmla="*/ 3080522 w 3600000"/>
              <a:gd name="connsiteY4405" fmla="*/ 642617 h 2787466"/>
              <a:gd name="connsiteX4406" fmla="*/ 3072691 w 3600000"/>
              <a:gd name="connsiteY4406" fmla="*/ 644661 h 2787466"/>
              <a:gd name="connsiteX4407" fmla="*/ 3079285 w 3600000"/>
              <a:gd name="connsiteY4407" fmla="*/ 658496 h 2787466"/>
              <a:gd name="connsiteX4408" fmla="*/ 3067539 w 3600000"/>
              <a:gd name="connsiteY4408" fmla="*/ 652522 h 2787466"/>
              <a:gd name="connsiteX4409" fmla="*/ 3074133 w 3600000"/>
              <a:gd name="connsiteY4409" fmla="*/ 647648 h 2787466"/>
              <a:gd name="connsiteX4410" fmla="*/ 3060946 w 3600000"/>
              <a:gd name="connsiteY4410" fmla="*/ 646547 h 2787466"/>
              <a:gd name="connsiteX4411" fmla="*/ 3064861 w 3600000"/>
              <a:gd name="connsiteY4411" fmla="*/ 657553 h 2787466"/>
              <a:gd name="connsiteX4412" fmla="*/ 3074133 w 3600000"/>
              <a:gd name="connsiteY4412" fmla="*/ 664471 h 2787466"/>
              <a:gd name="connsiteX4413" fmla="*/ 3055794 w 3600000"/>
              <a:gd name="connsiteY4413" fmla="*/ 704248 h 2787466"/>
              <a:gd name="connsiteX4414" fmla="*/ 3066303 w 3600000"/>
              <a:gd name="connsiteY4414" fmla="*/ 707236 h 2787466"/>
              <a:gd name="connsiteX4415" fmla="*/ 3047963 w 3600000"/>
              <a:gd name="connsiteY4415" fmla="*/ 720128 h 2787466"/>
              <a:gd name="connsiteX4416" fmla="*/ 3045285 w 3600000"/>
              <a:gd name="connsiteY4416" fmla="*/ 710223 h 2787466"/>
              <a:gd name="connsiteX4417" fmla="*/ 3051879 w 3600000"/>
              <a:gd name="connsiteY4417" fmla="*/ 711166 h 2787466"/>
              <a:gd name="connsiteX4418" fmla="*/ 3044048 w 3600000"/>
              <a:gd name="connsiteY4418" fmla="*/ 702205 h 2787466"/>
              <a:gd name="connsiteX4419" fmla="*/ 3049200 w 3600000"/>
              <a:gd name="connsiteY4419" fmla="*/ 724059 h 2787466"/>
              <a:gd name="connsiteX4420" fmla="*/ 3042811 w 3600000"/>
              <a:gd name="connsiteY4420" fmla="*/ 736007 h 2787466"/>
              <a:gd name="connsiteX4421" fmla="*/ 3033745 w 3600000"/>
              <a:gd name="connsiteY4421" fmla="*/ 727046 h 2787466"/>
              <a:gd name="connsiteX4422" fmla="*/ 3032302 w 3600000"/>
              <a:gd name="connsiteY4422" fmla="*/ 739938 h 2787466"/>
              <a:gd name="connsiteX4423" fmla="*/ 3038897 w 3600000"/>
              <a:gd name="connsiteY4423" fmla="*/ 757862 h 2787466"/>
              <a:gd name="connsiteX4424" fmla="*/ 3032302 w 3600000"/>
              <a:gd name="connsiteY4424" fmla="*/ 754874 h 2787466"/>
              <a:gd name="connsiteX4425" fmla="*/ 3031066 w 3600000"/>
              <a:gd name="connsiteY4425" fmla="*/ 763837 h 2787466"/>
              <a:gd name="connsiteX4426" fmla="*/ 3020763 w 3600000"/>
              <a:gd name="connsiteY4426" fmla="*/ 769811 h 2787466"/>
              <a:gd name="connsiteX4427" fmla="*/ 3027151 w 3600000"/>
              <a:gd name="connsiteY4427" fmla="*/ 780659 h 2787466"/>
              <a:gd name="connsiteX4428" fmla="*/ 3018084 w 3600000"/>
              <a:gd name="connsiteY4428" fmla="*/ 783647 h 2787466"/>
              <a:gd name="connsiteX4429" fmla="*/ 3019320 w 3600000"/>
              <a:gd name="connsiteY4429" fmla="*/ 793709 h 2787466"/>
              <a:gd name="connsiteX4430" fmla="*/ 3012726 w 3600000"/>
              <a:gd name="connsiteY4430" fmla="*/ 790722 h 2787466"/>
              <a:gd name="connsiteX4431" fmla="*/ 3018084 w 3600000"/>
              <a:gd name="connsiteY4431" fmla="*/ 795596 h 2787466"/>
              <a:gd name="connsiteX4432" fmla="*/ 3011490 w 3600000"/>
              <a:gd name="connsiteY4432" fmla="*/ 799526 h 2787466"/>
              <a:gd name="connsiteX4433" fmla="*/ 3006338 w 3600000"/>
              <a:gd name="connsiteY4433" fmla="*/ 792609 h 2787466"/>
              <a:gd name="connsiteX4434" fmla="*/ 3012726 w 3600000"/>
              <a:gd name="connsiteY4434" fmla="*/ 806602 h 2787466"/>
              <a:gd name="connsiteX4435" fmla="*/ 3003660 w 3600000"/>
              <a:gd name="connsiteY4435" fmla="*/ 815406 h 2787466"/>
              <a:gd name="connsiteX4436" fmla="*/ 2994593 w 3600000"/>
              <a:gd name="connsiteY4436" fmla="*/ 816506 h 2787466"/>
              <a:gd name="connsiteX4437" fmla="*/ 2980375 w 3600000"/>
              <a:gd name="connsiteY4437" fmla="*/ 850310 h 2787466"/>
              <a:gd name="connsiteX4438" fmla="*/ 2968628 w 3600000"/>
              <a:gd name="connsiteY4438" fmla="*/ 850310 h 2787466"/>
              <a:gd name="connsiteX4439" fmla="*/ 2962035 w 3600000"/>
              <a:gd name="connsiteY4439" fmla="*/ 865246 h 2787466"/>
              <a:gd name="connsiteX4440" fmla="*/ 2960798 w 3600000"/>
              <a:gd name="connsiteY4440" fmla="*/ 876094 h 2787466"/>
              <a:gd name="connsiteX4441" fmla="*/ 2954204 w 3600000"/>
              <a:gd name="connsiteY4441" fmla="*/ 876094 h 2787466"/>
              <a:gd name="connsiteX4442" fmla="*/ 2942458 w 3600000"/>
              <a:gd name="connsiteY4442" fmla="*/ 894961 h 2787466"/>
              <a:gd name="connsiteX4443" fmla="*/ 2943765 w 3600000"/>
              <a:gd name="connsiteY4443" fmla="*/ 904608 h 2787466"/>
              <a:gd name="connsiteX4444" fmla="*/ 2944058 w 3600000"/>
              <a:gd name="connsiteY4444" fmla="*/ 904763 h 2787466"/>
              <a:gd name="connsiteX4445" fmla="*/ 2943859 w 3600000"/>
              <a:gd name="connsiteY4445" fmla="*/ 905298 h 2787466"/>
              <a:gd name="connsiteX4446" fmla="*/ 2943952 w 3600000"/>
              <a:gd name="connsiteY4446" fmla="*/ 905986 h 2787466"/>
              <a:gd name="connsiteX4447" fmla="*/ 2946373 w 3600000"/>
              <a:gd name="connsiteY4447" fmla="*/ 914772 h 2787466"/>
              <a:gd name="connsiteX4448" fmla="*/ 2917730 w 3600000"/>
              <a:gd name="connsiteY4448" fmla="*/ 930651 h 2787466"/>
              <a:gd name="connsiteX4449" fmla="*/ 2911342 w 3600000"/>
              <a:gd name="connsiteY4449" fmla="*/ 939613 h 2787466"/>
              <a:gd name="connsiteX4450" fmla="*/ 2909900 w 3600000"/>
              <a:gd name="connsiteY4450" fmla="*/ 933796 h 2787466"/>
              <a:gd name="connsiteX4451" fmla="*/ 2905984 w 3600000"/>
              <a:gd name="connsiteY4451" fmla="*/ 948575 h 2787466"/>
              <a:gd name="connsiteX4452" fmla="*/ 2915051 w 3600000"/>
              <a:gd name="connsiteY4452" fmla="*/ 942600 h 2787466"/>
              <a:gd name="connsiteX4453" fmla="*/ 2890529 w 3600000"/>
              <a:gd name="connsiteY4453" fmla="*/ 958480 h 2787466"/>
              <a:gd name="connsiteX4454" fmla="*/ 2895681 w 3600000"/>
              <a:gd name="connsiteY4454" fmla="*/ 964455 h 2787466"/>
              <a:gd name="connsiteX4455" fmla="*/ 2886614 w 3600000"/>
              <a:gd name="connsiteY4455" fmla="*/ 971530 h 2787466"/>
              <a:gd name="connsiteX4456" fmla="*/ 2894110 w 3600000"/>
              <a:gd name="connsiteY4456" fmla="*/ 971530 h 2787466"/>
              <a:gd name="connsiteX4457" fmla="*/ 2893202 w 3600000"/>
              <a:gd name="connsiteY4457" fmla="*/ 971010 h 2787466"/>
              <a:gd name="connsiteX4458" fmla="*/ 2901875 w 3600000"/>
              <a:gd name="connsiteY4458" fmla="*/ 962638 h 2787466"/>
              <a:gd name="connsiteX4459" fmla="*/ 2906519 w 3600000"/>
              <a:gd name="connsiteY4459" fmla="*/ 964281 h 2787466"/>
              <a:gd name="connsiteX4460" fmla="*/ 2909208 w 3600000"/>
              <a:gd name="connsiteY4460" fmla="*/ 963649 h 2787466"/>
              <a:gd name="connsiteX4461" fmla="*/ 2916219 w 3600000"/>
              <a:gd name="connsiteY4461" fmla="*/ 960596 h 2787466"/>
              <a:gd name="connsiteX4462" fmla="*/ 2903310 w 3600000"/>
              <a:gd name="connsiteY4462" fmla="*/ 960596 h 2787466"/>
              <a:gd name="connsiteX4463" fmla="*/ 2921341 w 3600000"/>
              <a:gd name="connsiteY4463" fmla="*/ 956669 h 2787466"/>
              <a:gd name="connsiteX4464" fmla="*/ 2924004 w 3600000"/>
              <a:gd name="connsiteY4464" fmla="*/ 968607 h 2787466"/>
              <a:gd name="connsiteX4465" fmla="*/ 2910891 w 3600000"/>
              <a:gd name="connsiteY4465" fmla="*/ 967684 h 2787466"/>
              <a:gd name="connsiteX4466" fmla="*/ 2908665 w 3600000"/>
              <a:gd name="connsiteY4466" fmla="*/ 967309 h 2787466"/>
              <a:gd name="connsiteX4467" fmla="*/ 2904748 w 3600000"/>
              <a:gd name="connsiteY4467" fmla="*/ 972473 h 2787466"/>
              <a:gd name="connsiteX4468" fmla="*/ 2899332 w 3600000"/>
              <a:gd name="connsiteY4468" fmla="*/ 973204 h 2787466"/>
              <a:gd name="connsiteX4469" fmla="*/ 2899418 w 3600000"/>
              <a:gd name="connsiteY4469" fmla="*/ 974575 h 2787466"/>
              <a:gd name="connsiteX4470" fmla="*/ 2897223 w 3600000"/>
              <a:gd name="connsiteY4470" fmla="*/ 973317 h 2787466"/>
              <a:gd name="connsiteX4471" fmla="*/ 2892101 w 3600000"/>
              <a:gd name="connsiteY4471" fmla="*/ 972964 h 2787466"/>
              <a:gd name="connsiteX4472" fmla="*/ 2885172 w 3600000"/>
              <a:gd name="connsiteY4472" fmla="*/ 976404 h 2787466"/>
              <a:gd name="connsiteX4473" fmla="*/ 2888006 w 3600000"/>
              <a:gd name="connsiteY4473" fmla="*/ 980944 h 2787466"/>
              <a:gd name="connsiteX4474" fmla="*/ 2889327 w 3600000"/>
              <a:gd name="connsiteY4474" fmla="*/ 982498 h 2787466"/>
              <a:gd name="connsiteX4475" fmla="*/ 2890589 w 3600000"/>
              <a:gd name="connsiteY4475" fmla="*/ 981143 h 2787466"/>
              <a:gd name="connsiteX4476" fmla="*/ 2898346 w 3600000"/>
              <a:gd name="connsiteY4476" fmla="*/ 976119 h 2787466"/>
              <a:gd name="connsiteX4477" fmla="*/ 2907612 w 3600000"/>
              <a:gd name="connsiteY4477" fmla="*/ 978179 h 2787466"/>
              <a:gd name="connsiteX4478" fmla="*/ 2908848 w 3600000"/>
              <a:gd name="connsiteY4478" fmla="*/ 985151 h 2787466"/>
              <a:gd name="connsiteX4479" fmla="*/ 2904935 w 3600000"/>
              <a:gd name="connsiteY4479" fmla="*/ 981189 h 2787466"/>
              <a:gd name="connsiteX4480" fmla="*/ 2895876 w 3600000"/>
              <a:gd name="connsiteY4480" fmla="*/ 980239 h 2787466"/>
              <a:gd name="connsiteX4481" fmla="*/ 2898346 w 3600000"/>
              <a:gd name="connsiteY4481" fmla="*/ 987211 h 2787466"/>
              <a:gd name="connsiteX4482" fmla="*/ 2912760 w 3600000"/>
              <a:gd name="connsiteY4482" fmla="*/ 995134 h 2787466"/>
              <a:gd name="connsiteX4483" fmla="*/ 2906782 w 3600000"/>
              <a:gd name="connsiteY4483" fmla="*/ 993044 h 2787466"/>
              <a:gd name="connsiteX4484" fmla="*/ 2903512 w 3600000"/>
              <a:gd name="connsiteY4484" fmla="*/ 995271 h 2787466"/>
              <a:gd name="connsiteX4485" fmla="*/ 2905984 w 3600000"/>
              <a:gd name="connsiteY4485" fmla="*/ 1000302 h 2787466"/>
              <a:gd name="connsiteX4486" fmla="*/ 2924324 w 3600000"/>
              <a:gd name="connsiteY4486" fmla="*/ 995271 h 2787466"/>
              <a:gd name="connsiteX4487" fmla="*/ 2921645 w 3600000"/>
              <a:gd name="connsiteY4487" fmla="*/ 1000302 h 2787466"/>
              <a:gd name="connsiteX4488" fmla="*/ 2936070 w 3600000"/>
              <a:gd name="connsiteY4488" fmla="*/ 977504 h 2787466"/>
              <a:gd name="connsiteX4489" fmla="*/ 2945136 w 3600000"/>
              <a:gd name="connsiteY4489" fmla="*/ 984422 h 2787466"/>
              <a:gd name="connsiteX4490" fmla="*/ 2941376 w 3600000"/>
              <a:gd name="connsiteY4490" fmla="*/ 972395 h 2787466"/>
              <a:gd name="connsiteX4491" fmla="*/ 2946664 w 3600000"/>
              <a:gd name="connsiteY4491" fmla="*/ 968337 h 2787466"/>
              <a:gd name="connsiteX4492" fmla="*/ 2949052 w 3600000"/>
              <a:gd name="connsiteY4492" fmla="*/ 970429 h 2787466"/>
              <a:gd name="connsiteX4493" fmla="*/ 2960798 w 3600000"/>
              <a:gd name="connsiteY4493" fmla="*/ 954550 h 2787466"/>
              <a:gd name="connsiteX4494" fmla="*/ 2972544 w 3600000"/>
              <a:gd name="connsiteY4494" fmla="*/ 954550 h 2787466"/>
              <a:gd name="connsiteX4495" fmla="*/ 2969864 w 3600000"/>
              <a:gd name="connsiteY4495" fmla="*/ 944645 h 2787466"/>
              <a:gd name="connsiteX4496" fmla="*/ 2977695 w 3600000"/>
              <a:gd name="connsiteY4496" fmla="*/ 941657 h 2787466"/>
              <a:gd name="connsiteX4497" fmla="*/ 2982847 w 3600000"/>
              <a:gd name="connsiteY4497" fmla="*/ 943701 h 2787466"/>
              <a:gd name="connsiteX4498" fmla="*/ 3001187 w 3600000"/>
              <a:gd name="connsiteY4498" fmla="*/ 911784 h 2787466"/>
              <a:gd name="connsiteX4499" fmla="*/ 3012726 w 3600000"/>
              <a:gd name="connsiteY4499" fmla="*/ 918859 h 2787466"/>
              <a:gd name="connsiteX4500" fmla="*/ 3016848 w 3600000"/>
              <a:gd name="connsiteY4500" fmla="*/ 905967 h 2787466"/>
              <a:gd name="connsiteX4501" fmla="*/ 3007575 w 3600000"/>
              <a:gd name="connsiteY4501" fmla="*/ 911784 h 2787466"/>
              <a:gd name="connsiteX4502" fmla="*/ 3027151 w 3600000"/>
              <a:gd name="connsiteY4502" fmla="*/ 899993 h 2787466"/>
              <a:gd name="connsiteX4503" fmla="*/ 3014169 w 3600000"/>
              <a:gd name="connsiteY4503" fmla="*/ 897949 h 2787466"/>
              <a:gd name="connsiteX4504" fmla="*/ 3033745 w 3600000"/>
              <a:gd name="connsiteY4504" fmla="*/ 862259 h 2787466"/>
              <a:gd name="connsiteX4505" fmla="*/ 3032302 w 3600000"/>
              <a:gd name="connsiteY4505" fmla="*/ 869177 h 2787466"/>
              <a:gd name="connsiteX4506" fmla="*/ 3040967 w 3600000"/>
              <a:gd name="connsiteY4506" fmla="*/ 870017 h 2787466"/>
              <a:gd name="connsiteX4507" fmla="*/ 3042086 w 3600000"/>
              <a:gd name="connsiteY4507" fmla="*/ 869711 h 2787466"/>
              <a:gd name="connsiteX4508" fmla="*/ 3044578 w 3600000"/>
              <a:gd name="connsiteY4508" fmla="*/ 858321 h 2787466"/>
              <a:gd name="connsiteX4509" fmla="*/ 3044599 w 3600000"/>
              <a:gd name="connsiteY4509" fmla="*/ 857898 h 2787466"/>
              <a:gd name="connsiteX4510" fmla="*/ 3044702 w 3600000"/>
              <a:gd name="connsiteY4510" fmla="*/ 857752 h 2787466"/>
              <a:gd name="connsiteX4511" fmla="*/ 3048364 w 3600000"/>
              <a:gd name="connsiteY4511" fmla="*/ 841014 h 2787466"/>
              <a:gd name="connsiteX4512" fmla="*/ 3045314 w 3600000"/>
              <a:gd name="connsiteY4512" fmla="*/ 842161 h 2787466"/>
              <a:gd name="connsiteX4513" fmla="*/ 3047654 w 3600000"/>
              <a:gd name="connsiteY4513" fmla="*/ 836143 h 2787466"/>
              <a:gd name="connsiteX4514" fmla="*/ 3051295 w 3600000"/>
              <a:gd name="connsiteY4514" fmla="*/ 827614 h 2787466"/>
              <a:gd name="connsiteX4515" fmla="*/ 3052132 w 3600000"/>
              <a:gd name="connsiteY4515" fmla="*/ 823790 h 2787466"/>
              <a:gd name="connsiteX4516" fmla="*/ 3049284 w 3600000"/>
              <a:gd name="connsiteY4516" fmla="*/ 824411 h 2787466"/>
              <a:gd name="connsiteX4517" fmla="*/ 3051955 w 3600000"/>
              <a:gd name="connsiteY4517" fmla="*/ 823469 h 2787466"/>
              <a:gd name="connsiteX4518" fmla="*/ 3055857 w 3600000"/>
              <a:gd name="connsiteY4518" fmla="*/ 806673 h 2787466"/>
              <a:gd name="connsiteX4519" fmla="*/ 3055875 w 3600000"/>
              <a:gd name="connsiteY4519" fmla="*/ 806676 h 2787466"/>
              <a:gd name="connsiteX4520" fmla="*/ 3059586 w 3600000"/>
              <a:gd name="connsiteY4520" fmla="*/ 789715 h 2787466"/>
              <a:gd name="connsiteX4521" fmla="*/ 3067414 w 3600000"/>
              <a:gd name="connsiteY4521" fmla="*/ 772895 h 2787466"/>
              <a:gd name="connsiteX4522" fmla="*/ 3079648 w 3600000"/>
              <a:gd name="connsiteY4522" fmla="*/ 791228 h 2787466"/>
              <a:gd name="connsiteX4523" fmla="*/ 3080617 w 3600000"/>
              <a:gd name="connsiteY4523" fmla="*/ 797256 h 2787466"/>
              <a:gd name="connsiteX4524" fmla="*/ 3085351 w 3600000"/>
              <a:gd name="connsiteY4524" fmla="*/ 797256 h 2787466"/>
              <a:gd name="connsiteX4525" fmla="*/ 3086380 w 3600000"/>
              <a:gd name="connsiteY4525" fmla="*/ 797256 h 2787466"/>
              <a:gd name="connsiteX4526" fmla="*/ 3087329 w 3600000"/>
              <a:gd name="connsiteY4526" fmla="*/ 795112 h 2787466"/>
              <a:gd name="connsiteX4527" fmla="*/ 3087116 w 3600000"/>
              <a:gd name="connsiteY4527" fmla="*/ 786634 h 2787466"/>
              <a:gd name="connsiteX4528" fmla="*/ 3094946 w 3600000"/>
              <a:gd name="connsiteY4528" fmla="*/ 789621 h 2787466"/>
              <a:gd name="connsiteX4529" fmla="*/ 3113081 w 3600000"/>
              <a:gd name="connsiteY4529" fmla="*/ 762893 h 2787466"/>
              <a:gd name="connsiteX4530" fmla="*/ 3120912 w 3600000"/>
              <a:gd name="connsiteY4530" fmla="*/ 766823 h 2787466"/>
              <a:gd name="connsiteX4531" fmla="*/ 3124826 w 3600000"/>
              <a:gd name="connsiteY4531" fmla="*/ 757862 h 2787466"/>
              <a:gd name="connsiteX4532" fmla="*/ 3116995 w 3600000"/>
              <a:gd name="connsiteY4532" fmla="*/ 751887 h 2787466"/>
              <a:gd name="connsiteX4533" fmla="*/ 3123590 w 3600000"/>
              <a:gd name="connsiteY4533" fmla="*/ 744970 h 2787466"/>
              <a:gd name="connsiteX4534" fmla="*/ 3115759 w 3600000"/>
              <a:gd name="connsiteY4534" fmla="*/ 744970 h 2787466"/>
              <a:gd name="connsiteX4535" fmla="*/ 3117716 w 3600000"/>
              <a:gd name="connsiteY4535" fmla="*/ 742903 h 2787466"/>
              <a:gd name="connsiteX4536" fmla="*/ 3117490 w 3600000"/>
              <a:gd name="connsiteY4536" fmla="*/ 742911 h 2787466"/>
              <a:gd name="connsiteX4537" fmla="*/ 3114374 w 3600000"/>
              <a:gd name="connsiteY4537" fmla="*/ 743027 h 2787466"/>
              <a:gd name="connsiteX4538" fmla="*/ 3116428 w 3600000"/>
              <a:gd name="connsiteY4538" fmla="*/ 739481 h 2787466"/>
              <a:gd name="connsiteX4539" fmla="*/ 3122698 w 3600000"/>
              <a:gd name="connsiteY4539" fmla="*/ 738812 h 2787466"/>
              <a:gd name="connsiteX4540" fmla="*/ 3124308 w 3600000"/>
              <a:gd name="connsiteY4540" fmla="*/ 737541 h 2787466"/>
              <a:gd name="connsiteX4541" fmla="*/ 3127505 w 3600000"/>
              <a:gd name="connsiteY4541" fmla="*/ 733021 h 2787466"/>
              <a:gd name="connsiteX4542" fmla="*/ 3116995 w 3600000"/>
              <a:gd name="connsiteY4542" fmla="*/ 733021 h 2787466"/>
              <a:gd name="connsiteX4543" fmla="*/ 3146875 w 3600000"/>
              <a:gd name="connsiteY4543" fmla="*/ 714154 h 2787466"/>
              <a:gd name="connsiteX4544" fmla="*/ 3152233 w 3600000"/>
              <a:gd name="connsiteY4544" fmla="*/ 697173 h 2787466"/>
              <a:gd name="connsiteX4545" fmla="*/ 3157385 w 3600000"/>
              <a:gd name="connsiteY4545" fmla="*/ 700160 h 2787466"/>
              <a:gd name="connsiteX4546" fmla="*/ 3166452 w 3600000"/>
              <a:gd name="connsiteY4546" fmla="*/ 688369 h 2787466"/>
              <a:gd name="connsiteX4547" fmla="*/ 3146875 w 3600000"/>
              <a:gd name="connsiteY4547" fmla="*/ 684281 h 2787466"/>
              <a:gd name="connsiteX4548" fmla="*/ 3156148 w 3600000"/>
              <a:gd name="connsiteY4548" fmla="*/ 669502 h 2787466"/>
              <a:gd name="connsiteX4549" fmla="*/ 3163257 w 3600000"/>
              <a:gd name="connsiteY4549" fmla="*/ 654363 h 2787466"/>
              <a:gd name="connsiteX4550" fmla="*/ 3163196 w 3600000"/>
              <a:gd name="connsiteY4550" fmla="*/ 653998 h 2787466"/>
              <a:gd name="connsiteX4551" fmla="*/ 3163837 w 3600000"/>
              <a:gd name="connsiteY4551" fmla="*/ 640682 h 2787466"/>
              <a:gd name="connsiteX4552" fmla="*/ 3180732 w 3600000"/>
              <a:gd name="connsiteY4552" fmla="*/ 616943 h 2787466"/>
              <a:gd name="connsiteX4553" fmla="*/ 3178053 w 3600000"/>
              <a:gd name="connsiteY4553" fmla="*/ 609869 h 2787466"/>
              <a:gd name="connsiteX4554" fmla="*/ 3184365 w 3600000"/>
              <a:gd name="connsiteY4554" fmla="*/ 602726 h 2787466"/>
              <a:gd name="connsiteX4555" fmla="*/ 3186857 w 3600000"/>
              <a:gd name="connsiteY4555" fmla="*/ 600568 h 2787466"/>
              <a:gd name="connsiteX4556" fmla="*/ 3200246 w 3600000"/>
              <a:gd name="connsiteY4556" fmla="*/ 564161 h 2787466"/>
              <a:gd name="connsiteX4557" fmla="*/ 3200246 w 3600000"/>
              <a:gd name="connsiteY4557" fmla="*/ 575010 h 2787466"/>
              <a:gd name="connsiteX4558" fmla="*/ 3208076 w 3600000"/>
              <a:gd name="connsiteY4558" fmla="*/ 577054 h 2787466"/>
              <a:gd name="connsiteX4559" fmla="*/ 3209519 w 3600000"/>
              <a:gd name="connsiteY4559" fmla="*/ 573124 h 2787466"/>
              <a:gd name="connsiteX4560" fmla="*/ 3202925 w 3600000"/>
              <a:gd name="connsiteY4560" fmla="*/ 569035 h 2787466"/>
              <a:gd name="connsiteX4561" fmla="*/ 3207999 w 3600000"/>
              <a:gd name="connsiteY4561" fmla="*/ 566618 h 2787466"/>
              <a:gd name="connsiteX4562" fmla="*/ 3209884 w 3600000"/>
              <a:gd name="connsiteY4562" fmla="*/ 566869 h 2787466"/>
              <a:gd name="connsiteX4563" fmla="*/ 3209653 w 3600000"/>
              <a:gd name="connsiteY4563" fmla="*/ 564514 h 2787466"/>
              <a:gd name="connsiteX4564" fmla="*/ 3211485 w 3600000"/>
              <a:gd name="connsiteY4564" fmla="*/ 558732 h 2787466"/>
              <a:gd name="connsiteX4565" fmla="*/ 3211655 w 3600000"/>
              <a:gd name="connsiteY4565" fmla="*/ 558618 h 2787466"/>
              <a:gd name="connsiteX4566" fmla="*/ 3208076 w 3600000"/>
              <a:gd name="connsiteY4566" fmla="*/ 558187 h 2787466"/>
              <a:gd name="connsiteX4567" fmla="*/ 3188706 w 3600000"/>
              <a:gd name="connsiteY4567" fmla="*/ 565105 h 2787466"/>
              <a:gd name="connsiteX4568" fmla="*/ 3193858 w 3600000"/>
              <a:gd name="connsiteY4568" fmla="*/ 556143 h 2787466"/>
              <a:gd name="connsiteX4569" fmla="*/ 3202925 w 3600000"/>
              <a:gd name="connsiteY4569" fmla="*/ 558187 h 2787466"/>
              <a:gd name="connsiteX4570" fmla="*/ 3209519 w 3600000"/>
              <a:gd name="connsiteY4570" fmla="*/ 532402 h 2787466"/>
              <a:gd name="connsiteX4571" fmla="*/ 3210755 w 3600000"/>
              <a:gd name="connsiteY4571" fmla="*/ 527372 h 2787466"/>
              <a:gd name="connsiteX4572" fmla="*/ 3218585 w 3600000"/>
              <a:gd name="connsiteY4572" fmla="*/ 518409 h 2787466"/>
              <a:gd name="connsiteX4573" fmla="*/ 3220543 w 3600000"/>
              <a:gd name="connsiteY4573" fmla="*/ 525759 h 2787466"/>
              <a:gd name="connsiteX4574" fmla="*/ 3222381 w 3600000"/>
              <a:gd name="connsiteY4574" fmla="*/ 531994 h 2787466"/>
              <a:gd name="connsiteX4575" fmla="*/ 3223766 w 3600000"/>
              <a:gd name="connsiteY4575" fmla="*/ 527983 h 2787466"/>
              <a:gd name="connsiteX4576" fmla="*/ 3229590 w 3600000"/>
              <a:gd name="connsiteY4576" fmla="*/ 521676 h 2787466"/>
              <a:gd name="connsiteX4577" fmla="*/ 3229662 w 3600000"/>
              <a:gd name="connsiteY4577" fmla="*/ 521279 h 2787466"/>
              <a:gd name="connsiteX4578" fmla="*/ 3229094 w 3600000"/>
              <a:gd name="connsiteY4578" fmla="*/ 509448 h 2787466"/>
              <a:gd name="connsiteX4579" fmla="*/ 3238162 w 3600000"/>
              <a:gd name="connsiteY4579" fmla="*/ 499542 h 2787466"/>
              <a:gd name="connsiteX4580" fmla="*/ 3255060 w 3600000"/>
              <a:gd name="connsiteY4580" fmla="*/ 505517 h 2787466"/>
              <a:gd name="connsiteX4581" fmla="*/ 3252380 w 3600000"/>
              <a:gd name="connsiteY4581" fmla="*/ 490581 h 2787466"/>
              <a:gd name="connsiteX4582" fmla="*/ 3240635 w 3600000"/>
              <a:gd name="connsiteY4582" fmla="*/ 485707 h 2787466"/>
              <a:gd name="connsiteX4583" fmla="*/ 3253823 w 3600000"/>
              <a:gd name="connsiteY4583" fmla="*/ 476745 h 2787466"/>
              <a:gd name="connsiteX4584" fmla="*/ 3268041 w 3600000"/>
              <a:gd name="connsiteY4584" fmla="*/ 479732 h 2787466"/>
              <a:gd name="connsiteX4585" fmla="*/ 3269278 w 3600000"/>
              <a:gd name="connsiteY4585" fmla="*/ 491682 h 2787466"/>
              <a:gd name="connsiteX4586" fmla="*/ 3258962 w 3600000"/>
              <a:gd name="connsiteY4586" fmla="*/ 515228 h 2787466"/>
              <a:gd name="connsiteX4587" fmla="*/ 3256276 w 3600000"/>
              <a:gd name="connsiteY4587" fmla="*/ 521530 h 2787466"/>
              <a:gd name="connsiteX4588" fmla="*/ 3255839 w 3600000"/>
              <a:gd name="connsiteY4588" fmla="*/ 523547 h 2787466"/>
              <a:gd name="connsiteX4589" fmla="*/ 3262731 w 3600000"/>
              <a:gd name="connsiteY4589" fmla="*/ 527492 h 2787466"/>
              <a:gd name="connsiteX4590" fmla="*/ 3260102 w 3600000"/>
              <a:gd name="connsiteY4590" fmla="*/ 529818 h 2787466"/>
              <a:gd name="connsiteX4591" fmla="*/ 3258924 w 3600000"/>
              <a:gd name="connsiteY4591" fmla="*/ 534781 h 2787466"/>
              <a:gd name="connsiteX4592" fmla="*/ 3255060 w 3600000"/>
              <a:gd name="connsiteY4592" fmla="*/ 545295 h 2787466"/>
              <a:gd name="connsiteX4593" fmla="*/ 3261653 w 3600000"/>
              <a:gd name="connsiteY4593" fmla="*/ 545295 h 2787466"/>
              <a:gd name="connsiteX4594" fmla="*/ 3256815 w 3600000"/>
              <a:gd name="connsiteY4594" fmla="*/ 552812 h 2787466"/>
              <a:gd name="connsiteX4595" fmla="*/ 3255739 w 3600000"/>
              <a:gd name="connsiteY4595" fmla="*/ 553391 h 2787466"/>
              <a:gd name="connsiteX4596" fmla="*/ 3255801 w 3600000"/>
              <a:gd name="connsiteY4596" fmla="*/ 553921 h 2787466"/>
              <a:gd name="connsiteX4597" fmla="*/ 3253611 w 3600000"/>
              <a:gd name="connsiteY4597" fmla="*/ 561319 h 2787466"/>
              <a:gd name="connsiteX4598" fmla="*/ 3257738 w 3600000"/>
              <a:gd name="connsiteY4598" fmla="*/ 564161 h 2787466"/>
              <a:gd name="connsiteX4599" fmla="*/ 3256296 w 3600000"/>
              <a:gd name="connsiteY4599" fmla="*/ 575010 h 2787466"/>
              <a:gd name="connsiteX4600" fmla="*/ 3249908 w 3600000"/>
              <a:gd name="connsiteY4600" fmla="*/ 577054 h 2787466"/>
              <a:gd name="connsiteX4601" fmla="*/ 3253823 w 3600000"/>
              <a:gd name="connsiteY4601" fmla="*/ 586959 h 2787466"/>
              <a:gd name="connsiteX4602" fmla="*/ 3249186 w 3600000"/>
              <a:gd name="connsiteY4602" fmla="*/ 576081 h 2787466"/>
              <a:gd name="connsiteX4603" fmla="*/ 3249560 w 3600000"/>
              <a:gd name="connsiteY4603" fmla="*/ 573491 h 2787466"/>
              <a:gd name="connsiteX4604" fmla="*/ 3240599 w 3600000"/>
              <a:gd name="connsiteY4604" fmla="*/ 589209 h 2787466"/>
              <a:gd name="connsiteX4605" fmla="*/ 3236533 w 3600000"/>
              <a:gd name="connsiteY4605" fmla="*/ 595045 h 2787466"/>
              <a:gd name="connsiteX4606" fmla="*/ 3238162 w 3600000"/>
              <a:gd name="connsiteY4606" fmla="*/ 596865 h 2787466"/>
              <a:gd name="connsiteX4607" fmla="*/ 3234465 w 3600000"/>
              <a:gd name="connsiteY4607" fmla="*/ 598012 h 2787466"/>
              <a:gd name="connsiteX4608" fmla="*/ 3230203 w 3600000"/>
              <a:gd name="connsiteY4608" fmla="*/ 604130 h 2787466"/>
              <a:gd name="connsiteX4609" fmla="*/ 3231233 w 3600000"/>
              <a:gd name="connsiteY4609" fmla="*/ 605414 h 2787466"/>
              <a:gd name="connsiteX4610" fmla="*/ 3232805 w 3600000"/>
              <a:gd name="connsiteY4610" fmla="*/ 609757 h 2787466"/>
              <a:gd name="connsiteX4611" fmla="*/ 3225720 w 3600000"/>
              <a:gd name="connsiteY4611" fmla="*/ 612037 h 2787466"/>
              <a:gd name="connsiteX4612" fmla="*/ 3223617 w 3600000"/>
              <a:gd name="connsiteY4612" fmla="*/ 612984 h 2787466"/>
              <a:gd name="connsiteX4613" fmla="*/ 3222580 w 3600000"/>
              <a:gd name="connsiteY4613" fmla="*/ 614356 h 2787466"/>
              <a:gd name="connsiteX4614" fmla="*/ 3222501 w 3600000"/>
              <a:gd name="connsiteY4614" fmla="*/ 615731 h 2787466"/>
              <a:gd name="connsiteX4615" fmla="*/ 3239399 w 3600000"/>
              <a:gd name="connsiteY4615" fmla="*/ 618718 h 2787466"/>
              <a:gd name="connsiteX4616" fmla="*/ 3221265 w 3600000"/>
              <a:gd name="connsiteY4616" fmla="*/ 626737 h 2787466"/>
              <a:gd name="connsiteX4617" fmla="*/ 3227652 w 3600000"/>
              <a:gd name="connsiteY4617" fmla="*/ 636642 h 2787466"/>
              <a:gd name="connsiteX4618" fmla="*/ 3236720 w 3600000"/>
              <a:gd name="connsiteY4618" fmla="*/ 625637 h 2787466"/>
              <a:gd name="connsiteX4619" fmla="*/ 3227652 w 3600000"/>
              <a:gd name="connsiteY4619" fmla="*/ 646547 h 2787466"/>
              <a:gd name="connsiteX4620" fmla="*/ 3226416 w 3600000"/>
              <a:gd name="connsiteY4620" fmla="*/ 671389 h 2787466"/>
              <a:gd name="connsiteX4621" fmla="*/ 3256296 w 3600000"/>
              <a:gd name="connsiteY4621" fmla="*/ 653465 h 2787466"/>
              <a:gd name="connsiteX4622" fmla="*/ 3255060 w 3600000"/>
              <a:gd name="connsiteY4622" fmla="*/ 645604 h 2787466"/>
              <a:gd name="connsiteX4623" fmla="*/ 3247229 w 3600000"/>
              <a:gd name="connsiteY4623" fmla="*/ 645604 h 2787466"/>
              <a:gd name="connsiteX4624" fmla="*/ 3242077 w 3600000"/>
              <a:gd name="connsiteY4624" fmla="*/ 630668 h 2787466"/>
              <a:gd name="connsiteX4625" fmla="*/ 3251144 w 3600000"/>
              <a:gd name="connsiteY4625" fmla="*/ 635699 h 2787466"/>
              <a:gd name="connsiteX4626" fmla="*/ 3255060 w 3600000"/>
              <a:gd name="connsiteY4626" fmla="*/ 629724 h 2787466"/>
              <a:gd name="connsiteX4627" fmla="*/ 3249908 w 3600000"/>
              <a:gd name="connsiteY4627" fmla="*/ 623750 h 2787466"/>
              <a:gd name="connsiteX4628" fmla="*/ 3260211 w 3600000"/>
              <a:gd name="connsiteY4628" fmla="*/ 613844 h 2787466"/>
              <a:gd name="connsiteX4629" fmla="*/ 3265569 w 3600000"/>
              <a:gd name="connsiteY4629" fmla="*/ 625637 h 2787466"/>
              <a:gd name="connsiteX4630" fmla="*/ 3270721 w 3600000"/>
              <a:gd name="connsiteY4630" fmla="*/ 618718 h 2787466"/>
              <a:gd name="connsiteX4631" fmla="*/ 3262890 w 3600000"/>
              <a:gd name="connsiteY4631" fmla="*/ 610857 h 2787466"/>
              <a:gd name="connsiteX4632" fmla="*/ 3256296 w 3600000"/>
              <a:gd name="connsiteY4632" fmla="*/ 612744 h 2787466"/>
              <a:gd name="connsiteX4633" fmla="*/ 3266805 w 3600000"/>
              <a:gd name="connsiteY4633" fmla="*/ 589946 h 2787466"/>
              <a:gd name="connsiteX4634" fmla="*/ 3269278 w 3600000"/>
              <a:gd name="connsiteY4634" fmla="*/ 544194 h 2787466"/>
              <a:gd name="connsiteX4635" fmla="*/ 3282467 w 3600000"/>
              <a:gd name="connsiteY4635" fmla="*/ 551269 h 2787466"/>
              <a:gd name="connsiteX4636" fmla="*/ 3273194 w 3600000"/>
              <a:gd name="connsiteY4636" fmla="*/ 574067 h 2787466"/>
              <a:gd name="connsiteX4637" fmla="*/ 3265569 w 3600000"/>
              <a:gd name="connsiteY4637" fmla="*/ 586959 h 2787466"/>
              <a:gd name="connsiteX4638" fmla="*/ 3278551 w 3600000"/>
              <a:gd name="connsiteY4638" fmla="*/ 580985 h 2787466"/>
              <a:gd name="connsiteX4639" fmla="*/ 3274636 w 3600000"/>
              <a:gd name="connsiteY4639" fmla="*/ 566049 h 2787466"/>
              <a:gd name="connsiteX4640" fmla="*/ 3287618 w 3600000"/>
              <a:gd name="connsiteY4640" fmla="*/ 547182 h 2787466"/>
              <a:gd name="connsiteX4641" fmla="*/ 3295449 w 3600000"/>
              <a:gd name="connsiteY4641" fmla="*/ 551269 h 2787466"/>
              <a:gd name="connsiteX4642" fmla="*/ 3301836 w 3600000"/>
              <a:gd name="connsiteY4642" fmla="*/ 547182 h 2787466"/>
              <a:gd name="connsiteX4643" fmla="*/ 3295449 w 3600000"/>
              <a:gd name="connsiteY4643" fmla="*/ 538219 h 2787466"/>
              <a:gd name="connsiteX4644" fmla="*/ 3288854 w 3600000"/>
              <a:gd name="connsiteY4644" fmla="*/ 540264 h 2787466"/>
              <a:gd name="connsiteX4645" fmla="*/ 3299363 w 3600000"/>
              <a:gd name="connsiteY4645" fmla="*/ 525327 h 2787466"/>
              <a:gd name="connsiteX4646" fmla="*/ 3307194 w 3600000"/>
              <a:gd name="connsiteY4646" fmla="*/ 529415 h 2787466"/>
              <a:gd name="connsiteX4647" fmla="*/ 3299363 w 3600000"/>
              <a:gd name="connsiteY4647" fmla="*/ 516366 h 2787466"/>
              <a:gd name="connsiteX4648" fmla="*/ 3318940 w 3600000"/>
              <a:gd name="connsiteY4648" fmla="*/ 501587 h 2787466"/>
              <a:gd name="connsiteX4649" fmla="*/ 3328007 w 3600000"/>
              <a:gd name="connsiteY4649" fmla="*/ 484606 h 2787466"/>
              <a:gd name="connsiteX4650" fmla="*/ 3335837 w 3600000"/>
              <a:gd name="connsiteY4650" fmla="*/ 488694 h 2787466"/>
              <a:gd name="connsiteX4651" fmla="*/ 3337074 w 3600000"/>
              <a:gd name="connsiteY4651" fmla="*/ 478632 h 2787466"/>
              <a:gd name="connsiteX4652" fmla="*/ 3347377 w 3600000"/>
              <a:gd name="connsiteY4652" fmla="*/ 474701 h 2787466"/>
              <a:gd name="connsiteX4653" fmla="*/ 3350055 w 3600000"/>
              <a:gd name="connsiteY4653" fmla="*/ 466682 h 2787466"/>
              <a:gd name="connsiteX4654" fmla="*/ 3342225 w 3600000"/>
              <a:gd name="connsiteY4654" fmla="*/ 472657 h 2787466"/>
              <a:gd name="connsiteX4655" fmla="*/ 3334395 w 3600000"/>
              <a:gd name="connsiteY4655" fmla="*/ 466682 h 2787466"/>
              <a:gd name="connsiteX4656" fmla="*/ 3335837 w 3600000"/>
              <a:gd name="connsiteY4656" fmla="*/ 458821 h 2787466"/>
              <a:gd name="connsiteX4657" fmla="*/ 3348819 w 3600000"/>
              <a:gd name="connsiteY4657" fmla="*/ 453790 h 2787466"/>
              <a:gd name="connsiteX4658" fmla="*/ 3346140 w 3600000"/>
              <a:gd name="connsiteY4658" fmla="*/ 464796 h 2787466"/>
              <a:gd name="connsiteX4659" fmla="*/ 3363038 w 3600000"/>
              <a:gd name="connsiteY4659" fmla="*/ 457878 h 2787466"/>
              <a:gd name="connsiteX4660" fmla="*/ 3365716 w 3600000"/>
              <a:gd name="connsiteY4660" fmla="*/ 441999 h 2787466"/>
              <a:gd name="connsiteX4661" fmla="*/ 3373547 w 3600000"/>
              <a:gd name="connsiteY4661" fmla="*/ 449860 h 2787466"/>
              <a:gd name="connsiteX4662" fmla="*/ 3366953 w 3600000"/>
              <a:gd name="connsiteY4662" fmla="*/ 463853 h 2787466"/>
              <a:gd name="connsiteX4663" fmla="*/ 3370867 w 3600000"/>
              <a:gd name="connsiteY4663" fmla="*/ 464796 h 2787466"/>
              <a:gd name="connsiteX4664" fmla="*/ 3373547 w 3600000"/>
              <a:gd name="connsiteY4664" fmla="*/ 485707 h 2787466"/>
              <a:gd name="connsiteX4665" fmla="*/ 3363038 w 3600000"/>
              <a:gd name="connsiteY4665" fmla="*/ 490581 h 2787466"/>
              <a:gd name="connsiteX4666" fmla="*/ 3359328 w 3600000"/>
              <a:gd name="connsiteY4666" fmla="*/ 506460 h 2787466"/>
              <a:gd name="connsiteX4667" fmla="*/ 3361801 w 3600000"/>
              <a:gd name="connsiteY4667" fmla="*/ 498599 h 2787466"/>
              <a:gd name="connsiteX4668" fmla="*/ 3347377 w 3600000"/>
              <a:gd name="connsiteY4668" fmla="*/ 493568 h 2787466"/>
              <a:gd name="connsiteX4669" fmla="*/ 3353971 w 3600000"/>
              <a:gd name="connsiteY4669" fmla="*/ 499542 h 2787466"/>
              <a:gd name="connsiteX4670" fmla="*/ 3351498 w 3600000"/>
              <a:gd name="connsiteY4670" fmla="*/ 510391 h 2787466"/>
              <a:gd name="connsiteX4671" fmla="*/ 3340989 w 3600000"/>
              <a:gd name="connsiteY4671" fmla="*/ 512435 h 2787466"/>
              <a:gd name="connsiteX4672" fmla="*/ 3348819 w 3600000"/>
              <a:gd name="connsiteY4672" fmla="*/ 525327 h 2787466"/>
              <a:gd name="connsiteX4673" fmla="*/ 3361801 w 3600000"/>
              <a:gd name="connsiteY4673" fmla="*/ 529415 h 2787466"/>
              <a:gd name="connsiteX4674" fmla="*/ 3353971 w 3600000"/>
              <a:gd name="connsiteY4674" fmla="*/ 550169 h 2787466"/>
              <a:gd name="connsiteX4675" fmla="*/ 3348819 w 3600000"/>
              <a:gd name="connsiteY4675" fmla="*/ 545295 h 2787466"/>
              <a:gd name="connsiteX4676" fmla="*/ 3346140 w 3600000"/>
              <a:gd name="connsiteY4676" fmla="*/ 560231 h 2787466"/>
              <a:gd name="connsiteX4677" fmla="*/ 3335837 w 3600000"/>
              <a:gd name="connsiteY4677" fmla="*/ 577054 h 2787466"/>
              <a:gd name="connsiteX4678" fmla="*/ 3318940 w 3600000"/>
              <a:gd name="connsiteY4678" fmla="*/ 580985 h 2787466"/>
              <a:gd name="connsiteX4679" fmla="*/ 3329243 w 3600000"/>
              <a:gd name="connsiteY4679" fmla="*/ 591991 h 2787466"/>
              <a:gd name="connsiteX4680" fmla="*/ 3324091 w 3600000"/>
              <a:gd name="connsiteY4680" fmla="*/ 598908 h 2787466"/>
              <a:gd name="connsiteX4681" fmla="*/ 3317498 w 3600000"/>
              <a:gd name="connsiteY4681" fmla="*/ 596865 h 2787466"/>
              <a:gd name="connsiteX4682" fmla="*/ 3320176 w 3600000"/>
              <a:gd name="connsiteY4682" fmla="*/ 603940 h 2787466"/>
              <a:gd name="connsiteX4683" fmla="*/ 3307194 w 3600000"/>
              <a:gd name="connsiteY4683" fmla="*/ 604883 h 2787466"/>
              <a:gd name="connsiteX4684" fmla="*/ 3309667 w 3600000"/>
              <a:gd name="connsiteY4684" fmla="*/ 620762 h 2787466"/>
              <a:gd name="connsiteX4685" fmla="*/ 3321413 w 3600000"/>
              <a:gd name="connsiteY4685" fmla="*/ 607870 h 2787466"/>
              <a:gd name="connsiteX4686" fmla="*/ 3313582 w 3600000"/>
              <a:gd name="connsiteY4686" fmla="*/ 633655 h 2787466"/>
              <a:gd name="connsiteX4687" fmla="*/ 3331922 w 3600000"/>
              <a:gd name="connsiteY4687" fmla="*/ 602839 h 2787466"/>
              <a:gd name="connsiteX4688" fmla="*/ 3324091 w 3600000"/>
              <a:gd name="connsiteY4688" fmla="*/ 603940 h 2787466"/>
              <a:gd name="connsiteX4689" fmla="*/ 3334395 w 3600000"/>
              <a:gd name="connsiteY4689" fmla="*/ 596865 h 2787466"/>
              <a:gd name="connsiteX4690" fmla="*/ 3344904 w 3600000"/>
              <a:gd name="connsiteY4690" fmla="*/ 600952 h 2787466"/>
              <a:gd name="connsiteX4691" fmla="*/ 3331922 w 3600000"/>
              <a:gd name="connsiteY4691" fmla="*/ 632712 h 2787466"/>
              <a:gd name="connsiteX4692" fmla="*/ 3329243 w 3600000"/>
              <a:gd name="connsiteY4692" fmla="*/ 638686 h 2787466"/>
              <a:gd name="connsiteX4693" fmla="*/ 3316261 w 3600000"/>
              <a:gd name="connsiteY4693" fmla="*/ 637586 h 2787466"/>
              <a:gd name="connsiteX4694" fmla="*/ 3313582 w 3600000"/>
              <a:gd name="connsiteY4694" fmla="*/ 647648 h 2787466"/>
              <a:gd name="connsiteX4695" fmla="*/ 3324091 w 3600000"/>
              <a:gd name="connsiteY4695" fmla="*/ 643560 h 2787466"/>
              <a:gd name="connsiteX4696" fmla="*/ 3318940 w 3600000"/>
              <a:gd name="connsiteY4696" fmla="*/ 650635 h 2787466"/>
              <a:gd name="connsiteX4697" fmla="*/ 3328007 w 3600000"/>
              <a:gd name="connsiteY4697" fmla="*/ 660540 h 2787466"/>
              <a:gd name="connsiteX4698" fmla="*/ 3338310 w 3600000"/>
              <a:gd name="connsiteY4698" fmla="*/ 660540 h 2787466"/>
              <a:gd name="connsiteX4699" fmla="*/ 3343667 w 3600000"/>
              <a:gd name="connsiteY4699" fmla="*/ 670445 h 2787466"/>
              <a:gd name="connsiteX4700" fmla="*/ 3328007 w 3600000"/>
              <a:gd name="connsiteY4700" fmla="*/ 668402 h 2787466"/>
              <a:gd name="connsiteX4701" fmla="*/ 3325327 w 3600000"/>
              <a:gd name="connsiteY4701" fmla="*/ 685381 h 2787466"/>
              <a:gd name="connsiteX4702" fmla="*/ 3318940 w 3600000"/>
              <a:gd name="connsiteY4702" fmla="*/ 680350 h 2787466"/>
              <a:gd name="connsiteX4703" fmla="*/ 3307194 w 3600000"/>
              <a:gd name="connsiteY4703" fmla="*/ 686325 h 2787466"/>
              <a:gd name="connsiteX4704" fmla="*/ 3297922 w 3600000"/>
              <a:gd name="connsiteY4704" fmla="*/ 697173 h 2787466"/>
              <a:gd name="connsiteX4705" fmla="*/ 3308431 w 3600000"/>
              <a:gd name="connsiteY4705" fmla="*/ 708179 h 2787466"/>
              <a:gd name="connsiteX4706" fmla="*/ 3291534 w 3600000"/>
              <a:gd name="connsiteY4706" fmla="*/ 711166 h 2787466"/>
              <a:gd name="connsiteX4707" fmla="*/ 3295449 w 3600000"/>
              <a:gd name="connsiteY4707" fmla="*/ 727989 h 2787466"/>
              <a:gd name="connsiteX4708" fmla="*/ 3286382 w 3600000"/>
              <a:gd name="connsiteY4708" fmla="*/ 733964 h 2787466"/>
              <a:gd name="connsiteX4709" fmla="*/ 3316261 w 3600000"/>
              <a:gd name="connsiteY4709" fmla="*/ 714154 h 2787466"/>
              <a:gd name="connsiteX4710" fmla="*/ 3301836 w 3600000"/>
              <a:gd name="connsiteY4710" fmla="*/ 733021 h 2787466"/>
              <a:gd name="connsiteX4711" fmla="*/ 3333158 w 3600000"/>
              <a:gd name="connsiteY4711" fmla="*/ 742926 h 2787466"/>
              <a:gd name="connsiteX4712" fmla="*/ 3321413 w 3600000"/>
              <a:gd name="connsiteY4712" fmla="*/ 775786 h 2787466"/>
              <a:gd name="connsiteX4713" fmla="*/ 3315024 w 3600000"/>
              <a:gd name="connsiteY4713" fmla="*/ 760849 h 2787466"/>
              <a:gd name="connsiteX4714" fmla="*/ 3297484 w 3600000"/>
              <a:gd name="connsiteY4714" fmla="*/ 776631 h 2787466"/>
              <a:gd name="connsiteX4715" fmla="*/ 3295419 w 3600000"/>
              <a:gd name="connsiteY4715" fmla="*/ 780715 h 2787466"/>
              <a:gd name="connsiteX4716" fmla="*/ 3317330 w 3600000"/>
              <a:gd name="connsiteY4716" fmla="*/ 793803 h 2787466"/>
              <a:gd name="connsiteX4717" fmla="*/ 3329887 w 3600000"/>
              <a:gd name="connsiteY4717" fmla="*/ 803910 h 2787466"/>
              <a:gd name="connsiteX4718" fmla="*/ 3339752 w 3600000"/>
              <a:gd name="connsiteY4718" fmla="*/ 793709 h 2787466"/>
              <a:gd name="connsiteX4719" fmla="*/ 3344904 w 3600000"/>
              <a:gd name="connsiteY4719" fmla="*/ 787735 h 2787466"/>
              <a:gd name="connsiteX4720" fmla="*/ 3360565 w 3600000"/>
              <a:gd name="connsiteY4720" fmla="*/ 759906 h 2787466"/>
              <a:gd name="connsiteX4721" fmla="*/ 3365227 w 3600000"/>
              <a:gd name="connsiteY4721" fmla="*/ 747328 h 2787466"/>
              <a:gd name="connsiteX4722" fmla="*/ 3368169 w 3600000"/>
              <a:gd name="connsiteY4722" fmla="*/ 745402 h 2787466"/>
              <a:gd name="connsiteX4723" fmla="*/ 3369753 w 3600000"/>
              <a:gd name="connsiteY4723" fmla="*/ 734168 h 2787466"/>
              <a:gd name="connsiteX4724" fmla="*/ 3372133 w 3600000"/>
              <a:gd name="connsiteY4724" fmla="*/ 742808 h 2787466"/>
              <a:gd name="connsiteX4725" fmla="*/ 3372764 w 3600000"/>
              <a:gd name="connsiteY4725" fmla="*/ 742395 h 2787466"/>
              <a:gd name="connsiteX4726" fmla="*/ 3378698 w 3600000"/>
              <a:gd name="connsiteY4726" fmla="*/ 739938 h 2787466"/>
              <a:gd name="connsiteX4727" fmla="*/ 3378698 w 3600000"/>
              <a:gd name="connsiteY4727" fmla="*/ 745913 h 2787466"/>
              <a:gd name="connsiteX4728" fmla="*/ 3382614 w 3600000"/>
              <a:gd name="connsiteY4728" fmla="*/ 735064 h 2787466"/>
              <a:gd name="connsiteX4729" fmla="*/ 3377462 w 3600000"/>
              <a:gd name="connsiteY4729" fmla="*/ 733964 h 2787466"/>
              <a:gd name="connsiteX4730" fmla="*/ 3381378 w 3600000"/>
              <a:gd name="connsiteY4730" fmla="*/ 717141 h 2787466"/>
              <a:gd name="connsiteX4731" fmla="*/ 3385293 w 3600000"/>
              <a:gd name="connsiteY4731" fmla="*/ 742926 h 2787466"/>
              <a:gd name="connsiteX4732" fmla="*/ 3382614 w 3600000"/>
              <a:gd name="connsiteY4732" fmla="*/ 765880 h 2787466"/>
              <a:gd name="connsiteX4733" fmla="*/ 3370867 w 3600000"/>
              <a:gd name="connsiteY4733" fmla="*/ 771698 h 2787466"/>
              <a:gd name="connsiteX4734" fmla="*/ 3370211 w 3600000"/>
              <a:gd name="connsiteY4734" fmla="*/ 768675 h 2787466"/>
              <a:gd name="connsiteX4735" fmla="*/ 3365920 w 3600000"/>
              <a:gd name="connsiteY4735" fmla="*/ 768675 h 2787466"/>
              <a:gd name="connsiteX4736" fmla="*/ 3359663 w 3600000"/>
              <a:gd name="connsiteY4736" fmla="*/ 785612 h 2787466"/>
              <a:gd name="connsiteX4737" fmla="*/ 3363038 w 3600000"/>
              <a:gd name="connsiteY4737" fmla="*/ 801570 h 2787466"/>
              <a:gd name="connsiteX4738" fmla="*/ 3347377 w 3600000"/>
              <a:gd name="connsiteY4738" fmla="*/ 802514 h 2787466"/>
              <a:gd name="connsiteX4739" fmla="*/ 3345702 w 3600000"/>
              <a:gd name="connsiteY4739" fmla="*/ 814974 h 2787466"/>
              <a:gd name="connsiteX4740" fmla="*/ 3343814 w 3600000"/>
              <a:gd name="connsiteY4740" fmla="*/ 816797 h 2787466"/>
              <a:gd name="connsiteX4741" fmla="*/ 3356475 w 3600000"/>
              <a:gd name="connsiteY4741" fmla="*/ 835463 h 2787466"/>
              <a:gd name="connsiteX4742" fmla="*/ 3336062 w 3600000"/>
              <a:gd name="connsiteY4742" fmla="*/ 854947 h 2787466"/>
              <a:gd name="connsiteX4743" fmla="*/ 3315432 w 3600000"/>
              <a:gd name="connsiteY4743" fmla="*/ 866517 h 2787466"/>
              <a:gd name="connsiteX4744" fmla="*/ 3313582 w 3600000"/>
              <a:gd name="connsiteY4744" fmla="*/ 870121 h 2787466"/>
              <a:gd name="connsiteX4745" fmla="*/ 3301836 w 3600000"/>
              <a:gd name="connsiteY4745" fmla="*/ 873107 h 2787466"/>
              <a:gd name="connsiteX4746" fmla="*/ 3301836 w 3600000"/>
              <a:gd name="connsiteY4746" fmla="*/ 888043 h 2787466"/>
              <a:gd name="connsiteX4747" fmla="*/ 3295577 w 3600000"/>
              <a:gd name="connsiteY4747" fmla="*/ 882836 h 2787466"/>
              <a:gd name="connsiteX4748" fmla="*/ 3290477 w 3600000"/>
              <a:gd name="connsiteY4748" fmla="*/ 876570 h 2787466"/>
              <a:gd name="connsiteX4749" fmla="*/ 3289251 w 3600000"/>
              <a:gd name="connsiteY4749" fmla="*/ 877008 h 2787466"/>
              <a:gd name="connsiteX4750" fmla="*/ 3285969 w 3600000"/>
              <a:gd name="connsiteY4750" fmla="*/ 880576 h 2787466"/>
              <a:gd name="connsiteX4751" fmla="*/ 3283703 w 3600000"/>
              <a:gd name="connsiteY4751" fmla="*/ 885057 h 2787466"/>
              <a:gd name="connsiteX4752" fmla="*/ 3282467 w 3600000"/>
              <a:gd name="connsiteY4752" fmla="*/ 895905 h 2787466"/>
              <a:gd name="connsiteX4753" fmla="*/ 3287618 w 3600000"/>
              <a:gd name="connsiteY4753" fmla="*/ 903923 h 2787466"/>
              <a:gd name="connsiteX4754" fmla="*/ 3291534 w 3600000"/>
              <a:gd name="connsiteY4754" fmla="*/ 904867 h 2787466"/>
              <a:gd name="connsiteX4755" fmla="*/ 3278551 w 3600000"/>
              <a:gd name="connsiteY4755" fmla="*/ 903923 h 2787466"/>
              <a:gd name="connsiteX4756" fmla="*/ 3274636 w 3600000"/>
              <a:gd name="connsiteY4756" fmla="*/ 925777 h 2787466"/>
              <a:gd name="connsiteX4757" fmla="*/ 3268041 w 3600000"/>
              <a:gd name="connsiteY4757" fmla="*/ 919803 h 2787466"/>
              <a:gd name="connsiteX4758" fmla="*/ 3268041 w 3600000"/>
              <a:gd name="connsiteY4758" fmla="*/ 944645 h 2787466"/>
              <a:gd name="connsiteX4759" fmla="*/ 3256296 w 3600000"/>
              <a:gd name="connsiteY4759" fmla="*/ 942600 h 2787466"/>
              <a:gd name="connsiteX4760" fmla="*/ 3255060 w 3600000"/>
              <a:gd name="connsiteY4760" fmla="*/ 926720 h 2787466"/>
              <a:gd name="connsiteX4761" fmla="*/ 3249908 w 3600000"/>
              <a:gd name="connsiteY4761" fmla="*/ 954550 h 2787466"/>
              <a:gd name="connsiteX4762" fmla="*/ 3240635 w 3600000"/>
              <a:gd name="connsiteY4762" fmla="*/ 956593 h 2787466"/>
              <a:gd name="connsiteX4763" fmla="*/ 3243314 w 3600000"/>
              <a:gd name="connsiteY4763" fmla="*/ 967442 h 2787466"/>
              <a:gd name="connsiteX4764" fmla="*/ 3253823 w 3600000"/>
              <a:gd name="connsiteY4764" fmla="*/ 959581 h 2787466"/>
              <a:gd name="connsiteX4765" fmla="*/ 3242077 w 3600000"/>
              <a:gd name="connsiteY4765" fmla="*/ 975461 h 2787466"/>
              <a:gd name="connsiteX4766" fmla="*/ 3281024 w 3600000"/>
              <a:gd name="connsiteY4766" fmla="*/ 930651 h 2787466"/>
              <a:gd name="connsiteX4767" fmla="*/ 3255060 w 3600000"/>
              <a:gd name="connsiteY4767" fmla="*/ 977504 h 2787466"/>
              <a:gd name="connsiteX4768" fmla="*/ 3254174 w 3600000"/>
              <a:gd name="connsiteY4768" fmla="*/ 980515 h 2787466"/>
              <a:gd name="connsiteX4769" fmla="*/ 3257393 w 3600000"/>
              <a:gd name="connsiteY4769" fmla="*/ 983316 h 2787466"/>
              <a:gd name="connsiteX4770" fmla="*/ 3249239 w 3600000"/>
              <a:gd name="connsiteY4770" fmla="*/ 1001611 h 2787466"/>
              <a:gd name="connsiteX4771" fmla="*/ 3248273 w 3600000"/>
              <a:gd name="connsiteY4771" fmla="*/ 990597 h 2787466"/>
              <a:gd name="connsiteX4772" fmla="*/ 3252115 w 3600000"/>
              <a:gd name="connsiteY4772" fmla="*/ 985257 h 2787466"/>
              <a:gd name="connsiteX4773" fmla="*/ 3247229 w 3600000"/>
              <a:gd name="connsiteY4773" fmla="*/ 990397 h 2787466"/>
              <a:gd name="connsiteX4774" fmla="*/ 3244550 w 3600000"/>
              <a:gd name="connsiteY4774" fmla="*/ 985366 h 2787466"/>
              <a:gd name="connsiteX4775" fmla="*/ 3218585 w 3600000"/>
              <a:gd name="connsiteY4775" fmla="*/ 1008163 h 2787466"/>
              <a:gd name="connsiteX4776" fmla="*/ 3214670 w 3600000"/>
              <a:gd name="connsiteY4776" fmla="*/ 1003289 h 2787466"/>
              <a:gd name="connsiteX4777" fmla="*/ 3206840 w 3600000"/>
              <a:gd name="connsiteY4777" fmla="*/ 1015238 h 2787466"/>
              <a:gd name="connsiteX4778" fmla="*/ 3218585 w 3600000"/>
              <a:gd name="connsiteY4778" fmla="*/ 1008163 h 2787466"/>
              <a:gd name="connsiteX4779" fmla="*/ 3215907 w 3600000"/>
              <a:gd name="connsiteY4779" fmla="*/ 1034105 h 2787466"/>
              <a:gd name="connsiteX4780" fmla="*/ 3200246 w 3600000"/>
              <a:gd name="connsiteY4780" fmla="*/ 1049041 h 2787466"/>
              <a:gd name="connsiteX4781" fmla="*/ 3163978 w 3600000"/>
              <a:gd name="connsiteY4781" fmla="*/ 1088662 h 2787466"/>
              <a:gd name="connsiteX4782" fmla="*/ 3161300 w 3600000"/>
              <a:gd name="connsiteY4782" fmla="*/ 1082687 h 2787466"/>
              <a:gd name="connsiteX4783" fmla="*/ 3156148 w 3600000"/>
              <a:gd name="connsiteY4783" fmla="*/ 1086775 h 2787466"/>
              <a:gd name="connsiteX4784" fmla="*/ 3150790 w 3600000"/>
              <a:gd name="connsiteY4784" fmla="*/ 1099668 h 2787466"/>
              <a:gd name="connsiteX4785" fmla="*/ 3145639 w 3600000"/>
              <a:gd name="connsiteY4785" fmla="*/ 1096680 h 2787466"/>
              <a:gd name="connsiteX4786" fmla="*/ 3145639 w 3600000"/>
              <a:gd name="connsiteY4786" fmla="*/ 1104541 h 2787466"/>
              <a:gd name="connsiteX4787" fmla="*/ 3139045 w 3600000"/>
              <a:gd name="connsiteY4787" fmla="*/ 1102655 h 2787466"/>
              <a:gd name="connsiteX4788" fmla="*/ 3140488 w 3600000"/>
              <a:gd name="connsiteY4788" fmla="*/ 1109572 h 2787466"/>
              <a:gd name="connsiteX4789" fmla="*/ 3137437 w 3600000"/>
              <a:gd name="connsiteY4789" fmla="*/ 1112213 h 2787466"/>
              <a:gd name="connsiteX4790" fmla="*/ 3135833 w 3600000"/>
              <a:gd name="connsiteY4790" fmla="*/ 1118878 h 2787466"/>
              <a:gd name="connsiteX4791" fmla="*/ 3135198 w 3600000"/>
              <a:gd name="connsiteY4791" fmla="*/ 1131486 h 2787466"/>
              <a:gd name="connsiteX4792" fmla="*/ 3122013 w 3600000"/>
              <a:gd name="connsiteY4792" fmla="*/ 1133530 h 2787466"/>
              <a:gd name="connsiteX4793" fmla="*/ 3122013 w 3600000"/>
              <a:gd name="connsiteY4793" fmla="*/ 1157269 h 2787466"/>
              <a:gd name="connsiteX4794" fmla="*/ 3105119 w 3600000"/>
              <a:gd name="connsiteY4794" fmla="*/ 1179121 h 2787466"/>
              <a:gd name="connsiteX4795" fmla="*/ 3072565 w 3600000"/>
              <a:gd name="connsiteY4795" fmla="*/ 1218894 h 2787466"/>
              <a:gd name="connsiteX4796" fmla="*/ 3043927 w 3600000"/>
              <a:gd name="connsiteY4796" fmla="*/ 1235715 h 2787466"/>
              <a:gd name="connsiteX4797" fmla="*/ 3033756 w 3600000"/>
              <a:gd name="connsiteY4797" fmla="*/ 1244025 h 2787466"/>
              <a:gd name="connsiteX4798" fmla="*/ 3034043 w 3600000"/>
              <a:gd name="connsiteY4798" fmla="*/ 1244228 h 2787466"/>
              <a:gd name="connsiteX4799" fmla="*/ 3032664 w 3600000"/>
              <a:gd name="connsiteY4799" fmla="*/ 1251192 h 2787466"/>
              <a:gd name="connsiteX4800" fmla="*/ 3029179 w 3600000"/>
              <a:gd name="connsiteY4800" fmla="*/ 1247765 h 2787466"/>
              <a:gd name="connsiteX4801" fmla="*/ 3023637 w 3600000"/>
              <a:gd name="connsiteY4801" fmla="*/ 1252293 h 2787466"/>
              <a:gd name="connsiteX4802" fmla="*/ 3024093 w 3600000"/>
              <a:gd name="connsiteY4802" fmla="*/ 1256038 h 2787466"/>
              <a:gd name="connsiteX4803" fmla="*/ 3023709 w 3600000"/>
              <a:gd name="connsiteY4803" fmla="*/ 1260705 h 2787466"/>
              <a:gd name="connsiteX4804" fmla="*/ 3017208 w 3600000"/>
              <a:gd name="connsiteY4804" fmla="*/ 1256993 h 2787466"/>
              <a:gd name="connsiteX4805" fmla="*/ 2995432 w 3600000"/>
              <a:gd name="connsiteY4805" fmla="*/ 1271284 h 2787466"/>
              <a:gd name="connsiteX4806" fmla="*/ 2968520 w 3600000"/>
              <a:gd name="connsiteY4806" fmla="*/ 1280520 h 2787466"/>
              <a:gd name="connsiteX4807" fmla="*/ 2942354 w 3600000"/>
              <a:gd name="connsiteY4807" fmla="*/ 1294354 h 2787466"/>
              <a:gd name="connsiteX4808" fmla="*/ 2916394 w 3600000"/>
              <a:gd name="connsiteY4808" fmla="*/ 1306302 h 2787466"/>
              <a:gd name="connsiteX4809" fmla="*/ 2890434 w 3600000"/>
              <a:gd name="connsiteY4809" fmla="*/ 1318250 h 2787466"/>
              <a:gd name="connsiteX4810" fmla="*/ 2864268 w 3600000"/>
              <a:gd name="connsiteY4810" fmla="*/ 1329097 h 2787466"/>
              <a:gd name="connsiteX4811" fmla="*/ 2848611 w 3600000"/>
              <a:gd name="connsiteY4811" fmla="*/ 1337901 h 2787466"/>
              <a:gd name="connsiteX4812" fmla="*/ 2835630 w 3600000"/>
              <a:gd name="connsiteY4812" fmla="*/ 1348905 h 2787466"/>
              <a:gd name="connsiteX4813" fmla="*/ 2806992 w 3600000"/>
              <a:gd name="connsiteY4813" fmla="*/ 1370757 h 2787466"/>
              <a:gd name="connsiteX4814" fmla="*/ 2775675 w 3600000"/>
              <a:gd name="connsiteY4814" fmla="*/ 1374687 h 2787466"/>
              <a:gd name="connsiteX4815" fmla="*/ 2758781 w 3600000"/>
              <a:gd name="connsiteY4815" fmla="*/ 1382705 h 2787466"/>
              <a:gd name="connsiteX4816" fmla="*/ 2741255 w 3600000"/>
              <a:gd name="connsiteY4816" fmla="*/ 1377198 h 2787466"/>
              <a:gd name="connsiteX4817" fmla="*/ 2726680 w 3600000"/>
              <a:gd name="connsiteY4817" fmla="*/ 1366292 h 2787466"/>
              <a:gd name="connsiteX4818" fmla="*/ 2726484 w 3600000"/>
              <a:gd name="connsiteY4818" fmla="*/ 1366338 h 2787466"/>
              <a:gd name="connsiteX4819" fmla="*/ 2722420 w 3600000"/>
              <a:gd name="connsiteY4819" fmla="*/ 1364739 h 2787466"/>
              <a:gd name="connsiteX4820" fmla="*/ 2723847 w 3600000"/>
              <a:gd name="connsiteY4820" fmla="*/ 1364377 h 2787466"/>
              <a:gd name="connsiteX4821" fmla="*/ 2713594 w 3600000"/>
              <a:gd name="connsiteY4821" fmla="*/ 1357862 h 2787466"/>
              <a:gd name="connsiteX4822" fmla="*/ 2701980 w 3600000"/>
              <a:gd name="connsiteY4822" fmla="*/ 1357889 h 2787466"/>
              <a:gd name="connsiteX4823" fmla="*/ 2689822 w 3600000"/>
              <a:gd name="connsiteY4823" fmla="*/ 1367735 h 2787466"/>
              <a:gd name="connsiteX4824" fmla="*/ 2672924 w 3600000"/>
              <a:gd name="connsiteY4824" fmla="*/ 1370722 h 2787466"/>
              <a:gd name="connsiteX4825" fmla="*/ 2680662 w 3600000"/>
              <a:gd name="connsiteY4825" fmla="*/ 1364973 h 2787466"/>
              <a:gd name="connsiteX4826" fmla="*/ 2679780 w 3600000"/>
              <a:gd name="connsiteY4826" fmla="*/ 1364071 h 2787466"/>
              <a:gd name="connsiteX4827" fmla="*/ 2675129 w 3600000"/>
              <a:gd name="connsiteY4827" fmla="*/ 1364370 h 2787466"/>
              <a:gd name="connsiteX4828" fmla="*/ 2670065 w 3600000"/>
              <a:gd name="connsiteY4828" fmla="*/ 1365022 h 2787466"/>
              <a:gd name="connsiteX4829" fmla="*/ 2662970 w 3600000"/>
              <a:gd name="connsiteY4829" fmla="*/ 1370455 h 2787466"/>
              <a:gd name="connsiteX4830" fmla="*/ 2660483 w 3600000"/>
              <a:gd name="connsiteY4830" fmla="*/ 1368953 h 2787466"/>
              <a:gd name="connsiteX4831" fmla="*/ 2662625 w 3600000"/>
              <a:gd name="connsiteY4831" fmla="*/ 1365173 h 2787466"/>
              <a:gd name="connsiteX4832" fmla="*/ 2658289 w 3600000"/>
              <a:gd name="connsiteY4832" fmla="*/ 1365452 h 2787466"/>
              <a:gd name="connsiteX4833" fmla="*/ 2654219 w 3600000"/>
              <a:gd name="connsiteY4833" fmla="*/ 1365010 h 2787466"/>
              <a:gd name="connsiteX4834" fmla="*/ 2648763 w 3600000"/>
              <a:gd name="connsiteY4834" fmla="*/ 1372058 h 2787466"/>
              <a:gd name="connsiteX4835" fmla="*/ 2626148 w 3600000"/>
              <a:gd name="connsiteY4835" fmla="*/ 1385658 h 2787466"/>
              <a:gd name="connsiteX4836" fmla="*/ 2616875 w 3600000"/>
              <a:gd name="connsiteY4836" fmla="*/ 1382671 h 2787466"/>
              <a:gd name="connsiteX4837" fmla="*/ 2586995 w 3600000"/>
              <a:gd name="connsiteY4837" fmla="*/ 1390532 h 2787466"/>
              <a:gd name="connsiteX4838" fmla="*/ 2590910 w 3600000"/>
              <a:gd name="connsiteY4838" fmla="*/ 1383614 h 2787466"/>
              <a:gd name="connsiteX4839" fmla="*/ 2574013 w 3600000"/>
              <a:gd name="connsiteY4839" fmla="*/ 1395563 h 2787466"/>
              <a:gd name="connsiteX4840" fmla="*/ 2561031 w 3600000"/>
              <a:gd name="connsiteY4840" fmla="*/ 1397607 h 2787466"/>
              <a:gd name="connsiteX4841" fmla="*/ 2550522 w 3600000"/>
              <a:gd name="connsiteY4841" fmla="*/ 1391633 h 2787466"/>
              <a:gd name="connsiteX4842" fmla="*/ 2541455 w 3600000"/>
              <a:gd name="connsiteY4842" fmla="*/ 1396507 h 2787466"/>
              <a:gd name="connsiteX4843" fmla="*/ 2550522 w 3600000"/>
              <a:gd name="connsiteY4843" fmla="*/ 1399494 h 2787466"/>
              <a:gd name="connsiteX4844" fmla="*/ 2534860 w 3600000"/>
              <a:gd name="connsiteY4844" fmla="*/ 1406412 h 2787466"/>
              <a:gd name="connsiteX4845" fmla="*/ 2529709 w 3600000"/>
              <a:gd name="connsiteY4845" fmla="*/ 1400438 h 2787466"/>
              <a:gd name="connsiteX4846" fmla="*/ 2516726 w 3600000"/>
              <a:gd name="connsiteY4846" fmla="*/ 1404525 h 2787466"/>
              <a:gd name="connsiteX4847" fmla="*/ 2516726 w 3600000"/>
              <a:gd name="connsiteY4847" fmla="*/ 1412387 h 2787466"/>
              <a:gd name="connsiteX4848" fmla="*/ 2538776 w 3600000"/>
              <a:gd name="connsiteY4848" fmla="*/ 1408456 h 2787466"/>
              <a:gd name="connsiteX4849" fmla="*/ 2537540 w 3600000"/>
              <a:gd name="connsiteY4849" fmla="*/ 1416317 h 2787466"/>
              <a:gd name="connsiteX4850" fmla="*/ 2528550 w 3600000"/>
              <a:gd name="connsiteY4850" fmla="*/ 1416828 h 2787466"/>
              <a:gd name="connsiteX4851" fmla="*/ 2520754 w 3600000"/>
              <a:gd name="connsiteY4851" fmla="*/ 1420354 h 2787466"/>
              <a:gd name="connsiteX4852" fmla="*/ 2538653 w 3600000"/>
              <a:gd name="connsiteY4852" fmla="*/ 1419102 h 2787466"/>
              <a:gd name="connsiteX4853" fmla="*/ 2540096 w 3600000"/>
              <a:gd name="connsiteY4853" fmla="*/ 1431051 h 2787466"/>
              <a:gd name="connsiteX4854" fmla="*/ 2546484 w 3600000"/>
              <a:gd name="connsiteY4854" fmla="*/ 1430107 h 2787466"/>
              <a:gd name="connsiteX4855" fmla="*/ 2541333 w 3600000"/>
              <a:gd name="connsiteY4855" fmla="*/ 1419102 h 2787466"/>
              <a:gd name="connsiteX4856" fmla="*/ 2549164 w 3600000"/>
              <a:gd name="connsiteY4856" fmla="*/ 1425076 h 2787466"/>
              <a:gd name="connsiteX4857" fmla="*/ 2567299 w 3600000"/>
              <a:gd name="connsiteY4857" fmla="*/ 1419102 h 2787466"/>
              <a:gd name="connsiteX4858" fmla="*/ 2588320 w 3600000"/>
              <a:gd name="connsiteY4858" fmla="*/ 1425076 h 2787466"/>
              <a:gd name="connsiteX4859" fmla="*/ 2571214 w 3600000"/>
              <a:gd name="connsiteY4859" fmla="*/ 1437025 h 2787466"/>
              <a:gd name="connsiteX4860" fmla="*/ 2542569 w 3600000"/>
              <a:gd name="connsiteY4860" fmla="*/ 1442057 h 2787466"/>
              <a:gd name="connsiteX4861" fmla="*/ 2554315 w 3600000"/>
              <a:gd name="connsiteY4861" fmla="*/ 1443000 h 2787466"/>
              <a:gd name="connsiteX4862" fmla="*/ 2575130 w 3600000"/>
              <a:gd name="connsiteY4862" fmla="*/ 1443000 h 2787466"/>
              <a:gd name="connsiteX4863" fmla="*/ 2579046 w 3600000"/>
              <a:gd name="connsiteY4863" fmla="*/ 1467841 h 2787466"/>
              <a:gd name="connsiteX4864" fmla="*/ 2566062 w 3600000"/>
              <a:gd name="connsiteY4864" fmla="*/ 1459980 h 2787466"/>
              <a:gd name="connsiteX4865" fmla="*/ 2554315 w 3600000"/>
              <a:gd name="connsiteY4865" fmla="*/ 1472871 h 2787466"/>
              <a:gd name="connsiteX4866" fmla="*/ 2546484 w 3600000"/>
              <a:gd name="connsiteY4866" fmla="*/ 1464854 h 2787466"/>
              <a:gd name="connsiteX4867" fmla="*/ 2529586 w 3600000"/>
              <a:gd name="connsiteY4867" fmla="*/ 1481833 h 2787466"/>
              <a:gd name="connsiteX4868" fmla="*/ 2536180 w 3600000"/>
              <a:gd name="connsiteY4868" fmla="*/ 1476802 h 2787466"/>
              <a:gd name="connsiteX4869" fmla="*/ 2526906 w 3600000"/>
              <a:gd name="connsiteY4869" fmla="*/ 1486707 h 2787466"/>
              <a:gd name="connsiteX4870" fmla="*/ 2521754 w 3600000"/>
              <a:gd name="connsiteY4870" fmla="*/ 1478846 h 2787466"/>
              <a:gd name="connsiteX4871" fmla="*/ 2506091 w 3600000"/>
              <a:gd name="connsiteY4871" fmla="*/ 1490637 h 2787466"/>
              <a:gd name="connsiteX4872" fmla="*/ 2516602 w 3600000"/>
              <a:gd name="connsiteY4872" fmla="*/ 1492682 h 2787466"/>
              <a:gd name="connsiteX4873" fmla="*/ 2506091 w 3600000"/>
              <a:gd name="connsiteY4873" fmla="*/ 1500700 h 2787466"/>
              <a:gd name="connsiteX4874" fmla="*/ 2509488 w 3600000"/>
              <a:gd name="connsiteY4874" fmla="*/ 1504427 h 2787466"/>
              <a:gd name="connsiteX4875" fmla="*/ 2515630 w 3600000"/>
              <a:gd name="connsiteY4875" fmla="*/ 1503011 h 2787466"/>
              <a:gd name="connsiteX4876" fmla="*/ 2515649 w 3600000"/>
              <a:gd name="connsiteY4876" fmla="*/ 1502953 h 2787466"/>
              <a:gd name="connsiteX4877" fmla="*/ 2516966 w 3600000"/>
              <a:gd name="connsiteY4877" fmla="*/ 1499796 h 2787466"/>
              <a:gd name="connsiteX4878" fmla="*/ 2524139 w 3600000"/>
              <a:gd name="connsiteY4878" fmla="*/ 1500709 h 2787466"/>
              <a:gd name="connsiteX4879" fmla="*/ 2524361 w 3600000"/>
              <a:gd name="connsiteY4879" fmla="*/ 1500715 h 2787466"/>
              <a:gd name="connsiteX4880" fmla="*/ 2534335 w 3600000"/>
              <a:gd name="connsiteY4880" fmla="*/ 1495268 h 2787466"/>
              <a:gd name="connsiteX4881" fmla="*/ 2534081 w 3600000"/>
              <a:gd name="connsiteY4881" fmla="*/ 1494644 h 2787466"/>
              <a:gd name="connsiteX4882" fmla="*/ 2530006 w 3600000"/>
              <a:gd name="connsiteY4882" fmla="*/ 1493683 h 2787466"/>
              <a:gd name="connsiteX4883" fmla="*/ 2540505 w 3600000"/>
              <a:gd name="connsiteY4883" fmla="*/ 1487775 h 2787466"/>
              <a:gd name="connsiteX4884" fmla="*/ 2541542 w 3600000"/>
              <a:gd name="connsiteY4884" fmla="*/ 1490618 h 2787466"/>
              <a:gd name="connsiteX4885" fmla="*/ 2550176 w 3600000"/>
              <a:gd name="connsiteY4885" fmla="*/ 1484227 h 2787466"/>
              <a:gd name="connsiteX4886" fmla="*/ 2549206 w 3600000"/>
              <a:gd name="connsiteY4886" fmla="*/ 1480725 h 2787466"/>
              <a:gd name="connsiteX4887" fmla="*/ 2540285 w 3600000"/>
              <a:gd name="connsiteY4887" fmla="*/ 1487565 h 2787466"/>
              <a:gd name="connsiteX4888" fmla="*/ 2538865 w 3600000"/>
              <a:gd name="connsiteY4888" fmla="*/ 1478859 h 2787466"/>
              <a:gd name="connsiteX4889" fmla="*/ 2551842 w 3600000"/>
              <a:gd name="connsiteY4889" fmla="*/ 1475906 h 2787466"/>
              <a:gd name="connsiteX4890" fmla="*/ 2554282 w 3600000"/>
              <a:gd name="connsiteY4890" fmla="*/ 1481090 h 2787466"/>
              <a:gd name="connsiteX4891" fmla="*/ 2562227 w 3600000"/>
              <a:gd name="connsiteY4891" fmla="*/ 1474986 h 2787466"/>
              <a:gd name="connsiteX4892" fmla="*/ 2575207 w 3600000"/>
              <a:gd name="connsiteY4892" fmla="*/ 1485048 h 2787466"/>
              <a:gd name="connsiteX4893" fmla="*/ 2567227 w 3600000"/>
              <a:gd name="connsiteY4893" fmla="*/ 1494949 h 2787466"/>
              <a:gd name="connsiteX4894" fmla="*/ 2563179 w 3600000"/>
              <a:gd name="connsiteY4894" fmla="*/ 1497483 h 2787466"/>
              <a:gd name="connsiteX4895" fmla="*/ 2563197 w 3600000"/>
              <a:gd name="connsiteY4895" fmla="*/ 1497515 h 2787466"/>
              <a:gd name="connsiteX4896" fmla="*/ 2563104 w 3600000"/>
              <a:gd name="connsiteY4896" fmla="*/ 1497530 h 2787466"/>
              <a:gd name="connsiteX4897" fmla="*/ 2556329 w 3600000"/>
              <a:gd name="connsiteY4897" fmla="*/ 1501771 h 2787466"/>
              <a:gd name="connsiteX4898" fmla="*/ 2545336 w 3600000"/>
              <a:gd name="connsiteY4898" fmla="*/ 1506606 h 2787466"/>
              <a:gd name="connsiteX4899" fmla="*/ 2544417 w 3600000"/>
              <a:gd name="connsiteY4899" fmla="*/ 1510472 h 2787466"/>
              <a:gd name="connsiteX4900" fmla="*/ 2541551 w 3600000"/>
              <a:gd name="connsiteY4900" fmla="*/ 1508271 h 2787466"/>
              <a:gd name="connsiteX4901" fmla="*/ 2533589 w 3600000"/>
              <a:gd name="connsiteY4901" fmla="*/ 1511773 h 2787466"/>
              <a:gd name="connsiteX4902" fmla="*/ 2514892 w 3600000"/>
              <a:gd name="connsiteY4902" fmla="*/ 1520990 h 2787466"/>
              <a:gd name="connsiteX4903" fmla="*/ 2510951 w 3600000"/>
              <a:gd name="connsiteY4903" fmla="*/ 1521793 h 2787466"/>
              <a:gd name="connsiteX4904" fmla="*/ 2511450 w 3600000"/>
              <a:gd name="connsiteY4904" fmla="*/ 1522554 h 2787466"/>
              <a:gd name="connsiteX4905" fmla="*/ 2522990 w 3600000"/>
              <a:gd name="connsiteY4905" fmla="*/ 1517523 h 2787466"/>
              <a:gd name="connsiteX4906" fmla="*/ 2533500 w 3600000"/>
              <a:gd name="connsiteY4906" fmla="*/ 1522554 h 2787466"/>
              <a:gd name="connsiteX4907" fmla="*/ 2530384 w 3600000"/>
              <a:gd name="connsiteY4907" fmla="*/ 1533009 h 2787466"/>
              <a:gd name="connsiteX4908" fmla="*/ 2529824 w 3600000"/>
              <a:gd name="connsiteY4908" fmla="*/ 1536143 h 2787466"/>
              <a:gd name="connsiteX4909" fmla="*/ 2534280 w 3600000"/>
              <a:gd name="connsiteY4909" fmla="*/ 1536573 h 2787466"/>
              <a:gd name="connsiteX4910" fmla="*/ 2536786 w 3600000"/>
              <a:gd name="connsiteY4910" fmla="*/ 1536271 h 2787466"/>
              <a:gd name="connsiteX4911" fmla="*/ 2536780 w 3600000"/>
              <a:gd name="connsiteY4911" fmla="*/ 1536267 h 2787466"/>
              <a:gd name="connsiteX4912" fmla="*/ 2541603 w 3600000"/>
              <a:gd name="connsiteY4912" fmla="*/ 1517561 h 2787466"/>
              <a:gd name="connsiteX4913" fmla="*/ 2551606 w 3600000"/>
              <a:gd name="connsiteY4913" fmla="*/ 1529061 h 2787466"/>
              <a:gd name="connsiteX4914" fmla="*/ 2555712 w 3600000"/>
              <a:gd name="connsiteY4914" fmla="*/ 1537496 h 2787466"/>
              <a:gd name="connsiteX4915" fmla="*/ 2561754 w 3600000"/>
              <a:gd name="connsiteY4915" fmla="*/ 1538524 h 2787466"/>
              <a:gd name="connsiteX4916" fmla="*/ 2565779 w 3600000"/>
              <a:gd name="connsiteY4916" fmla="*/ 1526818 h 2787466"/>
              <a:gd name="connsiteX4917" fmla="*/ 2595387 w 3600000"/>
              <a:gd name="connsiteY4917" fmla="*/ 1525880 h 2787466"/>
              <a:gd name="connsiteX4918" fmla="*/ 2587832 w 3600000"/>
              <a:gd name="connsiteY4918" fmla="*/ 1533696 h 2787466"/>
              <a:gd name="connsiteX4919" fmla="*/ 2590283 w 3600000"/>
              <a:gd name="connsiteY4919" fmla="*/ 1535729 h 2787466"/>
              <a:gd name="connsiteX4920" fmla="*/ 2575938 w 3600000"/>
              <a:gd name="connsiteY4920" fmla="*/ 1537526 h 2787466"/>
              <a:gd name="connsiteX4921" fmla="*/ 2568210 w 3600000"/>
              <a:gd name="connsiteY4921" fmla="*/ 1539623 h 2787466"/>
              <a:gd name="connsiteX4922" fmla="*/ 2572280 w 3600000"/>
              <a:gd name="connsiteY4922" fmla="*/ 1540316 h 2787466"/>
              <a:gd name="connsiteX4923" fmla="*/ 2602146 w 3600000"/>
              <a:gd name="connsiteY4923" fmla="*/ 1541416 h 2787466"/>
              <a:gd name="connsiteX4924" fmla="*/ 2668467 w 3600000"/>
              <a:gd name="connsiteY4924" fmla="*/ 1536386 h 2787466"/>
              <a:gd name="connsiteX4925" fmla="*/ 2813058 w 3600000"/>
              <a:gd name="connsiteY4925" fmla="*/ 1515481 h 2787466"/>
              <a:gd name="connsiteX4926" fmla="*/ 2806467 w 3600000"/>
              <a:gd name="connsiteY4926" fmla="*/ 1532457 h 2787466"/>
              <a:gd name="connsiteX4927" fmla="*/ 2755798 w 3600000"/>
              <a:gd name="connsiteY4927" fmla="*/ 1547389 h 2787466"/>
              <a:gd name="connsiteX4928" fmla="*/ 2744330 w 3600000"/>
              <a:gd name="connsiteY4928" fmla="*/ 1551152 h 2787466"/>
              <a:gd name="connsiteX4929" fmla="*/ 2746269 w 3600000"/>
              <a:gd name="connsiteY4929" fmla="*/ 1553312 h 2787466"/>
              <a:gd name="connsiteX4930" fmla="*/ 2744732 w 3600000"/>
              <a:gd name="connsiteY4930" fmla="*/ 1559272 h 2787466"/>
              <a:gd name="connsiteX4931" fmla="*/ 2732011 w 3600000"/>
              <a:gd name="connsiteY4931" fmla="*/ 1557365 h 2787466"/>
              <a:gd name="connsiteX4932" fmla="*/ 2732158 w 3600000"/>
              <a:gd name="connsiteY4932" fmla="*/ 1555145 h 2787466"/>
              <a:gd name="connsiteX4933" fmla="*/ 2731365 w 3600000"/>
              <a:gd name="connsiteY4933" fmla="*/ 1555406 h 2787466"/>
              <a:gd name="connsiteX4934" fmla="*/ 2718493 w 3600000"/>
              <a:gd name="connsiteY4934" fmla="*/ 1556783 h 2787466"/>
              <a:gd name="connsiteX4935" fmla="*/ 2729482 w 3600000"/>
              <a:gd name="connsiteY4935" fmla="*/ 1560017 h 2787466"/>
              <a:gd name="connsiteX4936" fmla="*/ 2669142 w 3600000"/>
              <a:gd name="connsiteY4936" fmla="*/ 1573857 h 2787466"/>
              <a:gd name="connsiteX4937" fmla="*/ 2669298 w 3600000"/>
              <a:gd name="connsiteY4937" fmla="*/ 1570396 h 2787466"/>
              <a:gd name="connsiteX4938" fmla="*/ 2669955 w 3600000"/>
              <a:gd name="connsiteY4938" fmla="*/ 1568309 h 2787466"/>
              <a:gd name="connsiteX4939" fmla="*/ 2668796 w 3600000"/>
              <a:gd name="connsiteY4939" fmla="*/ 1568530 h 2787466"/>
              <a:gd name="connsiteX4940" fmla="*/ 2557863 w 3600000"/>
              <a:gd name="connsiteY4940" fmla="*/ 1562165 h 2787466"/>
              <a:gd name="connsiteX4941" fmla="*/ 2524006 w 3600000"/>
              <a:gd name="connsiteY4941" fmla="*/ 1553814 h 2787466"/>
              <a:gd name="connsiteX4942" fmla="*/ 2507334 w 3600000"/>
              <a:gd name="connsiteY4942" fmla="*/ 1554010 h 2787466"/>
              <a:gd name="connsiteX4943" fmla="*/ 2503660 w 3600000"/>
              <a:gd name="connsiteY4943" fmla="*/ 1555182 h 2787466"/>
              <a:gd name="connsiteX4944" fmla="*/ 2498260 w 3600000"/>
              <a:gd name="connsiteY4944" fmla="*/ 1560287 h 2787466"/>
              <a:gd name="connsiteX4945" fmla="*/ 2492454 w 3600000"/>
              <a:gd name="connsiteY4945" fmla="*/ 1554186 h 2787466"/>
              <a:gd name="connsiteX4946" fmla="*/ 2484004 w 3600000"/>
              <a:gd name="connsiteY4946" fmla="*/ 1554285 h 2787466"/>
              <a:gd name="connsiteX4947" fmla="*/ 2485277 w 3600000"/>
              <a:gd name="connsiteY4947" fmla="*/ 1561230 h 2787466"/>
              <a:gd name="connsiteX4948" fmla="*/ 2455394 w 3600000"/>
              <a:gd name="connsiteY4948" fmla="*/ 1570192 h 2787466"/>
              <a:gd name="connsiteX4949" fmla="*/ 2448799 w 3600000"/>
              <a:gd name="connsiteY4949" fmla="*/ 1563274 h 2787466"/>
              <a:gd name="connsiteX4950" fmla="*/ 2379761 w 3600000"/>
              <a:gd name="connsiteY4950" fmla="*/ 1574122 h 2787466"/>
              <a:gd name="connsiteX4951" fmla="*/ 2312165 w 3600000"/>
              <a:gd name="connsiteY4951" fmla="*/ 1577109 h 2787466"/>
              <a:gd name="connsiteX4952" fmla="*/ 2308249 w 3600000"/>
              <a:gd name="connsiteY4952" fmla="*/ 1568148 h 2787466"/>
              <a:gd name="connsiteX4953" fmla="*/ 2309486 w 3600000"/>
              <a:gd name="connsiteY4953" fmla="*/ 1582140 h 2787466"/>
              <a:gd name="connsiteX4954" fmla="*/ 2185835 w 3600000"/>
              <a:gd name="connsiteY4954" fmla="*/ 1581197 h 2787466"/>
              <a:gd name="connsiteX4955" fmla="*/ 2189750 w 3600000"/>
              <a:gd name="connsiteY4955" fmla="*/ 1588115 h 2787466"/>
              <a:gd name="connsiteX4956" fmla="*/ 2175324 w 3600000"/>
              <a:gd name="connsiteY4956" fmla="*/ 1590001 h 2787466"/>
              <a:gd name="connsiteX4957" fmla="*/ 2172851 w 3600000"/>
              <a:gd name="connsiteY4957" fmla="*/ 1580096 h 2787466"/>
              <a:gd name="connsiteX4958" fmla="*/ 2167493 w 3600000"/>
              <a:gd name="connsiteY4958" fmla="*/ 1589058 h 2787466"/>
              <a:gd name="connsiteX4959" fmla="*/ 2165020 w 3600000"/>
              <a:gd name="connsiteY4959" fmla="*/ 1580096 h 2787466"/>
              <a:gd name="connsiteX4960" fmla="*/ 2128543 w 3600000"/>
              <a:gd name="connsiteY4960" fmla="*/ 1577109 h 2787466"/>
              <a:gd name="connsiteX4961" fmla="*/ 2138847 w 3600000"/>
              <a:gd name="connsiteY4961" fmla="*/ 1587014 h 2787466"/>
              <a:gd name="connsiteX4962" fmla="*/ 2125864 w 3600000"/>
              <a:gd name="connsiteY4962" fmla="*/ 1583084 h 2787466"/>
              <a:gd name="connsiteX4963" fmla="*/ 2108965 w 3600000"/>
              <a:gd name="connsiteY4963" fmla="*/ 1574122 h 2787466"/>
              <a:gd name="connsiteX4964" fmla="*/ 2119475 w 3600000"/>
              <a:gd name="connsiteY4964" fmla="*/ 1584184 h 2787466"/>
              <a:gd name="connsiteX4965" fmla="*/ 2115908 w 3600000"/>
              <a:gd name="connsiteY4965" fmla="*/ 1588618 h 2787466"/>
              <a:gd name="connsiteX4966" fmla="*/ 2115735 w 3600000"/>
              <a:gd name="connsiteY4966" fmla="*/ 1590211 h 2787466"/>
              <a:gd name="connsiteX4967" fmla="*/ 2126060 w 3600000"/>
              <a:gd name="connsiteY4967" fmla="*/ 1593207 h 2787466"/>
              <a:gd name="connsiteX4968" fmla="*/ 2119371 w 3600000"/>
              <a:gd name="connsiteY4968" fmla="*/ 1596676 h 2787466"/>
              <a:gd name="connsiteX4969" fmla="*/ 2115527 w 3600000"/>
              <a:gd name="connsiteY4969" fmla="*/ 1595807 h 2787466"/>
              <a:gd name="connsiteX4970" fmla="*/ 2115559 w 3600000"/>
              <a:gd name="connsiteY4970" fmla="*/ 1601950 h 2787466"/>
              <a:gd name="connsiteX4971" fmla="*/ 2123184 w 3600000"/>
              <a:gd name="connsiteY4971" fmla="*/ 1598020 h 2787466"/>
              <a:gd name="connsiteX4972" fmla="*/ 2121948 w 3600000"/>
              <a:gd name="connsiteY4972" fmla="*/ 1603994 h 2787466"/>
              <a:gd name="connsiteX4973" fmla="*/ 2131016 w 3600000"/>
              <a:gd name="connsiteY4973" fmla="*/ 1602894 h 2787466"/>
              <a:gd name="connsiteX4974" fmla="*/ 2103813 w 3600000"/>
              <a:gd name="connsiteY4974" fmla="*/ 1610912 h 2787466"/>
              <a:gd name="connsiteX4975" fmla="*/ 2101133 w 3600000"/>
              <a:gd name="connsiteY4975" fmla="*/ 1603994 h 2787466"/>
              <a:gd name="connsiteX4976" fmla="*/ 2036011 w 3600000"/>
              <a:gd name="connsiteY4976" fmla="*/ 1601950 h 2787466"/>
              <a:gd name="connsiteX4977" fmla="*/ 2047757 w 3600000"/>
              <a:gd name="connsiteY4977" fmla="*/ 1598020 h 2787466"/>
              <a:gd name="connsiteX4978" fmla="*/ 2041162 w 3600000"/>
              <a:gd name="connsiteY4978" fmla="*/ 1588115 h 2787466"/>
              <a:gd name="connsiteX4979" fmla="*/ 2016433 w 3600000"/>
              <a:gd name="connsiteY4979" fmla="*/ 1590001 h 2787466"/>
              <a:gd name="connsiteX4980" fmla="*/ 2017875 w 3600000"/>
              <a:gd name="connsiteY4980" fmla="*/ 1597076 h 2787466"/>
              <a:gd name="connsiteX4981" fmla="*/ 2020347 w 3600000"/>
              <a:gd name="connsiteY4981" fmla="*/ 1608868 h 2787466"/>
              <a:gd name="connsiteX4982" fmla="*/ 2011280 w 3600000"/>
              <a:gd name="connsiteY4982" fmla="*/ 1598963 h 2787466"/>
              <a:gd name="connsiteX4983" fmla="*/ 2000770 w 3600000"/>
              <a:gd name="connsiteY4983" fmla="*/ 1605881 h 2787466"/>
              <a:gd name="connsiteX4984" fmla="*/ 2002212 w 3600000"/>
              <a:gd name="connsiteY4984" fmla="*/ 1597076 h 2787466"/>
              <a:gd name="connsiteX4985" fmla="*/ 1979955 w 3600000"/>
              <a:gd name="connsiteY4985" fmla="*/ 1602894 h 2787466"/>
              <a:gd name="connsiteX4986" fmla="*/ 1951310 w 3600000"/>
              <a:gd name="connsiteY4986" fmla="*/ 1598963 h 2787466"/>
              <a:gd name="connsiteX4987" fmla="*/ 1952752 w 3600000"/>
              <a:gd name="connsiteY4987" fmla="*/ 1589058 h 2787466"/>
              <a:gd name="connsiteX4988" fmla="*/ 1937090 w 3600000"/>
              <a:gd name="connsiteY4988" fmla="*/ 1598963 h 2787466"/>
              <a:gd name="connsiteX4989" fmla="*/ 1899170 w 3600000"/>
              <a:gd name="connsiteY4989" fmla="*/ 1592988 h 2787466"/>
              <a:gd name="connsiteX4990" fmla="*/ 1899170 w 3600000"/>
              <a:gd name="connsiteY4990" fmla="*/ 1598020 h 2787466"/>
              <a:gd name="connsiteX4991" fmla="*/ 1909680 w 3600000"/>
              <a:gd name="connsiteY4991" fmla="*/ 1598963 h 2787466"/>
              <a:gd name="connsiteX4992" fmla="*/ 1906641 w 3600000"/>
              <a:gd name="connsiteY4992" fmla="*/ 1603562 h 2787466"/>
              <a:gd name="connsiteX4993" fmla="*/ 1906438 w 3600000"/>
              <a:gd name="connsiteY4993" fmla="*/ 1604071 h 2787466"/>
              <a:gd name="connsiteX4994" fmla="*/ 1915521 w 3600000"/>
              <a:gd name="connsiteY4994" fmla="*/ 1603296 h 2787466"/>
              <a:gd name="connsiteX4995" fmla="*/ 1915873 w 3600000"/>
              <a:gd name="connsiteY4995" fmla="*/ 1601612 h 2787466"/>
              <a:gd name="connsiteX4996" fmla="*/ 1916054 w 3600000"/>
              <a:gd name="connsiteY4996" fmla="*/ 1600738 h 2787466"/>
              <a:gd name="connsiteX4997" fmla="*/ 1933112 w 3600000"/>
              <a:gd name="connsiteY4997" fmla="*/ 1598673 h 2787466"/>
              <a:gd name="connsiteX4998" fmla="*/ 1933953 w 3600000"/>
              <a:gd name="connsiteY4998" fmla="*/ 1601724 h 2787466"/>
              <a:gd name="connsiteX4999" fmla="*/ 1939809 w 3600000"/>
              <a:gd name="connsiteY4999" fmla="*/ 1601225 h 2787466"/>
              <a:gd name="connsiteX5000" fmla="*/ 1937131 w 3600000"/>
              <a:gd name="connsiteY5000" fmla="*/ 1606592 h 2787466"/>
              <a:gd name="connsiteX5001" fmla="*/ 1944968 w 3600000"/>
              <a:gd name="connsiteY5001" fmla="*/ 1600738 h 2787466"/>
              <a:gd name="connsiteX5002" fmla="*/ 1948921 w 3600000"/>
              <a:gd name="connsiteY5002" fmla="*/ 1607729 h 2787466"/>
              <a:gd name="connsiteX5003" fmla="*/ 1939846 w 3600000"/>
              <a:gd name="connsiteY5003" fmla="*/ 1611641 h 2787466"/>
              <a:gd name="connsiteX5004" fmla="*/ 1936035 w 3600000"/>
              <a:gd name="connsiteY5004" fmla="*/ 1608787 h 2787466"/>
              <a:gd name="connsiteX5005" fmla="*/ 1932862 w 3600000"/>
              <a:gd name="connsiteY5005" fmla="*/ 1615147 h 2787466"/>
              <a:gd name="connsiteX5006" fmla="*/ 1899427 w 3600000"/>
              <a:gd name="connsiteY5006" fmla="*/ 1632038 h 2787466"/>
              <a:gd name="connsiteX5007" fmla="*/ 1882532 w 3600000"/>
              <a:gd name="connsiteY5007" fmla="*/ 1624020 h 2787466"/>
              <a:gd name="connsiteX5008" fmla="*/ 1839580 w 3600000"/>
              <a:gd name="connsiteY5008" fmla="*/ 1631345 h 2787466"/>
              <a:gd name="connsiteX5009" fmla="*/ 1839405 w 3600000"/>
              <a:gd name="connsiteY5009" fmla="*/ 1631823 h 2787466"/>
              <a:gd name="connsiteX5010" fmla="*/ 1838783 w 3600000"/>
              <a:gd name="connsiteY5010" fmla="*/ 1631482 h 2787466"/>
              <a:gd name="connsiteX5011" fmla="*/ 1836330 w 3600000"/>
              <a:gd name="connsiteY5011" fmla="*/ 1631900 h 2787466"/>
              <a:gd name="connsiteX5012" fmla="*/ 1825907 w 3600000"/>
              <a:gd name="connsiteY5012" fmla="*/ 1633643 h 2787466"/>
              <a:gd name="connsiteX5013" fmla="*/ 1824979 w 3600000"/>
              <a:gd name="connsiteY5013" fmla="*/ 1635753 h 2787466"/>
              <a:gd name="connsiteX5014" fmla="*/ 1822228 w 3600000"/>
              <a:gd name="connsiteY5014" fmla="*/ 1634258 h 2787466"/>
              <a:gd name="connsiteX5015" fmla="*/ 1808064 w 3600000"/>
              <a:gd name="connsiteY5015" fmla="*/ 1636627 h 2787466"/>
              <a:gd name="connsiteX5016" fmla="*/ 1808080 w 3600000"/>
              <a:gd name="connsiteY5016" fmla="*/ 1636696 h 2787466"/>
              <a:gd name="connsiteX5017" fmla="*/ 1796333 w 3600000"/>
              <a:gd name="connsiteY5017" fmla="*/ 1638740 h 2787466"/>
              <a:gd name="connsiteX5018" fmla="*/ 1801691 w 3600000"/>
              <a:gd name="connsiteY5018" fmla="*/ 1644714 h 2787466"/>
              <a:gd name="connsiteX5019" fmla="*/ 1792521 w 3600000"/>
              <a:gd name="connsiteY5019" fmla="*/ 1644223 h 2787466"/>
              <a:gd name="connsiteX5020" fmla="*/ 1789587 w 3600000"/>
              <a:gd name="connsiteY5020" fmla="*/ 1639372 h 2787466"/>
              <a:gd name="connsiteX5021" fmla="*/ 1773667 w 3600000"/>
              <a:gd name="connsiteY5021" fmla="*/ 1640833 h 2787466"/>
              <a:gd name="connsiteX5022" fmla="*/ 1775519 w 3600000"/>
              <a:gd name="connsiteY5022" fmla="*/ 1641727 h 2787466"/>
              <a:gd name="connsiteX5023" fmla="*/ 1773251 w 3600000"/>
              <a:gd name="connsiteY5023" fmla="*/ 1644714 h 2787466"/>
              <a:gd name="connsiteX5024" fmla="*/ 1765832 w 3600000"/>
              <a:gd name="connsiteY5024" fmla="*/ 1642305 h 2787466"/>
              <a:gd name="connsiteX5025" fmla="*/ 1763127 w 3600000"/>
              <a:gd name="connsiteY5025" fmla="*/ 1641799 h 2787466"/>
              <a:gd name="connsiteX5026" fmla="*/ 1762769 w 3600000"/>
              <a:gd name="connsiteY5026" fmla="*/ 1641832 h 2787466"/>
              <a:gd name="connsiteX5027" fmla="*/ 1763694 w 3600000"/>
              <a:gd name="connsiteY5027" fmla="*/ 1645343 h 2787466"/>
              <a:gd name="connsiteX5028" fmla="*/ 1766657 w 3600000"/>
              <a:gd name="connsiteY5028" fmla="*/ 1652733 h 2787466"/>
              <a:gd name="connsiteX5029" fmla="*/ 1763977 w 3600000"/>
              <a:gd name="connsiteY5029" fmla="*/ 1655720 h 2787466"/>
              <a:gd name="connsiteX5030" fmla="*/ 1759778 w 3600000"/>
              <a:gd name="connsiteY5030" fmla="*/ 1649176 h 2787466"/>
              <a:gd name="connsiteX5031" fmla="*/ 1758182 w 3600000"/>
              <a:gd name="connsiteY5031" fmla="*/ 1642253 h 2787466"/>
              <a:gd name="connsiteX5032" fmla="*/ 1751291 w 3600000"/>
              <a:gd name="connsiteY5032" fmla="*/ 1642885 h 2787466"/>
              <a:gd name="connsiteX5033" fmla="*/ 1746975 w 3600000"/>
              <a:gd name="connsiteY5033" fmla="*/ 1642797 h 2787466"/>
              <a:gd name="connsiteX5034" fmla="*/ 1747078 w 3600000"/>
              <a:gd name="connsiteY5034" fmla="*/ 1644714 h 2787466"/>
              <a:gd name="connsiteX5035" fmla="*/ 1750994 w 3600000"/>
              <a:gd name="connsiteY5035" fmla="*/ 1645658 h 2787466"/>
              <a:gd name="connsiteX5036" fmla="*/ 1740921 w 3600000"/>
              <a:gd name="connsiteY5036" fmla="*/ 1642847 h 2787466"/>
              <a:gd name="connsiteX5037" fmla="*/ 1740391 w 3600000"/>
              <a:gd name="connsiteY5037" fmla="*/ 1642662 h 2787466"/>
              <a:gd name="connsiteX5038" fmla="*/ 1732918 w 3600000"/>
              <a:gd name="connsiteY5038" fmla="*/ 1642509 h 2787466"/>
              <a:gd name="connsiteX5039" fmla="*/ 1732565 w 3600000"/>
              <a:gd name="connsiteY5039" fmla="*/ 1643055 h 2787466"/>
              <a:gd name="connsiteX5040" fmla="*/ 1732859 w 3600000"/>
              <a:gd name="connsiteY5040" fmla="*/ 1649589 h 2787466"/>
              <a:gd name="connsiteX5041" fmla="*/ 1713280 w 3600000"/>
              <a:gd name="connsiteY5041" fmla="*/ 1649589 h 2787466"/>
              <a:gd name="connsiteX5042" fmla="*/ 1714517 w 3600000"/>
              <a:gd name="connsiteY5042" fmla="*/ 1653676 h 2787466"/>
              <a:gd name="connsiteX5043" fmla="*/ 1727500 w 3600000"/>
              <a:gd name="connsiteY5043" fmla="*/ 1667511 h 2787466"/>
              <a:gd name="connsiteX5044" fmla="*/ 1715754 w 3600000"/>
              <a:gd name="connsiteY5044" fmla="*/ 1665625 h 2787466"/>
              <a:gd name="connsiteX5045" fmla="*/ 1708129 w 3600000"/>
              <a:gd name="connsiteY5045" fmla="*/ 1657606 h 2787466"/>
              <a:gd name="connsiteX5046" fmla="*/ 1710601 w 3600000"/>
              <a:gd name="connsiteY5046" fmla="*/ 1666568 h 2787466"/>
              <a:gd name="connsiteX5047" fmla="*/ 1706685 w 3600000"/>
              <a:gd name="connsiteY5047" fmla="*/ 1667511 h 2787466"/>
              <a:gd name="connsiteX5048" fmla="*/ 1693703 w 3600000"/>
              <a:gd name="connsiteY5048" fmla="*/ 1654619 h 2787466"/>
              <a:gd name="connsiteX5049" fmla="*/ 1708129 w 3600000"/>
              <a:gd name="connsiteY5049" fmla="*/ 1686378 h 2787466"/>
              <a:gd name="connsiteX5050" fmla="*/ 1706685 w 3600000"/>
              <a:gd name="connsiteY5050" fmla="*/ 1689365 h 2787466"/>
              <a:gd name="connsiteX5051" fmla="*/ 1694939 w 3600000"/>
              <a:gd name="connsiteY5051" fmla="*/ 1683390 h 2787466"/>
              <a:gd name="connsiteX5052" fmla="*/ 1698854 w 3600000"/>
              <a:gd name="connsiteY5052" fmla="*/ 1705244 h 2787466"/>
              <a:gd name="connsiteX5053" fmla="*/ 1719669 w 3600000"/>
              <a:gd name="connsiteY5053" fmla="*/ 1712319 h 2787466"/>
              <a:gd name="connsiteX5054" fmla="*/ 1709365 w 3600000"/>
              <a:gd name="connsiteY5054" fmla="*/ 1707288 h 2787466"/>
              <a:gd name="connsiteX5055" fmla="*/ 1702770 w 3600000"/>
              <a:gd name="connsiteY5055" fmla="*/ 1719237 h 2787466"/>
              <a:gd name="connsiteX5056" fmla="*/ 1696382 w 3600000"/>
              <a:gd name="connsiteY5056" fmla="*/ 1708231 h 2787466"/>
              <a:gd name="connsiteX5057" fmla="*/ 1696382 w 3600000"/>
              <a:gd name="connsiteY5057" fmla="*/ 1730085 h 2787466"/>
              <a:gd name="connsiteX5058" fmla="*/ 1689787 w 3600000"/>
              <a:gd name="connsiteY5058" fmla="*/ 1721123 h 2787466"/>
              <a:gd name="connsiteX5059" fmla="*/ 1693703 w 3600000"/>
              <a:gd name="connsiteY5059" fmla="*/ 1717193 h 2787466"/>
              <a:gd name="connsiteX5060" fmla="*/ 1693703 w 3600000"/>
              <a:gd name="connsiteY5060" fmla="*/ 1712319 h 2787466"/>
              <a:gd name="connsiteX5061" fmla="*/ 1687314 w 3600000"/>
              <a:gd name="connsiteY5061" fmla="*/ 1704301 h 2787466"/>
              <a:gd name="connsiteX5062" fmla="*/ 1691023 w 3600000"/>
              <a:gd name="connsiteY5062" fmla="*/ 1710275 h 2787466"/>
              <a:gd name="connsiteX5063" fmla="*/ 1683398 w 3600000"/>
              <a:gd name="connsiteY5063" fmla="*/ 1711219 h 2787466"/>
              <a:gd name="connsiteX5064" fmla="*/ 1671651 w 3600000"/>
              <a:gd name="connsiteY5064" fmla="*/ 1698327 h 2787466"/>
              <a:gd name="connsiteX5065" fmla="*/ 1662378 w 3600000"/>
              <a:gd name="connsiteY5065" fmla="*/ 1698327 h 2787466"/>
              <a:gd name="connsiteX5066" fmla="*/ 1679482 w 3600000"/>
              <a:gd name="connsiteY5066" fmla="*/ 1715306 h 2787466"/>
              <a:gd name="connsiteX5067" fmla="*/ 1674124 w 3600000"/>
              <a:gd name="connsiteY5067" fmla="*/ 1719237 h 2787466"/>
              <a:gd name="connsiteX5068" fmla="*/ 1671651 w 3600000"/>
              <a:gd name="connsiteY5068" fmla="*/ 1710275 h 2787466"/>
              <a:gd name="connsiteX5069" fmla="*/ 1663820 w 3600000"/>
              <a:gd name="connsiteY5069" fmla="*/ 1710275 h 2787466"/>
              <a:gd name="connsiteX5070" fmla="*/ 1670209 w 3600000"/>
              <a:gd name="connsiteY5070" fmla="*/ 1715306 h 2787466"/>
              <a:gd name="connsiteX5071" fmla="*/ 1663820 w 3600000"/>
              <a:gd name="connsiteY5071" fmla="*/ 1723168 h 2787466"/>
              <a:gd name="connsiteX5072" fmla="*/ 1641563 w 3600000"/>
              <a:gd name="connsiteY5072" fmla="*/ 1727098 h 2787466"/>
              <a:gd name="connsiteX5073" fmla="*/ 1643005 w 3600000"/>
              <a:gd name="connsiteY5073" fmla="*/ 1724111 h 2787466"/>
              <a:gd name="connsiteX5074" fmla="*/ 1639090 w 3600000"/>
              <a:gd name="connsiteY5074" fmla="*/ 1723168 h 2787466"/>
              <a:gd name="connsiteX5075" fmla="*/ 1646921 w 3600000"/>
              <a:gd name="connsiteY5075" fmla="*/ 1720180 h 2787466"/>
              <a:gd name="connsiteX5076" fmla="*/ 1644242 w 3600000"/>
              <a:gd name="connsiteY5076" fmla="*/ 1716250 h 2787466"/>
              <a:gd name="connsiteX5077" fmla="*/ 1631259 w 3600000"/>
              <a:gd name="connsiteY5077" fmla="*/ 1711219 h 2787466"/>
              <a:gd name="connsiteX5078" fmla="*/ 1650837 w 3600000"/>
              <a:gd name="connsiteY5078" fmla="*/ 1736060 h 2787466"/>
              <a:gd name="connsiteX5079" fmla="*/ 1646921 w 3600000"/>
              <a:gd name="connsiteY5079" fmla="*/ 1738103 h 2787466"/>
              <a:gd name="connsiteX5080" fmla="*/ 1637647 w 3600000"/>
              <a:gd name="connsiteY5080" fmla="*/ 1735117 h 2787466"/>
              <a:gd name="connsiteX5081" fmla="*/ 1645478 w 3600000"/>
              <a:gd name="connsiteY5081" fmla="*/ 1741090 h 2787466"/>
              <a:gd name="connsiteX5082" fmla="*/ 1645478 w 3600000"/>
              <a:gd name="connsiteY5082" fmla="*/ 1754926 h 2787466"/>
              <a:gd name="connsiteX5083" fmla="*/ 1643005 w 3600000"/>
              <a:gd name="connsiteY5083" fmla="*/ 1750996 h 2787466"/>
              <a:gd name="connsiteX5084" fmla="*/ 1633732 w 3600000"/>
              <a:gd name="connsiteY5084" fmla="*/ 1745021 h 2787466"/>
              <a:gd name="connsiteX5085" fmla="*/ 1639090 w 3600000"/>
              <a:gd name="connsiteY5085" fmla="*/ 1742034 h 2787466"/>
              <a:gd name="connsiteX5086" fmla="*/ 1632495 w 3600000"/>
              <a:gd name="connsiteY5086" fmla="*/ 1737160 h 2787466"/>
              <a:gd name="connsiteX5087" fmla="*/ 1628579 w 3600000"/>
              <a:gd name="connsiteY5087" fmla="*/ 1742034 h 2787466"/>
              <a:gd name="connsiteX5088" fmla="*/ 1631259 w 3600000"/>
              <a:gd name="connsiteY5088" fmla="*/ 1756970 h 2787466"/>
              <a:gd name="connsiteX5089" fmla="*/ 1625900 w 3600000"/>
              <a:gd name="connsiteY5089" fmla="*/ 1743135 h 2787466"/>
              <a:gd name="connsiteX5090" fmla="*/ 1620748 w 3600000"/>
              <a:gd name="connsiteY5090" fmla="*/ 1738103 h 2787466"/>
              <a:gd name="connsiteX5091" fmla="*/ 1624664 w 3600000"/>
              <a:gd name="connsiteY5091" fmla="*/ 1750053 h 2787466"/>
              <a:gd name="connsiteX5092" fmla="*/ 1614359 w 3600000"/>
              <a:gd name="connsiteY5092" fmla="*/ 1742034 h 2787466"/>
              <a:gd name="connsiteX5093" fmla="*/ 1611681 w 3600000"/>
              <a:gd name="connsiteY5093" fmla="*/ 1748952 h 2787466"/>
              <a:gd name="connsiteX5094" fmla="*/ 1619511 w 3600000"/>
              <a:gd name="connsiteY5094" fmla="*/ 1754926 h 2787466"/>
              <a:gd name="connsiteX5095" fmla="*/ 1614359 w 3600000"/>
              <a:gd name="connsiteY5095" fmla="*/ 1753039 h 2787466"/>
              <a:gd name="connsiteX5096" fmla="*/ 1612917 w 3600000"/>
              <a:gd name="connsiteY5096" fmla="*/ 1756970 h 2787466"/>
              <a:gd name="connsiteX5097" fmla="*/ 1625900 w 3600000"/>
              <a:gd name="connsiteY5097" fmla="*/ 1771906 h 2787466"/>
              <a:gd name="connsiteX5098" fmla="*/ 1636410 w 3600000"/>
              <a:gd name="connsiteY5098" fmla="*/ 1772850 h 2787466"/>
              <a:gd name="connsiteX5099" fmla="*/ 1631259 w 3600000"/>
              <a:gd name="connsiteY5099" fmla="*/ 1764988 h 2787466"/>
              <a:gd name="connsiteX5100" fmla="*/ 1636410 w 3600000"/>
              <a:gd name="connsiteY5100" fmla="*/ 1764988 h 2787466"/>
              <a:gd name="connsiteX5101" fmla="*/ 1648157 w 3600000"/>
              <a:gd name="connsiteY5101" fmla="*/ 1780867 h 2787466"/>
              <a:gd name="connsiteX5102" fmla="*/ 1640326 w 3600000"/>
              <a:gd name="connsiteY5102" fmla="*/ 1773792 h 2787466"/>
              <a:gd name="connsiteX5103" fmla="*/ 1639090 w 3600000"/>
              <a:gd name="connsiteY5103" fmla="*/ 1782754 h 2787466"/>
              <a:gd name="connsiteX5104" fmla="*/ 1645478 w 3600000"/>
              <a:gd name="connsiteY5104" fmla="*/ 1786842 h 2787466"/>
              <a:gd name="connsiteX5105" fmla="*/ 1636410 w 3600000"/>
              <a:gd name="connsiteY5105" fmla="*/ 1790772 h 2787466"/>
              <a:gd name="connsiteX5106" fmla="*/ 1629816 w 3600000"/>
              <a:gd name="connsiteY5106" fmla="*/ 1783855 h 2787466"/>
              <a:gd name="connsiteX5107" fmla="*/ 1636410 w 3600000"/>
              <a:gd name="connsiteY5107" fmla="*/ 1793759 h 2787466"/>
              <a:gd name="connsiteX5108" fmla="*/ 1625900 w 3600000"/>
              <a:gd name="connsiteY5108" fmla="*/ 1786842 h 2787466"/>
              <a:gd name="connsiteX5109" fmla="*/ 1609001 w 3600000"/>
              <a:gd name="connsiteY5109" fmla="*/ 1789672 h 2787466"/>
              <a:gd name="connsiteX5110" fmla="*/ 1621984 w 3600000"/>
              <a:gd name="connsiteY5110" fmla="*/ 1794703 h 2787466"/>
              <a:gd name="connsiteX5111" fmla="*/ 1611681 w 3600000"/>
              <a:gd name="connsiteY5111" fmla="*/ 1793759 h 2787466"/>
              <a:gd name="connsiteX5112" fmla="*/ 1607764 w 3600000"/>
              <a:gd name="connsiteY5112" fmla="*/ 1799734 h 2787466"/>
              <a:gd name="connsiteX5113" fmla="*/ 1615595 w 3600000"/>
              <a:gd name="connsiteY5113" fmla="*/ 1800678 h 2787466"/>
              <a:gd name="connsiteX5114" fmla="*/ 1603849 w 3600000"/>
              <a:gd name="connsiteY5114" fmla="*/ 1813569 h 2787466"/>
              <a:gd name="connsiteX5115" fmla="*/ 1606528 w 3600000"/>
              <a:gd name="connsiteY5115" fmla="*/ 1801621 h 2787466"/>
              <a:gd name="connsiteX5116" fmla="*/ 1593339 w 3600000"/>
              <a:gd name="connsiteY5116" fmla="*/ 1788729 h 2787466"/>
              <a:gd name="connsiteX5117" fmla="*/ 1586950 w 3600000"/>
              <a:gd name="connsiteY5117" fmla="*/ 1791716 h 2787466"/>
              <a:gd name="connsiteX5118" fmla="*/ 1601170 w 3600000"/>
              <a:gd name="connsiteY5118" fmla="*/ 1805708 h 2787466"/>
              <a:gd name="connsiteX5119" fmla="*/ 1588186 w 3600000"/>
              <a:gd name="connsiteY5119" fmla="*/ 1807595 h 2787466"/>
              <a:gd name="connsiteX5120" fmla="*/ 1603849 w 3600000"/>
              <a:gd name="connsiteY5120" fmla="*/ 1813569 h 2787466"/>
              <a:gd name="connsiteX5121" fmla="*/ 1614359 w 3600000"/>
              <a:gd name="connsiteY5121" fmla="*/ 1824575 h 2787466"/>
              <a:gd name="connsiteX5122" fmla="*/ 1602613 w 3600000"/>
              <a:gd name="connsiteY5122" fmla="*/ 1821588 h 2787466"/>
              <a:gd name="connsiteX5123" fmla="*/ 1603849 w 3600000"/>
              <a:gd name="connsiteY5123" fmla="*/ 1817500 h 2787466"/>
              <a:gd name="connsiteX5124" fmla="*/ 1596018 w 3600000"/>
              <a:gd name="connsiteY5124" fmla="*/ 1824575 h 2787466"/>
              <a:gd name="connsiteX5125" fmla="*/ 1599933 w 3600000"/>
              <a:gd name="connsiteY5125" fmla="*/ 1820487 h 2787466"/>
              <a:gd name="connsiteX5126" fmla="*/ 1602613 w 3600000"/>
              <a:gd name="connsiteY5126" fmla="*/ 1836366 h 2787466"/>
              <a:gd name="connsiteX5127" fmla="*/ 1592103 w 3600000"/>
              <a:gd name="connsiteY5127" fmla="*/ 1831492 h 2787466"/>
              <a:gd name="connsiteX5128" fmla="*/ 1586950 w 3600000"/>
              <a:gd name="connsiteY5128" fmla="*/ 1825519 h 2787466"/>
              <a:gd name="connsiteX5129" fmla="*/ 1584271 w 3600000"/>
              <a:gd name="connsiteY5129" fmla="*/ 1829449 h 2787466"/>
              <a:gd name="connsiteX5130" fmla="*/ 1572524 w 3600000"/>
              <a:gd name="connsiteY5130" fmla="*/ 1822531 h 2787466"/>
              <a:gd name="connsiteX5131" fmla="*/ 1586950 w 3600000"/>
              <a:gd name="connsiteY5131" fmla="*/ 1837467 h 2787466"/>
              <a:gd name="connsiteX5132" fmla="*/ 1583034 w 3600000"/>
              <a:gd name="connsiteY5132" fmla="*/ 1845328 h 2787466"/>
              <a:gd name="connsiteX5133" fmla="*/ 1568608 w 3600000"/>
              <a:gd name="connsiteY5133" fmla="*/ 1846429 h 2787466"/>
              <a:gd name="connsiteX5134" fmla="*/ 1583034 w 3600000"/>
              <a:gd name="connsiteY5134" fmla="*/ 1853347 h 2787466"/>
              <a:gd name="connsiteX5135" fmla="*/ 1568608 w 3600000"/>
              <a:gd name="connsiteY5135" fmla="*/ 1851302 h 2787466"/>
              <a:gd name="connsiteX5136" fmla="*/ 1564693 w 3600000"/>
              <a:gd name="connsiteY5136" fmla="*/ 1855390 h 2787466"/>
              <a:gd name="connsiteX5137" fmla="*/ 1553152 w 3600000"/>
              <a:gd name="connsiteY5137" fmla="*/ 1849416 h 2787466"/>
              <a:gd name="connsiteX5138" fmla="*/ 1566135 w 3600000"/>
              <a:gd name="connsiteY5138" fmla="*/ 1858378 h 2787466"/>
              <a:gd name="connsiteX5139" fmla="*/ 1570051 w 3600000"/>
              <a:gd name="connsiteY5139" fmla="*/ 1857277 h 2787466"/>
              <a:gd name="connsiteX5140" fmla="*/ 1567372 w 3600000"/>
              <a:gd name="connsiteY5140" fmla="*/ 1860264 h 2787466"/>
              <a:gd name="connsiteX5141" fmla="*/ 1572524 w 3600000"/>
              <a:gd name="connsiteY5141" fmla="*/ 1867182 h 2787466"/>
              <a:gd name="connsiteX5142" fmla="*/ 1556862 w 3600000"/>
              <a:gd name="connsiteY5142" fmla="*/ 1870169 h 2787466"/>
              <a:gd name="connsiteX5143" fmla="*/ 1572524 w 3600000"/>
              <a:gd name="connsiteY5143" fmla="*/ 1872213 h 2787466"/>
              <a:gd name="connsiteX5144" fmla="*/ 1568608 w 3600000"/>
              <a:gd name="connsiteY5144" fmla="*/ 1882118 h 2787466"/>
              <a:gd name="connsiteX5145" fmla="*/ 1568608 w 3600000"/>
              <a:gd name="connsiteY5145" fmla="*/ 1876144 h 2787466"/>
              <a:gd name="connsiteX5146" fmla="*/ 1556862 w 3600000"/>
              <a:gd name="connsiteY5146" fmla="*/ 1885105 h 2787466"/>
              <a:gd name="connsiteX5147" fmla="*/ 1568608 w 3600000"/>
              <a:gd name="connsiteY5147" fmla="*/ 1890136 h 2787466"/>
              <a:gd name="connsiteX5148" fmla="*/ 1554388 w 3600000"/>
              <a:gd name="connsiteY5148" fmla="*/ 1892023 h 2787466"/>
              <a:gd name="connsiteX5149" fmla="*/ 1563456 w 3600000"/>
              <a:gd name="connsiteY5149" fmla="*/ 1900041 h 2787466"/>
              <a:gd name="connsiteX5150" fmla="*/ 1547794 w 3600000"/>
              <a:gd name="connsiteY5150" fmla="*/ 1917964 h 2787466"/>
              <a:gd name="connsiteX5151" fmla="*/ 1537489 w 3600000"/>
              <a:gd name="connsiteY5151" fmla="*/ 1913876 h 2787466"/>
              <a:gd name="connsiteX5152" fmla="*/ 1526979 w 3600000"/>
              <a:gd name="connsiteY5152" fmla="*/ 1949723 h 2787466"/>
              <a:gd name="connsiteX5153" fmla="*/ 1525743 w 3600000"/>
              <a:gd name="connsiteY5153" fmla="*/ 1953654 h 2787466"/>
              <a:gd name="connsiteX5154" fmla="*/ 1526979 w 3600000"/>
              <a:gd name="connsiteY5154" fmla="*/ 1956641 h 2787466"/>
              <a:gd name="connsiteX5155" fmla="*/ 1534810 w 3600000"/>
              <a:gd name="connsiteY5155" fmla="*/ 1954596 h 2787466"/>
              <a:gd name="connsiteX5156" fmla="*/ 1533574 w 3600000"/>
              <a:gd name="connsiteY5156" fmla="*/ 1974563 h 2787466"/>
              <a:gd name="connsiteX5157" fmla="*/ 1524300 w 3600000"/>
              <a:gd name="connsiteY5157" fmla="*/ 1989500 h 2787466"/>
              <a:gd name="connsiteX5158" fmla="*/ 1506164 w 3600000"/>
              <a:gd name="connsiteY5158" fmla="*/ 2025188 h 2787466"/>
              <a:gd name="connsiteX5159" fmla="*/ 1498333 w 3600000"/>
              <a:gd name="connsiteY5159" fmla="*/ 2021258 h 2787466"/>
              <a:gd name="connsiteX5160" fmla="*/ 1490502 w 3600000"/>
              <a:gd name="connsiteY5160" fmla="*/ 2031163 h 2787466"/>
              <a:gd name="connsiteX5161" fmla="*/ 1499776 w 3600000"/>
              <a:gd name="connsiteY5161" fmla="*/ 2032107 h 2787466"/>
              <a:gd name="connsiteX5162" fmla="*/ 1484113 w 3600000"/>
              <a:gd name="connsiteY5162" fmla="*/ 2063865 h 2787466"/>
              <a:gd name="connsiteX5163" fmla="*/ 1469687 w 3600000"/>
              <a:gd name="connsiteY5163" fmla="*/ 2062922 h 2787466"/>
              <a:gd name="connsiteX5164" fmla="*/ 1472366 w 3600000"/>
              <a:gd name="connsiteY5164" fmla="*/ 2072984 h 2787466"/>
              <a:gd name="connsiteX5165" fmla="*/ 1461856 w 3600000"/>
              <a:gd name="connsiteY5165" fmla="*/ 2076915 h 2787466"/>
              <a:gd name="connsiteX5166" fmla="*/ 1478755 w 3600000"/>
              <a:gd name="connsiteY5166" fmla="*/ 2076915 h 2787466"/>
              <a:gd name="connsiteX5167" fmla="*/ 1473603 w 3600000"/>
              <a:gd name="connsiteY5167" fmla="*/ 2086819 h 2787466"/>
              <a:gd name="connsiteX5168" fmla="*/ 1451551 w 3600000"/>
              <a:gd name="connsiteY5168" fmla="*/ 2106629 h 2787466"/>
              <a:gd name="connsiteX5169" fmla="*/ 1468451 w 3600000"/>
              <a:gd name="connsiteY5169" fmla="*/ 2102698 h 2787466"/>
              <a:gd name="connsiteX5170" fmla="*/ 1463299 w 3600000"/>
              <a:gd name="connsiteY5170" fmla="*/ 2104743 h 2787466"/>
              <a:gd name="connsiteX5171" fmla="*/ 1455468 w 3600000"/>
              <a:gd name="connsiteY5171" fmla="*/ 2120622 h 2787466"/>
              <a:gd name="connsiteX5172" fmla="*/ 1464535 w 3600000"/>
              <a:gd name="connsiteY5172" fmla="*/ 2121565 h 2787466"/>
              <a:gd name="connsiteX5173" fmla="*/ 1451551 w 3600000"/>
              <a:gd name="connsiteY5173" fmla="*/ 2132571 h 2787466"/>
              <a:gd name="connsiteX5174" fmla="*/ 1448873 w 3600000"/>
              <a:gd name="connsiteY5174" fmla="*/ 2142476 h 2787466"/>
              <a:gd name="connsiteX5175" fmla="*/ 1443721 w 3600000"/>
              <a:gd name="connsiteY5175" fmla="*/ 2148450 h 2787466"/>
              <a:gd name="connsiteX5176" fmla="*/ 1450109 w 3600000"/>
              <a:gd name="connsiteY5176" fmla="*/ 2156311 h 2787466"/>
              <a:gd name="connsiteX5177" fmla="*/ 1455468 w 3600000"/>
              <a:gd name="connsiteY5177" fmla="*/ 2148450 h 2787466"/>
              <a:gd name="connsiteX5178" fmla="*/ 1498333 w 3600000"/>
              <a:gd name="connsiteY5178" fmla="*/ 2151437 h 2787466"/>
              <a:gd name="connsiteX5179" fmla="*/ 1457322 w 3600000"/>
              <a:gd name="connsiteY5179" fmla="*/ 2163916 h 2787466"/>
              <a:gd name="connsiteX5180" fmla="*/ 1419515 w 3600000"/>
              <a:gd name="connsiteY5180" fmla="*/ 2176182 h 2787466"/>
              <a:gd name="connsiteX5181" fmla="*/ 1419399 w 3600000"/>
              <a:gd name="connsiteY5181" fmla="*/ 2178443 h 2787466"/>
              <a:gd name="connsiteX5182" fmla="*/ 1420420 w 3600000"/>
              <a:gd name="connsiteY5182" fmla="*/ 2178848 h 2787466"/>
              <a:gd name="connsiteX5183" fmla="*/ 1430737 w 3600000"/>
              <a:gd name="connsiteY5183" fmla="*/ 2182252 h 2787466"/>
              <a:gd name="connsiteX5184" fmla="*/ 1443721 w 3600000"/>
              <a:gd name="connsiteY5184" fmla="*/ 2180209 h 2787466"/>
              <a:gd name="connsiteX5185" fmla="*/ 1446193 w 3600000"/>
              <a:gd name="connsiteY5185" fmla="*/ 2171247 h 2787466"/>
              <a:gd name="connsiteX5186" fmla="*/ 1448873 w 3600000"/>
              <a:gd name="connsiteY5186" fmla="*/ 2180209 h 2787466"/>
              <a:gd name="connsiteX5187" fmla="*/ 1470924 w 3600000"/>
              <a:gd name="connsiteY5187" fmla="*/ 2180209 h 2787466"/>
              <a:gd name="connsiteX5188" fmla="*/ 1495860 w 3600000"/>
              <a:gd name="connsiteY5188" fmla="*/ 2176278 h 2787466"/>
              <a:gd name="connsiteX5189" fmla="*/ 1486587 w 3600000"/>
              <a:gd name="connsiteY5189" fmla="*/ 2187126 h 2787466"/>
              <a:gd name="connsiteX5190" fmla="*/ 1443721 w 3600000"/>
              <a:gd name="connsiteY5190" fmla="*/ 2190113 h 2787466"/>
              <a:gd name="connsiteX5191" fmla="*/ 1420226 w 3600000"/>
              <a:gd name="connsiteY5191" fmla="*/ 2195145 h 2787466"/>
              <a:gd name="connsiteX5192" fmla="*/ 1420797 w 3600000"/>
              <a:gd name="connsiteY5192" fmla="*/ 2199888 h 2787466"/>
              <a:gd name="connsiteX5193" fmla="*/ 1420499 w 3600000"/>
              <a:gd name="connsiteY5193" fmla="*/ 2200664 h 2787466"/>
              <a:gd name="connsiteX5194" fmla="*/ 1421602 w 3600000"/>
              <a:gd name="connsiteY5194" fmla="*/ 2212372 h 2787466"/>
              <a:gd name="connsiteX5195" fmla="*/ 1420946 w 3600000"/>
              <a:gd name="connsiteY5195" fmla="*/ 2212374 h 2787466"/>
              <a:gd name="connsiteX5196" fmla="*/ 1421463 w 3600000"/>
              <a:gd name="connsiteY5196" fmla="*/ 2212911 h 2787466"/>
              <a:gd name="connsiteX5197" fmla="*/ 1428058 w 3600000"/>
              <a:gd name="connsiteY5197" fmla="*/ 2203006 h 2787466"/>
              <a:gd name="connsiteX5198" fmla="*/ 1460620 w 3600000"/>
              <a:gd name="connsiteY5198" fmla="*/ 2205993 h 2787466"/>
              <a:gd name="connsiteX5199" fmla="*/ 1460620 w 3600000"/>
              <a:gd name="connsiteY5199" fmla="*/ 2215898 h 2787466"/>
              <a:gd name="connsiteX5200" fmla="*/ 1429294 w 3600000"/>
              <a:gd name="connsiteY5200" fmla="*/ 2220929 h 2787466"/>
              <a:gd name="connsiteX5201" fmla="*/ 1424143 w 3600000"/>
              <a:gd name="connsiteY5201" fmla="*/ 2214954 h 2787466"/>
              <a:gd name="connsiteX5202" fmla="*/ 1399412 w 3600000"/>
              <a:gd name="connsiteY5202" fmla="*/ 2226903 h 2787466"/>
              <a:gd name="connsiteX5203" fmla="*/ 1413632 w 3600000"/>
              <a:gd name="connsiteY5203" fmla="*/ 2231934 h 2787466"/>
              <a:gd name="connsiteX5204" fmla="*/ 1416312 w 3600000"/>
              <a:gd name="connsiteY5204" fmla="*/ 2242782 h 2787466"/>
              <a:gd name="connsiteX5205" fmla="*/ 1422906 w 3600000"/>
              <a:gd name="connsiteY5205" fmla="*/ 2232878 h 2787466"/>
              <a:gd name="connsiteX5206" fmla="*/ 1454025 w 3600000"/>
              <a:gd name="connsiteY5206" fmla="*/ 2229890 h 2787466"/>
              <a:gd name="connsiteX5207" fmla="*/ 1470924 w 3600000"/>
              <a:gd name="connsiteY5207" fmla="*/ 2234764 h 2787466"/>
              <a:gd name="connsiteX5208" fmla="*/ 1472366 w 3600000"/>
              <a:gd name="connsiteY5208" fmla="*/ 2239795 h 2787466"/>
              <a:gd name="connsiteX5209" fmla="*/ 1420226 w 3600000"/>
              <a:gd name="connsiteY5209" fmla="*/ 2262592 h 2787466"/>
              <a:gd name="connsiteX5210" fmla="*/ 1450109 w 3600000"/>
              <a:gd name="connsiteY5210" fmla="*/ 2266680 h 2787466"/>
              <a:gd name="connsiteX5211" fmla="*/ 1481435 w 3600000"/>
              <a:gd name="connsiteY5211" fmla="*/ 2263693 h 2787466"/>
              <a:gd name="connsiteX5212" fmla="*/ 1373239 w 3600000"/>
              <a:gd name="connsiteY5212" fmla="*/ 2291520 h 2787466"/>
              <a:gd name="connsiteX5213" fmla="*/ 1386428 w 3600000"/>
              <a:gd name="connsiteY5213" fmla="*/ 2298439 h 2787466"/>
              <a:gd name="connsiteX5214" fmla="*/ 1467008 w 3600000"/>
              <a:gd name="connsiteY5214" fmla="*/ 2293407 h 2787466"/>
              <a:gd name="connsiteX5215" fmla="*/ 1426822 w 3600000"/>
              <a:gd name="connsiteY5215" fmla="*/ 2307400 h 2787466"/>
              <a:gd name="connsiteX5216" fmla="*/ 1372003 w 3600000"/>
              <a:gd name="connsiteY5216" fmla="*/ 2310387 h 2787466"/>
              <a:gd name="connsiteX5217" fmla="*/ 1372003 w 3600000"/>
              <a:gd name="connsiteY5217" fmla="*/ 2317305 h 2787466"/>
              <a:gd name="connsiteX5218" fmla="*/ 1364172 w 3600000"/>
              <a:gd name="connsiteY5218" fmla="*/ 2313375 h 2787466"/>
              <a:gd name="connsiteX5219" fmla="*/ 1348715 w 3600000"/>
              <a:gd name="connsiteY5219" fmla="*/ 2328153 h 2787466"/>
              <a:gd name="connsiteX5220" fmla="*/ 1396733 w 3600000"/>
              <a:gd name="connsiteY5220" fmla="*/ 2330197 h 2787466"/>
              <a:gd name="connsiteX5221" fmla="*/ 1439805 w 3600000"/>
              <a:gd name="connsiteY5221" fmla="*/ 2330197 h 2787466"/>
              <a:gd name="connsiteX5222" fmla="*/ 1366851 w 3600000"/>
              <a:gd name="connsiteY5222" fmla="*/ 2341203 h 2787466"/>
              <a:gd name="connsiteX5223" fmla="*/ 1356341 w 3600000"/>
              <a:gd name="connsiteY5223" fmla="*/ 2348120 h 2787466"/>
              <a:gd name="connsiteX5224" fmla="*/ 1302964 w 3600000"/>
              <a:gd name="connsiteY5224" fmla="*/ 2342146 h 2787466"/>
              <a:gd name="connsiteX5225" fmla="*/ 1287302 w 3600000"/>
              <a:gd name="connsiteY5225" fmla="*/ 2343089 h 2787466"/>
              <a:gd name="connsiteX5226" fmla="*/ 1280840 w 3600000"/>
              <a:gd name="connsiteY5226" fmla="*/ 2347141 h 2787466"/>
              <a:gd name="connsiteX5227" fmla="*/ 1271542 w 3600000"/>
              <a:gd name="connsiteY5227" fmla="*/ 2367467 h 2787466"/>
              <a:gd name="connsiteX5228" fmla="*/ 1280553 w 3600000"/>
              <a:gd name="connsiteY5228" fmla="*/ 2365709 h 2787466"/>
              <a:gd name="connsiteX5229" fmla="*/ 1286065 w 3600000"/>
              <a:gd name="connsiteY5229" fmla="*/ 2370917 h 2787466"/>
              <a:gd name="connsiteX5230" fmla="*/ 1293897 w 3600000"/>
              <a:gd name="connsiteY5230" fmla="*/ 2364000 h 2787466"/>
              <a:gd name="connsiteX5231" fmla="*/ 1304407 w 3600000"/>
              <a:gd name="connsiteY5231" fmla="*/ 2369974 h 2787466"/>
              <a:gd name="connsiteX5232" fmla="*/ 1309559 w 3600000"/>
              <a:gd name="connsiteY5232" fmla="*/ 2364943 h 2787466"/>
              <a:gd name="connsiteX5233" fmla="*/ 1315947 w 3600000"/>
              <a:gd name="connsiteY5233" fmla="*/ 2370917 h 2787466"/>
              <a:gd name="connsiteX5234" fmla="*/ 1283386 w 3600000"/>
              <a:gd name="connsiteY5234" fmla="*/ 2379879 h 2787466"/>
              <a:gd name="connsiteX5235" fmla="*/ 1270402 w 3600000"/>
              <a:gd name="connsiteY5235" fmla="*/ 2375006 h 2787466"/>
              <a:gd name="connsiteX5236" fmla="*/ 1270402 w 3600000"/>
              <a:gd name="connsiteY5236" fmla="*/ 2386797 h 2787466"/>
              <a:gd name="connsiteX5237" fmla="*/ 1255951 w 3600000"/>
              <a:gd name="connsiteY5237" fmla="*/ 2383102 h 2787466"/>
              <a:gd name="connsiteX5238" fmla="*/ 1253331 w 3600000"/>
              <a:gd name="connsiteY5238" fmla="*/ 2382583 h 2787466"/>
              <a:gd name="connsiteX5239" fmla="*/ 1243683 w 3600000"/>
              <a:gd name="connsiteY5239" fmla="*/ 2390057 h 2787466"/>
              <a:gd name="connsiteX5240" fmla="*/ 1227559 w 3600000"/>
              <a:gd name="connsiteY5240" fmla="*/ 2398019 h 2787466"/>
              <a:gd name="connsiteX5241" fmla="*/ 1228354 w 3600000"/>
              <a:gd name="connsiteY5241" fmla="*/ 2398373 h 2787466"/>
              <a:gd name="connsiteX5242" fmla="*/ 1272425 w 3600000"/>
              <a:gd name="connsiteY5242" fmla="*/ 2394685 h 2787466"/>
              <a:gd name="connsiteX5243" fmla="*/ 1280049 w 3600000"/>
              <a:gd name="connsiteY5243" fmla="*/ 2398587 h 2787466"/>
              <a:gd name="connsiteX5244" fmla="*/ 1349280 w 3600000"/>
              <a:gd name="connsiteY5244" fmla="*/ 2390784 h 2787466"/>
              <a:gd name="connsiteX5245" fmla="*/ 1370091 w 3600000"/>
              <a:gd name="connsiteY5245" fmla="*/ 2389691 h 2787466"/>
              <a:gd name="connsiteX5246" fmla="*/ 1359582 w 3600000"/>
              <a:gd name="connsiteY5246" fmla="*/ 2410449 h 2787466"/>
              <a:gd name="connsiteX5247" fmla="*/ 1351753 w 3600000"/>
              <a:gd name="connsiteY5247" fmla="*/ 2401553 h 2787466"/>
              <a:gd name="connsiteX5248" fmla="*/ 1327027 w 3600000"/>
              <a:gd name="connsiteY5248" fmla="*/ 2405455 h 2787466"/>
              <a:gd name="connsiteX5249" fmla="*/ 1321876 w 3600000"/>
              <a:gd name="connsiteY5249" fmla="*/ 2413414 h 2787466"/>
              <a:gd name="connsiteX5250" fmla="*/ 1302302 w 3600000"/>
              <a:gd name="connsiteY5250" fmla="*/ 2419346 h 2787466"/>
              <a:gd name="connsiteX5251" fmla="*/ 1291793 w 3600000"/>
              <a:gd name="connsiteY5251" fmla="*/ 2410449 h 2787466"/>
              <a:gd name="connsiteX5252" fmla="*/ 1255323 w 3600000"/>
              <a:gd name="connsiteY5252" fmla="*/ 2408420 h 2787466"/>
              <a:gd name="connsiteX5253" fmla="*/ 1217308 w 3600000"/>
              <a:gd name="connsiteY5253" fmla="*/ 2403877 h 2787466"/>
              <a:gd name="connsiteX5254" fmla="*/ 1217414 w 3600000"/>
              <a:gd name="connsiteY5254" fmla="*/ 2400326 h 2787466"/>
              <a:gd name="connsiteX5255" fmla="*/ 1205722 w 3600000"/>
              <a:gd name="connsiteY5255" fmla="*/ 2402830 h 2787466"/>
              <a:gd name="connsiteX5256" fmla="*/ 1190063 w 3600000"/>
              <a:gd name="connsiteY5256" fmla="*/ 2415878 h 2787466"/>
              <a:gd name="connsiteX5257" fmla="*/ 1152360 w 3600000"/>
              <a:gd name="connsiteY5257" fmla="*/ 2407860 h 2787466"/>
              <a:gd name="connsiteX5258" fmla="*/ 1152441 w 3600000"/>
              <a:gd name="connsiteY5258" fmla="*/ 2406330 h 2787466"/>
              <a:gd name="connsiteX5259" fmla="*/ 1151831 w 3600000"/>
              <a:gd name="connsiteY5259" fmla="*/ 2406133 h 2787466"/>
              <a:gd name="connsiteX5260" fmla="*/ 1147963 w 3600000"/>
              <a:gd name="connsiteY5260" fmla="*/ 2402158 h 2787466"/>
              <a:gd name="connsiteX5261" fmla="*/ 1149326 w 3600000"/>
              <a:gd name="connsiteY5261" fmla="*/ 2394811 h 2787466"/>
              <a:gd name="connsiteX5262" fmla="*/ 1137873 w 3600000"/>
              <a:gd name="connsiteY5262" fmla="*/ 2390519 h 2787466"/>
              <a:gd name="connsiteX5263" fmla="*/ 1112853 w 3600000"/>
              <a:gd name="connsiteY5263" fmla="*/ 2385379 h 2787466"/>
              <a:gd name="connsiteX5264" fmla="*/ 1090479 w 3600000"/>
              <a:gd name="connsiteY5264" fmla="*/ 2380087 h 2787466"/>
              <a:gd name="connsiteX5265" fmla="*/ 1084595 w 3600000"/>
              <a:gd name="connsiteY5265" fmla="*/ 2380484 h 2787466"/>
              <a:gd name="connsiteX5266" fmla="*/ 1084536 w 3600000"/>
              <a:gd name="connsiteY5266" fmla="*/ 2380647 h 2787466"/>
              <a:gd name="connsiteX5267" fmla="*/ 1076741 w 3600000"/>
              <a:gd name="connsiteY5267" fmla="*/ 2381045 h 2787466"/>
              <a:gd name="connsiteX5268" fmla="*/ 1087044 w 3600000"/>
              <a:gd name="connsiteY5268" fmla="*/ 2392051 h 2787466"/>
              <a:gd name="connsiteX5269" fmla="*/ 1083129 w 3600000"/>
              <a:gd name="connsiteY5269" fmla="*/ 2401955 h 2787466"/>
              <a:gd name="connsiteX5270" fmla="*/ 1088486 w 3600000"/>
              <a:gd name="connsiteY5270" fmla="*/ 2395981 h 2787466"/>
              <a:gd name="connsiteX5271" fmla="*/ 1100232 w 3600000"/>
              <a:gd name="connsiteY5271" fmla="*/ 2401955 h 2787466"/>
              <a:gd name="connsiteX5272" fmla="*/ 1093638 w 3600000"/>
              <a:gd name="connsiteY5272" fmla="*/ 2410917 h 2787466"/>
              <a:gd name="connsiteX5273" fmla="*/ 1080656 w 3600000"/>
              <a:gd name="connsiteY5273" fmla="*/ 2409974 h 2787466"/>
              <a:gd name="connsiteX5274" fmla="*/ 1102705 w 3600000"/>
              <a:gd name="connsiteY5274" fmla="*/ 2425853 h 2787466"/>
              <a:gd name="connsiteX5275" fmla="*/ 1101468 w 3600000"/>
              <a:gd name="connsiteY5275" fmla="*/ 2439689 h 2787466"/>
              <a:gd name="connsiteX5276" fmla="*/ 1090959 w 3600000"/>
              <a:gd name="connsiteY5276" fmla="*/ 2435759 h 2787466"/>
              <a:gd name="connsiteX5277" fmla="*/ 1090959 w 3600000"/>
              <a:gd name="connsiteY5277" fmla="*/ 2427740 h 2787466"/>
              <a:gd name="connsiteX5278" fmla="*/ 1081892 w 3600000"/>
              <a:gd name="connsiteY5278" fmla="*/ 2429784 h 2787466"/>
              <a:gd name="connsiteX5279" fmla="*/ 1089723 w 3600000"/>
              <a:gd name="connsiteY5279" fmla="*/ 2436702 h 2787466"/>
              <a:gd name="connsiteX5280" fmla="*/ 1081892 w 3600000"/>
              <a:gd name="connsiteY5280" fmla="*/ 2447708 h 2787466"/>
              <a:gd name="connsiteX5281" fmla="*/ 1062317 w 3600000"/>
              <a:gd name="connsiteY5281" fmla="*/ 2423810 h 2787466"/>
              <a:gd name="connsiteX5282" fmla="*/ 1055928 w 3600000"/>
              <a:gd name="connsiteY5282" fmla="*/ 2451639 h 2787466"/>
              <a:gd name="connsiteX5283" fmla="*/ 1061080 w 3600000"/>
              <a:gd name="connsiteY5283" fmla="*/ 2459657 h 2787466"/>
              <a:gd name="connsiteX5284" fmla="*/ 1067674 w 3600000"/>
              <a:gd name="connsiteY5284" fmla="*/ 2458557 h 2787466"/>
              <a:gd name="connsiteX5285" fmla="*/ 1059844 w 3600000"/>
              <a:gd name="connsiteY5285" fmla="*/ 2503365 h 2787466"/>
              <a:gd name="connsiteX5286" fmla="*/ 1067674 w 3600000"/>
              <a:gd name="connsiteY5286" fmla="*/ 2505252 h 2787466"/>
              <a:gd name="connsiteX5287" fmla="*/ 1062317 w 3600000"/>
              <a:gd name="connsiteY5287" fmla="*/ 2514213 h 2787466"/>
              <a:gd name="connsiteX5288" fmla="*/ 1053250 w 3600000"/>
              <a:gd name="connsiteY5288" fmla="*/ 2508239 h 2787466"/>
              <a:gd name="connsiteX5289" fmla="*/ 1050571 w 3600000"/>
              <a:gd name="connsiteY5289" fmla="*/ 2526162 h 2787466"/>
              <a:gd name="connsiteX5290" fmla="*/ 1040268 w 3600000"/>
              <a:gd name="connsiteY5290" fmla="*/ 2530093 h 2787466"/>
              <a:gd name="connsiteX5291" fmla="*/ 1046655 w 3600000"/>
              <a:gd name="connsiteY5291" fmla="*/ 2533081 h 2787466"/>
              <a:gd name="connsiteX5292" fmla="*/ 1034910 w 3600000"/>
              <a:gd name="connsiteY5292" fmla="*/ 2537011 h 2787466"/>
              <a:gd name="connsiteX5293" fmla="*/ 1041504 w 3600000"/>
              <a:gd name="connsiteY5293" fmla="*/ 2544086 h 2787466"/>
              <a:gd name="connsiteX5294" fmla="*/ 1023370 w 3600000"/>
              <a:gd name="connsiteY5294" fmla="*/ 2545029 h 2787466"/>
              <a:gd name="connsiteX5295" fmla="*/ 1021928 w 3600000"/>
              <a:gd name="connsiteY5295" fmla="*/ 2556978 h 2787466"/>
              <a:gd name="connsiteX5296" fmla="*/ 1019455 w 3600000"/>
              <a:gd name="connsiteY5296" fmla="*/ 2554934 h 2787466"/>
              <a:gd name="connsiteX5297" fmla="*/ 1016776 w 3600000"/>
              <a:gd name="connsiteY5297" fmla="*/ 2554934 h 2787466"/>
              <a:gd name="connsiteX5298" fmla="*/ 1016776 w 3600000"/>
              <a:gd name="connsiteY5298" fmla="*/ 2547073 h 2787466"/>
              <a:gd name="connsiteX5299" fmla="*/ 1020691 w 3600000"/>
              <a:gd name="connsiteY5299" fmla="*/ 2566884 h 2787466"/>
              <a:gd name="connsiteX5300" fmla="*/ 1008945 w 3600000"/>
              <a:gd name="connsiteY5300" fmla="*/ 2571915 h 2787466"/>
              <a:gd name="connsiteX5301" fmla="*/ 1012860 w 3600000"/>
              <a:gd name="connsiteY5301" fmla="*/ 2577889 h 2787466"/>
              <a:gd name="connsiteX5302" fmla="*/ 993284 w 3600000"/>
              <a:gd name="connsiteY5302" fmla="*/ 2575846 h 2787466"/>
              <a:gd name="connsiteX5303" fmla="*/ 992048 w 3600000"/>
              <a:gd name="connsiteY5303" fmla="*/ 2562953 h 2787466"/>
              <a:gd name="connsiteX5304" fmla="*/ 979066 w 3600000"/>
              <a:gd name="connsiteY5304" fmla="*/ 2563897 h 2787466"/>
              <a:gd name="connsiteX5305" fmla="*/ 988133 w 3600000"/>
              <a:gd name="connsiteY5305" fmla="*/ 2583707 h 2787466"/>
              <a:gd name="connsiteX5306" fmla="*/ 998642 w 3600000"/>
              <a:gd name="connsiteY5306" fmla="*/ 2592669 h 2787466"/>
              <a:gd name="connsiteX5307" fmla="*/ 992048 w 3600000"/>
              <a:gd name="connsiteY5307" fmla="*/ 2584807 h 2787466"/>
              <a:gd name="connsiteX5308" fmla="*/ 981539 w 3600000"/>
              <a:gd name="connsiteY5308" fmla="*/ 2590782 h 2787466"/>
              <a:gd name="connsiteX5309" fmla="*/ 989369 w 3600000"/>
              <a:gd name="connsiteY5309" fmla="*/ 2595656 h 2787466"/>
              <a:gd name="connsiteX5310" fmla="*/ 982981 w 3600000"/>
              <a:gd name="connsiteY5310" fmla="*/ 2596756 h 2787466"/>
              <a:gd name="connsiteX5311" fmla="*/ 994727 w 3600000"/>
              <a:gd name="connsiteY5311" fmla="*/ 2603674 h 2787466"/>
              <a:gd name="connsiteX5312" fmla="*/ 982981 w 3600000"/>
              <a:gd name="connsiteY5312" fmla="*/ 2607605 h 2787466"/>
              <a:gd name="connsiteX5313" fmla="*/ 995963 w 3600000"/>
              <a:gd name="connsiteY5313" fmla="*/ 2614523 h 2787466"/>
              <a:gd name="connsiteX5314" fmla="*/ 986897 w 3600000"/>
              <a:gd name="connsiteY5314" fmla="*/ 2612636 h 2787466"/>
              <a:gd name="connsiteX5315" fmla="*/ 981539 w 3600000"/>
              <a:gd name="connsiteY5315" fmla="*/ 2616566 h 2787466"/>
              <a:gd name="connsiteX5316" fmla="*/ 990811 w 3600000"/>
              <a:gd name="connsiteY5316" fmla="*/ 2634490 h 2787466"/>
              <a:gd name="connsiteX5317" fmla="*/ 1003793 w 3600000"/>
              <a:gd name="connsiteY5317" fmla="*/ 2636377 h 2787466"/>
              <a:gd name="connsiteX5318" fmla="*/ 1006473 w 3600000"/>
              <a:gd name="connsiteY5318" fmla="*/ 2641408 h 2787466"/>
              <a:gd name="connsiteX5319" fmla="*/ 1001115 w 3600000"/>
              <a:gd name="connsiteY5319" fmla="*/ 2649426 h 2787466"/>
              <a:gd name="connsiteX5320" fmla="*/ 988133 w 3600000"/>
              <a:gd name="connsiteY5320" fmla="*/ 2629459 h 2787466"/>
              <a:gd name="connsiteX5321" fmla="*/ 982981 w 3600000"/>
              <a:gd name="connsiteY5321" fmla="*/ 2629459 h 2787466"/>
              <a:gd name="connsiteX5322" fmla="*/ 994727 w 3600000"/>
              <a:gd name="connsiteY5322" fmla="*/ 2678198 h 2787466"/>
              <a:gd name="connsiteX5323" fmla="*/ 985454 w 3600000"/>
              <a:gd name="connsiteY5323" fmla="*/ 2684173 h 2787466"/>
              <a:gd name="connsiteX5324" fmla="*/ 963405 w 3600000"/>
              <a:gd name="connsiteY5324" fmla="*/ 2659332 h 2787466"/>
              <a:gd name="connsiteX5325" fmla="*/ 959489 w 3600000"/>
              <a:gd name="connsiteY5325" fmla="*/ 2660275 h 2787466"/>
              <a:gd name="connsiteX5326" fmla="*/ 967320 w 3600000"/>
              <a:gd name="connsiteY5326" fmla="*/ 2698009 h 2787466"/>
              <a:gd name="connsiteX5327" fmla="*/ 963405 w 3600000"/>
              <a:gd name="connsiteY5327" fmla="*/ 2730869 h 2787466"/>
              <a:gd name="connsiteX5328" fmla="*/ 966084 w 3600000"/>
              <a:gd name="connsiteY5328" fmla="*/ 2735743 h 2787466"/>
              <a:gd name="connsiteX5329" fmla="*/ 955574 w 3600000"/>
              <a:gd name="connsiteY5329" fmla="*/ 2733856 h 2787466"/>
              <a:gd name="connsiteX5330" fmla="*/ 946507 w 3600000"/>
              <a:gd name="connsiteY5330" fmla="*/ 2741717 h 2787466"/>
              <a:gd name="connsiteX5331" fmla="*/ 952895 w 3600000"/>
              <a:gd name="connsiteY5331" fmla="*/ 2745647 h 2787466"/>
              <a:gd name="connsiteX5332" fmla="*/ 951659 w 3600000"/>
              <a:gd name="connsiteY5332" fmla="*/ 2741717 h 2787466"/>
              <a:gd name="connsiteX5333" fmla="*/ 963405 w 3600000"/>
              <a:gd name="connsiteY5333" fmla="*/ 2755710 h 2787466"/>
              <a:gd name="connsiteX5334" fmla="*/ 930846 w 3600000"/>
              <a:gd name="connsiteY5334" fmla="*/ 2780551 h 2787466"/>
              <a:gd name="connsiteX5335" fmla="*/ 921058 w 3600000"/>
              <a:gd name="connsiteY5335" fmla="*/ 2781770 h 2787466"/>
              <a:gd name="connsiteX5336" fmla="*/ 911276 w 3600000"/>
              <a:gd name="connsiteY5336" fmla="*/ 2787466 h 2787466"/>
              <a:gd name="connsiteX5337" fmla="*/ 911265 w 3600000"/>
              <a:gd name="connsiteY5337" fmla="*/ 2787466 h 2787466"/>
              <a:gd name="connsiteX5338" fmla="*/ 886388 w 3600000"/>
              <a:gd name="connsiteY5338" fmla="*/ 2773653 h 2787466"/>
              <a:gd name="connsiteX5339" fmla="*/ 872324 w 3600000"/>
              <a:gd name="connsiteY5339" fmla="*/ 2748635 h 2787466"/>
              <a:gd name="connsiteX5340" fmla="*/ 882627 w 3600000"/>
              <a:gd name="connsiteY5340" fmla="*/ 2752723 h 2787466"/>
              <a:gd name="connsiteX5341" fmla="*/ 881391 w 3600000"/>
              <a:gd name="connsiteY5341" fmla="*/ 2734799 h 2787466"/>
              <a:gd name="connsiteX5342" fmla="*/ 864493 w 3600000"/>
              <a:gd name="connsiteY5342" fmla="*/ 2691091 h 2787466"/>
              <a:gd name="connsiteX5343" fmla="*/ 866966 w 3600000"/>
              <a:gd name="connsiteY5343" fmla="*/ 2652257 h 2787466"/>
              <a:gd name="connsiteX5344" fmla="*/ 860578 w 3600000"/>
              <a:gd name="connsiteY5344" fmla="*/ 2663262 h 2787466"/>
              <a:gd name="connsiteX5345" fmla="*/ 856663 w 3600000"/>
              <a:gd name="connsiteY5345" fmla="*/ 2640465 h 2787466"/>
              <a:gd name="connsiteX5346" fmla="*/ 853984 w 3600000"/>
              <a:gd name="connsiteY5346" fmla="*/ 2616566 h 2787466"/>
              <a:gd name="connsiteX5347" fmla="*/ 863051 w 3600000"/>
              <a:gd name="connsiteY5347" fmla="*/ 2613580 h 2787466"/>
              <a:gd name="connsiteX5348" fmla="*/ 859136 w 3600000"/>
              <a:gd name="connsiteY5348" fmla="*/ 2596756 h 2787466"/>
              <a:gd name="connsiteX5349" fmla="*/ 861814 w 3600000"/>
              <a:gd name="connsiteY5349" fmla="*/ 2603674 h 2787466"/>
              <a:gd name="connsiteX5350" fmla="*/ 857899 w 3600000"/>
              <a:gd name="connsiteY5350" fmla="*/ 2591725 h 2787466"/>
              <a:gd name="connsiteX5351" fmla="*/ 864493 w 3600000"/>
              <a:gd name="connsiteY5351" fmla="*/ 2552891 h 2787466"/>
              <a:gd name="connsiteX5352" fmla="*/ 843680 w 3600000"/>
              <a:gd name="connsiteY5352" fmla="*/ 2528207 h 2787466"/>
              <a:gd name="connsiteX5353" fmla="*/ 824104 w 3600000"/>
              <a:gd name="connsiteY5353" fmla="*/ 2530093 h 2787466"/>
              <a:gd name="connsiteX5354" fmla="*/ 828020 w 3600000"/>
              <a:gd name="connsiteY5354" fmla="*/ 2537011 h 2787466"/>
              <a:gd name="connsiteX5355" fmla="*/ 841002 w 3600000"/>
              <a:gd name="connsiteY5355" fmla="*/ 2538112 h 2787466"/>
              <a:gd name="connsiteX5356" fmla="*/ 837086 w 3600000"/>
              <a:gd name="connsiteY5356" fmla="*/ 2558865 h 2787466"/>
              <a:gd name="connsiteX5357" fmla="*/ 828020 w 3600000"/>
              <a:gd name="connsiteY5357" fmla="*/ 2560909 h 2787466"/>
              <a:gd name="connsiteX5358" fmla="*/ 831934 w 3600000"/>
              <a:gd name="connsiteY5358" fmla="*/ 2569871 h 2787466"/>
              <a:gd name="connsiteX5359" fmla="*/ 837086 w 3600000"/>
              <a:gd name="connsiteY5359" fmla="*/ 2569871 h 2787466"/>
              <a:gd name="connsiteX5360" fmla="*/ 830492 w 3600000"/>
              <a:gd name="connsiteY5360" fmla="*/ 2574903 h 2787466"/>
              <a:gd name="connsiteX5361" fmla="*/ 813595 w 3600000"/>
              <a:gd name="connsiteY5361" fmla="*/ 2560909 h 2787466"/>
              <a:gd name="connsiteX5362" fmla="*/ 818952 w 3600000"/>
              <a:gd name="connsiteY5362" fmla="*/ 2583707 h 2787466"/>
              <a:gd name="connsiteX5363" fmla="*/ 807207 w 3600000"/>
              <a:gd name="connsiteY5363" fmla="*/ 2583707 h 2787466"/>
              <a:gd name="connsiteX5364" fmla="*/ 801849 w 3600000"/>
              <a:gd name="connsiteY5364" fmla="*/ 2600687 h 2787466"/>
              <a:gd name="connsiteX5365" fmla="*/ 791546 w 3600000"/>
              <a:gd name="connsiteY5365" fmla="*/ 2596756 h 2787466"/>
              <a:gd name="connsiteX5366" fmla="*/ 783716 w 3600000"/>
              <a:gd name="connsiteY5366" fmla="*/ 2609649 h 2787466"/>
              <a:gd name="connsiteX5367" fmla="*/ 788867 w 3600000"/>
              <a:gd name="connsiteY5367" fmla="*/ 2611535 h 2787466"/>
              <a:gd name="connsiteX5368" fmla="*/ 778564 w 3600000"/>
              <a:gd name="connsiteY5368" fmla="*/ 2629459 h 2787466"/>
              <a:gd name="connsiteX5369" fmla="*/ 761460 w 3600000"/>
              <a:gd name="connsiteY5369" fmla="*/ 2644395 h 2787466"/>
              <a:gd name="connsiteX5370" fmla="*/ 748478 w 3600000"/>
              <a:gd name="connsiteY5370" fmla="*/ 2566884 h 2787466"/>
              <a:gd name="connsiteX5371" fmla="*/ 744563 w 3600000"/>
              <a:gd name="connsiteY5371" fmla="*/ 2542042 h 2787466"/>
              <a:gd name="connsiteX5372" fmla="*/ 739411 w 3600000"/>
              <a:gd name="connsiteY5372" fmla="*/ 2518144 h 2787466"/>
              <a:gd name="connsiteX5373" fmla="*/ 746005 w 3600000"/>
              <a:gd name="connsiteY5373" fmla="*/ 2538112 h 2787466"/>
              <a:gd name="connsiteX5374" fmla="*/ 738175 w 3600000"/>
              <a:gd name="connsiteY5374" fmla="*/ 2506352 h 2787466"/>
              <a:gd name="connsiteX5375" fmla="*/ 730345 w 3600000"/>
              <a:gd name="connsiteY5375" fmla="*/ 2496290 h 2787466"/>
              <a:gd name="connsiteX5376" fmla="*/ 744563 w 3600000"/>
              <a:gd name="connsiteY5376" fmla="*/ 2507296 h 2787466"/>
              <a:gd name="connsiteX5377" fmla="*/ 725193 w 3600000"/>
              <a:gd name="connsiteY5377" fmla="*/ 2486385 h 2787466"/>
              <a:gd name="connsiteX5378" fmla="*/ 734260 w 3600000"/>
              <a:gd name="connsiteY5378" fmla="*/ 2483397 h 2787466"/>
              <a:gd name="connsiteX5379" fmla="*/ 738175 w 3600000"/>
              <a:gd name="connsiteY5379" fmla="*/ 2473493 h 2787466"/>
              <a:gd name="connsiteX5380" fmla="*/ 736732 w 3600000"/>
              <a:gd name="connsiteY5380" fmla="*/ 2470505 h 2787466"/>
              <a:gd name="connsiteX5381" fmla="*/ 722514 w 3600000"/>
              <a:gd name="connsiteY5381" fmla="*/ 2464530 h 2787466"/>
              <a:gd name="connsiteX5382" fmla="*/ 721277 w 3600000"/>
              <a:gd name="connsiteY5382" fmla="*/ 2468461 h 2787466"/>
              <a:gd name="connsiteX5383" fmla="*/ 730345 w 3600000"/>
              <a:gd name="connsiteY5383" fmla="*/ 2473493 h 2787466"/>
              <a:gd name="connsiteX5384" fmla="*/ 729108 w 3600000"/>
              <a:gd name="connsiteY5384" fmla="*/ 2481511 h 2787466"/>
              <a:gd name="connsiteX5385" fmla="*/ 721277 w 3600000"/>
              <a:gd name="connsiteY5385" fmla="*/ 2470505 h 2787466"/>
              <a:gd name="connsiteX5386" fmla="*/ 710768 w 3600000"/>
              <a:gd name="connsiteY5386" fmla="*/ 2477423 h 2787466"/>
              <a:gd name="connsiteX5387" fmla="*/ 696344 w 3600000"/>
              <a:gd name="connsiteY5387" fmla="*/ 2471449 h 2787466"/>
              <a:gd name="connsiteX5388" fmla="*/ 709532 w 3600000"/>
              <a:gd name="connsiteY5388" fmla="*/ 2495346 h 2787466"/>
              <a:gd name="connsiteX5389" fmla="*/ 712005 w 3600000"/>
              <a:gd name="connsiteY5389" fmla="*/ 2505252 h 2787466"/>
              <a:gd name="connsiteX5390" fmla="*/ 719836 w 3600000"/>
              <a:gd name="connsiteY5390" fmla="*/ 2504308 h 2787466"/>
              <a:gd name="connsiteX5391" fmla="*/ 714684 w 3600000"/>
              <a:gd name="connsiteY5391" fmla="*/ 2512170 h 2787466"/>
              <a:gd name="connsiteX5392" fmla="*/ 719836 w 3600000"/>
              <a:gd name="connsiteY5392" fmla="*/ 2601630 h 2787466"/>
              <a:gd name="connsiteX5393" fmla="*/ 702938 w 3600000"/>
              <a:gd name="connsiteY5393" fmla="*/ 2582764 h 2787466"/>
              <a:gd name="connsiteX5394" fmla="*/ 701702 w 3600000"/>
              <a:gd name="connsiteY5394" fmla="*/ 2603674 h 2787466"/>
              <a:gd name="connsiteX5395" fmla="*/ 691192 w 3600000"/>
              <a:gd name="connsiteY5395" fmla="*/ 2609649 h 2787466"/>
              <a:gd name="connsiteX5396" fmla="*/ 695107 w 3600000"/>
              <a:gd name="connsiteY5396" fmla="*/ 2626472 h 2787466"/>
              <a:gd name="connsiteX5397" fmla="*/ 688719 w 3600000"/>
              <a:gd name="connsiteY5397" fmla="*/ 2636377 h 2787466"/>
              <a:gd name="connsiteX5398" fmla="*/ 684804 w 3600000"/>
              <a:gd name="connsiteY5398" fmla="*/ 2627415 h 2787466"/>
              <a:gd name="connsiteX5399" fmla="*/ 673058 w 3600000"/>
              <a:gd name="connsiteY5399" fmla="*/ 2632446 h 2787466"/>
              <a:gd name="connsiteX5400" fmla="*/ 644415 w 3600000"/>
              <a:gd name="connsiteY5400" fmla="*/ 2591725 h 2787466"/>
              <a:gd name="connsiteX5401" fmla="*/ 629991 w 3600000"/>
              <a:gd name="connsiteY5401" fmla="*/ 2550061 h 2787466"/>
              <a:gd name="connsiteX5402" fmla="*/ 615772 w 3600000"/>
              <a:gd name="connsiteY5402" fmla="*/ 2498334 h 2787466"/>
              <a:gd name="connsiteX5403" fmla="*/ 605262 w 3600000"/>
              <a:gd name="connsiteY5403" fmla="*/ 2455569 h 2787466"/>
              <a:gd name="connsiteX5404" fmla="*/ 611857 w 3600000"/>
              <a:gd name="connsiteY5404" fmla="*/ 2455569 h 2787466"/>
              <a:gd name="connsiteX5405" fmla="*/ 602584 w 3600000"/>
              <a:gd name="connsiteY5405" fmla="*/ 2440633 h 2787466"/>
              <a:gd name="connsiteX5406" fmla="*/ 613093 w 3600000"/>
              <a:gd name="connsiteY5406" fmla="*/ 2435759 h 2787466"/>
              <a:gd name="connsiteX5407" fmla="*/ 581771 w 3600000"/>
              <a:gd name="connsiteY5407" fmla="*/ 2384032 h 2787466"/>
              <a:gd name="connsiteX5408" fmla="*/ 575383 w 3600000"/>
              <a:gd name="connsiteY5408" fmla="*/ 2368152 h 2787466"/>
              <a:gd name="connsiteX5409" fmla="*/ 594959 w 3600000"/>
              <a:gd name="connsiteY5409" fmla="*/ 2314539 h 2787466"/>
              <a:gd name="connsiteX5410" fmla="*/ 592280 w 3600000"/>
              <a:gd name="connsiteY5410" fmla="*/ 2320513 h 2787466"/>
              <a:gd name="connsiteX5411" fmla="*/ 579299 w 3600000"/>
              <a:gd name="connsiteY5411" fmla="*/ 2312494 h 2787466"/>
              <a:gd name="connsiteX5412" fmla="*/ 578062 w 3600000"/>
              <a:gd name="connsiteY5412" fmla="*/ 2302590 h 2787466"/>
              <a:gd name="connsiteX5413" fmla="*/ 587129 w 3600000"/>
              <a:gd name="connsiteY5413" fmla="*/ 2292684 h 2787466"/>
              <a:gd name="connsiteX5414" fmla="*/ 574147 w 3600000"/>
              <a:gd name="connsiteY5414" fmla="*/ 2286710 h 2787466"/>
              <a:gd name="connsiteX5415" fmla="*/ 589602 w 3600000"/>
              <a:gd name="connsiteY5415" fmla="*/ 2219104 h 2787466"/>
              <a:gd name="connsiteX5416" fmla="*/ 589602 w 3600000"/>
              <a:gd name="connsiteY5416" fmla="*/ 2201338 h 2787466"/>
              <a:gd name="connsiteX5417" fmla="*/ 566110 w 3600000"/>
              <a:gd name="connsiteY5417" fmla="*/ 2183414 h 2787466"/>
              <a:gd name="connsiteX5418" fmla="*/ 583214 w 3600000"/>
              <a:gd name="connsiteY5418" fmla="*/ 2096941 h 2787466"/>
              <a:gd name="connsiteX5419" fmla="*/ 579299 w 3600000"/>
              <a:gd name="connsiteY5419" fmla="*/ 2063137 h 2787466"/>
              <a:gd name="connsiteX5420" fmla="*/ 581771 w 3600000"/>
              <a:gd name="connsiteY5420" fmla="*/ 2010467 h 2787466"/>
              <a:gd name="connsiteX5421" fmla="*/ 574147 w 3600000"/>
              <a:gd name="connsiteY5421" fmla="*/ 1972734 h 2787466"/>
              <a:gd name="connsiteX5422" fmla="*/ 584450 w 3600000"/>
              <a:gd name="connsiteY5422" fmla="*/ 1968803 h 2787466"/>
              <a:gd name="connsiteX5423" fmla="*/ 578062 w 3600000"/>
              <a:gd name="connsiteY5423" fmla="*/ 1943961 h 2787466"/>
              <a:gd name="connsiteX5424" fmla="*/ 583214 w 3600000"/>
              <a:gd name="connsiteY5424" fmla="*/ 1948835 h 2787466"/>
              <a:gd name="connsiteX5425" fmla="*/ 591044 w 3600000"/>
              <a:gd name="connsiteY5425" fmla="*/ 1901197 h 2787466"/>
              <a:gd name="connsiteX5426" fmla="*/ 584450 w 3600000"/>
              <a:gd name="connsiteY5426" fmla="*/ 1922108 h 2787466"/>
              <a:gd name="connsiteX5427" fmla="*/ 592280 w 3600000"/>
              <a:gd name="connsiteY5427" fmla="*/ 1943961 h 2787466"/>
              <a:gd name="connsiteX5428" fmla="*/ 600111 w 3600000"/>
              <a:gd name="connsiteY5428" fmla="*/ 1938930 h 2787466"/>
              <a:gd name="connsiteX5429" fmla="*/ 602584 w 3600000"/>
              <a:gd name="connsiteY5429" fmla="*/ 1953866 h 2787466"/>
              <a:gd name="connsiteX5430" fmla="*/ 597432 w 3600000"/>
              <a:gd name="connsiteY5430" fmla="*/ 1929025 h 2787466"/>
              <a:gd name="connsiteX5431" fmla="*/ 610028 w 3600000"/>
              <a:gd name="connsiteY5431" fmla="*/ 1901236 h 2787466"/>
              <a:gd name="connsiteX5432" fmla="*/ 610935 w 3600000"/>
              <a:gd name="connsiteY5432" fmla="*/ 1889355 h 2787466"/>
              <a:gd name="connsiteX5433" fmla="*/ 610705 w 3600000"/>
              <a:gd name="connsiteY5433" fmla="*/ 1889143 h 2787466"/>
              <a:gd name="connsiteX5434" fmla="*/ 611016 w 3600000"/>
              <a:gd name="connsiteY5434" fmla="*/ 1888293 h 2787466"/>
              <a:gd name="connsiteX5435" fmla="*/ 611255 w 3600000"/>
              <a:gd name="connsiteY5435" fmla="*/ 1885159 h 2787466"/>
              <a:gd name="connsiteX5436" fmla="*/ 618292 w 3600000"/>
              <a:gd name="connsiteY5436" fmla="*/ 1872827 h 2787466"/>
              <a:gd name="connsiteX5437" fmla="*/ 599130 w 3600000"/>
              <a:gd name="connsiteY5437" fmla="*/ 1869286 h 2787466"/>
              <a:gd name="connsiteX5438" fmla="*/ 599719 w 3600000"/>
              <a:gd name="connsiteY5438" fmla="*/ 1873677 h 2787466"/>
              <a:gd name="connsiteX5439" fmla="*/ 598679 w 3600000"/>
              <a:gd name="connsiteY5439" fmla="*/ 1877649 h 2787466"/>
              <a:gd name="connsiteX5440" fmla="*/ 605030 w 3600000"/>
              <a:gd name="connsiteY5440" fmla="*/ 1877298 h 2787466"/>
              <a:gd name="connsiteX5441" fmla="*/ 607704 w 3600000"/>
              <a:gd name="connsiteY5441" fmla="*/ 1893850 h 2787466"/>
              <a:gd name="connsiteX5442" fmla="*/ 596285 w 3600000"/>
              <a:gd name="connsiteY5442" fmla="*/ 1892284 h 2787466"/>
              <a:gd name="connsiteX5443" fmla="*/ 593375 w 3600000"/>
              <a:gd name="connsiteY5443" fmla="*/ 1892424 h 2787466"/>
              <a:gd name="connsiteX5444" fmla="*/ 591903 w 3600000"/>
              <a:gd name="connsiteY5444" fmla="*/ 1898705 h 2787466"/>
              <a:gd name="connsiteX5445" fmla="*/ 589446 w 3600000"/>
              <a:gd name="connsiteY5445" fmla="*/ 1892613 h 2787466"/>
              <a:gd name="connsiteX5446" fmla="*/ 583015 w 3600000"/>
              <a:gd name="connsiteY5446" fmla="*/ 1892922 h 2787466"/>
              <a:gd name="connsiteX5447" fmla="*/ 575197 w 3600000"/>
              <a:gd name="connsiteY5447" fmla="*/ 1875287 h 2787466"/>
              <a:gd name="connsiteX5448" fmla="*/ 590834 w 3600000"/>
              <a:gd name="connsiteY5448" fmla="*/ 1886115 h 2787466"/>
              <a:gd name="connsiteX5449" fmla="*/ 596842 w 3600000"/>
              <a:gd name="connsiteY5449" fmla="*/ 1883998 h 2787466"/>
              <a:gd name="connsiteX5450" fmla="*/ 597272 w 3600000"/>
              <a:gd name="connsiteY5450" fmla="*/ 1881297 h 2787466"/>
              <a:gd name="connsiteX5451" fmla="*/ 591169 w 3600000"/>
              <a:gd name="connsiteY5451" fmla="*/ 1884836 h 2787466"/>
              <a:gd name="connsiteX5452" fmla="*/ 597517 w 3600000"/>
              <a:gd name="connsiteY5452" fmla="*/ 1857261 h 2787466"/>
              <a:gd name="connsiteX5453" fmla="*/ 598939 w 3600000"/>
              <a:gd name="connsiteY5453" fmla="*/ 1867862 h 2787466"/>
              <a:gd name="connsiteX5454" fmla="*/ 600422 w 3600000"/>
              <a:gd name="connsiteY5454" fmla="*/ 1859674 h 2787466"/>
              <a:gd name="connsiteX5455" fmla="*/ 605085 w 3600000"/>
              <a:gd name="connsiteY5455" fmla="*/ 1852384 h 2787466"/>
              <a:gd name="connsiteX5456" fmla="*/ 603849 w 3600000"/>
              <a:gd name="connsiteY5456" fmla="*/ 1848295 h 2787466"/>
              <a:gd name="connsiteX5457" fmla="*/ 599933 w 3600000"/>
              <a:gd name="connsiteY5457" fmla="*/ 1852384 h 2787466"/>
              <a:gd name="connsiteX5458" fmla="*/ 607765 w 3600000"/>
              <a:gd name="connsiteY5458" fmla="*/ 1843421 h 2787466"/>
              <a:gd name="connsiteX5459" fmla="*/ 565926 w 3600000"/>
              <a:gd name="connsiteY5459" fmla="*/ 1840434 h 2787466"/>
              <a:gd name="connsiteX5460" fmla="*/ 564689 w 3600000"/>
              <a:gd name="connsiteY5460" fmla="*/ 1857257 h 2787466"/>
              <a:gd name="connsiteX5461" fmla="*/ 491730 w 3600000"/>
              <a:gd name="connsiteY5461" fmla="*/ 1832416 h 2787466"/>
              <a:gd name="connsiteX5462" fmla="*/ 494409 w 3600000"/>
              <a:gd name="connsiteY5462" fmla="*/ 1850340 h 2787466"/>
              <a:gd name="connsiteX5463" fmla="*/ 472356 w 3600000"/>
              <a:gd name="connsiteY5463" fmla="*/ 1863231 h 2787466"/>
              <a:gd name="connsiteX5464" fmla="*/ 448861 w 3600000"/>
              <a:gd name="connsiteY5464" fmla="*/ 1862288 h 2787466"/>
              <a:gd name="connsiteX5465" fmla="*/ 421449 w 3600000"/>
              <a:gd name="connsiteY5465" fmla="*/ 1837448 h 2787466"/>
              <a:gd name="connsiteX5466" fmla="*/ 431960 w 3600000"/>
              <a:gd name="connsiteY5466" fmla="*/ 1830529 h 2787466"/>
              <a:gd name="connsiteX5467" fmla="*/ 431960 w 3600000"/>
              <a:gd name="connsiteY5467" fmla="*/ 1807576 h 2787466"/>
              <a:gd name="connsiteX5468" fmla="*/ 422686 w 3600000"/>
              <a:gd name="connsiteY5468" fmla="*/ 1791696 h 2787466"/>
              <a:gd name="connsiteX5469" fmla="*/ 386412 w 3600000"/>
              <a:gd name="connsiteY5469" fmla="*/ 1807576 h 2787466"/>
              <a:gd name="connsiteX5470" fmla="*/ 384969 w 3600000"/>
              <a:gd name="connsiteY5470" fmla="*/ 1809619 h 2787466"/>
              <a:gd name="connsiteX5471" fmla="*/ 394037 w 3600000"/>
              <a:gd name="connsiteY5471" fmla="*/ 1810562 h 2787466"/>
              <a:gd name="connsiteX5472" fmla="*/ 390121 w 3600000"/>
              <a:gd name="connsiteY5472" fmla="*/ 1815594 h 2787466"/>
              <a:gd name="connsiteX5473" fmla="*/ 411144 w 3600000"/>
              <a:gd name="connsiteY5473" fmla="*/ 1826442 h 2787466"/>
              <a:gd name="connsiteX5474" fmla="*/ 401870 w 3600000"/>
              <a:gd name="connsiteY5474" fmla="*/ 1841378 h 2787466"/>
              <a:gd name="connsiteX5475" fmla="*/ 377137 w 3600000"/>
              <a:gd name="connsiteY5475" fmla="*/ 1830529 h 2787466"/>
              <a:gd name="connsiteX5476" fmla="*/ 370748 w 3600000"/>
              <a:gd name="connsiteY5476" fmla="*/ 1818581 h 2787466"/>
              <a:gd name="connsiteX5477" fmla="*/ 379817 w 3600000"/>
              <a:gd name="connsiteY5477" fmla="*/ 1807576 h 2787466"/>
              <a:gd name="connsiteX5478" fmla="*/ 362916 w 3600000"/>
              <a:gd name="connsiteY5478" fmla="*/ 1800658 h 2787466"/>
              <a:gd name="connsiteX5479" fmla="*/ 384969 w 3600000"/>
              <a:gd name="connsiteY5479" fmla="*/ 1800658 h 2787466"/>
              <a:gd name="connsiteX5480" fmla="*/ 395481 w 3600000"/>
              <a:gd name="connsiteY5480" fmla="*/ 1793740 h 2787466"/>
              <a:gd name="connsiteX5481" fmla="*/ 385059 w 3600000"/>
              <a:gd name="connsiteY5481" fmla="*/ 1785134 h 2787466"/>
              <a:gd name="connsiteX5482" fmla="*/ 385074 w 3600000"/>
              <a:gd name="connsiteY5482" fmla="*/ 1785113 h 2787466"/>
              <a:gd name="connsiteX5483" fmla="*/ 385016 w 3600000"/>
              <a:gd name="connsiteY5483" fmla="*/ 1785098 h 2787466"/>
              <a:gd name="connsiteX5484" fmla="*/ 376750 w 3600000"/>
              <a:gd name="connsiteY5484" fmla="*/ 1778273 h 2787466"/>
              <a:gd name="connsiteX5485" fmla="*/ 355084 w 3600000"/>
              <a:gd name="connsiteY5485" fmla="*/ 1762925 h 2787466"/>
              <a:gd name="connsiteX5486" fmla="*/ 346016 w 3600000"/>
              <a:gd name="connsiteY5486" fmla="*/ 1773773 h 2787466"/>
              <a:gd name="connsiteX5487" fmla="*/ 352405 w 3600000"/>
              <a:gd name="connsiteY5487" fmla="*/ 1772829 h 2787466"/>
              <a:gd name="connsiteX5488" fmla="*/ 353642 w 3600000"/>
              <a:gd name="connsiteY5488" fmla="*/ 1778804 h 2787466"/>
              <a:gd name="connsiteX5489" fmla="*/ 340657 w 3600000"/>
              <a:gd name="connsiteY5489" fmla="*/ 1783835 h 2787466"/>
              <a:gd name="connsiteX5490" fmla="*/ 312009 w 3600000"/>
              <a:gd name="connsiteY5490" fmla="*/ 1775817 h 2787466"/>
              <a:gd name="connsiteX5491" fmla="*/ 293872 w 3600000"/>
              <a:gd name="connsiteY5491" fmla="*/ 1764968 h 2787466"/>
              <a:gd name="connsiteX5492" fmla="*/ 283361 w 3600000"/>
              <a:gd name="connsiteY5492" fmla="*/ 1744058 h 2787466"/>
              <a:gd name="connsiteX5493" fmla="*/ 267697 w 3600000"/>
              <a:gd name="connsiteY5493" fmla="*/ 1743115 h 2787466"/>
              <a:gd name="connsiteX5494" fmla="*/ 267697 w 3600000"/>
              <a:gd name="connsiteY5494" fmla="*/ 1723148 h 2787466"/>
              <a:gd name="connsiteX5495" fmla="*/ 286040 w 3600000"/>
              <a:gd name="connsiteY5495" fmla="*/ 1723148 h 2787466"/>
              <a:gd name="connsiteX5496" fmla="*/ 286040 w 3600000"/>
              <a:gd name="connsiteY5496" fmla="*/ 1733052 h 2787466"/>
              <a:gd name="connsiteX5497" fmla="*/ 295109 w 3600000"/>
              <a:gd name="connsiteY5497" fmla="*/ 1733052 h 2787466"/>
              <a:gd name="connsiteX5498" fmla="*/ 304177 w 3600000"/>
              <a:gd name="connsiteY5498" fmla="*/ 1724091 h 2787466"/>
              <a:gd name="connsiteX5499" fmla="*/ 295109 w 3600000"/>
              <a:gd name="connsiteY5499" fmla="*/ 1723148 h 2787466"/>
              <a:gd name="connsiteX5500" fmla="*/ 292636 w 3600000"/>
              <a:gd name="connsiteY5500" fmla="*/ 1707268 h 2787466"/>
              <a:gd name="connsiteX5501" fmla="*/ 280321 w 3600000"/>
              <a:gd name="connsiteY5501" fmla="*/ 1706561 h 2787466"/>
              <a:gd name="connsiteX5502" fmla="*/ 279193 w 3600000"/>
              <a:gd name="connsiteY5502" fmla="*/ 1703780 h 2787466"/>
              <a:gd name="connsiteX5503" fmla="*/ 272494 w 3600000"/>
              <a:gd name="connsiteY5503" fmla="*/ 1704995 h 2787466"/>
              <a:gd name="connsiteX5504" fmla="*/ 271974 w 3600000"/>
              <a:gd name="connsiteY5504" fmla="*/ 1708762 h 2787466"/>
              <a:gd name="connsiteX5505" fmla="*/ 269140 w 3600000"/>
              <a:gd name="connsiteY5505" fmla="*/ 1719217 h 2787466"/>
              <a:gd name="connsiteX5506" fmla="*/ 262809 w 3600000"/>
              <a:gd name="connsiteY5506" fmla="*/ 1709010 h 2787466"/>
              <a:gd name="connsiteX5507" fmla="*/ 263122 w 3600000"/>
              <a:gd name="connsiteY5507" fmla="*/ 1706694 h 2787466"/>
              <a:gd name="connsiteX5508" fmla="*/ 253804 w 3600000"/>
              <a:gd name="connsiteY5508" fmla="*/ 1708384 h 2787466"/>
              <a:gd name="connsiteX5509" fmla="*/ 256483 w 3600000"/>
              <a:gd name="connsiteY5509" fmla="*/ 1713414 h 2787466"/>
              <a:gd name="connsiteX5510" fmla="*/ 214647 w 3600000"/>
              <a:gd name="connsiteY5510" fmla="*/ 1720331 h 2787466"/>
              <a:gd name="connsiteX5511" fmla="*/ 182086 w 3600000"/>
              <a:gd name="connsiteY5511" fmla="*/ 1744223 h 2787466"/>
              <a:gd name="connsiteX5512" fmla="*/ 204343 w 3600000"/>
              <a:gd name="connsiteY5512" fmla="*/ 1707441 h 2787466"/>
              <a:gd name="connsiteX5513" fmla="*/ 200428 w 3600000"/>
              <a:gd name="connsiteY5513" fmla="*/ 1702411 h 2787466"/>
              <a:gd name="connsiteX5514" fmla="*/ 188681 w 3600000"/>
              <a:gd name="connsiteY5514" fmla="*/ 1698481 h 2787466"/>
              <a:gd name="connsiteX5515" fmla="*/ 169103 w 3600000"/>
              <a:gd name="connsiteY5515" fmla="*/ 1701467 h 2787466"/>
              <a:gd name="connsiteX5516" fmla="*/ 161272 w 3600000"/>
              <a:gd name="connsiteY5516" fmla="*/ 1709485 h 2787466"/>
              <a:gd name="connsiteX5517" fmla="*/ 165186 w 3600000"/>
              <a:gd name="connsiteY5517" fmla="*/ 1720331 h 2787466"/>
              <a:gd name="connsiteX5518" fmla="*/ 156119 w 3600000"/>
              <a:gd name="connsiteY5518" fmla="*/ 1719387 h 2787466"/>
              <a:gd name="connsiteX5519" fmla="*/ 102743 w 3600000"/>
              <a:gd name="connsiteY5519" fmla="*/ 1745167 h 2787466"/>
              <a:gd name="connsiteX5520" fmla="*/ 98827 w 3600000"/>
              <a:gd name="connsiteY5520" fmla="*/ 1753183 h 2787466"/>
              <a:gd name="connsiteX5521" fmla="*/ 127473 w 3600000"/>
              <a:gd name="connsiteY5521" fmla="*/ 1718287 h 2787466"/>
              <a:gd name="connsiteX5522" fmla="*/ 110574 w 3600000"/>
              <a:gd name="connsiteY5522" fmla="*/ 1714357 h 2787466"/>
              <a:gd name="connsiteX5523" fmla="*/ 111811 w 3600000"/>
              <a:gd name="connsiteY5523" fmla="*/ 1707441 h 2787466"/>
              <a:gd name="connsiteX5524" fmla="*/ 122321 w 3600000"/>
              <a:gd name="connsiteY5524" fmla="*/ 1700525 h 2787466"/>
              <a:gd name="connsiteX5525" fmla="*/ 120878 w 3600000"/>
              <a:gd name="connsiteY5525" fmla="*/ 1706498 h 2787466"/>
              <a:gd name="connsiteX5526" fmla="*/ 129947 w 3600000"/>
              <a:gd name="connsiteY5526" fmla="*/ 1695494 h 2787466"/>
              <a:gd name="connsiteX5527" fmla="*/ 169103 w 3600000"/>
              <a:gd name="connsiteY5527" fmla="*/ 1690621 h 2787466"/>
              <a:gd name="connsiteX5528" fmla="*/ 176934 w 3600000"/>
              <a:gd name="connsiteY5528" fmla="*/ 1696595 h 2787466"/>
              <a:gd name="connsiteX5529" fmla="*/ 171782 w 3600000"/>
              <a:gd name="connsiteY5529" fmla="*/ 1683548 h 2787466"/>
              <a:gd name="connsiteX5530" fmla="*/ 195275 w 3600000"/>
              <a:gd name="connsiteY5530" fmla="*/ 1666729 h 2787466"/>
              <a:gd name="connsiteX5531" fmla="*/ 227631 w 3600000"/>
              <a:gd name="connsiteY5531" fmla="*/ 1673645 h 2787466"/>
              <a:gd name="connsiteX5532" fmla="*/ 244736 w 3600000"/>
              <a:gd name="connsiteY5532" fmla="*/ 1659812 h 2787466"/>
              <a:gd name="connsiteX5533" fmla="*/ 260370 w 3600000"/>
              <a:gd name="connsiteY5533" fmla="*/ 1655963 h 2787466"/>
              <a:gd name="connsiteX5534" fmla="*/ 268149 w 3600000"/>
              <a:gd name="connsiteY5534" fmla="*/ 1649247 h 2787466"/>
              <a:gd name="connsiteX5535" fmla="*/ 262287 w 3600000"/>
              <a:gd name="connsiteY5535" fmla="*/ 1635261 h 2787466"/>
              <a:gd name="connsiteX5536" fmla="*/ 279445 w 3600000"/>
              <a:gd name="connsiteY5536" fmla="*/ 1570172 h 2787466"/>
              <a:gd name="connsiteX5537" fmla="*/ 269140 w 3600000"/>
              <a:gd name="connsiteY5537" fmla="*/ 1575203 h 2787466"/>
              <a:gd name="connsiteX5538" fmla="*/ 273056 w 3600000"/>
              <a:gd name="connsiteY5538" fmla="*/ 1535426 h 2787466"/>
              <a:gd name="connsiteX5539" fmla="*/ 286040 w 3600000"/>
              <a:gd name="connsiteY5539" fmla="*/ 1539356 h 2787466"/>
              <a:gd name="connsiteX5540" fmla="*/ 287277 w 3600000"/>
              <a:gd name="connsiteY5540" fmla="*/ 1535426 h 2787466"/>
              <a:gd name="connsiteX5541" fmla="*/ 275529 w 3600000"/>
              <a:gd name="connsiteY5541" fmla="*/ 1533382 h 2787466"/>
              <a:gd name="connsiteX5542" fmla="*/ 293872 w 3600000"/>
              <a:gd name="connsiteY5542" fmla="*/ 1527408 h 2787466"/>
              <a:gd name="connsiteX5543" fmla="*/ 291280 w 3600000"/>
              <a:gd name="connsiteY5543" fmla="*/ 1523819 h 2787466"/>
              <a:gd name="connsiteX5544" fmla="*/ 288273 w 3600000"/>
              <a:gd name="connsiteY5544" fmla="*/ 1523286 h 2787466"/>
              <a:gd name="connsiteX5545" fmla="*/ 278534 w 3600000"/>
              <a:gd name="connsiteY5545" fmla="*/ 1527615 h 2787466"/>
              <a:gd name="connsiteX5546" fmla="*/ 145815 w 3600000"/>
              <a:gd name="connsiteY5546" fmla="*/ 1539561 h 2787466"/>
              <a:gd name="connsiteX5547" fmla="*/ 140457 w 3600000"/>
              <a:gd name="connsiteY5547" fmla="*/ 1544592 h 2787466"/>
              <a:gd name="connsiteX5548" fmla="*/ 128710 w 3600000"/>
              <a:gd name="connsiteY5548" fmla="*/ 1537518 h 2787466"/>
              <a:gd name="connsiteX5549" fmla="*/ 122321 w 3600000"/>
              <a:gd name="connsiteY5549" fmla="*/ 1541605 h 2787466"/>
              <a:gd name="connsiteX5550" fmla="*/ 81928 w 3600000"/>
              <a:gd name="connsiteY5550" fmla="*/ 1534531 h 2787466"/>
              <a:gd name="connsiteX5551" fmla="*/ 80485 w 3600000"/>
              <a:gd name="connsiteY5551" fmla="*/ 1528715 h 2787466"/>
              <a:gd name="connsiteX5552" fmla="*/ 33704 w 3600000"/>
              <a:gd name="connsiteY5552" fmla="*/ 1522742 h 2787466"/>
              <a:gd name="connsiteX5553" fmla="*/ 5059 w 3600000"/>
              <a:gd name="connsiteY5553" fmla="*/ 1442261 h 2787466"/>
              <a:gd name="connsiteX5554" fmla="*/ 28552 w 3600000"/>
              <a:gd name="connsiteY5554" fmla="*/ 1434243 h 2787466"/>
              <a:gd name="connsiteX5555" fmla="*/ 61113 w 3600000"/>
              <a:gd name="connsiteY5555" fmla="*/ 1487845 h 2787466"/>
              <a:gd name="connsiteX5556" fmla="*/ 74097 w 3600000"/>
              <a:gd name="connsiteY5556" fmla="*/ 1485016 h 2787466"/>
              <a:gd name="connsiteX5557" fmla="*/ 68945 w 3600000"/>
              <a:gd name="connsiteY5557" fmla="*/ 1479986 h 2787466"/>
              <a:gd name="connsiteX5558" fmla="*/ 83165 w 3600000"/>
              <a:gd name="connsiteY5558" fmla="*/ 1447134 h 2787466"/>
              <a:gd name="connsiteX5559" fmla="*/ 94911 w 3600000"/>
              <a:gd name="connsiteY5559" fmla="*/ 1441317 h 2787466"/>
              <a:gd name="connsiteX5560" fmla="*/ 100063 w 3600000"/>
              <a:gd name="connsiteY5560" fmla="*/ 1412394 h 2787466"/>
              <a:gd name="connsiteX5561" fmla="*/ 97591 w 3600000"/>
              <a:gd name="connsiteY5561" fmla="*/ 1386615 h 2787466"/>
              <a:gd name="connsiteX5562" fmla="*/ 110574 w 3600000"/>
              <a:gd name="connsiteY5562" fmla="*/ 1365708 h 2787466"/>
              <a:gd name="connsiteX5563" fmla="*/ 109338 w 3600000"/>
              <a:gd name="connsiteY5563" fmla="*/ 1417424 h 2787466"/>
              <a:gd name="connsiteX5564" fmla="*/ 113047 w 3600000"/>
              <a:gd name="connsiteY5564" fmla="*/ 1399505 h 2787466"/>
              <a:gd name="connsiteX5565" fmla="*/ 120878 w 3600000"/>
              <a:gd name="connsiteY5565" fmla="*/ 1409408 h 2787466"/>
              <a:gd name="connsiteX5566" fmla="*/ 120878 w 3600000"/>
              <a:gd name="connsiteY5566" fmla="*/ 1391645 h 2787466"/>
              <a:gd name="connsiteX5567" fmla="*/ 135305 w 3600000"/>
              <a:gd name="connsiteY5567" fmla="*/ 1359735 h 2787466"/>
              <a:gd name="connsiteX5568" fmla="*/ 122321 w 3600000"/>
              <a:gd name="connsiteY5568" fmla="*/ 1364765 h 2787466"/>
              <a:gd name="connsiteX5569" fmla="*/ 115726 w 3600000"/>
              <a:gd name="connsiteY5569" fmla="*/ 1356749 h 2787466"/>
              <a:gd name="connsiteX5570" fmla="*/ 105422 w 3600000"/>
              <a:gd name="connsiteY5570" fmla="*/ 1364765 h 2787466"/>
              <a:gd name="connsiteX5571" fmla="*/ 81928 w 3600000"/>
              <a:gd name="connsiteY5571" fmla="*/ 1372625 h 2787466"/>
              <a:gd name="connsiteX5572" fmla="*/ 92233 w 3600000"/>
              <a:gd name="connsiteY5572" fmla="*/ 1364765 h 2787466"/>
              <a:gd name="connsiteX5573" fmla="*/ 90996 w 3600000"/>
              <a:gd name="connsiteY5573" fmla="*/ 1361778 h 2787466"/>
              <a:gd name="connsiteX5574" fmla="*/ 92233 w 3600000"/>
              <a:gd name="connsiteY5574" fmla="*/ 1356749 h 2787466"/>
              <a:gd name="connsiteX5575" fmla="*/ 70182 w 3600000"/>
              <a:gd name="connsiteY5575" fmla="*/ 1351876 h 2787466"/>
              <a:gd name="connsiteX5576" fmla="*/ 61113 w 3600000"/>
              <a:gd name="connsiteY5576" fmla="*/ 1326254 h 2787466"/>
              <a:gd name="connsiteX5577" fmla="*/ 50603 w 3600000"/>
              <a:gd name="connsiteY5577" fmla="*/ 1326254 h 2787466"/>
              <a:gd name="connsiteX5578" fmla="*/ 55755 w 3600000"/>
              <a:gd name="connsiteY5578" fmla="*/ 1323267 h 2787466"/>
              <a:gd name="connsiteX5579" fmla="*/ 62350 w 3600000"/>
              <a:gd name="connsiteY5579" fmla="*/ 1296388 h 2787466"/>
              <a:gd name="connsiteX5580" fmla="*/ 55755 w 3600000"/>
              <a:gd name="connsiteY5580" fmla="*/ 1269508 h 2787466"/>
              <a:gd name="connsiteX5581" fmla="*/ 28552 w 3600000"/>
              <a:gd name="connsiteY5581" fmla="*/ 1266521 h 2787466"/>
              <a:gd name="connsiteX5582" fmla="*/ 52046 w 3600000"/>
              <a:gd name="connsiteY5582" fmla="*/ 1225809 h 2787466"/>
              <a:gd name="connsiteX5583" fmla="*/ 55755 w 3600000"/>
              <a:gd name="connsiteY5583" fmla="*/ 1187140 h 2787466"/>
              <a:gd name="connsiteX5584" fmla="*/ 75334 w 3600000"/>
              <a:gd name="connsiteY5584" fmla="*/ 1190126 h 2787466"/>
              <a:gd name="connsiteX5585" fmla="*/ 152203 w 3600000"/>
              <a:gd name="connsiteY5585" fmla="*/ 1097699 h 2787466"/>
              <a:gd name="connsiteX5586" fmla="*/ 133862 w 3600000"/>
              <a:gd name="connsiteY5586" fmla="*/ 1101629 h 2787466"/>
              <a:gd name="connsiteX5587" fmla="*/ 111811 w 3600000"/>
              <a:gd name="connsiteY5587" fmla="*/ 1094712 h 2787466"/>
              <a:gd name="connsiteX5588" fmla="*/ 129947 w 3600000"/>
              <a:gd name="connsiteY5588" fmla="*/ 1080880 h 2787466"/>
              <a:gd name="connsiteX5589" fmla="*/ 137983 w 3600000"/>
              <a:gd name="connsiteY5589" fmla="*/ 1080880 h 2787466"/>
              <a:gd name="connsiteX5590" fmla="*/ 139220 w 3600000"/>
              <a:gd name="connsiteY5590" fmla="*/ 1088739 h 2787466"/>
              <a:gd name="connsiteX5591" fmla="*/ 150967 w 3600000"/>
              <a:gd name="connsiteY5591" fmla="*/ 1077893 h 2787466"/>
              <a:gd name="connsiteX5592" fmla="*/ 145815 w 3600000"/>
              <a:gd name="connsiteY5592" fmla="*/ 1070819 h 2787466"/>
              <a:gd name="connsiteX5593" fmla="*/ 161272 w 3600000"/>
              <a:gd name="connsiteY5593" fmla="*/ 1068933 h 2787466"/>
              <a:gd name="connsiteX5594" fmla="*/ 171782 w 3600000"/>
              <a:gd name="connsiteY5594" fmla="*/ 1062016 h 2787466"/>
              <a:gd name="connsiteX5595" fmla="*/ 163950 w 3600000"/>
              <a:gd name="connsiteY5595" fmla="*/ 1059030 h 2787466"/>
              <a:gd name="connsiteX5596" fmla="*/ 179613 w 3600000"/>
              <a:gd name="connsiteY5596" fmla="*/ 1027120 h 2787466"/>
              <a:gd name="connsiteX5597" fmla="*/ 189917 w 3600000"/>
              <a:gd name="connsiteY5597" fmla="*/ 1026177 h 2787466"/>
              <a:gd name="connsiteX5598" fmla="*/ 247209 w 3600000"/>
              <a:gd name="connsiteY5598" fmla="*/ 973518 h 2787466"/>
              <a:gd name="connsiteX5599" fmla="*/ 243293 w 3600000"/>
              <a:gd name="connsiteY5599" fmla="*/ 968645 h 2787466"/>
              <a:gd name="connsiteX5600" fmla="*/ 282450 w 3600000"/>
              <a:gd name="connsiteY5600" fmla="*/ 952769 h 2787466"/>
              <a:gd name="connsiteX5601" fmla="*/ 303265 w 3600000"/>
              <a:gd name="connsiteY5601" fmla="*/ 925889 h 2787466"/>
              <a:gd name="connsiteX5602" fmla="*/ 295433 w 3600000"/>
              <a:gd name="connsiteY5602" fmla="*/ 927776 h 2787466"/>
              <a:gd name="connsiteX5603" fmla="*/ 311096 w 3600000"/>
              <a:gd name="connsiteY5603" fmla="*/ 921960 h 2787466"/>
              <a:gd name="connsiteX5604" fmla="*/ 339742 w 3600000"/>
              <a:gd name="connsiteY5604" fmla="*/ 885177 h 2787466"/>
              <a:gd name="connsiteX5605" fmla="*/ 355404 w 3600000"/>
              <a:gd name="connsiteY5605" fmla="*/ 886120 h 2787466"/>
              <a:gd name="connsiteX5606" fmla="*/ 356641 w 3600000"/>
              <a:gd name="connsiteY5606" fmla="*/ 878260 h 2787466"/>
              <a:gd name="connsiteX5607" fmla="*/ 348809 w 3600000"/>
              <a:gd name="connsiteY5607" fmla="*/ 884076 h 2787466"/>
              <a:gd name="connsiteX5608" fmla="*/ 387966 w 3600000"/>
              <a:gd name="connsiteY5608" fmla="*/ 831575 h 2787466"/>
              <a:gd name="connsiteX5609" fmla="*/ 397033 w 3600000"/>
              <a:gd name="connsiteY5609" fmla="*/ 834561 h 2787466"/>
              <a:gd name="connsiteX5610" fmla="*/ 411459 w 3600000"/>
              <a:gd name="connsiteY5610" fmla="*/ 811611 h 2787466"/>
              <a:gd name="connsiteX5611" fmla="*/ 407544 w 3600000"/>
              <a:gd name="connsiteY5611" fmla="*/ 829531 h 2787466"/>
              <a:gd name="connsiteX5612" fmla="*/ 432274 w 3600000"/>
              <a:gd name="connsiteY5612" fmla="*/ 816642 h 2787466"/>
              <a:gd name="connsiteX5613" fmla="*/ 434747 w 3600000"/>
              <a:gd name="connsiteY5613" fmla="*/ 809725 h 2787466"/>
              <a:gd name="connsiteX5614" fmla="*/ 420527 w 3600000"/>
              <a:gd name="connsiteY5614" fmla="*/ 805638 h 2787466"/>
              <a:gd name="connsiteX5615" fmla="*/ 437426 w 3600000"/>
              <a:gd name="connsiteY5615" fmla="*/ 807682 h 2787466"/>
              <a:gd name="connsiteX5616" fmla="*/ 446494 w 3600000"/>
              <a:gd name="connsiteY5616" fmla="*/ 804696 h 2787466"/>
              <a:gd name="connsiteX5617" fmla="*/ 455562 w 3600000"/>
              <a:gd name="connsiteY5617" fmla="*/ 787876 h 2787466"/>
              <a:gd name="connsiteX5618" fmla="*/ 445257 w 3600000"/>
              <a:gd name="connsiteY5618" fmla="*/ 795736 h 2787466"/>
              <a:gd name="connsiteX5619" fmla="*/ 463393 w 3600000"/>
              <a:gd name="connsiteY5619" fmla="*/ 768855 h 2787466"/>
              <a:gd name="connsiteX5620" fmla="*/ 457004 w 3600000"/>
              <a:gd name="connsiteY5620" fmla="*/ 785832 h 2787466"/>
              <a:gd name="connsiteX5621" fmla="*/ 472667 w 3600000"/>
              <a:gd name="connsiteY5621" fmla="*/ 775929 h 2787466"/>
              <a:gd name="connsiteX5622" fmla="*/ 475140 w 3600000"/>
              <a:gd name="connsiteY5622" fmla="*/ 780803 h 2787466"/>
              <a:gd name="connsiteX5623" fmla="*/ 502549 w 3600000"/>
              <a:gd name="connsiteY5623" fmla="*/ 754080 h 2787466"/>
              <a:gd name="connsiteX5624" fmla="*/ 512854 w 3600000"/>
              <a:gd name="connsiteY5624" fmla="*/ 752980 h 2787466"/>
              <a:gd name="connsiteX5625" fmla="*/ 526043 w 3600000"/>
              <a:gd name="connsiteY5625" fmla="*/ 744177 h 2787466"/>
              <a:gd name="connsiteX5626" fmla="*/ 527279 w 3600000"/>
              <a:gd name="connsiteY5626" fmla="*/ 738204 h 2787466"/>
              <a:gd name="connsiteX5627" fmla="*/ 512854 w 3600000"/>
              <a:gd name="connsiteY5627" fmla="*/ 744177 h 2787466"/>
              <a:gd name="connsiteX5628" fmla="*/ 529959 w 3600000"/>
              <a:gd name="connsiteY5628" fmla="*/ 734116 h 2787466"/>
              <a:gd name="connsiteX5629" fmla="*/ 540263 w 3600000"/>
              <a:gd name="connsiteY5629" fmla="*/ 717297 h 2787466"/>
              <a:gd name="connsiteX5630" fmla="*/ 540263 w 3600000"/>
              <a:gd name="connsiteY5630" fmla="*/ 720284 h 2787466"/>
              <a:gd name="connsiteX5631" fmla="*/ 583335 w 3600000"/>
              <a:gd name="connsiteY5631" fmla="*/ 685545 h 2787466"/>
              <a:gd name="connsiteX5632" fmla="*/ 632796 w 3600000"/>
              <a:gd name="connsiteY5632" fmla="*/ 654736 h 2787466"/>
              <a:gd name="connsiteX5633" fmla="*/ 645779 w 3600000"/>
              <a:gd name="connsiteY5633" fmla="*/ 642789 h 2787466"/>
              <a:gd name="connsiteX5634" fmla="*/ 653611 w 3600000"/>
              <a:gd name="connsiteY5634" fmla="*/ 646719 h 2787466"/>
              <a:gd name="connsiteX5635" fmla="*/ 663914 w 3600000"/>
              <a:gd name="connsiteY5635" fmla="*/ 642789 h 2787466"/>
              <a:gd name="connsiteX5636" fmla="*/ 663914 w 3600000"/>
              <a:gd name="connsiteY5636" fmla="*/ 634930 h 2787466"/>
              <a:gd name="connsiteX5637" fmla="*/ 673188 w 3600000"/>
              <a:gd name="connsiteY5637" fmla="*/ 635872 h 2787466"/>
              <a:gd name="connsiteX5638" fmla="*/ 694003 w 3600000"/>
              <a:gd name="connsiteY5638" fmla="*/ 628799 h 2787466"/>
              <a:gd name="connsiteX5639" fmla="*/ 681019 w 3600000"/>
              <a:gd name="connsiteY5639" fmla="*/ 629899 h 2787466"/>
              <a:gd name="connsiteX5640" fmla="*/ 718734 w 3600000"/>
              <a:gd name="connsiteY5640" fmla="*/ 604120 h 2787466"/>
              <a:gd name="connsiteX5641" fmla="*/ 710902 w 3600000"/>
              <a:gd name="connsiteY5641" fmla="*/ 611980 h 2787466"/>
              <a:gd name="connsiteX5642" fmla="*/ 750059 w 3600000"/>
              <a:gd name="connsiteY5642" fmla="*/ 608993 h 2787466"/>
              <a:gd name="connsiteX5643" fmla="*/ 713581 w 3600000"/>
              <a:gd name="connsiteY5643" fmla="*/ 617953 h 2787466"/>
              <a:gd name="connsiteX5644" fmla="*/ 671952 w 3600000"/>
              <a:gd name="connsiteY5644" fmla="*/ 642789 h 2787466"/>
              <a:gd name="connsiteX5645" fmla="*/ 668036 w 3600000"/>
              <a:gd name="connsiteY5645" fmla="*/ 646719 h 2787466"/>
              <a:gd name="connsiteX5646" fmla="*/ 675661 w 3600000"/>
              <a:gd name="connsiteY5646" fmla="*/ 646719 h 2787466"/>
              <a:gd name="connsiteX5647" fmla="*/ 643100 w 3600000"/>
              <a:gd name="connsiteY5647" fmla="*/ 669669 h 2787466"/>
              <a:gd name="connsiteX5648" fmla="*/ 661441 w 3600000"/>
              <a:gd name="connsiteY5648" fmla="*/ 664638 h 2787466"/>
              <a:gd name="connsiteX5649" fmla="*/ 673188 w 3600000"/>
              <a:gd name="connsiteY5649" fmla="*/ 655678 h 2787466"/>
              <a:gd name="connsiteX5650" fmla="*/ 587250 w 3600000"/>
              <a:gd name="connsiteY5650" fmla="*/ 717297 h 2787466"/>
              <a:gd name="connsiteX5651" fmla="*/ 624964 w 3600000"/>
              <a:gd name="connsiteY5651" fmla="*/ 704408 h 2787466"/>
              <a:gd name="connsiteX5652" fmla="*/ 622285 w 3600000"/>
              <a:gd name="connsiteY5652" fmla="*/ 712267 h 2787466"/>
              <a:gd name="connsiteX5653" fmla="*/ 645779 w 3600000"/>
              <a:gd name="connsiteY5653" fmla="*/ 703307 h 2787466"/>
              <a:gd name="connsiteX5654" fmla="*/ 637948 w 3600000"/>
              <a:gd name="connsiteY5654" fmla="*/ 699378 h 2787466"/>
              <a:gd name="connsiteX5655" fmla="*/ 645779 w 3600000"/>
              <a:gd name="connsiteY5655" fmla="*/ 693405 h 2787466"/>
              <a:gd name="connsiteX5656" fmla="*/ 714817 w 3600000"/>
              <a:gd name="connsiteY5656" fmla="*/ 658665 h 2787466"/>
              <a:gd name="connsiteX5657" fmla="*/ 716054 w 3600000"/>
              <a:gd name="connsiteY5657" fmla="*/ 668568 h 2787466"/>
              <a:gd name="connsiteX5658" fmla="*/ 746142 w 3600000"/>
              <a:gd name="connsiteY5658" fmla="*/ 644832 h 2787466"/>
              <a:gd name="connsiteX5659" fmla="*/ 752531 w 3600000"/>
              <a:gd name="connsiteY5659" fmla="*/ 647819 h 2787466"/>
              <a:gd name="connsiteX5660" fmla="*/ 755210 w 3600000"/>
              <a:gd name="connsiteY5660" fmla="*/ 639802 h 2787466"/>
              <a:gd name="connsiteX5661" fmla="*/ 772109 w 3600000"/>
              <a:gd name="connsiteY5661" fmla="*/ 642789 h 2787466"/>
              <a:gd name="connsiteX5662" fmla="*/ 792924 w 3600000"/>
              <a:gd name="connsiteY5662" fmla="*/ 624869 h 2787466"/>
              <a:gd name="connsiteX5663" fmla="*/ 791687 w 3600000"/>
              <a:gd name="connsiteY5663" fmla="*/ 631943 h 2787466"/>
              <a:gd name="connsiteX5664" fmla="*/ 838469 w 3600000"/>
              <a:gd name="connsiteY5664" fmla="*/ 604120 h 2787466"/>
              <a:gd name="connsiteX5665" fmla="*/ 838469 w 3600000"/>
              <a:gd name="connsiteY5665" fmla="*/ 608050 h 2787466"/>
              <a:gd name="connsiteX5666" fmla="*/ 898440 w 3600000"/>
              <a:gd name="connsiteY5666" fmla="*/ 585100 h 2787466"/>
              <a:gd name="connsiteX5667" fmla="*/ 953053 w 3600000"/>
              <a:gd name="connsiteY5667" fmla="*/ 563408 h 2787466"/>
              <a:gd name="connsiteX5668" fmla="*/ 940069 w 3600000"/>
              <a:gd name="connsiteY5668" fmla="*/ 573311 h 2787466"/>
              <a:gd name="connsiteX5669" fmla="*/ 992209 w 3600000"/>
              <a:gd name="connsiteY5669" fmla="*/ 559321 h 2787466"/>
              <a:gd name="connsiteX5670" fmla="*/ 1005192 w 3600000"/>
              <a:gd name="connsiteY5670" fmla="*/ 561364 h 2787466"/>
              <a:gd name="connsiteX5671" fmla="*/ 1007872 w 3600000"/>
              <a:gd name="connsiteY5671" fmla="*/ 554448 h 2787466"/>
              <a:gd name="connsiteX5672" fmla="*/ 1042907 w 3600000"/>
              <a:gd name="connsiteY5672" fmla="*/ 548475 h 2787466"/>
              <a:gd name="connsiteX5673" fmla="*/ 1016940 w 3600000"/>
              <a:gd name="connsiteY5673" fmla="*/ 559321 h 2787466"/>
              <a:gd name="connsiteX5674" fmla="*/ 1053417 w 3600000"/>
              <a:gd name="connsiteY5674" fmla="*/ 563408 h 2787466"/>
              <a:gd name="connsiteX5675" fmla="*/ 1022092 w 3600000"/>
              <a:gd name="connsiteY5675" fmla="*/ 570324 h 2787466"/>
              <a:gd name="connsiteX5676" fmla="*/ 1027450 w 3600000"/>
              <a:gd name="connsiteY5676" fmla="*/ 563408 h 2787466"/>
              <a:gd name="connsiteX5677" fmla="*/ 1020855 w 3600000"/>
              <a:gd name="connsiteY5677" fmla="*/ 561364 h 2787466"/>
              <a:gd name="connsiteX5678" fmla="*/ 967479 w 3600000"/>
              <a:gd name="connsiteY5678" fmla="*/ 580227 h 2787466"/>
              <a:gd name="connsiteX5679" fmla="*/ 915339 w 3600000"/>
              <a:gd name="connsiteY5679" fmla="*/ 607107 h 2787466"/>
              <a:gd name="connsiteX5680" fmla="*/ 848979 w 3600000"/>
              <a:gd name="connsiteY5680" fmla="*/ 630842 h 2787466"/>
              <a:gd name="connsiteX5681" fmla="*/ 851452 w 3600000"/>
              <a:gd name="connsiteY5681" fmla="*/ 621882 h 2787466"/>
              <a:gd name="connsiteX5682" fmla="*/ 843827 w 3600000"/>
              <a:gd name="connsiteY5682" fmla="*/ 632886 h 2787466"/>
              <a:gd name="connsiteX5683" fmla="*/ 824249 w 3600000"/>
              <a:gd name="connsiteY5683" fmla="*/ 639802 h 2787466"/>
              <a:gd name="connsiteX5684" fmla="*/ 792924 w 3600000"/>
              <a:gd name="connsiteY5684" fmla="*/ 644832 h 2787466"/>
              <a:gd name="connsiteX5685" fmla="*/ 789009 w 3600000"/>
              <a:gd name="connsiteY5685" fmla="*/ 648762 h 2787466"/>
              <a:gd name="connsiteX5686" fmla="*/ 803435 w 3600000"/>
              <a:gd name="connsiteY5686" fmla="*/ 649705 h 2787466"/>
              <a:gd name="connsiteX5687" fmla="*/ 723886 w 3600000"/>
              <a:gd name="connsiteY5687" fmla="*/ 676585 h 2787466"/>
              <a:gd name="connsiteX5688" fmla="*/ 719970 w 3600000"/>
              <a:gd name="connsiteY5688" fmla="*/ 686488 h 2787466"/>
              <a:gd name="connsiteX5689" fmla="*/ 701834 w 3600000"/>
              <a:gd name="connsiteY5689" fmla="*/ 689474 h 2787466"/>
              <a:gd name="connsiteX5690" fmla="*/ 688850 w 3600000"/>
              <a:gd name="connsiteY5690" fmla="*/ 711324 h 2787466"/>
              <a:gd name="connsiteX5691" fmla="*/ 679577 w 3600000"/>
              <a:gd name="connsiteY5691" fmla="*/ 709280 h 2787466"/>
              <a:gd name="connsiteX5692" fmla="*/ 690087 w 3600000"/>
              <a:gd name="connsiteY5692" fmla="*/ 701421 h 2787466"/>
              <a:gd name="connsiteX5693" fmla="*/ 650931 w 3600000"/>
              <a:gd name="connsiteY5693" fmla="*/ 721227 h 2787466"/>
              <a:gd name="connsiteX5694" fmla="*/ 673188 w 3600000"/>
              <a:gd name="connsiteY5694" fmla="*/ 716354 h 2787466"/>
              <a:gd name="connsiteX5695" fmla="*/ 674425 w 3600000"/>
              <a:gd name="connsiteY5695" fmla="*/ 728143 h 2787466"/>
              <a:gd name="connsiteX5696" fmla="*/ 657525 w 3600000"/>
              <a:gd name="connsiteY5696" fmla="*/ 742133 h 2787466"/>
              <a:gd name="connsiteX5697" fmla="*/ 669273 w 3600000"/>
              <a:gd name="connsiteY5697" fmla="*/ 739147 h 2787466"/>
              <a:gd name="connsiteX5698" fmla="*/ 644542 w 3600000"/>
              <a:gd name="connsiteY5698" fmla="*/ 758953 h 2787466"/>
              <a:gd name="connsiteX5699" fmla="*/ 665357 w 3600000"/>
              <a:gd name="connsiteY5699" fmla="*/ 748107 h 2787466"/>
              <a:gd name="connsiteX5700" fmla="*/ 665357 w 3600000"/>
              <a:gd name="connsiteY5700" fmla="*/ 755023 h 2787466"/>
              <a:gd name="connsiteX5701" fmla="*/ 734396 w 3600000"/>
              <a:gd name="connsiteY5701" fmla="*/ 733173 h 2787466"/>
              <a:gd name="connsiteX5702" fmla="*/ 766957 w 3600000"/>
              <a:gd name="connsiteY5702" fmla="*/ 723271 h 2787466"/>
              <a:gd name="connsiteX5703" fmla="*/ 754380 w 3600000"/>
              <a:gd name="connsiteY5703" fmla="*/ 734301 h 2787466"/>
              <a:gd name="connsiteX5704" fmla="*/ 757596 w 3600000"/>
              <a:gd name="connsiteY5704" fmla="*/ 738101 h 2787466"/>
              <a:gd name="connsiteX5705" fmla="*/ 757479 w 3600000"/>
              <a:gd name="connsiteY5705" fmla="*/ 738303 h 2787466"/>
              <a:gd name="connsiteX5706" fmla="*/ 753736 w 3600000"/>
              <a:gd name="connsiteY5706" fmla="*/ 740119 h 2787466"/>
              <a:gd name="connsiteX5707" fmla="*/ 746142 w 3600000"/>
              <a:gd name="connsiteY5707" fmla="*/ 739147 h 2787466"/>
              <a:gd name="connsiteX5708" fmla="*/ 756447 w 3600000"/>
              <a:gd name="connsiteY5708" fmla="*/ 740090 h 2787466"/>
              <a:gd name="connsiteX5709" fmla="*/ 757479 w 3600000"/>
              <a:gd name="connsiteY5709" fmla="*/ 738303 h 2787466"/>
              <a:gd name="connsiteX5710" fmla="*/ 757684 w 3600000"/>
              <a:gd name="connsiteY5710" fmla="*/ 738204 h 2787466"/>
              <a:gd name="connsiteX5711" fmla="*/ 757596 w 3600000"/>
              <a:gd name="connsiteY5711" fmla="*/ 738101 h 2787466"/>
              <a:gd name="connsiteX5712" fmla="*/ 760801 w 3600000"/>
              <a:gd name="connsiteY5712" fmla="*/ 732552 h 2787466"/>
              <a:gd name="connsiteX5713" fmla="*/ 768555 w 3600000"/>
              <a:gd name="connsiteY5713" fmla="*/ 728713 h 2787466"/>
              <a:gd name="connsiteX5714" fmla="*/ 776005 w 3600000"/>
              <a:gd name="connsiteY5714" fmla="*/ 726207 h 2787466"/>
              <a:gd name="connsiteX5715" fmla="*/ 776025 w 3600000"/>
              <a:gd name="connsiteY5715" fmla="*/ 726257 h 2787466"/>
              <a:gd name="connsiteX5716" fmla="*/ 776151 w 3600000"/>
              <a:gd name="connsiteY5716" fmla="*/ 726159 h 2787466"/>
              <a:gd name="connsiteX5717" fmla="*/ 777777 w 3600000"/>
              <a:gd name="connsiteY5717" fmla="*/ 725612 h 2787466"/>
              <a:gd name="connsiteX5718" fmla="*/ 786535 w 3600000"/>
              <a:gd name="connsiteY5718" fmla="*/ 720284 h 2787466"/>
              <a:gd name="connsiteX5719" fmla="*/ 781744 w 3600000"/>
              <a:gd name="connsiteY5719" fmla="*/ 721738 h 2787466"/>
              <a:gd name="connsiteX5720" fmla="*/ 776151 w 3600000"/>
              <a:gd name="connsiteY5720" fmla="*/ 726159 h 2787466"/>
              <a:gd name="connsiteX5721" fmla="*/ 776005 w 3600000"/>
              <a:gd name="connsiteY5721" fmla="*/ 726207 h 2787466"/>
              <a:gd name="connsiteX5722" fmla="*/ 773346 w 3600000"/>
              <a:gd name="connsiteY5722" fmla="*/ 719341 h 2787466"/>
              <a:gd name="connsiteX5723" fmla="*/ 792924 w 3600000"/>
              <a:gd name="connsiteY5723" fmla="*/ 721227 h 2787466"/>
              <a:gd name="connsiteX5724" fmla="*/ 830638 w 3600000"/>
              <a:gd name="connsiteY5724" fmla="*/ 699378 h 2787466"/>
              <a:gd name="connsiteX5725" fmla="*/ 826722 w 3600000"/>
              <a:gd name="connsiteY5725" fmla="*/ 694505 h 2787466"/>
              <a:gd name="connsiteX5726" fmla="*/ 845064 w 3600000"/>
              <a:gd name="connsiteY5726" fmla="*/ 695448 h 2787466"/>
              <a:gd name="connsiteX5727" fmla="*/ 856811 w 3600000"/>
              <a:gd name="connsiteY5727" fmla="*/ 687432 h 2787466"/>
              <a:gd name="connsiteX5728" fmla="*/ 847537 w 3600000"/>
              <a:gd name="connsiteY5728" fmla="*/ 686488 h 2787466"/>
              <a:gd name="connsiteX5729" fmla="*/ 878862 w 3600000"/>
              <a:gd name="connsiteY5729" fmla="*/ 671555 h 2787466"/>
              <a:gd name="connsiteX5730" fmla="*/ 941306 w 3600000"/>
              <a:gd name="connsiteY5730" fmla="*/ 647819 h 2787466"/>
              <a:gd name="connsiteX5731" fmla="*/ 946664 w 3600000"/>
              <a:gd name="connsiteY5731" fmla="*/ 655678 h 2787466"/>
              <a:gd name="connsiteX5732" fmla="*/ 981699 w 3600000"/>
              <a:gd name="connsiteY5732" fmla="*/ 647819 h 2787466"/>
              <a:gd name="connsiteX5733" fmla="*/ 1006635 w 3600000"/>
              <a:gd name="connsiteY5733" fmla="*/ 631943 h 2787466"/>
              <a:gd name="connsiteX5734" fmla="*/ 990973 w 3600000"/>
              <a:gd name="connsiteY5734" fmla="*/ 629899 h 2787466"/>
              <a:gd name="connsiteX5735" fmla="*/ 1010551 w 3600000"/>
              <a:gd name="connsiteY5735" fmla="*/ 623926 h 2787466"/>
              <a:gd name="connsiteX5736" fmla="*/ 1019619 w 3600000"/>
              <a:gd name="connsiteY5736" fmla="*/ 630842 h 2787466"/>
              <a:gd name="connsiteX5737" fmla="*/ 1041670 w 3600000"/>
              <a:gd name="connsiteY5737" fmla="*/ 620939 h 2787466"/>
              <a:gd name="connsiteX5738" fmla="*/ 1026007 w 3600000"/>
              <a:gd name="connsiteY5738" fmla="*/ 617010 h 2787466"/>
              <a:gd name="connsiteX5739" fmla="*/ 960884 w 3600000"/>
              <a:gd name="connsiteY5739" fmla="*/ 636816 h 2787466"/>
              <a:gd name="connsiteX5740" fmla="*/ 934917 w 3600000"/>
              <a:gd name="connsiteY5740" fmla="*/ 646719 h 2787466"/>
              <a:gd name="connsiteX5741" fmla="*/ 906272 w 3600000"/>
              <a:gd name="connsiteY5741" fmla="*/ 652692 h 2787466"/>
              <a:gd name="connsiteX5742" fmla="*/ 891845 w 3600000"/>
              <a:gd name="connsiteY5742" fmla="*/ 625812 h 2787466"/>
              <a:gd name="connsiteX5743" fmla="*/ 901119 w 3600000"/>
              <a:gd name="connsiteY5743" fmla="*/ 612922 h 2787466"/>
              <a:gd name="connsiteX5744" fmla="*/ 937597 w 3600000"/>
              <a:gd name="connsiteY5744" fmla="*/ 604120 h 2787466"/>
              <a:gd name="connsiteX5745" fmla="*/ 960884 w 3600000"/>
              <a:gd name="connsiteY5745" fmla="*/ 597047 h 2787466"/>
              <a:gd name="connsiteX5746" fmla="*/ 987057 w 3600000"/>
              <a:gd name="connsiteY5746" fmla="*/ 603020 h 2787466"/>
              <a:gd name="connsiteX5747" fmla="*/ 993446 w 3600000"/>
              <a:gd name="connsiteY5747" fmla="*/ 593117 h 2787466"/>
              <a:gd name="connsiteX5748" fmla="*/ 1020855 w 3600000"/>
              <a:gd name="connsiteY5748" fmla="*/ 590130 h 2787466"/>
              <a:gd name="connsiteX5749" fmla="*/ 1014261 w 3600000"/>
              <a:gd name="connsiteY5749" fmla="*/ 588087 h 2787466"/>
              <a:gd name="connsiteX5750" fmla="*/ 1078147 w 3600000"/>
              <a:gd name="connsiteY5750" fmla="*/ 573311 h 2787466"/>
              <a:gd name="connsiteX5751" fmla="*/ 1078147 w 3600000"/>
              <a:gd name="connsiteY5751" fmla="*/ 567337 h 2787466"/>
              <a:gd name="connsiteX5752" fmla="*/ 1170680 w 3600000"/>
              <a:gd name="connsiteY5752" fmla="*/ 554448 h 2787466"/>
              <a:gd name="connsiteX5753" fmla="*/ 1169236 w 3600000"/>
              <a:gd name="connsiteY5753" fmla="*/ 560421 h 2787466"/>
              <a:gd name="connsiteX5754" fmla="*/ 1200562 w 3600000"/>
              <a:gd name="connsiteY5754" fmla="*/ 557435 h 2787466"/>
              <a:gd name="connsiteX5755" fmla="*/ 1145949 w 3600000"/>
              <a:gd name="connsiteY5755" fmla="*/ 576297 h 2787466"/>
              <a:gd name="connsiteX5756" fmla="*/ 1186136 w 3600000"/>
              <a:gd name="connsiteY5756" fmla="*/ 577240 h 2787466"/>
              <a:gd name="connsiteX5757" fmla="*/ 1201798 w 3600000"/>
              <a:gd name="connsiteY5757" fmla="*/ 574254 h 2787466"/>
              <a:gd name="connsiteX5758" fmla="*/ 1230445 w 3600000"/>
              <a:gd name="connsiteY5758" fmla="*/ 563408 h 2787466"/>
              <a:gd name="connsiteX5759" fmla="*/ 1231887 w 3600000"/>
              <a:gd name="connsiteY5759" fmla="*/ 570324 h 2787466"/>
              <a:gd name="connsiteX5760" fmla="*/ 1192731 w 3600000"/>
              <a:gd name="connsiteY5760" fmla="*/ 586200 h 2787466"/>
              <a:gd name="connsiteX5761" fmla="*/ 1187579 w 3600000"/>
              <a:gd name="connsiteY5761" fmla="*/ 580227 h 2787466"/>
              <a:gd name="connsiteX5762" fmla="*/ 1178511 w 3600000"/>
              <a:gd name="connsiteY5762" fmla="*/ 593117 h 2787466"/>
              <a:gd name="connsiteX5763" fmla="*/ 1214988 w 3600000"/>
              <a:gd name="connsiteY5763" fmla="*/ 582114 h 2787466"/>
              <a:gd name="connsiteX5764" fmla="*/ 1300926 w 3600000"/>
              <a:gd name="connsiteY5764" fmla="*/ 565294 h 2787466"/>
              <a:gd name="connsiteX5765" fmla="*/ 1307315 w 3600000"/>
              <a:gd name="connsiteY5765" fmla="*/ 571267 h 2787466"/>
              <a:gd name="connsiteX5766" fmla="*/ 1366049 w 3600000"/>
              <a:gd name="connsiteY5766" fmla="*/ 551461 h 2787466"/>
              <a:gd name="connsiteX5767" fmla="*/ 1369964 w 3600000"/>
              <a:gd name="connsiteY5767" fmla="*/ 559321 h 2787466"/>
              <a:gd name="connsiteX5768" fmla="*/ 1297010 w 3600000"/>
              <a:gd name="connsiteY5768" fmla="*/ 579284 h 2787466"/>
              <a:gd name="connsiteX5769" fmla="*/ 1308757 w 3600000"/>
              <a:gd name="connsiteY5769" fmla="*/ 584157 h 2787466"/>
              <a:gd name="connsiteX5770" fmla="*/ 1414067 w 3600000"/>
              <a:gd name="connsiteY5770" fmla="*/ 568281 h 2787466"/>
              <a:gd name="connsiteX5771" fmla="*/ 1404999 w 3600000"/>
              <a:gd name="connsiteY5771" fmla="*/ 574254 h 2787466"/>
              <a:gd name="connsiteX5772" fmla="*/ 1509278 w 3600000"/>
              <a:gd name="connsiteY5772" fmla="*/ 558378 h 2787466"/>
              <a:gd name="connsiteX5773" fmla="*/ 1501447 w 3600000"/>
              <a:gd name="connsiteY5773" fmla="*/ 566237 h 2787466"/>
              <a:gd name="connsiteX5774" fmla="*/ 1550908 w 3600000"/>
              <a:gd name="connsiteY5774" fmla="*/ 565294 h 2787466"/>
              <a:gd name="connsiteX5775" fmla="*/ 1558739 w 3600000"/>
              <a:gd name="connsiteY5775" fmla="*/ 572210 h 2787466"/>
              <a:gd name="connsiteX5776" fmla="*/ 1590064 w 3600000"/>
              <a:gd name="connsiteY5776" fmla="*/ 568281 h 2787466"/>
              <a:gd name="connsiteX5777" fmla="*/ 1583469 w 3600000"/>
              <a:gd name="connsiteY5777" fmla="*/ 570324 h 2787466"/>
              <a:gd name="connsiteX5778" fmla="*/ 1587385 w 3600000"/>
              <a:gd name="connsiteY5778" fmla="*/ 571267 h 2787466"/>
              <a:gd name="connsiteX5779" fmla="*/ 1617267 w 3600000"/>
              <a:gd name="connsiteY5779" fmla="*/ 579284 h 2787466"/>
              <a:gd name="connsiteX5780" fmla="*/ 1626335 w 3600000"/>
              <a:gd name="connsiteY5780" fmla="*/ 577240 h 2787466"/>
              <a:gd name="connsiteX5781" fmla="*/ 1632930 w 3600000"/>
              <a:gd name="connsiteY5781" fmla="*/ 576297 h 2787466"/>
              <a:gd name="connsiteX5782" fmla="*/ 1647356 w 3600000"/>
              <a:gd name="connsiteY5782" fmla="*/ 574254 h 2787466"/>
              <a:gd name="connsiteX5783" fmla="*/ 1666728 w 3600000"/>
              <a:gd name="connsiteY5783" fmla="*/ 571267 h 2787466"/>
              <a:gd name="connsiteX5784" fmla="*/ 1665491 w 3600000"/>
              <a:gd name="connsiteY5784" fmla="*/ 574254 h 2787466"/>
              <a:gd name="connsiteX5785" fmla="*/ 1711036 w 3600000"/>
              <a:gd name="connsiteY5785" fmla="*/ 574254 h 2787466"/>
              <a:gd name="connsiteX5786" fmla="*/ 1734530 w 3600000"/>
              <a:gd name="connsiteY5786" fmla="*/ 574254 h 2787466"/>
              <a:gd name="connsiteX5787" fmla="*/ 1756581 w 3600000"/>
              <a:gd name="connsiteY5787" fmla="*/ 576297 h 2787466"/>
              <a:gd name="connsiteX5788" fmla="*/ 1755345 w 3600000"/>
              <a:gd name="connsiteY5788" fmla="*/ 573311 h 2787466"/>
              <a:gd name="connsiteX5789" fmla="*/ 1794295 w 3600000"/>
              <a:gd name="connsiteY5789" fmla="*/ 576297 h 2787466"/>
              <a:gd name="connsiteX5790" fmla="*/ 1788937 w 3600000"/>
              <a:gd name="connsiteY5790" fmla="*/ 581170 h 2787466"/>
              <a:gd name="connsiteX5791" fmla="*/ 1804599 w 3600000"/>
              <a:gd name="connsiteY5791" fmla="*/ 573311 h 2787466"/>
              <a:gd name="connsiteX5792" fmla="*/ 1800684 w 3600000"/>
              <a:gd name="connsiteY5792" fmla="*/ 580227 h 2787466"/>
              <a:gd name="connsiteX5793" fmla="*/ 1833245 w 3600000"/>
              <a:gd name="connsiteY5793" fmla="*/ 583214 h 2787466"/>
              <a:gd name="connsiteX5794" fmla="*/ 1843755 w 3600000"/>
              <a:gd name="connsiteY5794" fmla="*/ 581170 h 2787466"/>
              <a:gd name="connsiteX5795" fmla="*/ 1841077 w 3600000"/>
              <a:gd name="connsiteY5795" fmla="*/ 572210 h 2787466"/>
              <a:gd name="connsiteX5796" fmla="*/ 1844992 w 3600000"/>
              <a:gd name="connsiteY5796" fmla="*/ 574254 h 2787466"/>
              <a:gd name="connsiteX5797" fmla="*/ 1848908 w 3600000"/>
              <a:gd name="connsiteY5797" fmla="*/ 574254 h 2787466"/>
              <a:gd name="connsiteX5798" fmla="*/ 1844992 w 3600000"/>
              <a:gd name="connsiteY5798" fmla="*/ 579284 h 2787466"/>
              <a:gd name="connsiteX5799" fmla="*/ 1847671 w 3600000"/>
              <a:gd name="connsiteY5799" fmla="*/ 582114 h 2787466"/>
              <a:gd name="connsiteX5800" fmla="*/ 1855502 w 3600000"/>
              <a:gd name="connsiteY5800" fmla="*/ 576297 h 2787466"/>
              <a:gd name="connsiteX5801" fmla="*/ 1855502 w 3600000"/>
              <a:gd name="connsiteY5801" fmla="*/ 583214 h 2787466"/>
              <a:gd name="connsiteX5802" fmla="*/ 1895895 w 3600000"/>
              <a:gd name="connsiteY5802" fmla="*/ 579284 h 2787466"/>
              <a:gd name="connsiteX5803" fmla="*/ 1899057 w 3600000"/>
              <a:gd name="connsiteY5803" fmla="*/ 582902 h 2787466"/>
              <a:gd name="connsiteX5804" fmla="*/ 1899069 w 3600000"/>
              <a:gd name="connsiteY5804" fmla="*/ 583170 h 2787466"/>
              <a:gd name="connsiteX5805" fmla="*/ 1900426 w 3600000"/>
              <a:gd name="connsiteY5805" fmla="*/ 584467 h 2787466"/>
              <a:gd name="connsiteX5806" fmla="*/ 1904448 w 3600000"/>
              <a:gd name="connsiteY5806" fmla="*/ 589069 h 2787466"/>
              <a:gd name="connsiteX5807" fmla="*/ 1917947 w 3600000"/>
              <a:gd name="connsiteY5807" fmla="*/ 589187 h 2787466"/>
              <a:gd name="connsiteX5808" fmla="*/ 1925778 w 3600000"/>
              <a:gd name="connsiteY5808" fmla="*/ 597047 h 2787466"/>
              <a:gd name="connsiteX5809" fmla="*/ 1928457 w 3600000"/>
              <a:gd name="connsiteY5809" fmla="*/ 595160 h 2787466"/>
              <a:gd name="connsiteX5810" fmla="*/ 1927014 w 3600000"/>
              <a:gd name="connsiteY5810" fmla="*/ 587143 h 2787466"/>
              <a:gd name="connsiteX5811" fmla="*/ 1933291 w 3600000"/>
              <a:gd name="connsiteY5811" fmla="*/ 596718 h 2787466"/>
              <a:gd name="connsiteX5812" fmla="*/ 1932012 w 3600000"/>
              <a:gd name="connsiteY5812" fmla="*/ 597204 h 2787466"/>
              <a:gd name="connsiteX5813" fmla="*/ 1927014 w 3600000"/>
              <a:gd name="connsiteY5813" fmla="*/ 599090 h 2787466"/>
              <a:gd name="connsiteX5814" fmla="*/ 1938761 w 3600000"/>
              <a:gd name="connsiteY5814" fmla="*/ 599090 h 2787466"/>
              <a:gd name="connsiteX5815" fmla="*/ 1934845 w 3600000"/>
              <a:gd name="connsiteY5815" fmla="*/ 594060 h 2787466"/>
              <a:gd name="connsiteX5816" fmla="*/ 1961019 w 3600000"/>
              <a:gd name="connsiteY5816" fmla="*/ 599090 h 2787466"/>
              <a:gd name="connsiteX5817" fmla="*/ 1964934 w 3600000"/>
              <a:gd name="connsiteY5817" fmla="*/ 587143 h 2787466"/>
              <a:gd name="connsiteX5818" fmla="*/ 1941440 w 3600000"/>
              <a:gd name="connsiteY5818" fmla="*/ 580227 h 2787466"/>
              <a:gd name="connsiteX5819" fmla="*/ 1950508 w 3600000"/>
              <a:gd name="connsiteY5819" fmla="*/ 573311 h 2787466"/>
              <a:gd name="connsiteX5820" fmla="*/ 1963491 w 3600000"/>
              <a:gd name="connsiteY5820" fmla="*/ 577240 h 2787466"/>
              <a:gd name="connsiteX5821" fmla="*/ 1971323 w 3600000"/>
              <a:gd name="connsiteY5821" fmla="*/ 572210 h 2787466"/>
              <a:gd name="connsiteX5822" fmla="*/ 2001205 w 3600000"/>
              <a:gd name="connsiteY5822" fmla="*/ 577240 h 2787466"/>
              <a:gd name="connsiteX5823" fmla="*/ 1996053 w 3600000"/>
              <a:gd name="connsiteY5823" fmla="*/ 576297 h 2787466"/>
              <a:gd name="connsiteX5824" fmla="*/ 2003884 w 3600000"/>
              <a:gd name="connsiteY5824" fmla="*/ 577240 h 2787466"/>
              <a:gd name="connsiteX5825" fmla="*/ 2003884 w 3600000"/>
              <a:gd name="connsiteY5825" fmla="*/ 574254 h 2787466"/>
              <a:gd name="connsiteX5826" fmla="*/ 2031294 w 3600000"/>
              <a:gd name="connsiteY5826" fmla="*/ 573311 h 2787466"/>
              <a:gd name="connsiteX5827" fmla="*/ 2053345 w 3600000"/>
              <a:gd name="connsiteY5827" fmla="*/ 564351 h 2787466"/>
              <a:gd name="connsiteX5828" fmla="*/ 2059940 w 3600000"/>
              <a:gd name="connsiteY5828" fmla="*/ 574254 h 2787466"/>
              <a:gd name="connsiteX5829" fmla="*/ 2063855 w 3600000"/>
              <a:gd name="connsiteY5829" fmla="*/ 574254 h 2787466"/>
              <a:gd name="connsiteX5830" fmla="*/ 2084670 w 3600000"/>
              <a:gd name="connsiteY5830" fmla="*/ 569224 h 2787466"/>
              <a:gd name="connsiteX5831" fmla="*/ 2100332 w 3600000"/>
              <a:gd name="connsiteY5831" fmla="*/ 559321 h 2787466"/>
              <a:gd name="connsiteX5832" fmla="*/ 2102805 w 3600000"/>
              <a:gd name="connsiteY5832" fmla="*/ 564351 h 2787466"/>
              <a:gd name="connsiteX5833" fmla="*/ 2101569 w 3600000"/>
              <a:gd name="connsiteY5833" fmla="*/ 557435 h 2787466"/>
              <a:gd name="connsiteX5834" fmla="*/ 2106721 w 3600000"/>
              <a:gd name="connsiteY5834" fmla="*/ 562307 h 2787466"/>
              <a:gd name="connsiteX5835" fmla="*/ 2108164 w 3600000"/>
              <a:gd name="connsiteY5835" fmla="*/ 568281 h 2787466"/>
              <a:gd name="connsiteX5836" fmla="*/ 2101569 w 3600000"/>
              <a:gd name="connsiteY5836" fmla="*/ 566237 h 2787466"/>
              <a:gd name="connsiteX5837" fmla="*/ 2105484 w 3600000"/>
              <a:gd name="connsiteY5837" fmla="*/ 569224 h 2787466"/>
              <a:gd name="connsiteX5838" fmla="*/ 2101569 w 3600000"/>
              <a:gd name="connsiteY5838" fmla="*/ 569224 h 2787466"/>
              <a:gd name="connsiteX5839" fmla="*/ 2110636 w 3600000"/>
              <a:gd name="connsiteY5839" fmla="*/ 575197 h 2787466"/>
              <a:gd name="connsiteX5840" fmla="*/ 2087143 w 3600000"/>
              <a:gd name="connsiteY5840" fmla="*/ 575197 h 2787466"/>
              <a:gd name="connsiteX5841" fmla="*/ 2075602 w 3600000"/>
              <a:gd name="connsiteY5841" fmla="*/ 576297 h 2787466"/>
              <a:gd name="connsiteX5842" fmla="*/ 2058703 w 3600000"/>
              <a:gd name="connsiteY5842" fmla="*/ 583214 h 2787466"/>
              <a:gd name="connsiteX5843" fmla="*/ 2052109 w 3600000"/>
              <a:gd name="connsiteY5843" fmla="*/ 576297 h 2787466"/>
              <a:gd name="connsiteX5844" fmla="*/ 2048193 w 3600000"/>
              <a:gd name="connsiteY5844" fmla="*/ 582114 h 2787466"/>
              <a:gd name="connsiteX5845" fmla="*/ 2041598 w 3600000"/>
              <a:gd name="connsiteY5845" fmla="*/ 577240 h 2787466"/>
              <a:gd name="connsiteX5846" fmla="*/ 2033766 w 3600000"/>
              <a:gd name="connsiteY5846" fmla="*/ 588087 h 2787466"/>
              <a:gd name="connsiteX5847" fmla="*/ 2029851 w 3600000"/>
              <a:gd name="connsiteY5847" fmla="*/ 583214 h 2787466"/>
              <a:gd name="connsiteX5848" fmla="*/ 2009037 w 3600000"/>
              <a:gd name="connsiteY5848" fmla="*/ 591074 h 2787466"/>
              <a:gd name="connsiteX5849" fmla="*/ 1990901 w 3600000"/>
              <a:gd name="connsiteY5849" fmla="*/ 591074 h 2787466"/>
              <a:gd name="connsiteX5850" fmla="*/ 2007800 w 3600000"/>
              <a:gd name="connsiteY5850" fmla="*/ 594060 h 2787466"/>
              <a:gd name="connsiteX5851" fmla="*/ 2027378 w 3600000"/>
              <a:gd name="connsiteY5851" fmla="*/ 599090 h 2787466"/>
              <a:gd name="connsiteX5852" fmla="*/ 2024699 w 3600000"/>
              <a:gd name="connsiteY5852" fmla="*/ 606006 h 2787466"/>
              <a:gd name="connsiteX5853" fmla="*/ 2024699 w 3600000"/>
              <a:gd name="connsiteY5853" fmla="*/ 611036 h 2787466"/>
              <a:gd name="connsiteX5854" fmla="*/ 2037682 w 3600000"/>
              <a:gd name="connsiteY5854" fmla="*/ 605063 h 2787466"/>
              <a:gd name="connsiteX5855" fmla="*/ 2066328 w 3600000"/>
              <a:gd name="connsiteY5855" fmla="*/ 614966 h 2787466"/>
              <a:gd name="connsiteX5856" fmla="*/ 2075602 w 3600000"/>
              <a:gd name="connsiteY5856" fmla="*/ 609936 h 2787466"/>
              <a:gd name="connsiteX5857" fmla="*/ 2071686 w 3600000"/>
              <a:gd name="connsiteY5857" fmla="*/ 612922 h 2787466"/>
              <a:gd name="connsiteX5858" fmla="*/ 2084670 w 3600000"/>
              <a:gd name="connsiteY5858" fmla="*/ 614023 h 2787466"/>
              <a:gd name="connsiteX5859" fmla="*/ 2079518 w 3600000"/>
              <a:gd name="connsiteY5859" fmla="*/ 612922 h 2787466"/>
              <a:gd name="connsiteX5860" fmla="*/ 2089822 w 3600000"/>
              <a:gd name="connsiteY5860" fmla="*/ 608050 h 2787466"/>
              <a:gd name="connsiteX5861" fmla="*/ 2087143 w 3600000"/>
              <a:gd name="connsiteY5861" fmla="*/ 611980 h 2787466"/>
              <a:gd name="connsiteX5862" fmla="*/ 2102805 w 3600000"/>
              <a:gd name="connsiteY5862" fmla="*/ 614966 h 2787466"/>
              <a:gd name="connsiteX5863" fmla="*/ 2100332 w 3600000"/>
              <a:gd name="connsiteY5863" fmla="*/ 608993 h 2787466"/>
              <a:gd name="connsiteX5864" fmla="*/ 2104248 w 3600000"/>
              <a:gd name="connsiteY5864" fmla="*/ 608050 h 2787466"/>
              <a:gd name="connsiteX5865" fmla="*/ 2113316 w 3600000"/>
              <a:gd name="connsiteY5865" fmla="*/ 607107 h 2787466"/>
              <a:gd name="connsiteX5866" fmla="*/ 2119910 w 3600000"/>
              <a:gd name="connsiteY5866" fmla="*/ 609936 h 2787466"/>
              <a:gd name="connsiteX5867" fmla="*/ 2105484 w 3600000"/>
              <a:gd name="connsiteY5867" fmla="*/ 617010 h 2787466"/>
              <a:gd name="connsiteX5868" fmla="*/ 2115995 w 3600000"/>
              <a:gd name="connsiteY5868" fmla="*/ 618896 h 2787466"/>
              <a:gd name="connsiteX5869" fmla="*/ 2132894 w 3600000"/>
              <a:gd name="connsiteY5869" fmla="*/ 627856 h 2787466"/>
              <a:gd name="connsiteX5870" fmla="*/ 2158861 w 3600000"/>
              <a:gd name="connsiteY5870" fmla="*/ 624869 h 2787466"/>
              <a:gd name="connsiteX5871" fmla="*/ 2169371 w 3600000"/>
              <a:gd name="connsiteY5871" fmla="*/ 626913 h 2787466"/>
              <a:gd name="connsiteX5872" fmla="*/ 2164013 w 3600000"/>
              <a:gd name="connsiteY5872" fmla="*/ 620939 h 2787466"/>
              <a:gd name="connsiteX5873" fmla="*/ 2161540 w 3600000"/>
              <a:gd name="connsiteY5873" fmla="*/ 625812 h 2787466"/>
              <a:gd name="connsiteX5874" fmla="*/ 2170608 w 3600000"/>
              <a:gd name="connsiteY5874" fmla="*/ 623926 h 2787466"/>
              <a:gd name="connsiteX5875" fmla="*/ 2200490 w 3600000"/>
              <a:gd name="connsiteY5875" fmla="*/ 625812 h 2787466"/>
              <a:gd name="connsiteX5876" fmla="*/ 2195338 w 3600000"/>
              <a:gd name="connsiteY5876" fmla="*/ 621882 h 2787466"/>
              <a:gd name="connsiteX5877" fmla="*/ 2222747 w 3600000"/>
              <a:gd name="connsiteY5877" fmla="*/ 615909 h 2787466"/>
              <a:gd name="connsiteX5878" fmla="*/ 2246034 w 3600000"/>
              <a:gd name="connsiteY5878" fmla="*/ 611036 h 2787466"/>
              <a:gd name="connsiteX5879" fmla="*/ 2243562 w 3600000"/>
              <a:gd name="connsiteY5879" fmla="*/ 609936 h 2787466"/>
              <a:gd name="connsiteX5880" fmla="*/ 2298175 w 3600000"/>
              <a:gd name="connsiteY5880" fmla="*/ 585100 h 2787466"/>
              <a:gd name="connsiteX5881" fmla="*/ 2302090 w 3600000"/>
              <a:gd name="connsiteY5881" fmla="*/ 591074 h 2787466"/>
              <a:gd name="connsiteX5882" fmla="*/ 2303533 w 3600000"/>
              <a:gd name="connsiteY5882" fmla="*/ 584157 h 2787466"/>
              <a:gd name="connsiteX5883" fmla="*/ 2320432 w 3600000"/>
              <a:gd name="connsiteY5883" fmla="*/ 576297 h 2787466"/>
              <a:gd name="connsiteX5884" fmla="*/ 2338568 w 3600000"/>
              <a:gd name="connsiteY5884" fmla="*/ 565294 h 2787466"/>
              <a:gd name="connsiteX5885" fmla="*/ 2341246 w 3600000"/>
              <a:gd name="connsiteY5885" fmla="*/ 567337 h 2787466"/>
              <a:gd name="connsiteX5886" fmla="*/ 2345162 w 3600000"/>
              <a:gd name="connsiteY5886" fmla="*/ 567337 h 2787466"/>
              <a:gd name="connsiteX5887" fmla="*/ 2355466 w 3600000"/>
              <a:gd name="connsiteY5887" fmla="*/ 551461 h 2787466"/>
              <a:gd name="connsiteX5888" fmla="*/ 2363298 w 3600000"/>
              <a:gd name="connsiteY5888" fmla="*/ 556334 h 2787466"/>
              <a:gd name="connsiteX5889" fmla="*/ 2365977 w 3600000"/>
              <a:gd name="connsiteY5889" fmla="*/ 553347 h 2787466"/>
              <a:gd name="connsiteX5890" fmla="*/ 2359382 w 3600000"/>
              <a:gd name="connsiteY5890" fmla="*/ 548475 h 2787466"/>
              <a:gd name="connsiteX5891" fmla="*/ 2377724 w 3600000"/>
              <a:gd name="connsiteY5891" fmla="*/ 542501 h 2787466"/>
              <a:gd name="connsiteX5892" fmla="*/ 2385555 w 3600000"/>
              <a:gd name="connsiteY5892" fmla="*/ 546431 h 2787466"/>
              <a:gd name="connsiteX5893" fmla="*/ 2393386 w 3600000"/>
              <a:gd name="connsiteY5893" fmla="*/ 539515 h 2787466"/>
              <a:gd name="connsiteX5894" fmla="*/ 2397302 w 3600000"/>
              <a:gd name="connsiteY5894" fmla="*/ 546431 h 2787466"/>
              <a:gd name="connsiteX5895" fmla="*/ 2423269 w 3600000"/>
              <a:gd name="connsiteY5895" fmla="*/ 530555 h 2787466"/>
              <a:gd name="connsiteX5896" fmla="*/ 2427185 w 3600000"/>
              <a:gd name="connsiteY5896" fmla="*/ 538414 h 2787466"/>
              <a:gd name="connsiteX5897" fmla="*/ 2441404 w 3600000"/>
              <a:gd name="connsiteY5897" fmla="*/ 521595 h 2787466"/>
              <a:gd name="connsiteX5898" fmla="*/ 2437489 w 3600000"/>
              <a:gd name="connsiteY5898" fmla="*/ 517665 h 2787466"/>
              <a:gd name="connsiteX5899" fmla="*/ 2451914 w 3600000"/>
              <a:gd name="connsiteY5899" fmla="*/ 504776 h 2787466"/>
              <a:gd name="connsiteX5900" fmla="*/ 2485712 w 3600000"/>
              <a:gd name="connsiteY5900" fmla="*/ 495816 h 2787466"/>
              <a:gd name="connsiteX5901" fmla="*/ 2488023 w 3600000"/>
              <a:gd name="connsiteY5901" fmla="*/ 488804 h 2787466"/>
              <a:gd name="connsiteX5902" fmla="*/ 2485535 w 3600000"/>
              <a:gd name="connsiteY5902" fmla="*/ 487979 h 2787466"/>
              <a:gd name="connsiteX5903" fmla="*/ 2479975 w 3600000"/>
              <a:gd name="connsiteY5903" fmla="*/ 485523 h 2787466"/>
              <a:gd name="connsiteX5904" fmla="*/ 2469474 w 3600000"/>
              <a:gd name="connsiteY5904" fmla="*/ 493446 h 2787466"/>
              <a:gd name="connsiteX5905" fmla="*/ 2478740 w 3600000"/>
              <a:gd name="connsiteY5905" fmla="*/ 471420 h 2787466"/>
              <a:gd name="connsiteX5906" fmla="*/ 2487800 w 3600000"/>
              <a:gd name="connsiteY5906" fmla="*/ 472371 h 2787466"/>
              <a:gd name="connsiteX5907" fmla="*/ 2489036 w 3600000"/>
              <a:gd name="connsiteY5907" fmla="*/ 480453 h 2787466"/>
              <a:gd name="connsiteX5908" fmla="*/ 2485123 w 3600000"/>
              <a:gd name="connsiteY5908" fmla="*/ 476491 h 2787466"/>
              <a:gd name="connsiteX5909" fmla="*/ 2476063 w 3600000"/>
              <a:gd name="connsiteY5909" fmla="*/ 475381 h 2787466"/>
              <a:gd name="connsiteX5910" fmla="*/ 2478740 w 3600000"/>
              <a:gd name="connsiteY5910" fmla="*/ 482512 h 2787466"/>
              <a:gd name="connsiteX5911" fmla="*/ 2488237 w 3600000"/>
              <a:gd name="connsiteY5911" fmla="*/ 483859 h 2787466"/>
              <a:gd name="connsiteX5912" fmla="*/ 2490390 w 3600000"/>
              <a:gd name="connsiteY5912" fmla="*/ 486866 h 2787466"/>
              <a:gd name="connsiteX5913" fmla="*/ 2498696 w 3600000"/>
              <a:gd name="connsiteY5913" fmla="*/ 482926 h 2787466"/>
              <a:gd name="connsiteX5914" fmla="*/ 2494986 w 3600000"/>
              <a:gd name="connsiteY5914" fmla="*/ 477896 h 2787466"/>
              <a:gd name="connsiteX5915" fmla="*/ 2501375 w 3600000"/>
              <a:gd name="connsiteY5915" fmla="*/ 478839 h 2787466"/>
              <a:gd name="connsiteX5916" fmla="*/ 2498696 w 3600000"/>
              <a:gd name="connsiteY5916" fmla="*/ 473966 h 2787466"/>
              <a:gd name="connsiteX5917" fmla="*/ 2496223 w 3600000"/>
              <a:gd name="connsiteY5917" fmla="*/ 474909 h 2787466"/>
              <a:gd name="connsiteX5918" fmla="*/ 2498129 w 3600000"/>
              <a:gd name="connsiteY5918" fmla="*/ 467089 h 2787466"/>
              <a:gd name="connsiteX5919" fmla="*/ 2500934 w 3600000"/>
              <a:gd name="connsiteY5919" fmla="*/ 463722 h 2787466"/>
              <a:gd name="connsiteX5920" fmla="*/ 2491987 w 3600000"/>
              <a:gd name="connsiteY5920" fmla="*/ 463088 h 2787466"/>
              <a:gd name="connsiteX5921" fmla="*/ 2485636 w 3600000"/>
              <a:gd name="connsiteY5921" fmla="*/ 459901 h 2787466"/>
              <a:gd name="connsiteX5922" fmla="*/ 2480514 w 3600000"/>
              <a:gd name="connsiteY5922" fmla="*/ 469875 h 2787466"/>
              <a:gd name="connsiteX5923" fmla="*/ 2482972 w 3600000"/>
              <a:gd name="connsiteY5923" fmla="*/ 456894 h 2787466"/>
              <a:gd name="connsiteX5924" fmla="*/ 2488300 w 3600000"/>
              <a:gd name="connsiteY5924" fmla="*/ 459901 h 2787466"/>
              <a:gd name="connsiteX5925" fmla="*/ 2497315 w 3600000"/>
              <a:gd name="connsiteY5925" fmla="*/ 455944 h 2787466"/>
              <a:gd name="connsiteX5926" fmla="*/ 2484406 w 3600000"/>
              <a:gd name="connsiteY5926" fmla="*/ 455944 h 2787466"/>
              <a:gd name="connsiteX5927" fmla="*/ 2502438 w 3600000"/>
              <a:gd name="connsiteY5927" fmla="*/ 451986 h 2787466"/>
              <a:gd name="connsiteX5928" fmla="*/ 2499470 w 3600000"/>
              <a:gd name="connsiteY5928" fmla="*/ 460557 h 2787466"/>
              <a:gd name="connsiteX5929" fmla="*/ 2502182 w 3600000"/>
              <a:gd name="connsiteY5929" fmla="*/ 462224 h 2787466"/>
              <a:gd name="connsiteX5930" fmla="*/ 2504054 w 3600000"/>
              <a:gd name="connsiteY5930" fmla="*/ 459976 h 2787466"/>
              <a:gd name="connsiteX5931" fmla="*/ 2504606 w 3600000"/>
              <a:gd name="connsiteY5931" fmla="*/ 463713 h 2787466"/>
              <a:gd name="connsiteX5932" fmla="*/ 2505101 w 3600000"/>
              <a:gd name="connsiteY5932" fmla="*/ 464018 h 2787466"/>
              <a:gd name="connsiteX5933" fmla="*/ 2504646 w 3600000"/>
              <a:gd name="connsiteY5933" fmla="*/ 463985 h 2787466"/>
              <a:gd name="connsiteX5934" fmla="*/ 2505162 w 3600000"/>
              <a:gd name="connsiteY5934" fmla="*/ 467482 h 2787466"/>
              <a:gd name="connsiteX5935" fmla="*/ 2497460 w 3600000"/>
              <a:gd name="connsiteY5935" fmla="*/ 471923 h 2787466"/>
              <a:gd name="connsiteX5936" fmla="*/ 2501375 w 3600000"/>
              <a:gd name="connsiteY5936" fmla="*/ 474909 h 2787466"/>
              <a:gd name="connsiteX5937" fmla="*/ 2507970 w 3600000"/>
              <a:gd name="connsiteY5937" fmla="*/ 469879 h 2787466"/>
              <a:gd name="connsiteX5938" fmla="*/ 2522190 w 3600000"/>
              <a:gd name="connsiteY5938" fmla="*/ 466892 h 2787466"/>
              <a:gd name="connsiteX5939" fmla="*/ 2513122 w 3600000"/>
              <a:gd name="connsiteY5939" fmla="*/ 459976 h 2787466"/>
              <a:gd name="connsiteX5940" fmla="*/ 2539088 w 3600000"/>
              <a:gd name="connsiteY5940" fmla="*/ 450073 h 2787466"/>
              <a:gd name="connsiteX5941" fmla="*/ 2550835 w 3600000"/>
              <a:gd name="connsiteY5941" fmla="*/ 431210 h 2787466"/>
              <a:gd name="connsiteX5942" fmla="*/ 2562582 w 3600000"/>
              <a:gd name="connsiteY5942" fmla="*/ 432154 h 2787466"/>
              <a:gd name="connsiteX5943" fmla="*/ 2558667 w 3600000"/>
              <a:gd name="connsiteY5943" fmla="*/ 441114 h 2787466"/>
              <a:gd name="connsiteX5944" fmla="*/ 2569177 w 3600000"/>
              <a:gd name="connsiteY5944" fmla="*/ 439227 h 2787466"/>
              <a:gd name="connsiteX5945" fmla="*/ 2566498 w 3600000"/>
              <a:gd name="connsiteY5945" fmla="*/ 435140 h 2787466"/>
              <a:gd name="connsiteX5946" fmla="*/ 2575566 w 3600000"/>
              <a:gd name="connsiteY5946" fmla="*/ 439227 h 2787466"/>
              <a:gd name="connsiteX5947" fmla="*/ 2575566 w 3600000"/>
              <a:gd name="connsiteY5947" fmla="*/ 465950 h 2787466"/>
              <a:gd name="connsiteX5948" fmla="*/ 2582160 w 3600000"/>
              <a:gd name="connsiteY5948" fmla="*/ 456990 h 2787466"/>
              <a:gd name="connsiteX5949" fmla="*/ 2574329 w 3600000"/>
              <a:gd name="connsiteY5949" fmla="*/ 458090 h 2787466"/>
              <a:gd name="connsiteX5950" fmla="*/ 2574329 w 3600000"/>
              <a:gd name="connsiteY5950" fmla="*/ 454003 h 2787466"/>
              <a:gd name="connsiteX5951" fmla="*/ 2587313 w 3600000"/>
              <a:gd name="connsiteY5951" fmla="*/ 455104 h 2787466"/>
              <a:gd name="connsiteX5952" fmla="*/ 2586076 w 3600000"/>
              <a:gd name="connsiteY5952" fmla="*/ 459976 h 2787466"/>
              <a:gd name="connsiteX5953" fmla="*/ 2590682 w 3600000"/>
              <a:gd name="connsiteY5953" fmla="*/ 460121 h 2787466"/>
              <a:gd name="connsiteX5954" fmla="*/ 2594671 w 3600000"/>
              <a:gd name="connsiteY5954" fmla="*/ 452793 h 2787466"/>
              <a:gd name="connsiteX5955" fmla="*/ 2594313 w 3600000"/>
              <a:gd name="connsiteY5955" fmla="*/ 445012 h 2787466"/>
              <a:gd name="connsiteX5956" fmla="*/ 2608593 w 3600000"/>
              <a:gd name="connsiteY5956" fmla="*/ 440916 h 2787466"/>
              <a:gd name="connsiteX5957" fmla="*/ 2598189 w 3600000"/>
              <a:gd name="connsiteY5957" fmla="*/ 450843 h 2787466"/>
              <a:gd name="connsiteX5958" fmla="*/ 2598129 w 3600000"/>
              <a:gd name="connsiteY5958" fmla="*/ 452245 h 2787466"/>
              <a:gd name="connsiteX5959" fmla="*/ 2600577 w 3600000"/>
              <a:gd name="connsiteY5959" fmla="*/ 453271 h 2787466"/>
              <a:gd name="connsiteX5960" fmla="*/ 2599292 w 3600000"/>
              <a:gd name="connsiteY5960" fmla="*/ 454278 h 2787466"/>
              <a:gd name="connsiteX5961" fmla="*/ 2597886 w 3600000"/>
              <a:gd name="connsiteY5961" fmla="*/ 457928 h 2787466"/>
              <a:gd name="connsiteX5962" fmla="*/ 2597879 w 3600000"/>
              <a:gd name="connsiteY5962" fmla="*/ 458091 h 2787466"/>
              <a:gd name="connsiteX5963" fmla="*/ 2604383 w 3600000"/>
              <a:gd name="connsiteY5963" fmla="*/ 458217 h 2787466"/>
              <a:gd name="connsiteX5964" fmla="*/ 2609570 w 3600000"/>
              <a:gd name="connsiteY5964" fmla="*/ 452117 h 2787466"/>
              <a:gd name="connsiteX5965" fmla="*/ 2610807 w 3600000"/>
              <a:gd name="connsiteY5965" fmla="*/ 465950 h 2787466"/>
              <a:gd name="connsiteX5966" fmla="*/ 2609570 w 3600000"/>
              <a:gd name="connsiteY5966" fmla="*/ 471923 h 2787466"/>
              <a:gd name="connsiteX5967" fmla="*/ 2615959 w 3600000"/>
              <a:gd name="connsiteY5967" fmla="*/ 484812 h 2787466"/>
              <a:gd name="connsiteX5968" fmla="*/ 2610807 w 3600000"/>
              <a:gd name="connsiteY5968" fmla="*/ 481826 h 2787466"/>
              <a:gd name="connsiteX5969" fmla="*/ 2613047 w 3600000"/>
              <a:gd name="connsiteY5969" fmla="*/ 489234 h 2787466"/>
              <a:gd name="connsiteX5970" fmla="*/ 2618163 w 3600000"/>
              <a:gd name="connsiteY5970" fmla="*/ 492044 h 2787466"/>
              <a:gd name="connsiteX5971" fmla="*/ 2619634 w 3600000"/>
              <a:gd name="connsiteY5971" fmla="*/ 489484 h 2787466"/>
              <a:gd name="connsiteX5972" fmla="*/ 2627683 w 3600000"/>
              <a:gd name="connsiteY5972" fmla="*/ 483899 h 2787466"/>
              <a:gd name="connsiteX5973" fmla="*/ 2622490 w 3600000"/>
              <a:gd name="connsiteY5973" fmla="*/ 492931 h 2787466"/>
              <a:gd name="connsiteX5974" fmla="*/ 2619142 w 3600000"/>
              <a:gd name="connsiteY5974" fmla="*/ 492582 h 2787466"/>
              <a:gd name="connsiteX5975" fmla="*/ 2625027 w 3600000"/>
              <a:gd name="connsiteY5975" fmla="*/ 495816 h 2787466"/>
              <a:gd name="connsiteX5976" fmla="*/ 2628942 w 3600000"/>
              <a:gd name="connsiteY5976" fmla="*/ 491886 h 2787466"/>
              <a:gd name="connsiteX5977" fmla="*/ 2642132 w 3600000"/>
              <a:gd name="connsiteY5977" fmla="*/ 502732 h 2787466"/>
              <a:gd name="connsiteX5978" fmla="*/ 2643368 w 3600000"/>
              <a:gd name="connsiteY5978" fmla="*/ 517665 h 2787466"/>
              <a:gd name="connsiteX5979" fmla="*/ 2642132 w 3600000"/>
              <a:gd name="connsiteY5979" fmla="*/ 537471 h 2787466"/>
              <a:gd name="connsiteX5980" fmla="*/ 2635537 w 3600000"/>
              <a:gd name="connsiteY5980" fmla="*/ 557435 h 2787466"/>
              <a:gd name="connsiteX5981" fmla="*/ 2638314 w 3600000"/>
              <a:gd name="connsiteY5981" fmla="*/ 556133 h 2787466"/>
              <a:gd name="connsiteX5982" fmla="*/ 2637923 w 3600000"/>
              <a:gd name="connsiteY5982" fmla="*/ 555443 h 2787466"/>
              <a:gd name="connsiteX5983" fmla="*/ 2642097 w 3600000"/>
              <a:gd name="connsiteY5983" fmla="*/ 552005 h 2787466"/>
              <a:gd name="connsiteX5984" fmla="*/ 2644524 w 3600000"/>
              <a:gd name="connsiteY5984" fmla="*/ 552365 h 2787466"/>
              <a:gd name="connsiteX5985" fmla="*/ 2647283 w 3600000"/>
              <a:gd name="connsiteY5985" fmla="*/ 547374 h 2787466"/>
              <a:gd name="connsiteX5986" fmla="*/ 2649757 w 3600000"/>
              <a:gd name="connsiteY5986" fmla="*/ 555391 h 2787466"/>
              <a:gd name="connsiteX5987" fmla="*/ 2657588 w 3600000"/>
              <a:gd name="connsiteY5987" fmla="*/ 561364 h 2787466"/>
              <a:gd name="connsiteX5988" fmla="*/ 2669334 w 3600000"/>
              <a:gd name="connsiteY5988" fmla="*/ 548475 h 2787466"/>
              <a:gd name="connsiteX5989" fmla="*/ 2664183 w 3600000"/>
              <a:gd name="connsiteY5989" fmla="*/ 573311 h 2787466"/>
              <a:gd name="connsiteX5990" fmla="*/ 2659030 w 3600000"/>
              <a:gd name="connsiteY5990" fmla="*/ 585100 h 2787466"/>
              <a:gd name="connsiteX5991" fmla="*/ 2657588 w 3600000"/>
              <a:gd name="connsiteY5991" fmla="*/ 601134 h 2787466"/>
              <a:gd name="connsiteX5992" fmla="*/ 2623790 w 3600000"/>
              <a:gd name="connsiteY5992" fmla="*/ 655678 h 2787466"/>
              <a:gd name="connsiteX5993" fmla="*/ 2630385 w 3600000"/>
              <a:gd name="connsiteY5993" fmla="*/ 651749 h 2787466"/>
              <a:gd name="connsiteX5994" fmla="*/ 2638216 w 3600000"/>
              <a:gd name="connsiteY5994" fmla="*/ 654736 h 2787466"/>
              <a:gd name="connsiteX5995" fmla="*/ 2622554 w 3600000"/>
              <a:gd name="connsiteY5995" fmla="*/ 657722 h 2787466"/>
              <a:gd name="connsiteX5996" fmla="*/ 2606891 w 3600000"/>
              <a:gd name="connsiteY5996" fmla="*/ 686488 h 2787466"/>
              <a:gd name="connsiteX5997" fmla="*/ 2604212 w 3600000"/>
              <a:gd name="connsiteY5997" fmla="*/ 693405 h 2787466"/>
              <a:gd name="connsiteX5998" fmla="*/ 2588756 w 3600000"/>
              <a:gd name="connsiteY5998" fmla="*/ 709280 h 2787466"/>
              <a:gd name="connsiteX5999" fmla="*/ 2617196 w 3600000"/>
              <a:gd name="connsiteY5999" fmla="*/ 699378 h 2787466"/>
              <a:gd name="connsiteX6000" fmla="*/ 2597112 w 3600000"/>
              <a:gd name="connsiteY6000" fmla="*/ 722278 h 2787466"/>
              <a:gd name="connsiteX6001" fmla="*/ 2594343 w 3600000"/>
              <a:gd name="connsiteY6001" fmla="*/ 727552 h 2787466"/>
              <a:gd name="connsiteX6002" fmla="*/ 2596943 w 3600000"/>
              <a:gd name="connsiteY6002" fmla="*/ 729629 h 2787466"/>
              <a:gd name="connsiteX6003" fmla="*/ 2585757 w 3600000"/>
              <a:gd name="connsiteY6003" fmla="*/ 736783 h 2787466"/>
              <a:gd name="connsiteX6004" fmla="*/ 2586974 w 3600000"/>
              <a:gd name="connsiteY6004" fmla="*/ 733777 h 2787466"/>
              <a:gd name="connsiteX6005" fmla="*/ 2574329 w 3600000"/>
              <a:gd name="connsiteY6005" fmla="*/ 739874 h 2787466"/>
              <a:gd name="connsiteX6006" fmla="*/ 2559903 w 3600000"/>
              <a:gd name="connsiteY6006" fmla="*/ 750150 h 2787466"/>
              <a:gd name="connsiteX6007" fmla="*/ 2575566 w 3600000"/>
              <a:gd name="connsiteY6007" fmla="*/ 750150 h 2787466"/>
              <a:gd name="connsiteX6008" fmla="*/ 2570413 w 3600000"/>
              <a:gd name="connsiteY6008" fmla="*/ 755966 h 2787466"/>
              <a:gd name="connsiteX6009" fmla="*/ 2566783 w 3600000"/>
              <a:gd name="connsiteY6009" fmla="*/ 755046 h 2787466"/>
              <a:gd name="connsiteX6010" fmla="*/ 2560221 w 3600000"/>
              <a:gd name="connsiteY6010" fmla="*/ 761846 h 2787466"/>
              <a:gd name="connsiteX6011" fmla="*/ 2552692 w 3600000"/>
              <a:gd name="connsiteY6011" fmla="*/ 767980 h 2787466"/>
              <a:gd name="connsiteX6012" fmla="*/ 2549861 w 3600000"/>
              <a:gd name="connsiteY6012" fmla="*/ 763301 h 2787466"/>
              <a:gd name="connsiteX6013" fmla="*/ 2545632 w 3600000"/>
              <a:gd name="connsiteY6013" fmla="*/ 765594 h 2787466"/>
              <a:gd name="connsiteX6014" fmla="*/ 2531257 w 3600000"/>
              <a:gd name="connsiteY6014" fmla="*/ 776872 h 2787466"/>
              <a:gd name="connsiteX6015" fmla="*/ 2528784 w 3600000"/>
              <a:gd name="connsiteY6015" fmla="*/ 773886 h 2787466"/>
              <a:gd name="connsiteX6016" fmla="*/ 2481797 w 3600000"/>
              <a:gd name="connsiteY6016" fmla="*/ 794792 h 2787466"/>
              <a:gd name="connsiteX6017" fmla="*/ 2436252 w 3600000"/>
              <a:gd name="connsiteY6017" fmla="*/ 812555 h 2787466"/>
              <a:gd name="connsiteX6018" fmla="*/ 2363298 w 3600000"/>
              <a:gd name="connsiteY6018" fmla="*/ 838491 h 2787466"/>
              <a:gd name="connsiteX6019" fmla="*/ 2372366 w 3600000"/>
              <a:gd name="connsiteY6019" fmla="*/ 844464 h 2787466"/>
              <a:gd name="connsiteX6020" fmla="*/ 2350315 w 3600000"/>
              <a:gd name="connsiteY6020" fmla="*/ 853424 h 2787466"/>
              <a:gd name="connsiteX6021" fmla="*/ 2352993 w 3600000"/>
              <a:gd name="connsiteY6021" fmla="*/ 849338 h 2787466"/>
              <a:gd name="connsiteX6022" fmla="*/ 2345162 w 3600000"/>
              <a:gd name="connsiteY6022" fmla="*/ 850438 h 2787466"/>
              <a:gd name="connsiteX6023" fmla="*/ 2346399 w 3600000"/>
              <a:gd name="connsiteY6023" fmla="*/ 854367 h 2787466"/>
              <a:gd name="connsiteX6024" fmla="*/ 2260461 w 3600000"/>
              <a:gd name="connsiteY6024" fmla="*/ 877160 h 2787466"/>
              <a:gd name="connsiteX6025" fmla="*/ 2296938 w 3600000"/>
              <a:gd name="connsiteY6025" fmla="*/ 878260 h 2787466"/>
              <a:gd name="connsiteX6026" fmla="*/ 2276123 w 3600000"/>
              <a:gd name="connsiteY6026" fmla="*/ 883133 h 2787466"/>
              <a:gd name="connsiteX6027" fmla="*/ 2291786 w 3600000"/>
              <a:gd name="connsiteY6027" fmla="*/ 879204 h 2787466"/>
              <a:gd name="connsiteX6028" fmla="*/ 2294259 w 3600000"/>
              <a:gd name="connsiteY6028" fmla="*/ 884076 h 2787466"/>
              <a:gd name="connsiteX6029" fmla="*/ 2302090 w 3600000"/>
              <a:gd name="connsiteY6029" fmla="*/ 880146 h 2787466"/>
              <a:gd name="connsiteX6030" fmla="*/ 2300854 w 3600000"/>
              <a:gd name="connsiteY6030" fmla="*/ 870244 h 2787466"/>
              <a:gd name="connsiteX6031" fmla="*/ 2315074 w 3600000"/>
              <a:gd name="connsiteY6031" fmla="*/ 873230 h 2787466"/>
              <a:gd name="connsiteX6032" fmla="*/ 2324348 w 3600000"/>
              <a:gd name="connsiteY6032" fmla="*/ 867257 h 2787466"/>
              <a:gd name="connsiteX6033" fmla="*/ 2324348 w 3600000"/>
              <a:gd name="connsiteY6033" fmla="*/ 874173 h 2787466"/>
              <a:gd name="connsiteX6034" fmla="*/ 2330736 w 3600000"/>
              <a:gd name="connsiteY6034" fmla="*/ 870244 h 2787466"/>
              <a:gd name="connsiteX6035" fmla="*/ 2325584 w 3600000"/>
              <a:gd name="connsiteY6035" fmla="*/ 865371 h 2787466"/>
              <a:gd name="connsiteX6036" fmla="*/ 2347635 w 3600000"/>
              <a:gd name="connsiteY6036" fmla="*/ 859398 h 2787466"/>
              <a:gd name="connsiteX6037" fmla="*/ 2351551 w 3600000"/>
              <a:gd name="connsiteY6037" fmla="*/ 866314 h 2787466"/>
              <a:gd name="connsiteX6038" fmla="*/ 2354230 w 3600000"/>
              <a:gd name="connsiteY6038" fmla="*/ 863681 h 2787466"/>
              <a:gd name="connsiteX6039" fmla="*/ 2354577 w 3600000"/>
              <a:gd name="connsiteY6039" fmla="*/ 863249 h 2787466"/>
              <a:gd name="connsiteX6040" fmla="*/ 2384344 w 3600000"/>
              <a:gd name="connsiteY6040" fmla="*/ 856509 h 2787466"/>
              <a:gd name="connsiteX6041" fmla="*/ 2411522 w 3600000"/>
              <a:gd name="connsiteY6041" fmla="*/ 847451 h 2787466"/>
              <a:gd name="connsiteX6042" fmla="*/ 2463661 w 3600000"/>
              <a:gd name="connsiteY6042" fmla="*/ 827488 h 2787466"/>
              <a:gd name="connsiteX6043" fmla="*/ 2462218 w 3600000"/>
              <a:gd name="connsiteY6043" fmla="*/ 822615 h 2787466"/>
              <a:gd name="connsiteX6044" fmla="*/ 2480561 w 3600000"/>
              <a:gd name="connsiteY6044" fmla="*/ 819629 h 2787466"/>
              <a:gd name="connsiteX6045" fmla="*/ 2493544 w 3600000"/>
              <a:gd name="connsiteY6045" fmla="*/ 806739 h 2787466"/>
              <a:gd name="connsiteX6046" fmla="*/ 2505291 w 3600000"/>
              <a:gd name="connsiteY6046" fmla="*/ 806739 h 2787466"/>
              <a:gd name="connsiteX6047" fmla="*/ 2504054 w 3600000"/>
              <a:gd name="connsiteY6047" fmla="*/ 798722 h 2787466"/>
              <a:gd name="connsiteX6048" fmla="*/ 2524869 w 3600000"/>
              <a:gd name="connsiteY6048" fmla="*/ 789763 h 2787466"/>
              <a:gd name="connsiteX6049" fmla="*/ 2548362 w 3600000"/>
              <a:gd name="connsiteY6049" fmla="*/ 785832 h 2787466"/>
              <a:gd name="connsiteX6050" fmla="*/ 2546920 w 3600000"/>
              <a:gd name="connsiteY6050" fmla="*/ 775929 h 2787466"/>
              <a:gd name="connsiteX6051" fmla="*/ 2552278 w 3600000"/>
              <a:gd name="connsiteY6051" fmla="*/ 779859 h 2787466"/>
              <a:gd name="connsiteX6052" fmla="*/ 2586076 w 3600000"/>
              <a:gd name="connsiteY6052" fmla="*/ 755023 h 2787466"/>
              <a:gd name="connsiteX6053" fmla="*/ 2606891 w 3600000"/>
              <a:gd name="connsiteY6053" fmla="*/ 743076 h 2787466"/>
              <a:gd name="connsiteX6054" fmla="*/ 2607985 w 3600000"/>
              <a:gd name="connsiteY6054" fmla="*/ 741927 h 2787466"/>
              <a:gd name="connsiteX6055" fmla="*/ 2607006 w 3600000"/>
              <a:gd name="connsiteY6055" fmla="*/ 741022 h 2787466"/>
              <a:gd name="connsiteX6056" fmla="*/ 2607823 w 3600000"/>
              <a:gd name="connsiteY6056" fmla="*/ 734862 h 2787466"/>
              <a:gd name="connsiteX6057" fmla="*/ 2611759 w 3600000"/>
              <a:gd name="connsiteY6057" fmla="*/ 737965 h 2787466"/>
              <a:gd name="connsiteX6058" fmla="*/ 2621111 w 3600000"/>
              <a:gd name="connsiteY6058" fmla="*/ 728143 h 2787466"/>
              <a:gd name="connsiteX6059" fmla="*/ 2631621 w 3600000"/>
              <a:gd name="connsiteY6059" fmla="*/ 728143 h 2787466"/>
              <a:gd name="connsiteX6060" fmla="*/ 2724154 w 3600000"/>
              <a:gd name="connsiteY6060" fmla="*/ 628799 h 2787466"/>
              <a:gd name="connsiteX6061" fmla="*/ 2670572 w 3600000"/>
              <a:gd name="connsiteY6061" fmla="*/ 697334 h 2787466"/>
              <a:gd name="connsiteX6062" fmla="*/ 2636439 w 3600000"/>
              <a:gd name="connsiteY6062" fmla="*/ 726689 h 2787466"/>
              <a:gd name="connsiteX6063" fmla="*/ 2613505 w 3600000"/>
              <a:gd name="connsiteY6063" fmla="*/ 741576 h 2787466"/>
              <a:gd name="connsiteX6064" fmla="*/ 2612929 w 3600000"/>
              <a:gd name="connsiteY6064" fmla="*/ 746494 h 2787466"/>
              <a:gd name="connsiteX6065" fmla="*/ 2610040 w 3600000"/>
              <a:gd name="connsiteY6065" fmla="*/ 743826 h 2787466"/>
              <a:gd name="connsiteX6066" fmla="*/ 2604698 w 3600000"/>
              <a:gd name="connsiteY6066" fmla="*/ 747293 h 2787466"/>
              <a:gd name="connsiteX6067" fmla="*/ 2605189 w 3600000"/>
              <a:gd name="connsiteY6067" fmla="*/ 751339 h 2787466"/>
              <a:gd name="connsiteX6068" fmla="*/ 2606734 w 3600000"/>
              <a:gd name="connsiteY6068" fmla="*/ 755715 h 2787466"/>
              <a:gd name="connsiteX6069" fmla="*/ 2605025 w 3600000"/>
              <a:gd name="connsiteY6069" fmla="*/ 755974 h 2787466"/>
              <a:gd name="connsiteX6070" fmla="*/ 2606891 w 3600000"/>
              <a:gd name="connsiteY6070" fmla="*/ 758953 h 2787466"/>
              <a:gd name="connsiteX6071" fmla="*/ 2593907 w 3600000"/>
              <a:gd name="connsiteY6071" fmla="*/ 761940 h 2787466"/>
              <a:gd name="connsiteX6072" fmla="*/ 2579482 w 3600000"/>
              <a:gd name="connsiteY6072" fmla="*/ 767913 h 2787466"/>
              <a:gd name="connsiteX6073" fmla="*/ 2584634 w 3600000"/>
              <a:gd name="connsiteY6073" fmla="*/ 770899 h 2787466"/>
              <a:gd name="connsiteX6074" fmla="*/ 2571650 w 3600000"/>
              <a:gd name="connsiteY6074" fmla="*/ 776872 h 2787466"/>
              <a:gd name="connsiteX6075" fmla="*/ 2563819 w 3600000"/>
              <a:gd name="connsiteY6075" fmla="*/ 788819 h 2787466"/>
              <a:gd name="connsiteX6076" fmla="*/ 2559903 w 3600000"/>
              <a:gd name="connsiteY6076" fmla="*/ 784889 h 2787466"/>
              <a:gd name="connsiteX6077" fmla="*/ 2524869 w 3600000"/>
              <a:gd name="connsiteY6077" fmla="*/ 802651 h 2787466"/>
              <a:gd name="connsiteX6078" fmla="*/ 2536616 w 3600000"/>
              <a:gd name="connsiteY6078" fmla="*/ 810669 h 2787466"/>
              <a:gd name="connsiteX6079" fmla="*/ 2522190 w 3600000"/>
              <a:gd name="connsiteY6079" fmla="*/ 805638 h 2787466"/>
              <a:gd name="connsiteX6080" fmla="*/ 2491071 w 3600000"/>
              <a:gd name="connsiteY6080" fmla="*/ 824501 h 2787466"/>
              <a:gd name="connsiteX6081" fmla="*/ 2451914 w 3600000"/>
              <a:gd name="connsiteY6081" fmla="*/ 835504 h 2787466"/>
              <a:gd name="connsiteX6082" fmla="*/ 2458510 w 3600000"/>
              <a:gd name="connsiteY6082" fmla="*/ 836448 h 2787466"/>
              <a:gd name="connsiteX6083" fmla="*/ 2414201 w 3600000"/>
              <a:gd name="connsiteY6083" fmla="*/ 853424 h 2787466"/>
              <a:gd name="connsiteX6084" fmla="*/ 2368450 w 3600000"/>
              <a:gd name="connsiteY6084" fmla="*/ 874173 h 2787466"/>
              <a:gd name="connsiteX6085" fmla="*/ 2321668 w 3600000"/>
              <a:gd name="connsiteY6085" fmla="*/ 893036 h 2787466"/>
              <a:gd name="connsiteX6086" fmla="*/ 2272208 w 3600000"/>
              <a:gd name="connsiteY6086" fmla="*/ 906083 h 2787466"/>
              <a:gd name="connsiteX6087" fmla="*/ 2269529 w 3600000"/>
              <a:gd name="connsiteY6087" fmla="*/ 911900 h 2787466"/>
              <a:gd name="connsiteX6088" fmla="*/ 2186270 w 3600000"/>
              <a:gd name="connsiteY6088" fmla="*/ 932806 h 2787466"/>
              <a:gd name="connsiteX6089" fmla="*/ 2186089 w 3600000"/>
              <a:gd name="connsiteY6089" fmla="*/ 931941 h 2787466"/>
              <a:gd name="connsiteX6090" fmla="*/ 2185016 w 3600000"/>
              <a:gd name="connsiteY6090" fmla="*/ 926793 h 2787466"/>
              <a:gd name="connsiteX6091" fmla="*/ 2184566 w 3600000"/>
              <a:gd name="connsiteY6091" fmla="*/ 927431 h 2787466"/>
              <a:gd name="connsiteX6092" fmla="*/ 2183728 w 3600000"/>
              <a:gd name="connsiteY6092" fmla="*/ 926401 h 2787466"/>
              <a:gd name="connsiteX6093" fmla="*/ 2167671 w 3600000"/>
              <a:gd name="connsiteY6093" fmla="*/ 933867 h 2787466"/>
              <a:gd name="connsiteX6094" fmla="*/ 2148350 w 3600000"/>
              <a:gd name="connsiteY6094" fmla="*/ 938779 h 2787466"/>
              <a:gd name="connsiteX6095" fmla="*/ 2141968 w 3600000"/>
              <a:gd name="connsiteY6095" fmla="*/ 939584 h 2787466"/>
              <a:gd name="connsiteX6096" fmla="*/ 2144076 w 3600000"/>
              <a:gd name="connsiteY6096" fmla="*/ 940154 h 2787466"/>
              <a:gd name="connsiteX6097" fmla="*/ 2153176 w 3600000"/>
              <a:gd name="connsiteY6097" fmla="*/ 939339 h 2787466"/>
              <a:gd name="connsiteX6098" fmla="*/ 2155359 w 3600000"/>
              <a:gd name="connsiteY6098" fmla="*/ 939181 h 2787466"/>
              <a:gd name="connsiteX6099" fmla="*/ 2156204 w 3600000"/>
              <a:gd name="connsiteY6099" fmla="*/ 938458 h 2787466"/>
              <a:gd name="connsiteX6100" fmla="*/ 2155774 w 3600000"/>
              <a:gd name="connsiteY6100" fmla="*/ 939151 h 2787466"/>
              <a:gd name="connsiteX6101" fmla="*/ 2162043 w 3600000"/>
              <a:gd name="connsiteY6101" fmla="*/ 938700 h 2787466"/>
              <a:gd name="connsiteX6102" fmla="*/ 2170331 w 3600000"/>
              <a:gd name="connsiteY6102" fmla="*/ 941657 h 2787466"/>
              <a:gd name="connsiteX6103" fmla="*/ 2245751 w 3600000"/>
              <a:gd name="connsiteY6103" fmla="*/ 932695 h 2787466"/>
              <a:gd name="connsiteX6104" fmla="*/ 2249666 w 3600000"/>
              <a:gd name="connsiteY6104" fmla="*/ 937726 h 2787466"/>
              <a:gd name="connsiteX6105" fmla="*/ 2279700 w 3600000"/>
              <a:gd name="connsiteY6105" fmla="*/ 933462 h 2787466"/>
              <a:gd name="connsiteX6106" fmla="*/ 2291932 w 3600000"/>
              <a:gd name="connsiteY6106" fmla="*/ 932495 h 2787466"/>
              <a:gd name="connsiteX6107" fmla="*/ 2292367 w 3600000"/>
              <a:gd name="connsiteY6107" fmla="*/ 931323 h 2787466"/>
              <a:gd name="connsiteX6108" fmla="*/ 2298095 w 3600000"/>
              <a:gd name="connsiteY6108" fmla="*/ 930642 h 2787466"/>
              <a:gd name="connsiteX6109" fmla="*/ 2305715 w 3600000"/>
              <a:gd name="connsiteY6109" fmla="*/ 927664 h 2787466"/>
              <a:gd name="connsiteX6110" fmla="*/ 2324055 w 3600000"/>
              <a:gd name="connsiteY6110" fmla="*/ 931752 h 2787466"/>
              <a:gd name="connsiteX6111" fmla="*/ 2326528 w 3600000"/>
              <a:gd name="connsiteY6111" fmla="*/ 925777 h 2787466"/>
              <a:gd name="connsiteX6112" fmla="*/ 2344868 w 3600000"/>
              <a:gd name="connsiteY6112" fmla="*/ 924834 h 2787466"/>
              <a:gd name="connsiteX6113" fmla="*/ 2366917 w 3600000"/>
              <a:gd name="connsiteY6113" fmla="*/ 923734 h 2787466"/>
              <a:gd name="connsiteX6114" fmla="*/ 2379899 w 3600000"/>
              <a:gd name="connsiteY6114" fmla="*/ 918859 h 2787466"/>
              <a:gd name="connsiteX6115" fmla="*/ 2400918 w 3600000"/>
              <a:gd name="connsiteY6115" fmla="*/ 915873 h 2787466"/>
              <a:gd name="connsiteX6116" fmla="*/ 2420288 w 3600000"/>
              <a:gd name="connsiteY6116" fmla="*/ 910841 h 2787466"/>
              <a:gd name="connsiteX6117" fmla="*/ 2438628 w 3600000"/>
              <a:gd name="connsiteY6117" fmla="*/ 905967 h 2787466"/>
              <a:gd name="connsiteX6118" fmla="*/ 2458203 w 3600000"/>
              <a:gd name="connsiteY6118" fmla="*/ 902980 h 2787466"/>
              <a:gd name="connsiteX6119" fmla="*/ 2456761 w 3600000"/>
              <a:gd name="connsiteY6119" fmla="*/ 898892 h 2787466"/>
              <a:gd name="connsiteX6120" fmla="*/ 2479017 w 3600000"/>
              <a:gd name="connsiteY6120" fmla="*/ 895905 h 2787466"/>
              <a:gd name="connsiteX6121" fmla="*/ 2494678 w 3600000"/>
              <a:gd name="connsiteY6121" fmla="*/ 886000 h 2787466"/>
              <a:gd name="connsiteX6122" fmla="*/ 2503745 w 3600000"/>
              <a:gd name="connsiteY6122" fmla="*/ 891031 h 2787466"/>
              <a:gd name="connsiteX6123" fmla="*/ 2516726 w 3600000"/>
              <a:gd name="connsiteY6123" fmla="*/ 885057 h 2787466"/>
              <a:gd name="connsiteX6124" fmla="*/ 2512811 w 3600000"/>
              <a:gd name="connsiteY6124" fmla="*/ 881126 h 2787466"/>
              <a:gd name="connsiteX6125" fmla="*/ 2524557 w 3600000"/>
              <a:gd name="connsiteY6125" fmla="*/ 881126 h 2787466"/>
              <a:gd name="connsiteX6126" fmla="*/ 2538776 w 3600000"/>
              <a:gd name="connsiteY6126" fmla="*/ 870121 h 2787466"/>
              <a:gd name="connsiteX6127" fmla="*/ 2559588 w 3600000"/>
              <a:gd name="connsiteY6127" fmla="*/ 864146 h 2787466"/>
              <a:gd name="connsiteX6128" fmla="*/ 2553200 w 3600000"/>
              <a:gd name="connsiteY6128" fmla="*/ 860215 h 2787466"/>
              <a:gd name="connsiteX6129" fmla="*/ 2576486 w 3600000"/>
              <a:gd name="connsiteY6129" fmla="*/ 851253 h 2787466"/>
              <a:gd name="connsiteX6130" fmla="*/ 2594825 w 3600000"/>
              <a:gd name="connsiteY6130" fmla="*/ 837417 h 2787466"/>
              <a:gd name="connsiteX6131" fmla="*/ 2603892 w 3600000"/>
              <a:gd name="connsiteY6131" fmla="*/ 839305 h 2787466"/>
              <a:gd name="connsiteX6132" fmla="*/ 2601420 w 3600000"/>
              <a:gd name="connsiteY6132" fmla="*/ 829399 h 2787466"/>
              <a:gd name="connsiteX6133" fmla="*/ 2620789 w 3600000"/>
              <a:gd name="connsiteY6133" fmla="*/ 824368 h 2787466"/>
              <a:gd name="connsiteX6134" fmla="*/ 2639130 w 3600000"/>
              <a:gd name="connsiteY6134" fmla="*/ 804558 h 2787466"/>
              <a:gd name="connsiteX6135" fmla="*/ 2658706 w 3600000"/>
              <a:gd name="connsiteY6135" fmla="*/ 791665 h 2787466"/>
              <a:gd name="connsiteX6136" fmla="*/ 2650875 w 3600000"/>
              <a:gd name="connsiteY6136" fmla="*/ 787735 h 2787466"/>
              <a:gd name="connsiteX6137" fmla="*/ 2657263 w 3600000"/>
              <a:gd name="connsiteY6137" fmla="*/ 781760 h 2787466"/>
              <a:gd name="connsiteX6138" fmla="*/ 2676839 w 3600000"/>
              <a:gd name="connsiteY6138" fmla="*/ 763837 h 2787466"/>
              <a:gd name="connsiteX6139" fmla="*/ 2689822 w 3600000"/>
              <a:gd name="connsiteY6139" fmla="*/ 766823 h 2787466"/>
              <a:gd name="connsiteX6140" fmla="*/ 2692501 w 3600000"/>
              <a:gd name="connsiteY6140" fmla="*/ 741982 h 2787466"/>
              <a:gd name="connsiteX6141" fmla="*/ 2696416 w 3600000"/>
              <a:gd name="connsiteY6141" fmla="*/ 748900 h 2787466"/>
              <a:gd name="connsiteX6142" fmla="*/ 2708162 w 3600000"/>
              <a:gd name="connsiteY6142" fmla="*/ 750001 h 2787466"/>
              <a:gd name="connsiteX6143" fmla="*/ 2710634 w 3600000"/>
              <a:gd name="connsiteY6143" fmla="*/ 736951 h 2787466"/>
              <a:gd name="connsiteX6144" fmla="*/ 2712077 w 3600000"/>
              <a:gd name="connsiteY6144" fmla="*/ 742926 h 2787466"/>
              <a:gd name="connsiteX6145" fmla="*/ 2715992 w 3600000"/>
              <a:gd name="connsiteY6145" fmla="*/ 727989 h 2787466"/>
              <a:gd name="connsiteX6146" fmla="*/ 2726295 w 3600000"/>
              <a:gd name="connsiteY6146" fmla="*/ 727046 h 2787466"/>
              <a:gd name="connsiteX6147" fmla="*/ 2721144 w 3600000"/>
              <a:gd name="connsiteY6147" fmla="*/ 717141 h 2787466"/>
              <a:gd name="connsiteX6148" fmla="*/ 2732890 w 3600000"/>
              <a:gd name="connsiteY6148" fmla="*/ 699218 h 2787466"/>
              <a:gd name="connsiteX6149" fmla="*/ 2721144 w 3600000"/>
              <a:gd name="connsiteY6149" fmla="*/ 698274 h 2787466"/>
              <a:gd name="connsiteX6150" fmla="*/ 2735568 w 3600000"/>
              <a:gd name="connsiteY6150" fmla="*/ 695287 h 2787466"/>
              <a:gd name="connsiteX6151" fmla="*/ 2730210 w 3600000"/>
              <a:gd name="connsiteY6151" fmla="*/ 688369 h 2787466"/>
              <a:gd name="connsiteX6152" fmla="*/ 2736805 w 3600000"/>
              <a:gd name="connsiteY6152" fmla="*/ 692300 h 2787466"/>
              <a:gd name="connsiteX6153" fmla="*/ 2747957 w 3600000"/>
              <a:gd name="connsiteY6153" fmla="*/ 677186 h 2787466"/>
              <a:gd name="connsiteX6154" fmla="*/ 2751154 w 3600000"/>
              <a:gd name="connsiteY6154" fmla="*/ 665383 h 2787466"/>
              <a:gd name="connsiteX6155" fmla="*/ 2753702 w 3600000"/>
              <a:gd name="connsiteY6155" fmla="*/ 665414 h 2787466"/>
              <a:gd name="connsiteX6156" fmla="*/ 2760296 w 3600000"/>
              <a:gd name="connsiteY6156" fmla="*/ 644661 h 2787466"/>
              <a:gd name="connsiteX6157" fmla="*/ 2764005 w 3600000"/>
              <a:gd name="connsiteY6157" fmla="*/ 640573 h 2787466"/>
              <a:gd name="connsiteX6158" fmla="*/ 2770599 w 3600000"/>
              <a:gd name="connsiteY6158" fmla="*/ 641673 h 2787466"/>
              <a:gd name="connsiteX6159" fmla="*/ 2766684 w 3600000"/>
              <a:gd name="connsiteY6159" fmla="*/ 634756 h 2787466"/>
              <a:gd name="connsiteX6160" fmla="*/ 2762769 w 3600000"/>
              <a:gd name="connsiteY6160" fmla="*/ 639629 h 2787466"/>
              <a:gd name="connsiteX6161" fmla="*/ 2770599 w 3600000"/>
              <a:gd name="connsiteY6161" fmla="*/ 628624 h 2787466"/>
              <a:gd name="connsiteX6162" fmla="*/ 2777194 w 3600000"/>
              <a:gd name="connsiteY6162" fmla="*/ 621706 h 2787466"/>
              <a:gd name="connsiteX6163" fmla="*/ 2782345 w 3600000"/>
              <a:gd name="connsiteY6163" fmla="*/ 625637 h 2787466"/>
              <a:gd name="connsiteX6164" fmla="*/ 2786261 w 3600000"/>
              <a:gd name="connsiteY6164" fmla="*/ 603940 h 2787466"/>
              <a:gd name="connsiteX6165" fmla="*/ 2794091 w 3600000"/>
              <a:gd name="connsiteY6165" fmla="*/ 604883 h 2787466"/>
              <a:gd name="connsiteX6166" fmla="*/ 2794091 w 3600000"/>
              <a:gd name="connsiteY6166" fmla="*/ 598908 h 2787466"/>
              <a:gd name="connsiteX6167" fmla="*/ 2786261 w 3600000"/>
              <a:gd name="connsiteY6167" fmla="*/ 597965 h 2787466"/>
              <a:gd name="connsiteX6168" fmla="*/ 2794091 w 3600000"/>
              <a:gd name="connsiteY6168" fmla="*/ 589003 h 2787466"/>
              <a:gd name="connsiteX6169" fmla="*/ 2788321 w 3600000"/>
              <a:gd name="connsiteY6169" fmla="*/ 589101 h 2787466"/>
              <a:gd name="connsiteX6170" fmla="*/ 2787700 w 3600000"/>
              <a:gd name="connsiteY6170" fmla="*/ 588819 h 2787466"/>
              <a:gd name="connsiteX6171" fmla="*/ 2784700 w 3600000"/>
              <a:gd name="connsiteY6171" fmla="*/ 593277 h 2787466"/>
              <a:gd name="connsiteX6172" fmla="*/ 2784675 w 3600000"/>
              <a:gd name="connsiteY6172" fmla="*/ 582977 h 2787466"/>
              <a:gd name="connsiteX6173" fmla="*/ 2785853 w 3600000"/>
              <a:gd name="connsiteY6173" fmla="*/ 581202 h 2787466"/>
              <a:gd name="connsiteX6174" fmla="*/ 2783886 w 3600000"/>
              <a:gd name="connsiteY6174" fmla="*/ 580185 h 2787466"/>
              <a:gd name="connsiteX6175" fmla="*/ 2787635 w 3600000"/>
              <a:gd name="connsiteY6175" fmla="*/ 576103 h 2787466"/>
              <a:gd name="connsiteX6176" fmla="*/ 2788299 w 3600000"/>
              <a:gd name="connsiteY6176" fmla="*/ 577517 h 2787466"/>
              <a:gd name="connsiteX6177" fmla="*/ 2792460 w 3600000"/>
              <a:gd name="connsiteY6177" fmla="*/ 571250 h 2787466"/>
              <a:gd name="connsiteX6178" fmla="*/ 2791873 w 3600000"/>
              <a:gd name="connsiteY6178" fmla="*/ 582620 h 2787466"/>
              <a:gd name="connsiteX6179" fmla="*/ 2788929 w 3600000"/>
              <a:gd name="connsiteY6179" fmla="*/ 586993 h 2787466"/>
              <a:gd name="connsiteX6180" fmla="*/ 2793689 w 3600000"/>
              <a:gd name="connsiteY6180" fmla="*/ 587107 h 2787466"/>
              <a:gd name="connsiteX6181" fmla="*/ 2798006 w 3600000"/>
              <a:gd name="connsiteY6181" fmla="*/ 577998 h 2787466"/>
              <a:gd name="connsiteX6182" fmla="*/ 2808309 w 3600000"/>
              <a:gd name="connsiteY6182" fmla="*/ 580985 h 2787466"/>
              <a:gd name="connsiteX6183" fmla="*/ 2807073 w 3600000"/>
              <a:gd name="connsiteY6183" fmla="*/ 569035 h 2787466"/>
              <a:gd name="connsiteX6184" fmla="*/ 2801921 w 3600000"/>
              <a:gd name="connsiteY6184" fmla="*/ 562118 h 2787466"/>
              <a:gd name="connsiteX6185" fmla="*/ 2816140 w 3600000"/>
              <a:gd name="connsiteY6185" fmla="*/ 565105 h 2787466"/>
              <a:gd name="connsiteX6186" fmla="*/ 2810988 w 3600000"/>
              <a:gd name="connsiteY6186" fmla="*/ 559130 h 2787466"/>
              <a:gd name="connsiteX6187" fmla="*/ 2826649 w 3600000"/>
              <a:gd name="connsiteY6187" fmla="*/ 540264 h 2787466"/>
              <a:gd name="connsiteX6188" fmla="*/ 2820055 w 3600000"/>
              <a:gd name="connsiteY6188" fmla="*/ 540264 h 2787466"/>
              <a:gd name="connsiteX6189" fmla="*/ 2821498 w 3600000"/>
              <a:gd name="connsiteY6189" fmla="*/ 534289 h 2787466"/>
              <a:gd name="connsiteX6190" fmla="*/ 2830565 w 3600000"/>
              <a:gd name="connsiteY6190" fmla="*/ 530358 h 2787466"/>
              <a:gd name="connsiteX6191" fmla="*/ 2843547 w 3600000"/>
              <a:gd name="connsiteY6191" fmla="*/ 532402 h 2787466"/>
              <a:gd name="connsiteX6192" fmla="*/ 2840868 w 3600000"/>
              <a:gd name="connsiteY6192" fmla="*/ 545295 h 2787466"/>
              <a:gd name="connsiteX6193" fmla="*/ 2825413 w 3600000"/>
              <a:gd name="connsiteY6193" fmla="*/ 555200 h 2787466"/>
              <a:gd name="connsiteX6194" fmla="*/ 2831801 w 3600000"/>
              <a:gd name="connsiteY6194" fmla="*/ 562118 h 2787466"/>
              <a:gd name="connsiteX6195" fmla="*/ 2825413 w 3600000"/>
              <a:gd name="connsiteY6195" fmla="*/ 559130 h 2787466"/>
              <a:gd name="connsiteX6196" fmla="*/ 2820055 w 3600000"/>
              <a:gd name="connsiteY6196" fmla="*/ 564161 h 2787466"/>
              <a:gd name="connsiteX6197" fmla="*/ 2836952 w 3600000"/>
              <a:gd name="connsiteY6197" fmla="*/ 568092 h 2787466"/>
              <a:gd name="connsiteX6198" fmla="*/ 2820055 w 3600000"/>
              <a:gd name="connsiteY6198" fmla="*/ 568092 h 2787466"/>
              <a:gd name="connsiteX6199" fmla="*/ 2818818 w 3600000"/>
              <a:gd name="connsiteY6199" fmla="*/ 581928 h 2787466"/>
              <a:gd name="connsiteX6200" fmla="*/ 2834480 w 3600000"/>
              <a:gd name="connsiteY6200" fmla="*/ 580041 h 2787466"/>
              <a:gd name="connsiteX6201" fmla="*/ 2817582 w 3600000"/>
              <a:gd name="connsiteY6201" fmla="*/ 583028 h 2787466"/>
              <a:gd name="connsiteX6202" fmla="*/ 2813667 w 3600000"/>
              <a:gd name="connsiteY6202" fmla="*/ 609757 h 2787466"/>
              <a:gd name="connsiteX6203" fmla="*/ 2817582 w 3600000"/>
              <a:gd name="connsiteY6203" fmla="*/ 610857 h 2787466"/>
              <a:gd name="connsiteX6204" fmla="*/ 2822734 w 3600000"/>
              <a:gd name="connsiteY6204" fmla="*/ 605826 h 2787466"/>
              <a:gd name="connsiteX6205" fmla="*/ 2812225 w 3600000"/>
              <a:gd name="connsiteY6205" fmla="*/ 614788 h 2787466"/>
              <a:gd name="connsiteX6206" fmla="*/ 2818818 w 3600000"/>
              <a:gd name="connsiteY6206" fmla="*/ 619819 h 2787466"/>
              <a:gd name="connsiteX6207" fmla="*/ 2804394 w 3600000"/>
              <a:gd name="connsiteY6207" fmla="*/ 621706 h 2787466"/>
              <a:gd name="connsiteX6208" fmla="*/ 2808309 w 3600000"/>
              <a:gd name="connsiteY6208" fmla="*/ 650635 h 2787466"/>
              <a:gd name="connsiteX6209" fmla="*/ 2798006 w 3600000"/>
              <a:gd name="connsiteY6209" fmla="*/ 650635 h 2787466"/>
              <a:gd name="connsiteX6210" fmla="*/ 2792854 w 3600000"/>
              <a:gd name="connsiteY6210" fmla="*/ 668402 h 2787466"/>
              <a:gd name="connsiteX6211" fmla="*/ 2785025 w 3600000"/>
              <a:gd name="connsiteY6211" fmla="*/ 665414 h 2787466"/>
              <a:gd name="connsiteX6212" fmla="*/ 2787497 w 3600000"/>
              <a:gd name="connsiteY6212" fmla="*/ 673433 h 2787466"/>
              <a:gd name="connsiteX6213" fmla="*/ 2796770 w 3600000"/>
              <a:gd name="connsiteY6213" fmla="*/ 671389 h 2787466"/>
              <a:gd name="connsiteX6214" fmla="*/ 2791412 w 3600000"/>
              <a:gd name="connsiteY6214" fmla="*/ 678464 h 2787466"/>
              <a:gd name="connsiteX6215" fmla="*/ 2778430 w 3600000"/>
              <a:gd name="connsiteY6215" fmla="*/ 676420 h 2787466"/>
              <a:gd name="connsiteX6216" fmla="*/ 2775752 w 3600000"/>
              <a:gd name="connsiteY6216" fmla="*/ 696230 h 2787466"/>
              <a:gd name="connsiteX6217" fmla="*/ 2769363 w 3600000"/>
              <a:gd name="connsiteY6217" fmla="*/ 698274 h 2787466"/>
              <a:gd name="connsiteX6218" fmla="*/ 2773278 w 3600000"/>
              <a:gd name="connsiteY6218" fmla="*/ 704248 h 2787466"/>
              <a:gd name="connsiteX6219" fmla="*/ 2778430 w 3600000"/>
              <a:gd name="connsiteY6219" fmla="*/ 702205 h 2787466"/>
              <a:gd name="connsiteX6220" fmla="*/ 2762769 w 3600000"/>
              <a:gd name="connsiteY6220" fmla="*/ 715097 h 2787466"/>
              <a:gd name="connsiteX6221" fmla="*/ 2767920 w 3600000"/>
              <a:gd name="connsiteY6221" fmla="*/ 716197 h 2787466"/>
              <a:gd name="connsiteX6222" fmla="*/ 2774515 w 3600000"/>
              <a:gd name="connsiteY6222" fmla="*/ 713210 h 2787466"/>
              <a:gd name="connsiteX6223" fmla="*/ 2761532 w 3600000"/>
              <a:gd name="connsiteY6223" fmla="*/ 744970 h 2787466"/>
              <a:gd name="connsiteX6224" fmla="*/ 2756381 w 3600000"/>
              <a:gd name="connsiteY6224" fmla="*/ 742926 h 2787466"/>
              <a:gd name="connsiteX6225" fmla="*/ 2740719 w 3600000"/>
              <a:gd name="connsiteY6225" fmla="*/ 759906 h 2787466"/>
              <a:gd name="connsiteX6226" fmla="*/ 2731653 w 3600000"/>
              <a:gd name="connsiteY6226" fmla="*/ 780659 h 2787466"/>
              <a:gd name="connsiteX6227" fmla="*/ 2715992 w 3600000"/>
              <a:gd name="connsiteY6227" fmla="*/ 788678 h 2787466"/>
              <a:gd name="connsiteX6228" fmla="*/ 2713313 w 3600000"/>
              <a:gd name="connsiteY6228" fmla="*/ 798583 h 2787466"/>
              <a:gd name="connsiteX6229" fmla="*/ 2705483 w 3600000"/>
              <a:gd name="connsiteY6229" fmla="*/ 812419 h 2787466"/>
              <a:gd name="connsiteX6230" fmla="*/ 2696416 w 3600000"/>
              <a:gd name="connsiteY6230" fmla="*/ 810532 h 2787466"/>
              <a:gd name="connsiteX6231" fmla="*/ 2691264 w 3600000"/>
              <a:gd name="connsiteY6231" fmla="*/ 815406 h 2787466"/>
              <a:gd name="connsiteX6232" fmla="*/ 2695179 w 3600000"/>
              <a:gd name="connsiteY6232" fmla="*/ 821380 h 2787466"/>
              <a:gd name="connsiteX6233" fmla="*/ 2688586 w 3600000"/>
              <a:gd name="connsiteY6233" fmla="*/ 815406 h 2787466"/>
              <a:gd name="connsiteX6234" fmla="*/ 2688586 w 3600000"/>
              <a:gd name="connsiteY6234" fmla="*/ 826412 h 2787466"/>
              <a:gd name="connsiteX6235" fmla="*/ 2678075 w 3600000"/>
              <a:gd name="connsiteY6235" fmla="*/ 825468 h 2787466"/>
              <a:gd name="connsiteX6236" fmla="*/ 2681992 w 3600000"/>
              <a:gd name="connsiteY6236" fmla="*/ 839305 h 2787466"/>
              <a:gd name="connsiteX6237" fmla="*/ 2688586 w 3600000"/>
              <a:gd name="connsiteY6237" fmla="*/ 840247 h 2787466"/>
              <a:gd name="connsiteX6238" fmla="*/ 2684670 w 3600000"/>
              <a:gd name="connsiteY6238" fmla="*/ 841348 h 2787466"/>
              <a:gd name="connsiteX6239" fmla="*/ 2693737 w 3600000"/>
              <a:gd name="connsiteY6239" fmla="*/ 844335 h 2787466"/>
              <a:gd name="connsiteX6240" fmla="*/ 2679519 w 3600000"/>
              <a:gd name="connsiteY6240" fmla="*/ 852196 h 2787466"/>
              <a:gd name="connsiteX6241" fmla="*/ 2675603 w 3600000"/>
              <a:gd name="connsiteY6241" fmla="*/ 846222 h 2787466"/>
              <a:gd name="connsiteX6242" fmla="*/ 2676839 w 3600000"/>
              <a:gd name="connsiteY6242" fmla="*/ 839305 h 2787466"/>
              <a:gd name="connsiteX6243" fmla="*/ 2665094 w 3600000"/>
              <a:gd name="connsiteY6243" fmla="*/ 842291 h 2787466"/>
              <a:gd name="connsiteX6244" fmla="*/ 2665094 w 3600000"/>
              <a:gd name="connsiteY6244" fmla="*/ 850310 h 2787466"/>
              <a:gd name="connsiteX6245" fmla="*/ 2671688 w 3600000"/>
              <a:gd name="connsiteY6245" fmla="*/ 848266 h 2787466"/>
              <a:gd name="connsiteX6246" fmla="*/ 2679519 w 3600000"/>
              <a:gd name="connsiteY6246" fmla="*/ 852196 h 2787466"/>
              <a:gd name="connsiteX6247" fmla="*/ 2674161 w 3600000"/>
              <a:gd name="connsiteY6247" fmla="*/ 858171 h 2787466"/>
              <a:gd name="connsiteX6248" fmla="*/ 2670246 w 3600000"/>
              <a:gd name="connsiteY6248" fmla="*/ 853297 h 2787466"/>
              <a:gd name="connsiteX6249" fmla="*/ 2667772 w 3600000"/>
              <a:gd name="connsiteY6249" fmla="*/ 855184 h 2787466"/>
              <a:gd name="connsiteX6250" fmla="*/ 2670967 w 3600000"/>
              <a:gd name="connsiteY6250" fmla="*/ 858584 h 2787466"/>
              <a:gd name="connsiteX6251" fmla="*/ 2673175 w 3600000"/>
              <a:gd name="connsiteY6251" fmla="*/ 860364 h 2787466"/>
              <a:gd name="connsiteX6252" fmla="*/ 2692829 w 3600000"/>
              <a:gd name="connsiteY6252" fmla="*/ 852324 h 2787466"/>
              <a:gd name="connsiteX6253" fmla="*/ 2699192 w 3600000"/>
              <a:gd name="connsiteY6253" fmla="*/ 847667 h 2787466"/>
              <a:gd name="connsiteX6254" fmla="*/ 2708129 w 3600000"/>
              <a:gd name="connsiteY6254" fmla="*/ 850330 h 2787466"/>
              <a:gd name="connsiteX6255" fmla="*/ 2708909 w 3600000"/>
              <a:gd name="connsiteY6255" fmla="*/ 849641 h 2787466"/>
              <a:gd name="connsiteX6256" fmla="*/ 2718465 w 3600000"/>
              <a:gd name="connsiteY6256" fmla="*/ 846222 h 2787466"/>
              <a:gd name="connsiteX6257" fmla="*/ 2730210 w 3600000"/>
              <a:gd name="connsiteY6257" fmla="*/ 833330 h 2787466"/>
              <a:gd name="connsiteX6258" fmla="*/ 2726295 w 3600000"/>
              <a:gd name="connsiteY6258" fmla="*/ 839305 h 2787466"/>
              <a:gd name="connsiteX6259" fmla="*/ 2740088 w 3600000"/>
              <a:gd name="connsiteY6259" fmla="*/ 823673 h 2787466"/>
              <a:gd name="connsiteX6260" fmla="*/ 2749475 w 3600000"/>
              <a:gd name="connsiteY6260" fmla="*/ 820541 h 2787466"/>
              <a:gd name="connsiteX6261" fmla="*/ 2749844 w 3600000"/>
              <a:gd name="connsiteY6261" fmla="*/ 819899 h 2787466"/>
              <a:gd name="connsiteX6262" fmla="*/ 2750686 w 3600000"/>
              <a:gd name="connsiteY6262" fmla="*/ 812006 h 2787466"/>
              <a:gd name="connsiteX6263" fmla="*/ 2762769 w 3600000"/>
              <a:gd name="connsiteY6263" fmla="*/ 791665 h 2787466"/>
              <a:gd name="connsiteX6264" fmla="*/ 2770599 w 3600000"/>
              <a:gd name="connsiteY6264" fmla="*/ 788678 h 2787466"/>
              <a:gd name="connsiteX6265" fmla="*/ 2782345 w 3600000"/>
              <a:gd name="connsiteY6265" fmla="*/ 780659 h 2787466"/>
              <a:gd name="connsiteX6266" fmla="*/ 2792854 w 3600000"/>
              <a:gd name="connsiteY6266" fmla="*/ 757862 h 2787466"/>
              <a:gd name="connsiteX6267" fmla="*/ 2800479 w 3600000"/>
              <a:gd name="connsiteY6267" fmla="*/ 762893 h 2787466"/>
              <a:gd name="connsiteX6268" fmla="*/ 2794091 w 3600000"/>
              <a:gd name="connsiteY6268" fmla="*/ 757862 h 2787466"/>
              <a:gd name="connsiteX6269" fmla="*/ 2807073 w 3600000"/>
              <a:gd name="connsiteY6269" fmla="*/ 730977 h 2787466"/>
              <a:gd name="connsiteX6270" fmla="*/ 2808309 w 3600000"/>
              <a:gd name="connsiteY6270" fmla="*/ 725002 h 2787466"/>
              <a:gd name="connsiteX6271" fmla="*/ 2816140 w 3600000"/>
              <a:gd name="connsiteY6271" fmla="*/ 725002 h 2787466"/>
              <a:gd name="connsiteX6272" fmla="*/ 2816140 w 3600000"/>
              <a:gd name="connsiteY6272" fmla="*/ 713210 h 2787466"/>
              <a:gd name="connsiteX6273" fmla="*/ 2823970 w 3600000"/>
              <a:gd name="connsiteY6273" fmla="*/ 703148 h 2787466"/>
              <a:gd name="connsiteX6274" fmla="*/ 2854056 w 3600000"/>
              <a:gd name="connsiteY6274" fmla="*/ 669502 h 2787466"/>
              <a:gd name="connsiteX6275" fmla="*/ 2861680 w 3600000"/>
              <a:gd name="connsiteY6275" fmla="*/ 634756 h 2787466"/>
              <a:gd name="connsiteX6276" fmla="*/ 2868274 w 3600000"/>
              <a:gd name="connsiteY6276" fmla="*/ 628624 h 2787466"/>
              <a:gd name="connsiteX6277" fmla="*/ 2867038 w 3600000"/>
              <a:gd name="connsiteY6277" fmla="*/ 654566 h 2787466"/>
              <a:gd name="connsiteX6278" fmla="*/ 2877341 w 3600000"/>
              <a:gd name="connsiteY6278" fmla="*/ 656453 h 2787466"/>
              <a:gd name="connsiteX6279" fmla="*/ 2874869 w 3600000"/>
              <a:gd name="connsiteY6279" fmla="*/ 647648 h 2787466"/>
              <a:gd name="connsiteX6280" fmla="*/ 2889087 w 3600000"/>
              <a:gd name="connsiteY6280" fmla="*/ 648592 h 2787466"/>
              <a:gd name="connsiteX6281" fmla="*/ 2878784 w 3600000"/>
              <a:gd name="connsiteY6281" fmla="*/ 639629 h 2787466"/>
              <a:gd name="connsiteX6282" fmla="*/ 2885172 w 3600000"/>
              <a:gd name="connsiteY6282" fmla="*/ 628624 h 2787466"/>
              <a:gd name="connsiteX6283" fmla="*/ 2870953 w 3600000"/>
              <a:gd name="connsiteY6283" fmla="*/ 625637 h 2787466"/>
              <a:gd name="connsiteX6284" fmla="*/ 2873426 w 3600000"/>
              <a:gd name="connsiteY6284" fmla="*/ 611801 h 2787466"/>
              <a:gd name="connsiteX6285" fmla="*/ 2883936 w 3600000"/>
              <a:gd name="connsiteY6285" fmla="*/ 610857 h 2787466"/>
              <a:gd name="connsiteX6286" fmla="*/ 2893002 w 3600000"/>
              <a:gd name="connsiteY6286" fmla="*/ 591991 h 2787466"/>
              <a:gd name="connsiteX6287" fmla="*/ 2891765 w 3600000"/>
              <a:gd name="connsiteY6287" fmla="*/ 605826 h 2787466"/>
              <a:gd name="connsiteX6288" fmla="*/ 2905984 w 3600000"/>
              <a:gd name="connsiteY6288" fmla="*/ 601896 h 2787466"/>
              <a:gd name="connsiteX6289" fmla="*/ 2898154 w 3600000"/>
              <a:gd name="connsiteY6289" fmla="*/ 595921 h 2787466"/>
              <a:gd name="connsiteX6290" fmla="*/ 2913814 w 3600000"/>
              <a:gd name="connsiteY6290" fmla="*/ 572023 h 2787466"/>
              <a:gd name="connsiteX6291" fmla="*/ 2924324 w 3600000"/>
              <a:gd name="connsiteY6291" fmla="*/ 570136 h 2787466"/>
              <a:gd name="connsiteX6292" fmla="*/ 2923087 w 3600000"/>
              <a:gd name="connsiteY6292" fmla="*/ 567149 h 2787466"/>
              <a:gd name="connsiteX6293" fmla="*/ 2905984 w 3600000"/>
              <a:gd name="connsiteY6293" fmla="*/ 568092 h 2787466"/>
              <a:gd name="connsiteX6294" fmla="*/ 2908663 w 3600000"/>
              <a:gd name="connsiteY6294" fmla="*/ 559130 h 2787466"/>
              <a:gd name="connsiteX6295" fmla="*/ 2898154 w 3600000"/>
              <a:gd name="connsiteY6295" fmla="*/ 564161 h 2787466"/>
              <a:gd name="connsiteX6296" fmla="*/ 2904748 w 3600000"/>
              <a:gd name="connsiteY6296" fmla="*/ 554257 h 2787466"/>
              <a:gd name="connsiteX6297" fmla="*/ 2916493 w 3600000"/>
              <a:gd name="connsiteY6297" fmla="*/ 560231 h 2787466"/>
              <a:gd name="connsiteX6298" fmla="*/ 2920409 w 3600000"/>
              <a:gd name="connsiteY6298" fmla="*/ 550169 h 2787466"/>
              <a:gd name="connsiteX6299" fmla="*/ 2921720 w 3600000"/>
              <a:gd name="connsiteY6299" fmla="*/ 550181 h 2787466"/>
              <a:gd name="connsiteX6300" fmla="*/ 2922104 w 3600000"/>
              <a:gd name="connsiteY6300" fmla="*/ 549354 h 2787466"/>
              <a:gd name="connsiteX6301" fmla="*/ 2926030 w 3600000"/>
              <a:gd name="connsiteY6301" fmla="*/ 542133 h 2787466"/>
              <a:gd name="connsiteX6302" fmla="*/ 2929508 w 3600000"/>
              <a:gd name="connsiteY6302" fmla="*/ 544680 h 2787466"/>
              <a:gd name="connsiteX6303" fmla="*/ 2929450 w 3600000"/>
              <a:gd name="connsiteY6303" fmla="*/ 545173 h 2787466"/>
              <a:gd name="connsiteX6304" fmla="*/ 2932644 w 3600000"/>
              <a:gd name="connsiteY6304" fmla="*/ 543782 h 2787466"/>
              <a:gd name="connsiteX6305" fmla="*/ 2941222 w 3600000"/>
              <a:gd name="connsiteY6305" fmla="*/ 541207 h 2787466"/>
              <a:gd name="connsiteX6306" fmla="*/ 2937307 w 3600000"/>
              <a:gd name="connsiteY6306" fmla="*/ 536333 h 2787466"/>
              <a:gd name="connsiteX6307" fmla="*/ 2930713 w 3600000"/>
              <a:gd name="connsiteY6307" fmla="*/ 539320 h 2787466"/>
              <a:gd name="connsiteX6308" fmla="*/ 2932858 w 3600000"/>
              <a:gd name="connsiteY6308" fmla="*/ 532460 h 2787466"/>
              <a:gd name="connsiteX6309" fmla="*/ 2930418 w 3600000"/>
              <a:gd name="connsiteY6309" fmla="*/ 527509 h 2787466"/>
              <a:gd name="connsiteX6310" fmla="*/ 2941199 w 3600000"/>
              <a:gd name="connsiteY6310" fmla="*/ 513029 h 2787466"/>
              <a:gd name="connsiteX6311" fmla="*/ 2938558 w 3600000"/>
              <a:gd name="connsiteY6311" fmla="*/ 519537 h 2787466"/>
              <a:gd name="connsiteX6312" fmla="*/ 2943643 w 3600000"/>
              <a:gd name="connsiteY6312" fmla="*/ 529002 h 2787466"/>
              <a:gd name="connsiteX6313" fmla="*/ 2947816 w 3600000"/>
              <a:gd name="connsiteY6313" fmla="*/ 539320 h 2787466"/>
              <a:gd name="connsiteX6314" fmla="*/ 2952967 w 3600000"/>
              <a:gd name="connsiteY6314" fmla="*/ 538219 h 2787466"/>
              <a:gd name="connsiteX6315" fmla="*/ 2949052 w 3600000"/>
              <a:gd name="connsiteY6315" fmla="*/ 513378 h 2787466"/>
              <a:gd name="connsiteX6316" fmla="*/ 2956883 w 3600000"/>
              <a:gd name="connsiteY6316" fmla="*/ 512435 h 2787466"/>
              <a:gd name="connsiteX6317" fmla="*/ 2956883 w 3600000"/>
              <a:gd name="connsiteY6317" fmla="*/ 509448 h 2787466"/>
              <a:gd name="connsiteX6318" fmla="*/ 2950288 w 3600000"/>
              <a:gd name="connsiteY6318" fmla="*/ 509448 h 2787466"/>
              <a:gd name="connsiteX6319" fmla="*/ 2956883 w 3600000"/>
              <a:gd name="connsiteY6319" fmla="*/ 498599 h 2787466"/>
              <a:gd name="connsiteX6320" fmla="*/ 2951525 w 3600000"/>
              <a:gd name="connsiteY6320" fmla="*/ 478632 h 2787466"/>
              <a:gd name="connsiteX6321" fmla="*/ 2963271 w 3600000"/>
              <a:gd name="connsiteY6321" fmla="*/ 494511 h 2787466"/>
              <a:gd name="connsiteX6322" fmla="*/ 2964713 w 3600000"/>
              <a:gd name="connsiteY6322" fmla="*/ 473758 h 2787466"/>
              <a:gd name="connsiteX6323" fmla="*/ 2949052 w 3600000"/>
              <a:gd name="connsiteY6323" fmla="*/ 474701 h 2787466"/>
              <a:gd name="connsiteX6324" fmla="*/ 2950288 w 3600000"/>
              <a:gd name="connsiteY6324" fmla="*/ 469670 h 2787466"/>
              <a:gd name="connsiteX6325" fmla="*/ 2968628 w 3600000"/>
              <a:gd name="connsiteY6325" fmla="*/ 471714 h 2787466"/>
              <a:gd name="connsiteX6326" fmla="*/ 2972544 w 3600000"/>
              <a:gd name="connsiteY6326" fmla="*/ 461809 h 2787466"/>
              <a:gd name="connsiteX6327" fmla="*/ 2967649 w 3600000"/>
              <a:gd name="connsiteY6327" fmla="*/ 446519 h 2787466"/>
              <a:gd name="connsiteX6328" fmla="*/ 2968763 w 3600000"/>
              <a:gd name="connsiteY6328" fmla="*/ 441651 h 2787466"/>
              <a:gd name="connsiteX6329" fmla="*/ 2968219 w 3600000"/>
              <a:gd name="connsiteY6329" fmla="*/ 442838 h 2787466"/>
              <a:gd name="connsiteX6330" fmla="*/ 2958998 w 3600000"/>
              <a:gd name="connsiteY6330" fmla="*/ 441897 h 2787466"/>
              <a:gd name="connsiteX6331" fmla="*/ 2964326 w 3600000"/>
              <a:gd name="connsiteY6331" fmla="*/ 418038 h 2787466"/>
              <a:gd name="connsiteX6332" fmla="*/ 2972166 w 3600000"/>
              <a:gd name="connsiteY6332" fmla="*/ 422421 h 2787466"/>
              <a:gd name="connsiteX6333" fmla="*/ 2974422 w 3600000"/>
              <a:gd name="connsiteY6333" fmla="*/ 427050 h 2787466"/>
              <a:gd name="connsiteX6334" fmla="*/ 2978909 w 3600000"/>
              <a:gd name="connsiteY6334" fmla="*/ 424278 h 2787466"/>
              <a:gd name="connsiteX6335" fmla="*/ 2976354 w 3600000"/>
              <a:gd name="connsiteY6335" fmla="*/ 431455 h 2787466"/>
              <a:gd name="connsiteX6336" fmla="*/ 2976247 w 3600000"/>
              <a:gd name="connsiteY6336" fmla="*/ 429110 h 2787466"/>
              <a:gd name="connsiteX6337" fmla="*/ 2974652 w 3600000"/>
              <a:gd name="connsiteY6337" fmla="*/ 428805 h 2787466"/>
              <a:gd name="connsiteX6338" fmla="*/ 2972473 w 3600000"/>
              <a:gd name="connsiteY6338" fmla="*/ 433558 h 2787466"/>
              <a:gd name="connsiteX6339" fmla="*/ 2974153 w 3600000"/>
              <a:gd name="connsiteY6339" fmla="*/ 434268 h 2787466"/>
              <a:gd name="connsiteX6340" fmla="*/ 2977322 w 3600000"/>
              <a:gd name="connsiteY6340" fmla="*/ 442173 h 2787466"/>
              <a:gd name="connsiteX6341" fmla="*/ 2982519 w 3600000"/>
              <a:gd name="connsiteY6341" fmla="*/ 443783 h 2787466"/>
              <a:gd name="connsiteX6342" fmla="*/ 2983069 w 3600000"/>
              <a:gd name="connsiteY6342" fmla="*/ 442834 h 2787466"/>
              <a:gd name="connsiteX6343" fmla="*/ 2984061 w 3600000"/>
              <a:gd name="connsiteY6343" fmla="*/ 438112 h 2787466"/>
              <a:gd name="connsiteX6344" fmla="*/ 2991914 w 3600000"/>
              <a:gd name="connsiteY6344" fmla="*/ 421088 h 2787466"/>
              <a:gd name="connsiteX6345" fmla="*/ 2989442 w 3600000"/>
              <a:gd name="connsiteY6345" fmla="*/ 403164 h 2787466"/>
              <a:gd name="connsiteX6346" fmla="*/ 2983723 w 3600000"/>
              <a:gd name="connsiteY6346" fmla="*/ 401553 h 2787466"/>
              <a:gd name="connsiteX6347" fmla="*/ 2979749 w 3600000"/>
              <a:gd name="connsiteY6347" fmla="*/ 399629 h 2787466"/>
              <a:gd name="connsiteX6348" fmla="*/ 2978974 w 3600000"/>
              <a:gd name="connsiteY6348" fmla="*/ 400674 h 2787466"/>
              <a:gd name="connsiteX6349" fmla="*/ 2973851 w 3600000"/>
              <a:gd name="connsiteY6349" fmla="*/ 405401 h 2787466"/>
              <a:gd name="connsiteX6350" fmla="*/ 2973851 w 3600000"/>
              <a:gd name="connsiteY6350" fmla="*/ 396345 h 2787466"/>
              <a:gd name="connsiteX6351" fmla="*/ 2968651 w 3600000"/>
              <a:gd name="connsiteY6351" fmla="*/ 390307 h 2787466"/>
              <a:gd name="connsiteX6352" fmla="*/ 2976841 w 3600000"/>
              <a:gd name="connsiteY6352" fmla="*/ 392413 h 2787466"/>
              <a:gd name="connsiteX6353" fmla="*/ 2977167 w 3600000"/>
              <a:gd name="connsiteY6353" fmla="*/ 392561 h 2787466"/>
              <a:gd name="connsiteX6354" fmla="*/ 2978581 w 3600000"/>
              <a:gd name="connsiteY6354" fmla="*/ 391876 h 2787466"/>
              <a:gd name="connsiteX6355" fmla="*/ 2987998 w 3600000"/>
              <a:gd name="connsiteY6355" fmla="*/ 398133 h 2787466"/>
              <a:gd name="connsiteX6356" fmla="*/ 2988896 w 3600000"/>
              <a:gd name="connsiteY6356" fmla="*/ 396070 h 2787466"/>
              <a:gd name="connsiteX6357" fmla="*/ 2991121 w 3600000"/>
              <a:gd name="connsiteY6357" fmla="*/ 396820 h 2787466"/>
              <a:gd name="connsiteX6358" fmla="*/ 2992285 w 3600000"/>
              <a:gd name="connsiteY6358" fmla="*/ 394900 h 2787466"/>
              <a:gd name="connsiteX6359" fmla="*/ 2994885 w 3600000"/>
              <a:gd name="connsiteY6359" fmla="*/ 394717 h 2787466"/>
              <a:gd name="connsiteX6360" fmla="*/ 2990678 w 3600000"/>
              <a:gd name="connsiteY6360" fmla="*/ 392021 h 2787466"/>
              <a:gd name="connsiteX6361" fmla="*/ 2995829 w 3600000"/>
              <a:gd name="connsiteY6361" fmla="*/ 389328 h 2787466"/>
              <a:gd name="connsiteX6362" fmla="*/ 2618160 w 3600000"/>
              <a:gd name="connsiteY6362" fmla="*/ 388921 h 2787466"/>
              <a:gd name="connsiteX6363" fmla="*/ 2624539 w 3600000"/>
              <a:gd name="connsiteY6363" fmla="*/ 406702 h 2787466"/>
              <a:gd name="connsiteX6364" fmla="*/ 2622070 w 3600000"/>
              <a:gd name="connsiteY6364" fmla="*/ 414727 h 2787466"/>
              <a:gd name="connsiteX6365" fmla="*/ 2620630 w 3600000"/>
              <a:gd name="connsiteY6365" fmla="*/ 419762 h 2787466"/>
              <a:gd name="connsiteX6366" fmla="*/ 2607668 w 3600000"/>
              <a:gd name="connsiteY6366" fmla="*/ 436599 h 2787466"/>
              <a:gd name="connsiteX6367" fmla="*/ 2609108 w 3600000"/>
              <a:gd name="connsiteY6367" fmla="*/ 412681 h 2787466"/>
              <a:gd name="connsiteX6368" fmla="*/ 2618160 w 3600000"/>
              <a:gd name="connsiteY6368" fmla="*/ 388921 h 2787466"/>
              <a:gd name="connsiteX6369" fmla="*/ 2662959 w 3600000"/>
              <a:gd name="connsiteY6369" fmla="*/ 386148 h 2787466"/>
              <a:gd name="connsiteX6370" fmla="*/ 2687683 w 3600000"/>
              <a:gd name="connsiteY6370" fmla="*/ 395013 h 2787466"/>
              <a:gd name="connsiteX6371" fmla="*/ 2678412 w 3600000"/>
              <a:gd name="connsiteY6371" fmla="*/ 406094 h 2787466"/>
              <a:gd name="connsiteX6372" fmla="*/ 2672025 w 3600000"/>
              <a:gd name="connsiteY6372" fmla="*/ 395013 h 2787466"/>
              <a:gd name="connsiteX6373" fmla="*/ 2660280 w 3600000"/>
              <a:gd name="connsiteY6373" fmla="*/ 405145 h 2787466"/>
              <a:gd name="connsiteX6374" fmla="*/ 2662959 w 3600000"/>
              <a:gd name="connsiteY6374" fmla="*/ 386148 h 2787466"/>
              <a:gd name="connsiteX6375" fmla="*/ 3079511 w 3600000"/>
              <a:gd name="connsiteY6375" fmla="*/ 385007 h 2787466"/>
              <a:gd name="connsiteX6376" fmla="*/ 3082007 w 3600000"/>
              <a:gd name="connsiteY6376" fmla="*/ 390091 h 2787466"/>
              <a:gd name="connsiteX6377" fmla="*/ 3093863 w 3600000"/>
              <a:gd name="connsiteY6377" fmla="*/ 391044 h 2787466"/>
              <a:gd name="connsiteX6378" fmla="*/ 3079511 w 3600000"/>
              <a:gd name="connsiteY6378" fmla="*/ 396128 h 2787466"/>
              <a:gd name="connsiteX6379" fmla="*/ 3079511 w 3600000"/>
              <a:gd name="connsiteY6379" fmla="*/ 385007 h 2787466"/>
              <a:gd name="connsiteX6380" fmla="*/ 2508878 w 3600000"/>
              <a:gd name="connsiteY6380" fmla="*/ 377135 h 2787466"/>
              <a:gd name="connsiteX6381" fmla="*/ 2528661 w 3600000"/>
              <a:gd name="connsiteY6381" fmla="*/ 383157 h 2787466"/>
              <a:gd name="connsiteX6382" fmla="*/ 2527203 w 3600000"/>
              <a:gd name="connsiteY6382" fmla="*/ 388070 h 2787466"/>
              <a:gd name="connsiteX6383" fmla="*/ 2508878 w 3600000"/>
              <a:gd name="connsiteY6383" fmla="*/ 377135 h 2787466"/>
              <a:gd name="connsiteX6384" fmla="*/ 3115530 w 3600000"/>
              <a:gd name="connsiteY6384" fmla="*/ 372514 h 2787466"/>
              <a:gd name="connsiteX6385" fmla="*/ 3118047 w 3600000"/>
              <a:gd name="connsiteY6385" fmla="*/ 388074 h 2787466"/>
              <a:gd name="connsiteX6386" fmla="*/ 3115530 w 3600000"/>
              <a:gd name="connsiteY6386" fmla="*/ 372514 h 2787466"/>
              <a:gd name="connsiteX6387" fmla="*/ 2941816 w 3600000"/>
              <a:gd name="connsiteY6387" fmla="*/ 372283 h 2787466"/>
              <a:gd name="connsiteX6388" fmla="*/ 2940605 w 3600000"/>
              <a:gd name="connsiteY6388" fmla="*/ 399857 h 2787466"/>
              <a:gd name="connsiteX6389" fmla="*/ 2941816 w 3600000"/>
              <a:gd name="connsiteY6389" fmla="*/ 372283 h 2787466"/>
              <a:gd name="connsiteX6390" fmla="*/ 2976354 w 3600000"/>
              <a:gd name="connsiteY6390" fmla="*/ 369510 h 2787466"/>
              <a:gd name="connsiteX6391" fmla="*/ 2985725 w 3600000"/>
              <a:gd name="connsiteY6391" fmla="*/ 380452 h 2787466"/>
              <a:gd name="connsiteX6392" fmla="*/ 2976354 w 3600000"/>
              <a:gd name="connsiteY6392" fmla="*/ 385298 h 2787466"/>
              <a:gd name="connsiteX6393" fmla="*/ 2976354 w 3600000"/>
              <a:gd name="connsiteY6393" fmla="*/ 369510 h 2787466"/>
              <a:gd name="connsiteX6394" fmla="*/ 2974062 w 3600000"/>
              <a:gd name="connsiteY6394" fmla="*/ 358124 h 2787466"/>
              <a:gd name="connsiteX6395" fmla="*/ 2971399 w 3600000"/>
              <a:gd name="connsiteY6395" fmla="*/ 365935 h 2787466"/>
              <a:gd name="connsiteX6396" fmla="*/ 2974062 w 3600000"/>
              <a:gd name="connsiteY6396" fmla="*/ 358124 h 2787466"/>
              <a:gd name="connsiteX6397" fmla="*/ 2511396 w 3600000"/>
              <a:gd name="connsiteY6397" fmla="*/ 357220 h 2787466"/>
              <a:gd name="connsiteX6398" fmla="*/ 2511396 w 3600000"/>
              <a:gd name="connsiteY6398" fmla="*/ 361043 h 2787466"/>
              <a:gd name="connsiteX6399" fmla="*/ 2497974 w 3600000"/>
              <a:gd name="connsiteY6399" fmla="*/ 360014 h 2787466"/>
              <a:gd name="connsiteX6400" fmla="*/ 2511396 w 3600000"/>
              <a:gd name="connsiteY6400" fmla="*/ 357220 h 2787466"/>
              <a:gd name="connsiteX6401" fmla="*/ 2999330 w 3600000"/>
              <a:gd name="connsiteY6401" fmla="*/ 356338 h 2787466"/>
              <a:gd name="connsiteX6402" fmla="*/ 3008448 w 3600000"/>
              <a:gd name="connsiteY6402" fmla="*/ 358417 h 2787466"/>
              <a:gd name="connsiteX6403" fmla="*/ 3003267 w 3600000"/>
              <a:gd name="connsiteY6403" fmla="*/ 364496 h 2787466"/>
              <a:gd name="connsiteX6404" fmla="*/ 2999330 w 3600000"/>
              <a:gd name="connsiteY6404" fmla="*/ 356338 h 2787466"/>
              <a:gd name="connsiteX6405" fmla="*/ 2628904 w 3600000"/>
              <a:gd name="connsiteY6405" fmla="*/ 353565 h 2787466"/>
              <a:gd name="connsiteX6406" fmla="*/ 2624963 w 3600000"/>
              <a:gd name="connsiteY6406" fmla="*/ 389457 h 2787466"/>
              <a:gd name="connsiteX6407" fmla="*/ 2628904 w 3600000"/>
              <a:gd name="connsiteY6407" fmla="*/ 353565 h 2787466"/>
              <a:gd name="connsiteX6408" fmla="*/ 2169939 w 3600000"/>
              <a:gd name="connsiteY6408" fmla="*/ 351058 h 2787466"/>
              <a:gd name="connsiteX6409" fmla="*/ 2172665 w 3600000"/>
              <a:gd name="connsiteY6409" fmla="*/ 352178 h 2787466"/>
              <a:gd name="connsiteX6410" fmla="*/ 2169939 w 3600000"/>
              <a:gd name="connsiteY6410" fmla="*/ 351058 h 2787466"/>
              <a:gd name="connsiteX6411" fmla="*/ 3027113 w 3600000"/>
              <a:gd name="connsiteY6411" fmla="*/ 346194 h 2787466"/>
              <a:gd name="connsiteX6412" fmla="*/ 3031159 w 3600000"/>
              <a:gd name="connsiteY6412" fmla="*/ 348250 h 2787466"/>
              <a:gd name="connsiteX6413" fmla="*/ 3023066 w 3600000"/>
              <a:gd name="connsiteY6413" fmla="*/ 354100 h 2787466"/>
              <a:gd name="connsiteX6414" fmla="*/ 3027113 w 3600000"/>
              <a:gd name="connsiteY6414" fmla="*/ 346194 h 2787466"/>
              <a:gd name="connsiteX6415" fmla="*/ 3064127 w 3600000"/>
              <a:gd name="connsiteY6415" fmla="*/ 333216 h 2787466"/>
              <a:gd name="connsiteX6416" fmla="*/ 3063176 w 3600000"/>
              <a:gd name="connsiteY6416" fmla="*/ 336078 h 2787466"/>
              <a:gd name="connsiteX6417" fmla="*/ 3064043 w 3600000"/>
              <a:gd name="connsiteY6417" fmla="*/ 333467 h 2787466"/>
              <a:gd name="connsiteX6418" fmla="*/ 2727625 w 3600000"/>
              <a:gd name="connsiteY6418" fmla="*/ 331380 h 2787466"/>
              <a:gd name="connsiteX6419" fmla="*/ 2718291 w 3600000"/>
              <a:gd name="connsiteY6419" fmla="*/ 392230 h 2787466"/>
              <a:gd name="connsiteX6420" fmla="*/ 2698793 w 3600000"/>
              <a:gd name="connsiteY6420" fmla="*/ 385136 h 2787466"/>
              <a:gd name="connsiteX6421" fmla="*/ 2714350 w 3600000"/>
              <a:gd name="connsiteY6421" fmla="*/ 385136 h 2787466"/>
              <a:gd name="connsiteX6422" fmla="*/ 2727625 w 3600000"/>
              <a:gd name="connsiteY6422" fmla="*/ 331380 h 2787466"/>
              <a:gd name="connsiteX6423" fmla="*/ 3065178 w 3600000"/>
              <a:gd name="connsiteY6423" fmla="*/ 330053 h 2787466"/>
              <a:gd name="connsiteX6424" fmla="*/ 3064127 w 3600000"/>
              <a:gd name="connsiteY6424" fmla="*/ 333216 h 2787466"/>
              <a:gd name="connsiteX6425" fmla="*/ 3064947 w 3600000"/>
              <a:gd name="connsiteY6425" fmla="*/ 330748 h 2787466"/>
              <a:gd name="connsiteX6426" fmla="*/ 3029909 w 3600000"/>
              <a:gd name="connsiteY6426" fmla="*/ 329993 h 2787466"/>
              <a:gd name="connsiteX6427" fmla="*/ 3027301 w 3600000"/>
              <a:gd name="connsiteY6427" fmla="*/ 338847 h 2787466"/>
              <a:gd name="connsiteX6428" fmla="*/ 3029909 w 3600000"/>
              <a:gd name="connsiteY6428" fmla="*/ 329993 h 2787466"/>
              <a:gd name="connsiteX6429" fmla="*/ 3065778 w 3600000"/>
              <a:gd name="connsiteY6429" fmla="*/ 328246 h 2787466"/>
              <a:gd name="connsiteX6430" fmla="*/ 3065178 w 3600000"/>
              <a:gd name="connsiteY6430" fmla="*/ 330053 h 2787466"/>
              <a:gd name="connsiteX6431" fmla="*/ 3065489 w 3600000"/>
              <a:gd name="connsiteY6431" fmla="*/ 329116 h 2787466"/>
              <a:gd name="connsiteX6432" fmla="*/ 3065778 w 3600000"/>
              <a:gd name="connsiteY6432" fmla="*/ 328246 h 2787466"/>
              <a:gd name="connsiteX6433" fmla="*/ 2980545 w 3600000"/>
              <a:gd name="connsiteY6433" fmla="*/ 326527 h 2787466"/>
              <a:gd name="connsiteX6434" fmla="*/ 2987968 w 3600000"/>
              <a:gd name="connsiteY6434" fmla="*/ 349473 h 2787466"/>
              <a:gd name="connsiteX6435" fmla="*/ 2977937 w 3600000"/>
              <a:gd name="connsiteY6435" fmla="*/ 352479 h 2787466"/>
              <a:gd name="connsiteX6436" fmla="*/ 2980545 w 3600000"/>
              <a:gd name="connsiteY6436" fmla="*/ 326527 h 2787466"/>
              <a:gd name="connsiteX6437" fmla="*/ 3153001 w 3600000"/>
              <a:gd name="connsiteY6437" fmla="*/ 325899 h 2787466"/>
              <a:gd name="connsiteX6438" fmla="*/ 3163835 w 3600000"/>
              <a:gd name="connsiteY6438" fmla="*/ 330686 h 2787466"/>
              <a:gd name="connsiteX6439" fmla="*/ 3162397 w 3600000"/>
              <a:gd name="connsiteY6439" fmla="*/ 337465 h 2787466"/>
              <a:gd name="connsiteX6440" fmla="*/ 3140414 w 3600000"/>
              <a:gd name="connsiteY6440" fmla="*/ 327759 h 2787466"/>
              <a:gd name="connsiteX6441" fmla="*/ 3149454 w 3600000"/>
              <a:gd name="connsiteY6441" fmla="*/ 327759 h 2787466"/>
              <a:gd name="connsiteX6442" fmla="*/ 3153001 w 3600000"/>
              <a:gd name="connsiteY6442" fmla="*/ 325899 h 2787466"/>
              <a:gd name="connsiteX6443" fmla="*/ 2598838 w 3600000"/>
              <a:gd name="connsiteY6443" fmla="*/ 323754 h 2787466"/>
              <a:gd name="connsiteX6444" fmla="*/ 2603854 w 3600000"/>
              <a:gd name="connsiteY6444" fmla="*/ 332611 h 2787466"/>
              <a:gd name="connsiteX6445" fmla="*/ 2598838 w 3600000"/>
              <a:gd name="connsiteY6445" fmla="*/ 323754 h 2787466"/>
              <a:gd name="connsiteX6446" fmla="*/ 2491921 w 3600000"/>
              <a:gd name="connsiteY6446" fmla="*/ 323342 h 2787466"/>
              <a:gd name="connsiteX6447" fmla="*/ 2496990 w 3600000"/>
              <a:gd name="connsiteY6447" fmla="*/ 329679 h 2787466"/>
              <a:gd name="connsiteX6448" fmla="*/ 2515037 w 3600000"/>
              <a:gd name="connsiteY6448" fmla="*/ 330654 h 2787466"/>
              <a:gd name="connsiteX6449" fmla="*/ 2493138 w 3600000"/>
              <a:gd name="connsiteY6449" fmla="*/ 331629 h 2787466"/>
              <a:gd name="connsiteX6450" fmla="*/ 2491921 w 3600000"/>
              <a:gd name="connsiteY6450" fmla="*/ 323342 h 2787466"/>
              <a:gd name="connsiteX6451" fmla="*/ 3012838 w 3600000"/>
              <a:gd name="connsiteY6451" fmla="*/ 322367 h 2787466"/>
              <a:gd name="connsiteX6452" fmla="*/ 3011616 w 3600000"/>
              <a:gd name="connsiteY6452" fmla="*/ 331225 h 2787466"/>
              <a:gd name="connsiteX6453" fmla="*/ 3012838 w 3600000"/>
              <a:gd name="connsiteY6453" fmla="*/ 322367 h 2787466"/>
              <a:gd name="connsiteX6454" fmla="*/ 2632012 w 3600000"/>
              <a:gd name="connsiteY6454" fmla="*/ 321674 h 2787466"/>
              <a:gd name="connsiteX6455" fmla="*/ 2641167 w 3600000"/>
              <a:gd name="connsiteY6455" fmla="*/ 332460 h 2787466"/>
              <a:gd name="connsiteX6456" fmla="*/ 2625706 w 3600000"/>
              <a:gd name="connsiteY6456" fmla="*/ 337463 h 2787466"/>
              <a:gd name="connsiteX6457" fmla="*/ 2632012 w 3600000"/>
              <a:gd name="connsiteY6457" fmla="*/ 321674 h 2787466"/>
              <a:gd name="connsiteX6458" fmla="*/ 2547169 w 3600000"/>
              <a:gd name="connsiteY6458" fmla="*/ 320762 h 2787466"/>
              <a:gd name="connsiteX6459" fmla="*/ 2553442 w 3600000"/>
              <a:gd name="connsiteY6459" fmla="*/ 321878 h 2787466"/>
              <a:gd name="connsiteX6460" fmla="*/ 2544280 w 3600000"/>
              <a:gd name="connsiteY6460" fmla="*/ 324855 h 2787466"/>
              <a:gd name="connsiteX6461" fmla="*/ 2542822 w 3600000"/>
              <a:gd name="connsiteY6461" fmla="*/ 341622 h 2787466"/>
              <a:gd name="connsiteX6462" fmla="*/ 2538865 w 3600000"/>
              <a:gd name="connsiteY6462" fmla="*/ 321878 h 2787466"/>
              <a:gd name="connsiteX6463" fmla="*/ 2547169 w 3600000"/>
              <a:gd name="connsiteY6463" fmla="*/ 320762 h 2787466"/>
              <a:gd name="connsiteX6464" fmla="*/ 2960290 w 3600000"/>
              <a:gd name="connsiteY6464" fmla="*/ 316821 h 2787466"/>
              <a:gd name="connsiteX6465" fmla="*/ 2954966 w 3600000"/>
              <a:gd name="connsiteY6465" fmla="*/ 345781 h 2787466"/>
              <a:gd name="connsiteX6466" fmla="*/ 2960290 w 3600000"/>
              <a:gd name="connsiteY6466" fmla="*/ 316821 h 2787466"/>
              <a:gd name="connsiteX6467" fmla="*/ 2590385 w 3600000"/>
              <a:gd name="connsiteY6467" fmla="*/ 316821 h 2787466"/>
              <a:gd name="connsiteX6468" fmla="*/ 2604679 w 3600000"/>
              <a:gd name="connsiteY6468" fmla="*/ 321941 h 2787466"/>
              <a:gd name="connsiteX6469" fmla="*/ 2591610 w 3600000"/>
              <a:gd name="connsiteY6469" fmla="*/ 322901 h 2787466"/>
              <a:gd name="connsiteX6470" fmla="*/ 2590385 w 3600000"/>
              <a:gd name="connsiteY6470" fmla="*/ 316821 h 2787466"/>
              <a:gd name="connsiteX6471" fmla="*/ 2694472 w 3600000"/>
              <a:gd name="connsiteY6471" fmla="*/ 312456 h 2787466"/>
              <a:gd name="connsiteX6472" fmla="*/ 2703059 w 3600000"/>
              <a:gd name="connsiteY6472" fmla="*/ 312626 h 2787466"/>
              <a:gd name="connsiteX6473" fmla="*/ 2706765 w 3600000"/>
              <a:gd name="connsiteY6473" fmla="*/ 327557 h 2787466"/>
              <a:gd name="connsiteX6474" fmla="*/ 2689881 w 3600000"/>
              <a:gd name="connsiteY6474" fmla="*/ 334472 h 2787466"/>
              <a:gd name="connsiteX6475" fmla="*/ 2685969 w 3600000"/>
              <a:gd name="connsiteY6475" fmla="*/ 353334 h 2787466"/>
              <a:gd name="connsiteX6476" fmla="*/ 2695234 w 3600000"/>
              <a:gd name="connsiteY6476" fmla="*/ 354277 h 2787466"/>
              <a:gd name="connsiteX6477" fmla="*/ 2683498 w 3600000"/>
              <a:gd name="connsiteY6477" fmla="*/ 388071 h 2787466"/>
              <a:gd name="connsiteX6478" fmla="*/ 2666613 w 3600000"/>
              <a:gd name="connsiteY6478" fmla="*/ 373296 h 2787466"/>
              <a:gd name="connsiteX6479" fmla="*/ 2669155 w 3600000"/>
              <a:gd name="connsiteY6479" fmla="*/ 363119 h 2787466"/>
              <a:gd name="connsiteX6480" fmla="*/ 2665925 w 3600000"/>
              <a:gd name="connsiteY6480" fmla="*/ 360858 h 2787466"/>
              <a:gd name="connsiteX6481" fmla="*/ 2668882 w 3600000"/>
              <a:gd name="connsiteY6481" fmla="*/ 348711 h 2787466"/>
              <a:gd name="connsiteX6482" fmla="*/ 2674115 w 3600000"/>
              <a:gd name="connsiteY6482" fmla="*/ 351905 h 2787466"/>
              <a:gd name="connsiteX6483" fmla="*/ 2674538 w 3600000"/>
              <a:gd name="connsiteY6483" fmla="*/ 353665 h 2787466"/>
              <a:gd name="connsiteX6484" fmla="*/ 2676600 w 3600000"/>
              <a:gd name="connsiteY6484" fmla="*/ 350623 h 2787466"/>
              <a:gd name="connsiteX6485" fmla="*/ 2672997 w 3600000"/>
              <a:gd name="connsiteY6485" fmla="*/ 332430 h 2787466"/>
              <a:gd name="connsiteX6486" fmla="*/ 2689881 w 3600000"/>
              <a:gd name="connsiteY6486" fmla="*/ 324571 h 2787466"/>
              <a:gd name="connsiteX6487" fmla="*/ 2683498 w 3600000"/>
              <a:gd name="connsiteY6487" fmla="*/ 321584 h 2787466"/>
              <a:gd name="connsiteX6488" fmla="*/ 2694472 w 3600000"/>
              <a:gd name="connsiteY6488" fmla="*/ 312456 h 2787466"/>
              <a:gd name="connsiteX6489" fmla="*/ 2734485 w 3600000"/>
              <a:gd name="connsiteY6489" fmla="*/ 303622 h 2787466"/>
              <a:gd name="connsiteX6490" fmla="*/ 2732920 w 3600000"/>
              <a:gd name="connsiteY6490" fmla="*/ 321519 h 2787466"/>
              <a:gd name="connsiteX6491" fmla="*/ 2730295 w 3600000"/>
              <a:gd name="connsiteY6491" fmla="*/ 313590 h 2787466"/>
              <a:gd name="connsiteX6492" fmla="*/ 2734485 w 3600000"/>
              <a:gd name="connsiteY6492" fmla="*/ 303622 h 2787466"/>
              <a:gd name="connsiteX6493" fmla="*/ 3126149 w 3600000"/>
              <a:gd name="connsiteY6493" fmla="*/ 301984 h 2787466"/>
              <a:gd name="connsiteX6494" fmla="*/ 3122247 w 3600000"/>
              <a:gd name="connsiteY6494" fmla="*/ 340927 h 2787466"/>
              <a:gd name="connsiteX6495" fmla="*/ 3126149 w 3600000"/>
              <a:gd name="connsiteY6495" fmla="*/ 301984 h 2787466"/>
              <a:gd name="connsiteX6496" fmla="*/ 2634812 w 3600000"/>
              <a:gd name="connsiteY6496" fmla="*/ 301511 h 2787466"/>
              <a:gd name="connsiteX6497" fmla="*/ 2639947 w 3600000"/>
              <a:gd name="connsiteY6497" fmla="*/ 312237 h 2787466"/>
              <a:gd name="connsiteX6498" fmla="*/ 2656789 w 3600000"/>
              <a:gd name="connsiteY6498" fmla="*/ 315191 h 2787466"/>
              <a:gd name="connsiteX6499" fmla="*/ 2629678 w 3600000"/>
              <a:gd name="connsiteY6499" fmla="*/ 319077 h 2787466"/>
              <a:gd name="connsiteX6500" fmla="*/ 2632142 w 3600000"/>
              <a:gd name="connsiteY6500" fmla="*/ 318145 h 2787466"/>
              <a:gd name="connsiteX6501" fmla="*/ 2634812 w 3600000"/>
              <a:gd name="connsiteY6501" fmla="*/ 301511 h 2787466"/>
              <a:gd name="connsiteX6502" fmla="*/ 2696224 w 3600000"/>
              <a:gd name="connsiteY6502" fmla="*/ 298103 h 2787466"/>
              <a:gd name="connsiteX6503" fmla="*/ 2698814 w 3600000"/>
              <a:gd name="connsiteY6503" fmla="*/ 301032 h 2787466"/>
              <a:gd name="connsiteX6504" fmla="*/ 2698777 w 3600000"/>
              <a:gd name="connsiteY6504" fmla="*/ 305465 h 2787466"/>
              <a:gd name="connsiteX6505" fmla="*/ 2704038 w 3600000"/>
              <a:gd name="connsiteY6505" fmla="*/ 305984 h 2787466"/>
              <a:gd name="connsiteX6506" fmla="*/ 2700885 w 3600000"/>
              <a:gd name="connsiteY6506" fmla="*/ 309164 h 2787466"/>
              <a:gd name="connsiteX6507" fmla="*/ 2696459 w 3600000"/>
              <a:gd name="connsiteY6507" fmla="*/ 310463 h 2787466"/>
              <a:gd name="connsiteX6508" fmla="*/ 2695823 w 3600000"/>
              <a:gd name="connsiteY6508" fmla="*/ 311579 h 2787466"/>
              <a:gd name="connsiteX6509" fmla="*/ 2689707 w 3600000"/>
              <a:gd name="connsiteY6509" fmla="*/ 313892 h 2787466"/>
              <a:gd name="connsiteX6510" fmla="*/ 2691260 w 3600000"/>
              <a:gd name="connsiteY6510" fmla="*/ 310128 h 2787466"/>
              <a:gd name="connsiteX6511" fmla="*/ 2690523 w 3600000"/>
              <a:gd name="connsiteY6511" fmla="*/ 310009 h 2787466"/>
              <a:gd name="connsiteX6512" fmla="*/ 2689477 w 3600000"/>
              <a:gd name="connsiteY6512" fmla="*/ 305984 h 2787466"/>
              <a:gd name="connsiteX6513" fmla="*/ 2693116 w 3600000"/>
              <a:gd name="connsiteY6513" fmla="*/ 305633 h 2787466"/>
              <a:gd name="connsiteX6514" fmla="*/ 3106372 w 3600000"/>
              <a:gd name="connsiteY6514" fmla="*/ 294637 h 2787466"/>
              <a:gd name="connsiteX6515" fmla="*/ 3098870 w 3600000"/>
              <a:gd name="connsiteY6515" fmla="*/ 300605 h 2787466"/>
              <a:gd name="connsiteX6516" fmla="*/ 3110225 w 3600000"/>
              <a:gd name="connsiteY6516" fmla="*/ 303590 h 2787466"/>
              <a:gd name="connsiteX6517" fmla="*/ 3106372 w 3600000"/>
              <a:gd name="connsiteY6517" fmla="*/ 294637 h 2787466"/>
              <a:gd name="connsiteX6518" fmla="*/ 2549781 w 3600000"/>
              <a:gd name="connsiteY6518" fmla="*/ 294637 h 2787466"/>
              <a:gd name="connsiteX6519" fmla="*/ 2552484 w 3600000"/>
              <a:gd name="connsiteY6519" fmla="*/ 310426 h 2787466"/>
              <a:gd name="connsiteX6520" fmla="*/ 2535230 w 3600000"/>
              <a:gd name="connsiteY6520" fmla="*/ 303547 h 2787466"/>
              <a:gd name="connsiteX6521" fmla="*/ 2549781 w 3600000"/>
              <a:gd name="connsiteY6521" fmla="*/ 294637 h 2787466"/>
              <a:gd name="connsiteX6522" fmla="*/ 2656343 w 3600000"/>
              <a:gd name="connsiteY6522" fmla="*/ 292557 h 2787466"/>
              <a:gd name="connsiteX6523" fmla="*/ 2673146 w 3600000"/>
              <a:gd name="connsiteY6523" fmla="*/ 292557 h 2787466"/>
              <a:gd name="connsiteX6524" fmla="*/ 2656343 w 3600000"/>
              <a:gd name="connsiteY6524" fmla="*/ 292557 h 2787466"/>
              <a:gd name="connsiteX6525" fmla="*/ 2498390 w 3600000"/>
              <a:gd name="connsiteY6525" fmla="*/ 292557 h 2787466"/>
              <a:gd name="connsiteX6526" fmla="*/ 2498390 w 3600000"/>
              <a:gd name="connsiteY6526" fmla="*/ 303491 h 2787466"/>
              <a:gd name="connsiteX6527" fmla="*/ 2498390 w 3600000"/>
              <a:gd name="connsiteY6527" fmla="*/ 292557 h 2787466"/>
              <a:gd name="connsiteX6528" fmla="*/ 2711302 w 3600000"/>
              <a:gd name="connsiteY6528" fmla="*/ 291648 h 2787466"/>
              <a:gd name="connsiteX6529" fmla="*/ 2710024 w 3600000"/>
              <a:gd name="connsiteY6529" fmla="*/ 297553 h 2787466"/>
              <a:gd name="connsiteX6530" fmla="*/ 2711302 w 3600000"/>
              <a:gd name="connsiteY6530" fmla="*/ 291648 h 2787466"/>
              <a:gd name="connsiteX6531" fmla="*/ 2503253 w 3600000"/>
              <a:gd name="connsiteY6531" fmla="*/ 274061 h 2787466"/>
              <a:gd name="connsiteX6532" fmla="*/ 2515037 w 3600000"/>
              <a:gd name="connsiteY6532" fmla="*/ 282143 h 2787466"/>
              <a:gd name="connsiteX6533" fmla="*/ 2508575 w 3600000"/>
              <a:gd name="connsiteY6533" fmla="*/ 286157 h 2787466"/>
              <a:gd name="connsiteX6534" fmla="*/ 2497065 w 3600000"/>
              <a:gd name="connsiteY6534" fmla="*/ 275079 h 2787466"/>
              <a:gd name="connsiteX6535" fmla="*/ 2503253 w 3600000"/>
              <a:gd name="connsiteY6535" fmla="*/ 274061 h 2787466"/>
              <a:gd name="connsiteX6536" fmla="*/ 3039817 w 3600000"/>
              <a:gd name="connsiteY6536" fmla="*/ 268292 h 2787466"/>
              <a:gd name="connsiteX6537" fmla="*/ 3044931 w 3600000"/>
              <a:gd name="connsiteY6537" fmla="*/ 273153 h 2787466"/>
              <a:gd name="connsiteX6538" fmla="*/ 3033475 w 3600000"/>
              <a:gd name="connsiteY6538" fmla="*/ 275192 h 2787466"/>
              <a:gd name="connsiteX6539" fmla="*/ 3037362 w 3600000"/>
              <a:gd name="connsiteY6539" fmla="*/ 287109 h 2787466"/>
              <a:gd name="connsiteX6540" fmla="*/ 3048818 w 3600000"/>
              <a:gd name="connsiteY6540" fmla="*/ 279112 h 2787466"/>
              <a:gd name="connsiteX6541" fmla="*/ 3035930 w 3600000"/>
              <a:gd name="connsiteY6541" fmla="*/ 300909 h 2787466"/>
              <a:gd name="connsiteX6542" fmla="*/ 3034702 w 3600000"/>
              <a:gd name="connsiteY6542" fmla="*/ 309847 h 2787466"/>
              <a:gd name="connsiteX6543" fmla="*/ 3043703 w 3600000"/>
              <a:gd name="connsiteY6543" fmla="*/ 320824 h 2787466"/>
              <a:gd name="connsiteX6544" fmla="*/ 3024269 w 3600000"/>
              <a:gd name="connsiteY6544" fmla="*/ 314865 h 2787466"/>
              <a:gd name="connsiteX6545" fmla="*/ 3032043 w 3600000"/>
              <a:gd name="connsiteY6545" fmla="*/ 308906 h 2787466"/>
              <a:gd name="connsiteX6546" fmla="*/ 3025701 w 3600000"/>
              <a:gd name="connsiteY6546" fmla="*/ 308906 h 2787466"/>
              <a:gd name="connsiteX6547" fmla="*/ 3026929 w 3600000"/>
              <a:gd name="connsiteY6547" fmla="*/ 302006 h 2787466"/>
              <a:gd name="connsiteX6548" fmla="*/ 3032043 w 3600000"/>
              <a:gd name="connsiteY6548" fmla="*/ 274251 h 2787466"/>
              <a:gd name="connsiteX6549" fmla="*/ 3039817 w 3600000"/>
              <a:gd name="connsiteY6549" fmla="*/ 268292 h 2787466"/>
              <a:gd name="connsiteX6550" fmla="*/ 2722506 w 3600000"/>
              <a:gd name="connsiteY6550" fmla="*/ 266213 h 2787466"/>
              <a:gd name="connsiteX6551" fmla="*/ 2730390 w 3600000"/>
              <a:gd name="connsiteY6551" fmla="*/ 275123 h 2787466"/>
              <a:gd name="connsiteX6552" fmla="*/ 2713376 w 3600000"/>
              <a:gd name="connsiteY6552" fmla="*/ 273091 h 2787466"/>
              <a:gd name="connsiteX6553" fmla="*/ 2709433 w 3600000"/>
              <a:gd name="connsiteY6553" fmla="*/ 278093 h 2787466"/>
              <a:gd name="connsiteX6554" fmla="*/ 2704246 w 3600000"/>
              <a:gd name="connsiteY6554" fmla="*/ 275123 h 2787466"/>
              <a:gd name="connsiteX6555" fmla="*/ 2708188 w 3600000"/>
              <a:gd name="connsiteY6555" fmla="*/ 269183 h 2787466"/>
              <a:gd name="connsiteX6556" fmla="*/ 2722506 w 3600000"/>
              <a:gd name="connsiteY6556" fmla="*/ 266213 h 2787466"/>
              <a:gd name="connsiteX6557" fmla="*/ 3048893 w 3600000"/>
              <a:gd name="connsiteY6557" fmla="*/ 262746 h 2787466"/>
              <a:gd name="connsiteX6558" fmla="*/ 3055446 w 3600000"/>
              <a:gd name="connsiteY6558" fmla="*/ 262746 h 2787466"/>
              <a:gd name="connsiteX6559" fmla="*/ 3058108 w 3600000"/>
              <a:gd name="connsiteY6559" fmla="*/ 269525 h 2787466"/>
              <a:gd name="connsiteX6560" fmla="*/ 3050326 w 3600000"/>
              <a:gd name="connsiteY6560" fmla="*/ 279231 h 2787466"/>
              <a:gd name="connsiteX6561" fmla="*/ 3048893 w 3600000"/>
              <a:gd name="connsiteY6561" fmla="*/ 262746 h 2787466"/>
              <a:gd name="connsiteX6562" fmla="*/ 3023066 w 3600000"/>
              <a:gd name="connsiteY6562" fmla="*/ 259973 h 2787466"/>
              <a:gd name="connsiteX6563" fmla="*/ 3024344 w 3600000"/>
              <a:gd name="connsiteY6563" fmla="*/ 271606 h 2787466"/>
              <a:gd name="connsiteX6564" fmla="*/ 3023066 w 3600000"/>
              <a:gd name="connsiteY6564" fmla="*/ 259973 h 2787466"/>
              <a:gd name="connsiteX6565" fmla="*/ 3116739 w 3600000"/>
              <a:gd name="connsiteY6565" fmla="*/ 256757 h 2787466"/>
              <a:gd name="connsiteX6566" fmla="*/ 3135018 w 3600000"/>
              <a:gd name="connsiteY6566" fmla="*/ 256757 h 2787466"/>
              <a:gd name="connsiteX6567" fmla="*/ 3136250 w 3600000"/>
              <a:gd name="connsiteY6567" fmla="*/ 266668 h 2787466"/>
              <a:gd name="connsiteX6568" fmla="*/ 3121873 w 3600000"/>
              <a:gd name="connsiteY6568" fmla="*/ 258802 h 2787466"/>
              <a:gd name="connsiteX6569" fmla="*/ 3127214 w 3600000"/>
              <a:gd name="connsiteY6569" fmla="*/ 292626 h 2787466"/>
              <a:gd name="connsiteX6570" fmla="*/ 3123312 w 3600000"/>
              <a:gd name="connsiteY6570" fmla="*/ 296559 h 2787466"/>
              <a:gd name="connsiteX6571" fmla="*/ 3111604 w 3600000"/>
              <a:gd name="connsiteY6571" fmla="*/ 294514 h 2787466"/>
              <a:gd name="connsiteX6572" fmla="*/ 3116739 w 3600000"/>
              <a:gd name="connsiteY6572" fmla="*/ 256757 h 2787466"/>
              <a:gd name="connsiteX6573" fmla="*/ 3096405 w 3600000"/>
              <a:gd name="connsiteY6573" fmla="*/ 255120 h 2787466"/>
              <a:gd name="connsiteX6574" fmla="*/ 3105421 w 3600000"/>
              <a:gd name="connsiteY6574" fmla="*/ 279944 h 2787466"/>
              <a:gd name="connsiteX6575" fmla="*/ 3104192 w 3600000"/>
              <a:gd name="connsiteY6575" fmla="*/ 291013 h 2787466"/>
              <a:gd name="connsiteX6576" fmla="*/ 3088619 w 3600000"/>
              <a:gd name="connsiteY6576" fmla="*/ 265082 h 2787466"/>
              <a:gd name="connsiteX6577" fmla="*/ 3096405 w 3600000"/>
              <a:gd name="connsiteY6577" fmla="*/ 255120 h 2787466"/>
              <a:gd name="connsiteX6578" fmla="*/ 3077559 w 3600000"/>
              <a:gd name="connsiteY6578" fmla="*/ 248881 h 2787466"/>
              <a:gd name="connsiteX6579" fmla="*/ 3078780 w 3600000"/>
              <a:gd name="connsiteY6579" fmla="*/ 264670 h 2787466"/>
              <a:gd name="connsiteX6580" fmla="*/ 3077559 w 3600000"/>
              <a:gd name="connsiteY6580" fmla="*/ 248881 h 2787466"/>
              <a:gd name="connsiteX6581" fmla="*/ 2713041 w 3600000"/>
              <a:gd name="connsiteY6581" fmla="*/ 243191 h 2787466"/>
              <a:gd name="connsiteX6582" fmla="*/ 2710996 w 3600000"/>
              <a:gd name="connsiteY6582" fmla="*/ 249419 h 2787466"/>
              <a:gd name="connsiteX6583" fmla="*/ 2710996 w 3600000"/>
              <a:gd name="connsiteY6583" fmla="*/ 243514 h 2787466"/>
              <a:gd name="connsiteX6584" fmla="*/ 2713041 w 3600000"/>
              <a:gd name="connsiteY6584" fmla="*/ 243191 h 2787466"/>
              <a:gd name="connsiteX6585" fmla="*/ 2732700 w 3600000"/>
              <a:gd name="connsiteY6585" fmla="*/ 241949 h 2787466"/>
              <a:gd name="connsiteX6586" fmla="*/ 2737668 w 3600000"/>
              <a:gd name="connsiteY6586" fmla="*/ 245974 h 2787466"/>
              <a:gd name="connsiteX6587" fmla="*/ 2731506 w 3600000"/>
              <a:gd name="connsiteY6587" fmla="*/ 255726 h 2787466"/>
              <a:gd name="connsiteX6588" fmla="*/ 2732700 w 3600000"/>
              <a:gd name="connsiteY6588" fmla="*/ 241949 h 2787466"/>
              <a:gd name="connsiteX6589" fmla="*/ 2745843 w 3600000"/>
              <a:gd name="connsiteY6589" fmla="*/ 238440 h 2787466"/>
              <a:gd name="connsiteX6590" fmla="*/ 2745843 w 3600000"/>
              <a:gd name="connsiteY6590" fmla="*/ 247379 h 2787466"/>
              <a:gd name="connsiteX6591" fmla="*/ 2745843 w 3600000"/>
              <a:gd name="connsiteY6591" fmla="*/ 238440 h 2787466"/>
              <a:gd name="connsiteX6592" fmla="*/ 3076277 w 3600000"/>
              <a:gd name="connsiteY6592" fmla="*/ 234567 h 2787466"/>
              <a:gd name="connsiteX6593" fmla="*/ 3075032 w 3600000"/>
              <a:gd name="connsiteY6593" fmla="*/ 249418 h 2787466"/>
              <a:gd name="connsiteX6594" fmla="*/ 3076277 w 3600000"/>
              <a:gd name="connsiteY6594" fmla="*/ 234567 h 2787466"/>
              <a:gd name="connsiteX6595" fmla="*/ 2705908 w 3600000"/>
              <a:gd name="connsiteY6595" fmla="*/ 233880 h 2787466"/>
              <a:gd name="connsiteX6596" fmla="*/ 2720395 w 3600000"/>
              <a:gd name="connsiteY6596" fmla="*/ 237403 h 2787466"/>
              <a:gd name="connsiteX6597" fmla="*/ 2695471 w 3600000"/>
              <a:gd name="connsiteY6597" fmla="*/ 238328 h 2787466"/>
              <a:gd name="connsiteX6598" fmla="*/ 2705908 w 3600000"/>
              <a:gd name="connsiteY6598" fmla="*/ 233880 h 2787466"/>
              <a:gd name="connsiteX6599" fmla="*/ 2673636 w 3600000"/>
              <a:gd name="connsiteY6599" fmla="*/ 230163 h 2787466"/>
              <a:gd name="connsiteX6600" fmla="*/ 2676291 w 3600000"/>
              <a:gd name="connsiteY6600" fmla="*/ 240399 h 2787466"/>
              <a:gd name="connsiteX6601" fmla="*/ 2673636 w 3600000"/>
              <a:gd name="connsiteY6601" fmla="*/ 230163 h 2787466"/>
              <a:gd name="connsiteX6602" fmla="*/ 2950741 w 3600000"/>
              <a:gd name="connsiteY6602" fmla="*/ 229469 h 2787466"/>
              <a:gd name="connsiteX6603" fmla="*/ 2953510 w 3600000"/>
              <a:gd name="connsiteY6603" fmla="*/ 263977 h 2787466"/>
              <a:gd name="connsiteX6604" fmla="*/ 2944139 w 3600000"/>
              <a:gd name="connsiteY6604" fmla="*/ 263977 h 2787466"/>
              <a:gd name="connsiteX6605" fmla="*/ 2950741 w 3600000"/>
              <a:gd name="connsiteY6605" fmla="*/ 229469 h 2787466"/>
              <a:gd name="connsiteX6606" fmla="*/ 2668700 w 3600000"/>
              <a:gd name="connsiteY6606" fmla="*/ 223231 h 2787466"/>
              <a:gd name="connsiteX6607" fmla="*/ 2663354 w 3600000"/>
              <a:gd name="connsiteY6607" fmla="*/ 239019 h 2787466"/>
              <a:gd name="connsiteX6608" fmla="*/ 2668700 w 3600000"/>
              <a:gd name="connsiteY6608" fmla="*/ 223231 h 2787466"/>
              <a:gd name="connsiteX6609" fmla="*/ 3134962 w 3600000"/>
              <a:gd name="connsiteY6609" fmla="*/ 214217 h 2787466"/>
              <a:gd name="connsiteX6610" fmla="*/ 3148048 w 3600000"/>
              <a:gd name="connsiteY6610" fmla="*/ 216256 h 2787466"/>
              <a:gd name="connsiteX6611" fmla="*/ 3140154 w 3600000"/>
              <a:gd name="connsiteY6611" fmla="*/ 227233 h 2787466"/>
              <a:gd name="connsiteX6612" fmla="*/ 3134962 w 3600000"/>
              <a:gd name="connsiteY6612" fmla="*/ 214217 h 2787466"/>
              <a:gd name="connsiteX6613" fmla="*/ 2709193 w 3600000"/>
              <a:gd name="connsiteY6613" fmla="*/ 201045 h 2787466"/>
              <a:gd name="connsiteX6614" fmla="*/ 2688798 w 3600000"/>
              <a:gd name="connsiteY6614" fmla="*/ 205051 h 2787466"/>
              <a:gd name="connsiteX6615" fmla="*/ 2709193 w 3600000"/>
              <a:gd name="connsiteY6615" fmla="*/ 201045 h 2787466"/>
              <a:gd name="connsiteX6616" fmla="*/ 3120222 w 3600000"/>
              <a:gd name="connsiteY6616" fmla="*/ 200352 h 2787466"/>
              <a:gd name="connsiteX6617" fmla="*/ 3127895 w 3600000"/>
              <a:gd name="connsiteY6617" fmla="*/ 220318 h 2787466"/>
              <a:gd name="connsiteX6618" fmla="*/ 3111337 w 3600000"/>
              <a:gd name="connsiteY6618" fmla="*/ 208276 h 2787466"/>
              <a:gd name="connsiteX6619" fmla="*/ 3117596 w 3600000"/>
              <a:gd name="connsiteY6619" fmla="*/ 206374 h 2787466"/>
              <a:gd name="connsiteX6620" fmla="*/ 3120222 w 3600000"/>
              <a:gd name="connsiteY6620" fmla="*/ 200352 h 2787466"/>
              <a:gd name="connsiteX6621" fmla="*/ 2813168 w 3600000"/>
              <a:gd name="connsiteY6621" fmla="*/ 193420 h 2787466"/>
              <a:gd name="connsiteX6622" fmla="*/ 2822220 w 3600000"/>
              <a:gd name="connsiteY6622" fmla="*/ 194348 h 2787466"/>
              <a:gd name="connsiteX6623" fmla="*/ 2823455 w 3600000"/>
              <a:gd name="connsiteY6623" fmla="*/ 205177 h 2787466"/>
              <a:gd name="connsiteX6624" fmla="*/ 2814402 w 3600000"/>
              <a:gd name="connsiteY6624" fmla="*/ 207961 h 2787466"/>
              <a:gd name="connsiteX6625" fmla="*/ 2805349 w 3600000"/>
              <a:gd name="connsiteY6625" fmla="*/ 211983 h 2787466"/>
              <a:gd name="connsiteX6626" fmla="*/ 2792388 w 3600000"/>
              <a:gd name="connsiteY6626" fmla="*/ 206105 h 2787466"/>
              <a:gd name="connsiteX6627" fmla="*/ 2813168 w 3600000"/>
              <a:gd name="connsiteY6627" fmla="*/ 193420 h 2787466"/>
              <a:gd name="connsiteX6628" fmla="*/ 2711970 w 3600000"/>
              <a:gd name="connsiteY6628" fmla="*/ 181634 h 2787466"/>
              <a:gd name="connsiteX6629" fmla="*/ 2709306 w 3600000"/>
              <a:gd name="connsiteY6629" fmla="*/ 188413 h 2787466"/>
              <a:gd name="connsiteX6630" fmla="*/ 2711970 w 3600000"/>
              <a:gd name="connsiteY6630" fmla="*/ 181634 h 2787466"/>
              <a:gd name="connsiteX6631" fmla="*/ 2813417 w 3600000"/>
              <a:gd name="connsiteY6631" fmla="*/ 169848 h 2787466"/>
              <a:gd name="connsiteX6632" fmla="*/ 2815874 w 3600000"/>
              <a:gd name="connsiteY6632" fmla="*/ 180957 h 2787466"/>
              <a:gd name="connsiteX6633" fmla="*/ 2813417 w 3600000"/>
              <a:gd name="connsiteY6633" fmla="*/ 169848 h 2787466"/>
              <a:gd name="connsiteX6634" fmla="*/ 3113759 w 3600000"/>
              <a:gd name="connsiteY6634" fmla="*/ 150437 h 2787466"/>
              <a:gd name="connsiteX6635" fmla="*/ 3116385 w 3600000"/>
              <a:gd name="connsiteY6635" fmla="*/ 159294 h 2787466"/>
              <a:gd name="connsiteX6636" fmla="*/ 3113759 w 3600000"/>
              <a:gd name="connsiteY6636" fmla="*/ 150437 h 2787466"/>
              <a:gd name="connsiteX6637" fmla="*/ 2682230 w 3600000"/>
              <a:gd name="connsiteY6637" fmla="*/ 142118 h 2787466"/>
              <a:gd name="connsiteX6638" fmla="*/ 2679733 w 3600000"/>
              <a:gd name="connsiteY6638" fmla="*/ 152354 h 2787466"/>
              <a:gd name="connsiteX6639" fmla="*/ 2682230 w 3600000"/>
              <a:gd name="connsiteY6639" fmla="*/ 142118 h 2787466"/>
              <a:gd name="connsiteX6640" fmla="*/ 3144497 w 3600000"/>
              <a:gd name="connsiteY6640" fmla="*/ 125740 h 2787466"/>
              <a:gd name="connsiteX6641" fmla="*/ 3141835 w 3600000"/>
              <a:gd name="connsiteY6641" fmla="*/ 132730 h 2787466"/>
              <a:gd name="connsiteX6642" fmla="*/ 3148387 w 3600000"/>
              <a:gd name="connsiteY6642" fmla="*/ 135749 h 2787466"/>
              <a:gd name="connsiteX6643" fmla="*/ 3144497 w 3600000"/>
              <a:gd name="connsiteY6643" fmla="*/ 125740 h 2787466"/>
              <a:gd name="connsiteX6644" fmla="*/ 2725204 w 3600000"/>
              <a:gd name="connsiteY6644" fmla="*/ 124093 h 2787466"/>
              <a:gd name="connsiteX6645" fmla="*/ 2724000 w 3600000"/>
              <a:gd name="connsiteY6645" fmla="*/ 137108 h 2787466"/>
              <a:gd name="connsiteX6646" fmla="*/ 2725204 w 3600000"/>
              <a:gd name="connsiteY6646" fmla="*/ 124093 h 2787466"/>
              <a:gd name="connsiteX6647" fmla="*/ 3062268 w 3600000"/>
              <a:gd name="connsiteY6647" fmla="*/ 122013 h 2787466"/>
              <a:gd name="connsiteX6648" fmla="*/ 3068768 w 3600000"/>
              <a:gd name="connsiteY6648" fmla="*/ 133853 h 2787466"/>
              <a:gd name="connsiteX6649" fmla="*/ 3062268 w 3600000"/>
              <a:gd name="connsiteY6649" fmla="*/ 122013 h 2787466"/>
              <a:gd name="connsiteX6650" fmla="*/ 3062481 w 3600000"/>
              <a:gd name="connsiteY6650" fmla="*/ 99829 h 2787466"/>
              <a:gd name="connsiteX6651" fmla="*/ 3068850 w 3600000"/>
              <a:gd name="connsiteY6651" fmla="*/ 115617 h 2787466"/>
              <a:gd name="connsiteX6652" fmla="*/ 3059810 w 3600000"/>
              <a:gd name="connsiteY6652" fmla="*/ 115617 h 2787466"/>
              <a:gd name="connsiteX6653" fmla="*/ 3062481 w 3600000"/>
              <a:gd name="connsiteY6653" fmla="*/ 99829 h 2787466"/>
              <a:gd name="connsiteX6654" fmla="*/ 3103654 w 3600000"/>
              <a:gd name="connsiteY6654" fmla="*/ 98931 h 2787466"/>
              <a:gd name="connsiteX6655" fmla="*/ 3112481 w 3600000"/>
              <a:gd name="connsiteY6655" fmla="*/ 102996 h 2787466"/>
              <a:gd name="connsiteX6656" fmla="*/ 3115090 w 3600000"/>
              <a:gd name="connsiteY6656" fmla="*/ 112844 h 2787466"/>
              <a:gd name="connsiteX6657" fmla="*/ 3103654 w 3600000"/>
              <a:gd name="connsiteY6657" fmla="*/ 106904 h 2787466"/>
              <a:gd name="connsiteX6658" fmla="*/ 3103654 w 3600000"/>
              <a:gd name="connsiteY6658" fmla="*/ 98931 h 2787466"/>
              <a:gd name="connsiteX6659" fmla="*/ 2736880 w 3600000"/>
              <a:gd name="connsiteY6659" fmla="*/ 96362 h 2787466"/>
              <a:gd name="connsiteX6660" fmla="*/ 2740749 w 3600000"/>
              <a:gd name="connsiteY6660" fmla="*/ 109378 h 2787466"/>
              <a:gd name="connsiteX6661" fmla="*/ 2736880 w 3600000"/>
              <a:gd name="connsiteY6661" fmla="*/ 96362 h 2787466"/>
              <a:gd name="connsiteX6662" fmla="*/ 3131125 w 3600000"/>
              <a:gd name="connsiteY6662" fmla="*/ 94283 h 2787466"/>
              <a:gd name="connsiteX6663" fmla="*/ 3129713 w 3600000"/>
              <a:gd name="connsiteY6663" fmla="*/ 135722 h 2787466"/>
              <a:gd name="connsiteX6664" fmla="*/ 3131125 w 3600000"/>
              <a:gd name="connsiteY6664" fmla="*/ 94283 h 2787466"/>
              <a:gd name="connsiteX6665" fmla="*/ 2542424 w 3600000"/>
              <a:gd name="connsiteY6665" fmla="*/ 92020 h 2787466"/>
              <a:gd name="connsiteX6666" fmla="*/ 2560471 w 3600000"/>
              <a:gd name="connsiteY6666" fmla="*/ 94076 h 2787466"/>
              <a:gd name="connsiteX6667" fmla="*/ 2546277 w 3600000"/>
              <a:gd name="connsiteY6667" fmla="*/ 98977 h 2787466"/>
              <a:gd name="connsiteX6668" fmla="*/ 2542424 w 3600000"/>
              <a:gd name="connsiteY6668" fmla="*/ 92020 h 2787466"/>
              <a:gd name="connsiteX6669" fmla="*/ 3359003 w 3600000"/>
              <a:gd name="connsiteY6669" fmla="*/ 91020 h 2787466"/>
              <a:gd name="connsiteX6670" fmla="*/ 3357590 w 3600000"/>
              <a:gd name="connsiteY6670" fmla="*/ 110764 h 2787466"/>
              <a:gd name="connsiteX6671" fmla="*/ 3359003 w 3600000"/>
              <a:gd name="connsiteY6671" fmla="*/ 91020 h 2787466"/>
              <a:gd name="connsiteX6672" fmla="*/ 2737867 w 3600000"/>
              <a:gd name="connsiteY6672" fmla="*/ 90549 h 2787466"/>
              <a:gd name="connsiteX6673" fmla="*/ 2745835 w 3600000"/>
              <a:gd name="connsiteY6673" fmla="*/ 97589 h 2787466"/>
              <a:gd name="connsiteX6674" fmla="*/ 2737867 w 3600000"/>
              <a:gd name="connsiteY6674" fmla="*/ 90549 h 2787466"/>
              <a:gd name="connsiteX6675" fmla="*/ 2726586 w 3600000"/>
              <a:gd name="connsiteY6675" fmla="*/ 89998 h 2787466"/>
              <a:gd name="connsiteX6676" fmla="*/ 2730390 w 3600000"/>
              <a:gd name="connsiteY6676" fmla="*/ 97239 h 2787466"/>
              <a:gd name="connsiteX6677" fmla="*/ 2722485 w 3600000"/>
              <a:gd name="connsiteY6677" fmla="*/ 97239 h 2787466"/>
              <a:gd name="connsiteX6678" fmla="*/ 2729141 w 3600000"/>
              <a:gd name="connsiteY6678" fmla="*/ 112150 h 2787466"/>
              <a:gd name="connsiteX6679" fmla="*/ 2725190 w 3600000"/>
              <a:gd name="connsiteY6679" fmla="*/ 90332 h 2787466"/>
              <a:gd name="connsiteX6680" fmla="*/ 2726586 w 3600000"/>
              <a:gd name="connsiteY6680" fmla="*/ 89998 h 2787466"/>
              <a:gd name="connsiteX6681" fmla="*/ 2644981 w 3600000"/>
              <a:gd name="connsiteY6681" fmla="*/ 88043 h 2787466"/>
              <a:gd name="connsiteX6682" fmla="*/ 2630938 w 3600000"/>
              <a:gd name="connsiteY6682" fmla="*/ 94122 h 2787466"/>
              <a:gd name="connsiteX6683" fmla="*/ 2644981 w 3600000"/>
              <a:gd name="connsiteY6683" fmla="*/ 88043 h 2787466"/>
              <a:gd name="connsiteX6684" fmla="*/ 2735569 w 3600000"/>
              <a:gd name="connsiteY6684" fmla="*/ 81537 h 2787466"/>
              <a:gd name="connsiteX6685" fmla="*/ 2740914 w 3600000"/>
              <a:gd name="connsiteY6685" fmla="*/ 89536 h 2787466"/>
              <a:gd name="connsiteX6686" fmla="*/ 2735569 w 3600000"/>
              <a:gd name="connsiteY6686" fmla="*/ 81537 h 2787466"/>
              <a:gd name="connsiteX6687" fmla="*/ 3167656 w 3600000"/>
              <a:gd name="connsiteY6687" fmla="*/ 78337 h 2787466"/>
              <a:gd name="connsiteX6688" fmla="*/ 3171613 w 3600000"/>
              <a:gd name="connsiteY6688" fmla="*/ 90398 h 2787466"/>
              <a:gd name="connsiteX6689" fmla="*/ 3167656 w 3600000"/>
              <a:gd name="connsiteY6689" fmla="*/ 78337 h 2787466"/>
              <a:gd name="connsiteX6690" fmla="*/ 2681327 w 3600000"/>
              <a:gd name="connsiteY6690" fmla="*/ 70197 h 2787466"/>
              <a:gd name="connsiteX6691" fmla="*/ 2659720 w 3600000"/>
              <a:gd name="connsiteY6691" fmla="*/ 73150 h 2787466"/>
              <a:gd name="connsiteX6692" fmla="*/ 2681327 w 3600000"/>
              <a:gd name="connsiteY6692" fmla="*/ 70197 h 2787466"/>
              <a:gd name="connsiteX6693" fmla="*/ 3082029 w 3600000"/>
              <a:gd name="connsiteY6693" fmla="*/ 68632 h 2787466"/>
              <a:gd name="connsiteX6694" fmla="*/ 3096590 w 3600000"/>
              <a:gd name="connsiteY6694" fmla="*/ 101059 h 2787466"/>
              <a:gd name="connsiteX6695" fmla="*/ 3082029 w 3600000"/>
              <a:gd name="connsiteY6695" fmla="*/ 68632 h 2787466"/>
              <a:gd name="connsiteX6696" fmla="*/ 2717124 w 3600000"/>
              <a:gd name="connsiteY6696" fmla="*/ 66552 h 2787466"/>
              <a:gd name="connsiteX6697" fmla="*/ 2720994 w 3600000"/>
              <a:gd name="connsiteY6697" fmla="*/ 75408 h 2787466"/>
              <a:gd name="connsiteX6698" fmla="*/ 2717124 w 3600000"/>
              <a:gd name="connsiteY6698" fmla="*/ 66552 h 2787466"/>
              <a:gd name="connsiteX6699" fmla="*/ 2575213 w 3600000"/>
              <a:gd name="connsiteY6699" fmla="*/ 54766 h 2787466"/>
              <a:gd name="connsiteX6700" fmla="*/ 2594995 w 3600000"/>
              <a:gd name="connsiteY6700" fmla="*/ 58766 h 2787466"/>
              <a:gd name="connsiteX6701" fmla="*/ 2575213 w 3600000"/>
              <a:gd name="connsiteY6701" fmla="*/ 54766 h 2787466"/>
              <a:gd name="connsiteX6702" fmla="*/ 3109519 w 3600000"/>
              <a:gd name="connsiteY6702" fmla="*/ 53380 h 2787466"/>
              <a:gd name="connsiteX6703" fmla="*/ 3120214 w 3600000"/>
              <a:gd name="connsiteY6703" fmla="*/ 57457 h 2787466"/>
              <a:gd name="connsiteX6704" fmla="*/ 3117487 w 3600000"/>
              <a:gd name="connsiteY6704" fmla="*/ 58436 h 2787466"/>
              <a:gd name="connsiteX6705" fmla="*/ 3117487 w 3600000"/>
              <a:gd name="connsiteY6705" fmla="*/ 61535 h 2787466"/>
              <a:gd name="connsiteX6706" fmla="*/ 3109519 w 3600000"/>
              <a:gd name="connsiteY6706" fmla="*/ 53380 h 2787466"/>
              <a:gd name="connsiteX6707" fmla="*/ 3361990 w 3600000"/>
              <a:gd name="connsiteY6707" fmla="*/ 46447 h 2787466"/>
              <a:gd name="connsiteX6708" fmla="*/ 3364788 w 3600000"/>
              <a:gd name="connsiteY6708" fmla="*/ 62236 h 2787466"/>
              <a:gd name="connsiteX6709" fmla="*/ 3361990 w 3600000"/>
              <a:gd name="connsiteY6709" fmla="*/ 46447 h 2787466"/>
              <a:gd name="connsiteX6710" fmla="*/ 2543195 w 3600000"/>
              <a:gd name="connsiteY6710" fmla="*/ 41595 h 2787466"/>
              <a:gd name="connsiteX6711" fmla="*/ 2539149 w 3600000"/>
              <a:gd name="connsiteY6711" fmla="*/ 56687 h 2787466"/>
              <a:gd name="connsiteX6712" fmla="*/ 2529779 w 3600000"/>
              <a:gd name="connsiteY6712" fmla="*/ 56687 h 2787466"/>
              <a:gd name="connsiteX6713" fmla="*/ 2531056 w 3600000"/>
              <a:gd name="connsiteY6713" fmla="*/ 43659 h 2787466"/>
              <a:gd name="connsiteX6714" fmla="*/ 2543195 w 3600000"/>
              <a:gd name="connsiteY6714" fmla="*/ 41595 h 2787466"/>
              <a:gd name="connsiteX6715" fmla="*/ 3048133 w 3600000"/>
              <a:gd name="connsiteY6715" fmla="*/ 18716 h 2787466"/>
              <a:gd name="connsiteX6716" fmla="*/ 3048133 w 3600000"/>
              <a:gd name="connsiteY6716" fmla="*/ 22543 h 2787466"/>
              <a:gd name="connsiteX6717" fmla="*/ 3054791 w 3600000"/>
              <a:gd name="connsiteY6717" fmla="*/ 25451 h 2787466"/>
              <a:gd name="connsiteX6718" fmla="*/ 3042933 w 3600000"/>
              <a:gd name="connsiteY6718" fmla="*/ 30349 h 2787466"/>
              <a:gd name="connsiteX6719" fmla="*/ 3048133 w 3600000"/>
              <a:gd name="connsiteY6719" fmla="*/ 18716 h 2787466"/>
              <a:gd name="connsiteX6720" fmla="*/ 3120790 w 3600000"/>
              <a:gd name="connsiteY6720" fmla="*/ 15943 h 2787466"/>
              <a:gd name="connsiteX6721" fmla="*/ 3122034 w 3600000"/>
              <a:gd name="connsiteY6721" fmla="*/ 25952 h 2787466"/>
              <a:gd name="connsiteX6722" fmla="*/ 3112915 w 3600000"/>
              <a:gd name="connsiteY6722" fmla="*/ 24998 h 2787466"/>
              <a:gd name="connsiteX6723" fmla="*/ 3112915 w 3600000"/>
              <a:gd name="connsiteY6723" fmla="*/ 31036 h 2787466"/>
              <a:gd name="connsiteX6724" fmla="*/ 3120790 w 3600000"/>
              <a:gd name="connsiteY6724" fmla="*/ 15943 h 2787466"/>
              <a:gd name="connsiteX6725" fmla="*/ 3078274 w 3600000"/>
              <a:gd name="connsiteY6725" fmla="*/ 14557 h 2787466"/>
              <a:gd name="connsiteX6726" fmla="*/ 3087501 w 3600000"/>
              <a:gd name="connsiteY6726" fmla="*/ 51144 h 2787466"/>
              <a:gd name="connsiteX6727" fmla="*/ 3078274 w 3600000"/>
              <a:gd name="connsiteY6727" fmla="*/ 14557 h 2787466"/>
              <a:gd name="connsiteX6728" fmla="*/ 2865179 w 3600000"/>
              <a:gd name="connsiteY6728" fmla="*/ 13863 h 2787466"/>
              <a:gd name="connsiteX6729" fmla="*/ 2873054 w 3600000"/>
              <a:gd name="connsiteY6729" fmla="*/ 16882 h 2787466"/>
              <a:gd name="connsiteX6730" fmla="*/ 2849635 w 3600000"/>
              <a:gd name="connsiteY6730" fmla="*/ 21807 h 2787466"/>
              <a:gd name="connsiteX6731" fmla="*/ 2859997 w 3600000"/>
              <a:gd name="connsiteY6731" fmla="*/ 20854 h 2787466"/>
              <a:gd name="connsiteX6732" fmla="*/ 2858755 w 3600000"/>
              <a:gd name="connsiteY6732" fmla="*/ 15929 h 2787466"/>
              <a:gd name="connsiteX6733" fmla="*/ 2865179 w 3600000"/>
              <a:gd name="connsiteY6733" fmla="*/ 13863 h 2787466"/>
              <a:gd name="connsiteX6734" fmla="*/ 3128386 w 3600000"/>
              <a:gd name="connsiteY6734" fmla="*/ 0 h 2787466"/>
              <a:gd name="connsiteX6735" fmla="*/ 3128387 w 3600000"/>
              <a:gd name="connsiteY6735" fmla="*/ 0 h 2787466"/>
              <a:gd name="connsiteX6736" fmla="*/ 3135108 w 3600000"/>
              <a:gd name="connsiteY6736" fmla="*/ 8191 h 2787466"/>
              <a:gd name="connsiteX6737" fmla="*/ 3141201 w 3600000"/>
              <a:gd name="connsiteY6737" fmla="*/ 39358 h 2787466"/>
              <a:gd name="connsiteX6738" fmla="*/ 3130731 w 3600000"/>
              <a:gd name="connsiteY6738" fmla="*/ 11969 h 2787466"/>
              <a:gd name="connsiteX6739" fmla="*/ 2831463 w 3600000"/>
              <a:gd name="connsiteY6739" fmla="*/ 0 h 2787466"/>
              <a:gd name="connsiteX6740" fmla="*/ 2831464 w 3600000"/>
              <a:gd name="connsiteY6740" fmla="*/ 0 h 2787466"/>
              <a:gd name="connsiteX6741" fmla="*/ 2834070 w 3600000"/>
              <a:gd name="connsiteY6741" fmla="*/ 1868 h 2787466"/>
              <a:gd name="connsiteX6742" fmla="*/ 2846709 w 3600000"/>
              <a:gd name="connsiteY6742" fmla="*/ 13708 h 2787466"/>
              <a:gd name="connsiteX6743" fmla="*/ 2838182 w 3600000"/>
              <a:gd name="connsiteY6743" fmla="*/ 7203 h 2787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</a:cxnLst>
            <a:rect l="l" t="t" r="r" b="b"/>
            <a:pathLst>
              <a:path w="3600000" h="2787466">
                <a:moveTo>
                  <a:pt x="895609" y="2704927"/>
                </a:moveTo>
                <a:cubicBezTo>
                  <a:pt x="894373" y="2707914"/>
                  <a:pt x="897052" y="2713889"/>
                  <a:pt x="902204" y="2714989"/>
                </a:cubicBezTo>
                <a:cubicBezTo>
                  <a:pt x="907355" y="2712002"/>
                  <a:pt x="899525" y="2706027"/>
                  <a:pt x="895609" y="2704927"/>
                </a:cubicBezTo>
                <a:close/>
                <a:moveTo>
                  <a:pt x="696344" y="2533081"/>
                </a:moveTo>
                <a:cubicBezTo>
                  <a:pt x="688719" y="2535125"/>
                  <a:pt x="692634" y="2538112"/>
                  <a:pt x="689955" y="2539998"/>
                </a:cubicBezTo>
                <a:cubicBezTo>
                  <a:pt x="693870" y="2539998"/>
                  <a:pt x="696344" y="2544086"/>
                  <a:pt x="701702" y="2541098"/>
                </a:cubicBezTo>
                <a:cubicBezTo>
                  <a:pt x="696344" y="2538112"/>
                  <a:pt x="699023" y="2536068"/>
                  <a:pt x="696344" y="2533081"/>
                </a:cubicBezTo>
                <a:close/>
                <a:moveTo>
                  <a:pt x="1008945" y="2532137"/>
                </a:moveTo>
                <a:cubicBezTo>
                  <a:pt x="1003793" y="2533081"/>
                  <a:pt x="1006473" y="2542985"/>
                  <a:pt x="1012860" y="2538112"/>
                </a:cubicBezTo>
                <a:cubicBezTo>
                  <a:pt x="1008945" y="2538112"/>
                  <a:pt x="1008945" y="2537011"/>
                  <a:pt x="1014097" y="2534181"/>
                </a:cubicBezTo>
                <a:cubicBezTo>
                  <a:pt x="1012860" y="2534181"/>
                  <a:pt x="1010388" y="2533081"/>
                  <a:pt x="1008945" y="2532137"/>
                </a:cubicBezTo>
                <a:close/>
                <a:moveTo>
                  <a:pt x="995963" y="2529150"/>
                </a:moveTo>
                <a:cubicBezTo>
                  <a:pt x="989369" y="2529150"/>
                  <a:pt x="988133" y="2535125"/>
                  <a:pt x="990811" y="2538112"/>
                </a:cubicBezTo>
                <a:cubicBezTo>
                  <a:pt x="984218" y="2539998"/>
                  <a:pt x="990811" y="2532137"/>
                  <a:pt x="982981" y="2535125"/>
                </a:cubicBezTo>
                <a:cubicBezTo>
                  <a:pt x="975151" y="2542042"/>
                  <a:pt x="993284" y="2551004"/>
                  <a:pt x="980302" y="2556978"/>
                </a:cubicBezTo>
                <a:cubicBezTo>
                  <a:pt x="986897" y="2562953"/>
                  <a:pt x="1002557" y="2564840"/>
                  <a:pt x="1007709" y="2556978"/>
                </a:cubicBezTo>
                <a:cubicBezTo>
                  <a:pt x="1001115" y="2557922"/>
                  <a:pt x="993284" y="2560909"/>
                  <a:pt x="989369" y="2554934"/>
                </a:cubicBezTo>
                <a:cubicBezTo>
                  <a:pt x="998642" y="2553991"/>
                  <a:pt x="998642" y="2552891"/>
                  <a:pt x="1006473" y="2550061"/>
                </a:cubicBezTo>
                <a:cubicBezTo>
                  <a:pt x="1002557" y="2548017"/>
                  <a:pt x="999879" y="2545029"/>
                  <a:pt x="1007709" y="2542985"/>
                </a:cubicBezTo>
                <a:cubicBezTo>
                  <a:pt x="998642" y="2537011"/>
                  <a:pt x="997200" y="2536068"/>
                  <a:pt x="995963" y="2529150"/>
                </a:cubicBezTo>
                <a:close/>
                <a:moveTo>
                  <a:pt x="985454" y="2525219"/>
                </a:moveTo>
                <a:cubicBezTo>
                  <a:pt x="979066" y="2527106"/>
                  <a:pt x="980302" y="2530093"/>
                  <a:pt x="982981" y="2533081"/>
                </a:cubicBezTo>
                <a:cubicBezTo>
                  <a:pt x="988133" y="2531193"/>
                  <a:pt x="988133" y="2528207"/>
                  <a:pt x="985454" y="2525219"/>
                </a:cubicBezTo>
                <a:close/>
                <a:moveTo>
                  <a:pt x="825341" y="2520188"/>
                </a:moveTo>
                <a:cubicBezTo>
                  <a:pt x="818952" y="2523176"/>
                  <a:pt x="822868" y="2528207"/>
                  <a:pt x="828020" y="2528207"/>
                </a:cubicBezTo>
                <a:cubicBezTo>
                  <a:pt x="835850" y="2524119"/>
                  <a:pt x="829256" y="2525219"/>
                  <a:pt x="825341" y="2520188"/>
                </a:cubicBezTo>
                <a:close/>
                <a:moveTo>
                  <a:pt x="841002" y="2511226"/>
                </a:moveTo>
                <a:cubicBezTo>
                  <a:pt x="837086" y="2511226"/>
                  <a:pt x="830492" y="2512170"/>
                  <a:pt x="830492" y="2515157"/>
                </a:cubicBezTo>
                <a:cubicBezTo>
                  <a:pt x="841002" y="2513271"/>
                  <a:pt x="838323" y="2518144"/>
                  <a:pt x="838323" y="2523176"/>
                </a:cubicBezTo>
                <a:cubicBezTo>
                  <a:pt x="841002" y="2522232"/>
                  <a:pt x="842238" y="2521131"/>
                  <a:pt x="841002" y="2520188"/>
                </a:cubicBezTo>
                <a:cubicBezTo>
                  <a:pt x="844917" y="2519245"/>
                  <a:pt x="847390" y="2523176"/>
                  <a:pt x="851305" y="2519245"/>
                </a:cubicBezTo>
                <a:cubicBezTo>
                  <a:pt x="848832" y="2517201"/>
                  <a:pt x="838323" y="2514213"/>
                  <a:pt x="841002" y="2511226"/>
                </a:cubicBezTo>
                <a:close/>
                <a:moveTo>
                  <a:pt x="993284" y="2497391"/>
                </a:moveTo>
                <a:cubicBezTo>
                  <a:pt x="986897" y="2502265"/>
                  <a:pt x="989369" y="2507296"/>
                  <a:pt x="992048" y="2513271"/>
                </a:cubicBezTo>
                <a:cubicBezTo>
                  <a:pt x="999879" y="2508239"/>
                  <a:pt x="992048" y="2502265"/>
                  <a:pt x="993284" y="2497391"/>
                </a:cubicBezTo>
                <a:close/>
                <a:moveTo>
                  <a:pt x="1005030" y="2477423"/>
                </a:moveTo>
                <a:cubicBezTo>
                  <a:pt x="998642" y="2479466"/>
                  <a:pt x="1007709" y="2482455"/>
                  <a:pt x="1002557" y="2484499"/>
                </a:cubicBezTo>
                <a:cubicBezTo>
                  <a:pt x="1007709" y="2487485"/>
                  <a:pt x="1011624" y="2480410"/>
                  <a:pt x="1005030" y="2477423"/>
                </a:cubicBezTo>
                <a:close/>
                <a:moveTo>
                  <a:pt x="718599" y="2437645"/>
                </a:moveTo>
                <a:cubicBezTo>
                  <a:pt x="718599" y="2437645"/>
                  <a:pt x="718599" y="2437645"/>
                  <a:pt x="710768" y="2441733"/>
                </a:cubicBezTo>
                <a:cubicBezTo>
                  <a:pt x="722514" y="2446608"/>
                  <a:pt x="723750" y="2455569"/>
                  <a:pt x="729108" y="2464530"/>
                </a:cubicBezTo>
                <a:cubicBezTo>
                  <a:pt x="738175" y="2453682"/>
                  <a:pt x="719836" y="2444720"/>
                  <a:pt x="718599" y="2437645"/>
                </a:cubicBezTo>
                <a:close/>
                <a:moveTo>
                  <a:pt x="1338145" y="2420888"/>
                </a:moveTo>
                <a:cubicBezTo>
                  <a:pt x="1351010" y="2422891"/>
                  <a:pt x="1345905" y="2425818"/>
                  <a:pt x="1343250" y="2433521"/>
                </a:cubicBezTo>
                <a:cubicBezTo>
                  <a:pt x="1339370" y="2428745"/>
                  <a:pt x="1314867" y="2437373"/>
                  <a:pt x="1317522" y="2426743"/>
                </a:cubicBezTo>
                <a:cubicBezTo>
                  <a:pt x="1325281" y="2428745"/>
                  <a:pt x="1338145" y="2420888"/>
                  <a:pt x="1335491" y="2429670"/>
                </a:cubicBezTo>
                <a:cubicBezTo>
                  <a:pt x="1347130" y="2427667"/>
                  <a:pt x="1335491" y="2425818"/>
                  <a:pt x="1338145" y="2420888"/>
                </a:cubicBezTo>
                <a:close/>
                <a:moveTo>
                  <a:pt x="714684" y="2411861"/>
                </a:moveTo>
                <a:cubicBezTo>
                  <a:pt x="710768" y="2418936"/>
                  <a:pt x="714684" y="2425853"/>
                  <a:pt x="713447" y="2433715"/>
                </a:cubicBezTo>
                <a:cubicBezTo>
                  <a:pt x="717363" y="2434816"/>
                  <a:pt x="719836" y="2433715"/>
                  <a:pt x="723750" y="2431828"/>
                </a:cubicBezTo>
                <a:cubicBezTo>
                  <a:pt x="719836" y="2425853"/>
                  <a:pt x="718599" y="2418936"/>
                  <a:pt x="714684" y="2411861"/>
                </a:cubicBezTo>
                <a:close/>
                <a:moveTo>
                  <a:pt x="1133310" y="2397717"/>
                </a:moveTo>
                <a:cubicBezTo>
                  <a:pt x="1134527" y="2399592"/>
                  <a:pt x="1134527" y="2400685"/>
                  <a:pt x="1138379" y="2401623"/>
                </a:cubicBezTo>
                <a:cubicBezTo>
                  <a:pt x="1130674" y="2407559"/>
                  <a:pt x="1122969" y="2402560"/>
                  <a:pt x="1114048" y="2401623"/>
                </a:cubicBezTo>
                <a:cubicBezTo>
                  <a:pt x="1117900" y="2397717"/>
                  <a:pt x="1124389" y="2396623"/>
                  <a:pt x="1133310" y="2397717"/>
                </a:cubicBezTo>
                <a:close/>
                <a:moveTo>
                  <a:pt x="1151513" y="2395630"/>
                </a:moveTo>
                <a:lnTo>
                  <a:pt x="1157126" y="2398484"/>
                </a:lnTo>
                <a:lnTo>
                  <a:pt x="1157717" y="2397956"/>
                </a:lnTo>
                <a:close/>
                <a:moveTo>
                  <a:pt x="1394595" y="2385531"/>
                </a:moveTo>
                <a:cubicBezTo>
                  <a:pt x="1404626" y="2385531"/>
                  <a:pt x="1403423" y="2390602"/>
                  <a:pt x="1402219" y="2395515"/>
                </a:cubicBezTo>
                <a:cubicBezTo>
                  <a:pt x="1390784" y="2396465"/>
                  <a:pt x="1389379" y="2388542"/>
                  <a:pt x="1394595" y="2385531"/>
                </a:cubicBezTo>
                <a:close/>
                <a:moveTo>
                  <a:pt x="719836" y="2378057"/>
                </a:moveTo>
                <a:cubicBezTo>
                  <a:pt x="717363" y="2377114"/>
                  <a:pt x="714684" y="2378057"/>
                  <a:pt x="712005" y="2379158"/>
                </a:cubicBezTo>
                <a:cubicBezTo>
                  <a:pt x="717363" y="2388120"/>
                  <a:pt x="714684" y="2395038"/>
                  <a:pt x="717363" y="2399912"/>
                </a:cubicBezTo>
                <a:cubicBezTo>
                  <a:pt x="721277" y="2403999"/>
                  <a:pt x="725193" y="2406987"/>
                  <a:pt x="731581" y="2403999"/>
                </a:cubicBezTo>
                <a:cubicBezTo>
                  <a:pt x="729108" y="2395038"/>
                  <a:pt x="725193" y="2384032"/>
                  <a:pt x="719836" y="2378057"/>
                </a:cubicBezTo>
                <a:close/>
                <a:moveTo>
                  <a:pt x="1343843" y="2373053"/>
                </a:moveTo>
                <a:cubicBezTo>
                  <a:pt x="1352828" y="2373971"/>
                  <a:pt x="1345272" y="2384685"/>
                  <a:pt x="1334858" y="2383614"/>
                </a:cubicBezTo>
                <a:cubicBezTo>
                  <a:pt x="1334858" y="2377798"/>
                  <a:pt x="1341393" y="2376879"/>
                  <a:pt x="1343843" y="2373053"/>
                </a:cubicBezTo>
                <a:close/>
                <a:moveTo>
                  <a:pt x="1340102" y="2364025"/>
                </a:moveTo>
                <a:cubicBezTo>
                  <a:pt x="1337606" y="2377053"/>
                  <a:pt x="1337606" y="2377053"/>
                  <a:pt x="1337606" y="2377053"/>
                </a:cubicBezTo>
                <a:cubicBezTo>
                  <a:pt x="1333654" y="2374035"/>
                  <a:pt x="1330950" y="2367044"/>
                  <a:pt x="1325749" y="2374035"/>
                </a:cubicBezTo>
                <a:cubicBezTo>
                  <a:pt x="1323045" y="2374035"/>
                  <a:pt x="1323045" y="2373081"/>
                  <a:pt x="1323045" y="2372128"/>
                </a:cubicBezTo>
                <a:cubicBezTo>
                  <a:pt x="1325749" y="2374035"/>
                  <a:pt x="1324294" y="2361960"/>
                  <a:pt x="1340102" y="2364025"/>
                </a:cubicBezTo>
                <a:close/>
                <a:moveTo>
                  <a:pt x="1374822" y="2356335"/>
                </a:moveTo>
                <a:cubicBezTo>
                  <a:pt x="1392236" y="2355721"/>
                  <a:pt x="1412403" y="2358256"/>
                  <a:pt x="1422795" y="2360316"/>
                </a:cubicBezTo>
                <a:cubicBezTo>
                  <a:pt x="1413535" y="2368240"/>
                  <a:pt x="1395426" y="2367289"/>
                  <a:pt x="1390281" y="2379332"/>
                </a:cubicBezTo>
                <a:cubicBezTo>
                  <a:pt x="1371966" y="2383293"/>
                  <a:pt x="1359002" y="2368240"/>
                  <a:pt x="1343362" y="2371250"/>
                </a:cubicBezTo>
                <a:cubicBezTo>
                  <a:pt x="1342745" y="2360713"/>
                  <a:pt x="1357407" y="2356949"/>
                  <a:pt x="1374822" y="2356335"/>
                </a:cubicBezTo>
                <a:close/>
                <a:moveTo>
                  <a:pt x="1302964" y="2316362"/>
                </a:moveTo>
                <a:lnTo>
                  <a:pt x="1300638" y="2317209"/>
                </a:lnTo>
                <a:lnTo>
                  <a:pt x="1286231" y="2336409"/>
                </a:lnTo>
                <a:lnTo>
                  <a:pt x="1289981" y="2341203"/>
                </a:lnTo>
                <a:cubicBezTo>
                  <a:pt x="1289981" y="2337115"/>
                  <a:pt x="1286065" y="2330197"/>
                  <a:pt x="1296576" y="2330197"/>
                </a:cubicBezTo>
                <a:cubicBezTo>
                  <a:pt x="1300491" y="2333184"/>
                  <a:pt x="1304407" y="2336172"/>
                  <a:pt x="1309559" y="2339159"/>
                </a:cubicBezTo>
                <a:cubicBezTo>
                  <a:pt x="1308322" y="2330197"/>
                  <a:pt x="1314711" y="2328153"/>
                  <a:pt x="1326458" y="2330197"/>
                </a:cubicBezTo>
                <a:cubicBezTo>
                  <a:pt x="1325222" y="2322179"/>
                  <a:pt x="1342120" y="2322179"/>
                  <a:pt x="1336968" y="2316362"/>
                </a:cubicBezTo>
                <a:cubicBezTo>
                  <a:pt x="1329137" y="2316362"/>
                  <a:pt x="1326458" y="2319349"/>
                  <a:pt x="1318627" y="2317305"/>
                </a:cubicBezTo>
                <a:cubicBezTo>
                  <a:pt x="1315947" y="2321236"/>
                  <a:pt x="1321305" y="2323280"/>
                  <a:pt x="1321305" y="2326267"/>
                </a:cubicBezTo>
                <a:cubicBezTo>
                  <a:pt x="1317391" y="2327210"/>
                  <a:pt x="1313475" y="2329253"/>
                  <a:pt x="1308322" y="2329253"/>
                </a:cubicBezTo>
                <a:cubicBezTo>
                  <a:pt x="1312238" y="2322179"/>
                  <a:pt x="1304407" y="2320292"/>
                  <a:pt x="1302964" y="2316362"/>
                </a:cubicBezTo>
                <a:close/>
                <a:moveTo>
                  <a:pt x="1359020" y="2312274"/>
                </a:moveTo>
                <a:cubicBezTo>
                  <a:pt x="1351189" y="2312274"/>
                  <a:pt x="1346036" y="2312274"/>
                  <a:pt x="1343357" y="2315261"/>
                </a:cubicBezTo>
                <a:cubicBezTo>
                  <a:pt x="1349952" y="2315261"/>
                  <a:pt x="1339442" y="2323280"/>
                  <a:pt x="1349952" y="2321236"/>
                </a:cubicBezTo>
                <a:cubicBezTo>
                  <a:pt x="1349952" y="2315261"/>
                  <a:pt x="1355104" y="2314318"/>
                  <a:pt x="1359020" y="2312274"/>
                </a:cubicBezTo>
                <a:close/>
                <a:moveTo>
                  <a:pt x="1479103" y="2234134"/>
                </a:moveTo>
                <a:cubicBezTo>
                  <a:pt x="1481811" y="2233991"/>
                  <a:pt x="1485322" y="2234480"/>
                  <a:pt x="1489134" y="2234970"/>
                </a:cubicBezTo>
                <a:cubicBezTo>
                  <a:pt x="1489134" y="2240190"/>
                  <a:pt x="1481510" y="2238069"/>
                  <a:pt x="1481510" y="2241168"/>
                </a:cubicBezTo>
                <a:cubicBezTo>
                  <a:pt x="1477699" y="2240190"/>
                  <a:pt x="1477699" y="2238069"/>
                  <a:pt x="1473887" y="2237090"/>
                </a:cubicBezTo>
                <a:cubicBezTo>
                  <a:pt x="1474489" y="2235052"/>
                  <a:pt x="1476394" y="2234277"/>
                  <a:pt x="1479103" y="2234134"/>
                </a:cubicBezTo>
                <a:close/>
                <a:moveTo>
                  <a:pt x="1484374" y="2205975"/>
                </a:moveTo>
                <a:cubicBezTo>
                  <a:pt x="1500032" y="2208945"/>
                  <a:pt x="1464800" y="2221764"/>
                  <a:pt x="1468715" y="2209883"/>
                </a:cubicBezTo>
                <a:cubicBezTo>
                  <a:pt x="1476544" y="2209883"/>
                  <a:pt x="1480459" y="2208007"/>
                  <a:pt x="1484374" y="2205975"/>
                </a:cubicBezTo>
                <a:close/>
                <a:moveTo>
                  <a:pt x="1419177" y="2182772"/>
                </a:moveTo>
                <a:lnTo>
                  <a:pt x="1419120" y="2183899"/>
                </a:lnTo>
                <a:lnTo>
                  <a:pt x="1421463" y="2183196"/>
                </a:lnTo>
                <a:close/>
                <a:moveTo>
                  <a:pt x="1379834" y="2127539"/>
                </a:moveTo>
                <a:cubicBezTo>
                  <a:pt x="1377155" y="2130527"/>
                  <a:pt x="1368087" y="2127539"/>
                  <a:pt x="1369530" y="2133514"/>
                </a:cubicBezTo>
                <a:cubicBezTo>
                  <a:pt x="1377155" y="2136501"/>
                  <a:pt x="1387665" y="2130527"/>
                  <a:pt x="1379834" y="2127539"/>
                </a:cubicBezTo>
                <a:close/>
                <a:moveTo>
                  <a:pt x="1443721" y="2121565"/>
                </a:moveTo>
                <a:cubicBezTo>
                  <a:pt x="1444957" y="2126596"/>
                  <a:pt x="1433210" y="2130527"/>
                  <a:pt x="1439805" y="2132571"/>
                </a:cubicBezTo>
                <a:cubicBezTo>
                  <a:pt x="1446193" y="2130527"/>
                  <a:pt x="1448873" y="2125495"/>
                  <a:pt x="1443721" y="2121565"/>
                </a:cubicBezTo>
                <a:close/>
                <a:moveTo>
                  <a:pt x="1392126" y="2113736"/>
                </a:moveTo>
                <a:lnTo>
                  <a:pt x="1388902" y="2116692"/>
                </a:lnTo>
                <a:lnTo>
                  <a:pt x="1392545" y="2116692"/>
                </a:lnTo>
                <a:close/>
                <a:moveTo>
                  <a:pt x="1425094" y="2112185"/>
                </a:moveTo>
                <a:lnTo>
                  <a:pt x="1424932" y="2113799"/>
                </a:lnTo>
                <a:lnTo>
                  <a:pt x="1426822" y="2113704"/>
                </a:lnTo>
                <a:cubicBezTo>
                  <a:pt x="1425379" y="2119521"/>
                  <a:pt x="1428058" y="2123609"/>
                  <a:pt x="1435889" y="2125495"/>
                </a:cubicBezTo>
                <a:cubicBezTo>
                  <a:pt x="1437126" y="2122509"/>
                  <a:pt x="1433210" y="2121565"/>
                  <a:pt x="1431974" y="2119521"/>
                </a:cubicBezTo>
                <a:cubicBezTo>
                  <a:pt x="1434653" y="2119521"/>
                  <a:pt x="1435889" y="2117635"/>
                  <a:pt x="1435889" y="2115590"/>
                </a:cubicBezTo>
                <a:cubicBezTo>
                  <a:pt x="1434550" y="2114097"/>
                  <a:pt x="1431922" y="2113114"/>
                  <a:pt x="1428831" y="2112506"/>
                </a:cubicBezTo>
                <a:close/>
                <a:moveTo>
                  <a:pt x="1443721" y="2110717"/>
                </a:moveTo>
                <a:cubicBezTo>
                  <a:pt x="1435889" y="2120622"/>
                  <a:pt x="1455468" y="2122509"/>
                  <a:pt x="1457940" y="2114647"/>
                </a:cubicBezTo>
                <a:cubicBezTo>
                  <a:pt x="1454025" y="2112604"/>
                  <a:pt x="1450109" y="2111660"/>
                  <a:pt x="1443721" y="2110717"/>
                </a:cubicBezTo>
                <a:close/>
                <a:moveTo>
                  <a:pt x="1390576" y="2095093"/>
                </a:moveTo>
                <a:cubicBezTo>
                  <a:pt x="1386995" y="2095231"/>
                  <a:pt x="1383750" y="2096253"/>
                  <a:pt x="1383750" y="2098768"/>
                </a:cubicBezTo>
                <a:cubicBezTo>
                  <a:pt x="1390345" y="2099712"/>
                  <a:pt x="1396733" y="2100655"/>
                  <a:pt x="1399412" y="2096724"/>
                </a:cubicBezTo>
                <a:cubicBezTo>
                  <a:pt x="1398073" y="2095703"/>
                  <a:pt x="1394157" y="2094956"/>
                  <a:pt x="1390576" y="2095093"/>
                </a:cubicBezTo>
                <a:close/>
                <a:moveTo>
                  <a:pt x="1469044" y="2093012"/>
                </a:moveTo>
                <a:cubicBezTo>
                  <a:pt x="1472658" y="2094003"/>
                  <a:pt x="1475622" y="2096736"/>
                  <a:pt x="1473022" y="2099747"/>
                </a:cubicBezTo>
                <a:cubicBezTo>
                  <a:pt x="1470318" y="2097687"/>
                  <a:pt x="1466366" y="2096736"/>
                  <a:pt x="1461165" y="2096736"/>
                </a:cubicBezTo>
                <a:cubicBezTo>
                  <a:pt x="1461165" y="2092774"/>
                  <a:pt x="1465430" y="2092022"/>
                  <a:pt x="1469044" y="2093012"/>
                </a:cubicBezTo>
                <a:close/>
                <a:moveTo>
                  <a:pt x="1473603" y="2050030"/>
                </a:moveTo>
                <a:cubicBezTo>
                  <a:pt x="1468451" y="2055061"/>
                  <a:pt x="1451551" y="2059935"/>
                  <a:pt x="1455468" y="2065909"/>
                </a:cubicBezTo>
                <a:cubicBezTo>
                  <a:pt x="1461856" y="2062922"/>
                  <a:pt x="1463299" y="2056948"/>
                  <a:pt x="1473603" y="2058991"/>
                </a:cubicBezTo>
                <a:cubicBezTo>
                  <a:pt x="1472366" y="2061035"/>
                  <a:pt x="1482671" y="2061035"/>
                  <a:pt x="1477518" y="2058991"/>
                </a:cubicBezTo>
                <a:cubicBezTo>
                  <a:pt x="1464535" y="2056948"/>
                  <a:pt x="1481435" y="2053017"/>
                  <a:pt x="1473603" y="2050030"/>
                </a:cubicBezTo>
                <a:close/>
                <a:moveTo>
                  <a:pt x="1489265" y="2034150"/>
                </a:moveTo>
                <a:cubicBezTo>
                  <a:pt x="1490502" y="2038081"/>
                  <a:pt x="1482671" y="2035093"/>
                  <a:pt x="1478755" y="2037138"/>
                </a:cubicBezTo>
                <a:cubicBezTo>
                  <a:pt x="1477518" y="2039182"/>
                  <a:pt x="1480198" y="2041068"/>
                  <a:pt x="1482671" y="2042169"/>
                </a:cubicBezTo>
                <a:cubicBezTo>
                  <a:pt x="1486587" y="2040125"/>
                  <a:pt x="1501013" y="2038081"/>
                  <a:pt x="1489265" y="2034150"/>
                </a:cubicBezTo>
                <a:close/>
                <a:moveTo>
                  <a:pt x="596196" y="2000562"/>
                </a:moveTo>
                <a:cubicBezTo>
                  <a:pt x="593517" y="2002606"/>
                  <a:pt x="591044" y="2003550"/>
                  <a:pt x="589602" y="2002606"/>
                </a:cubicBezTo>
                <a:cubicBezTo>
                  <a:pt x="588366" y="2004493"/>
                  <a:pt x="589602" y="2005593"/>
                  <a:pt x="593517" y="2007480"/>
                </a:cubicBezTo>
                <a:cubicBezTo>
                  <a:pt x="597432" y="2005593"/>
                  <a:pt x="598875" y="2003550"/>
                  <a:pt x="596196" y="2000562"/>
                </a:cubicBezTo>
                <a:close/>
                <a:moveTo>
                  <a:pt x="587129" y="1988613"/>
                </a:moveTo>
                <a:cubicBezTo>
                  <a:pt x="579299" y="1990657"/>
                  <a:pt x="587129" y="1995688"/>
                  <a:pt x="583214" y="1997575"/>
                </a:cubicBezTo>
                <a:cubicBezTo>
                  <a:pt x="588366" y="1997575"/>
                  <a:pt x="592280" y="2000562"/>
                  <a:pt x="598875" y="1998676"/>
                </a:cubicBezTo>
                <a:cubicBezTo>
                  <a:pt x="592280" y="1993644"/>
                  <a:pt x="593517" y="1993644"/>
                  <a:pt x="587129" y="1988613"/>
                </a:cubicBezTo>
                <a:close/>
                <a:moveTo>
                  <a:pt x="597432" y="1971790"/>
                </a:moveTo>
                <a:cubicBezTo>
                  <a:pt x="594959" y="1976665"/>
                  <a:pt x="594959" y="1975721"/>
                  <a:pt x="587129" y="1977765"/>
                </a:cubicBezTo>
                <a:cubicBezTo>
                  <a:pt x="597432" y="1991601"/>
                  <a:pt x="598875" y="1969746"/>
                  <a:pt x="605262" y="1981695"/>
                </a:cubicBezTo>
                <a:cubicBezTo>
                  <a:pt x="611857" y="1977765"/>
                  <a:pt x="601348" y="1973834"/>
                  <a:pt x="597432" y="1971790"/>
                </a:cubicBezTo>
                <a:close/>
                <a:moveTo>
                  <a:pt x="587129" y="1956854"/>
                </a:moveTo>
                <a:cubicBezTo>
                  <a:pt x="581771" y="1961885"/>
                  <a:pt x="593517" y="1961885"/>
                  <a:pt x="596196" y="1963772"/>
                </a:cubicBezTo>
                <a:cubicBezTo>
                  <a:pt x="597432" y="1964872"/>
                  <a:pt x="593517" y="1965815"/>
                  <a:pt x="592280" y="1967860"/>
                </a:cubicBezTo>
                <a:cubicBezTo>
                  <a:pt x="594959" y="1972734"/>
                  <a:pt x="601348" y="1971790"/>
                  <a:pt x="607941" y="1971790"/>
                </a:cubicBezTo>
                <a:cubicBezTo>
                  <a:pt x="609178" y="1965815"/>
                  <a:pt x="596196" y="1963772"/>
                  <a:pt x="597432" y="1957955"/>
                </a:cubicBezTo>
                <a:cubicBezTo>
                  <a:pt x="592280" y="1959841"/>
                  <a:pt x="591044" y="1956854"/>
                  <a:pt x="587129" y="1956854"/>
                </a:cubicBezTo>
                <a:close/>
                <a:moveTo>
                  <a:pt x="1554788" y="1949919"/>
                </a:moveTo>
                <a:cubicBezTo>
                  <a:pt x="1553775" y="1950236"/>
                  <a:pt x="1551075" y="1951083"/>
                  <a:pt x="1545672" y="1952778"/>
                </a:cubicBezTo>
                <a:cubicBezTo>
                  <a:pt x="1545672" y="1952778"/>
                  <a:pt x="1557826" y="1948965"/>
                  <a:pt x="1554788" y="1949919"/>
                </a:cubicBezTo>
                <a:close/>
                <a:moveTo>
                  <a:pt x="1579484" y="1884182"/>
                </a:moveTo>
                <a:cubicBezTo>
                  <a:pt x="1579740" y="1884065"/>
                  <a:pt x="1580480" y="1884560"/>
                  <a:pt x="1581784" y="1886033"/>
                </a:cubicBezTo>
                <a:cubicBezTo>
                  <a:pt x="1585596" y="1886033"/>
                  <a:pt x="1586800" y="1884947"/>
                  <a:pt x="1591815" y="1886963"/>
                </a:cubicBezTo>
                <a:cubicBezTo>
                  <a:pt x="1588003" y="1891770"/>
                  <a:pt x="1588003" y="1891770"/>
                  <a:pt x="1588003" y="1891770"/>
                </a:cubicBezTo>
                <a:cubicBezTo>
                  <a:pt x="1582286" y="1890374"/>
                  <a:pt x="1578712" y="1884530"/>
                  <a:pt x="1579484" y="1884182"/>
                </a:cubicBezTo>
                <a:close/>
                <a:moveTo>
                  <a:pt x="1543878" y="1883219"/>
                </a:moveTo>
                <a:cubicBezTo>
                  <a:pt x="1537489" y="1883219"/>
                  <a:pt x="1542642" y="1889035"/>
                  <a:pt x="1551710" y="1891080"/>
                </a:cubicBezTo>
                <a:cubicBezTo>
                  <a:pt x="1555625" y="1888092"/>
                  <a:pt x="1543878" y="1886205"/>
                  <a:pt x="1543878" y="1883219"/>
                </a:cubicBezTo>
                <a:close/>
                <a:moveTo>
                  <a:pt x="412877" y="1882219"/>
                </a:moveTo>
                <a:cubicBezTo>
                  <a:pt x="423239" y="1884239"/>
                  <a:pt x="433809" y="1885171"/>
                  <a:pt x="435052" y="1891077"/>
                </a:cubicBezTo>
                <a:cubicBezTo>
                  <a:pt x="423239" y="1891077"/>
                  <a:pt x="411634" y="1889056"/>
                  <a:pt x="412877" y="1882219"/>
                </a:cubicBezTo>
                <a:close/>
                <a:moveTo>
                  <a:pt x="49134" y="1866274"/>
                </a:moveTo>
                <a:cubicBezTo>
                  <a:pt x="51839" y="1867249"/>
                  <a:pt x="54335" y="1868387"/>
                  <a:pt x="57039" y="1869361"/>
                </a:cubicBezTo>
                <a:cubicBezTo>
                  <a:pt x="51839" y="1872449"/>
                  <a:pt x="47886" y="1876511"/>
                  <a:pt x="39982" y="1873424"/>
                </a:cubicBezTo>
                <a:cubicBezTo>
                  <a:pt x="41230" y="1869361"/>
                  <a:pt x="46430" y="1869361"/>
                  <a:pt x="49134" y="1866274"/>
                </a:cubicBezTo>
                <a:close/>
                <a:moveTo>
                  <a:pt x="358930" y="1842703"/>
                </a:moveTo>
                <a:cubicBezTo>
                  <a:pt x="368301" y="1842703"/>
                  <a:pt x="371069" y="1846863"/>
                  <a:pt x="372348" y="1850863"/>
                </a:cubicBezTo>
                <a:cubicBezTo>
                  <a:pt x="365533" y="1849903"/>
                  <a:pt x="358930" y="1847823"/>
                  <a:pt x="358930" y="1842703"/>
                </a:cubicBezTo>
                <a:close/>
                <a:moveTo>
                  <a:pt x="1632348" y="1835770"/>
                </a:moveTo>
                <a:cubicBezTo>
                  <a:pt x="1633606" y="1836730"/>
                  <a:pt x="1635074" y="1838811"/>
                  <a:pt x="1639058" y="1840890"/>
                </a:cubicBezTo>
                <a:cubicBezTo>
                  <a:pt x="1633606" y="1838811"/>
                  <a:pt x="1639058" y="1842810"/>
                  <a:pt x="1635074" y="1843930"/>
                </a:cubicBezTo>
                <a:cubicBezTo>
                  <a:pt x="1628363" y="1839770"/>
                  <a:pt x="1631089" y="1837850"/>
                  <a:pt x="1632348" y="1835770"/>
                </a:cubicBezTo>
                <a:close/>
                <a:moveTo>
                  <a:pt x="1548570" y="1835049"/>
                </a:moveTo>
                <a:lnTo>
                  <a:pt x="1547628" y="1836411"/>
                </a:lnTo>
                <a:lnTo>
                  <a:pt x="1550499" y="1839059"/>
                </a:lnTo>
                <a:cubicBezTo>
                  <a:pt x="1550164" y="1839943"/>
                  <a:pt x="1548515" y="1840454"/>
                  <a:pt x="1546558" y="1840454"/>
                </a:cubicBezTo>
                <a:cubicBezTo>
                  <a:pt x="1554388" y="1846429"/>
                  <a:pt x="1559541" y="1840454"/>
                  <a:pt x="1555625" y="1837467"/>
                </a:cubicBezTo>
                <a:cubicBezTo>
                  <a:pt x="1554157" y="1838941"/>
                  <a:pt x="1552891" y="1838602"/>
                  <a:pt x="1551742" y="1837760"/>
                </a:cubicBezTo>
                <a:close/>
                <a:moveTo>
                  <a:pt x="1615403" y="1834854"/>
                </a:moveTo>
                <a:cubicBezTo>
                  <a:pt x="1616795" y="1835206"/>
                  <a:pt x="1618894" y="1836147"/>
                  <a:pt x="1621794" y="1837890"/>
                </a:cubicBezTo>
                <a:cubicBezTo>
                  <a:pt x="1617857" y="1838841"/>
                  <a:pt x="1619309" y="1837890"/>
                  <a:pt x="1619309" y="1841851"/>
                </a:cubicBezTo>
                <a:cubicBezTo>
                  <a:pt x="1613402" y="1838049"/>
                  <a:pt x="1611226" y="1833800"/>
                  <a:pt x="1615403" y="1834854"/>
                </a:cubicBezTo>
                <a:close/>
                <a:moveTo>
                  <a:pt x="1564693" y="1834480"/>
                </a:moveTo>
                <a:cubicBezTo>
                  <a:pt x="1567372" y="1837467"/>
                  <a:pt x="1576439" y="1840454"/>
                  <a:pt x="1575203" y="1842341"/>
                </a:cubicBezTo>
                <a:cubicBezTo>
                  <a:pt x="1575203" y="1842341"/>
                  <a:pt x="1575203" y="1842341"/>
                  <a:pt x="1566135" y="1842341"/>
                </a:cubicBezTo>
                <a:cubicBezTo>
                  <a:pt x="1571288" y="1846429"/>
                  <a:pt x="1575203" y="1845328"/>
                  <a:pt x="1576439" y="1842341"/>
                </a:cubicBezTo>
                <a:cubicBezTo>
                  <a:pt x="1577882" y="1839354"/>
                  <a:pt x="1575203" y="1835423"/>
                  <a:pt x="1564693" y="1834480"/>
                </a:cubicBezTo>
                <a:close/>
                <a:moveTo>
                  <a:pt x="551354" y="1831707"/>
                </a:moveTo>
                <a:cubicBezTo>
                  <a:pt x="550056" y="1831493"/>
                  <a:pt x="548510" y="1831906"/>
                  <a:pt x="546552" y="1833360"/>
                </a:cubicBezTo>
                <a:lnTo>
                  <a:pt x="553927" y="1840909"/>
                </a:lnTo>
                <a:lnTo>
                  <a:pt x="547789" y="1842321"/>
                </a:lnTo>
                <a:cubicBezTo>
                  <a:pt x="547789" y="1840434"/>
                  <a:pt x="551705" y="1841378"/>
                  <a:pt x="554385" y="1841378"/>
                </a:cubicBezTo>
                <a:lnTo>
                  <a:pt x="553927" y="1840909"/>
                </a:lnTo>
                <a:lnTo>
                  <a:pt x="560774" y="1839334"/>
                </a:lnTo>
                <a:cubicBezTo>
                  <a:pt x="556909" y="1838627"/>
                  <a:pt x="555248" y="1832347"/>
                  <a:pt x="551354" y="1831707"/>
                </a:cubicBezTo>
                <a:close/>
                <a:moveTo>
                  <a:pt x="1637158" y="1830086"/>
                </a:moveTo>
                <a:cubicBezTo>
                  <a:pt x="1638536" y="1830390"/>
                  <a:pt x="1640407" y="1831187"/>
                  <a:pt x="1642699" y="1832662"/>
                </a:cubicBezTo>
                <a:lnTo>
                  <a:pt x="1640051" y="1835615"/>
                </a:lnTo>
                <a:cubicBezTo>
                  <a:pt x="1633329" y="1832702"/>
                  <a:pt x="1633024" y="1829176"/>
                  <a:pt x="1637158" y="1830086"/>
                </a:cubicBezTo>
                <a:close/>
                <a:moveTo>
                  <a:pt x="1628598" y="1815947"/>
                </a:moveTo>
                <a:cubicBezTo>
                  <a:pt x="1632468" y="1817897"/>
                  <a:pt x="1632468" y="1820009"/>
                  <a:pt x="1636337" y="1822122"/>
                </a:cubicBezTo>
                <a:cubicBezTo>
                  <a:pt x="1635116" y="1824071"/>
                  <a:pt x="1633690" y="1825209"/>
                  <a:pt x="1629820" y="1824071"/>
                </a:cubicBezTo>
                <a:cubicBezTo>
                  <a:pt x="1627376" y="1820984"/>
                  <a:pt x="1624729" y="1814972"/>
                  <a:pt x="1628598" y="1815947"/>
                </a:cubicBezTo>
                <a:close/>
                <a:moveTo>
                  <a:pt x="1647042" y="1801800"/>
                </a:moveTo>
                <a:cubicBezTo>
                  <a:pt x="1654513" y="1807705"/>
                  <a:pt x="1653301" y="1810657"/>
                  <a:pt x="1649465" y="1808793"/>
                </a:cubicBezTo>
                <a:cubicBezTo>
                  <a:pt x="1648253" y="1805841"/>
                  <a:pt x="1645628" y="1802888"/>
                  <a:pt x="1647042" y="1801800"/>
                </a:cubicBezTo>
                <a:close/>
                <a:moveTo>
                  <a:pt x="1641061" y="1792884"/>
                </a:moveTo>
                <a:cubicBezTo>
                  <a:pt x="1642024" y="1792749"/>
                  <a:pt x="1643426" y="1793073"/>
                  <a:pt x="1645418" y="1794092"/>
                </a:cubicBezTo>
                <a:cubicBezTo>
                  <a:pt x="1644160" y="1792053"/>
                  <a:pt x="1645418" y="1803030"/>
                  <a:pt x="1640176" y="1800051"/>
                </a:cubicBezTo>
                <a:cubicBezTo>
                  <a:pt x="1639233" y="1797816"/>
                  <a:pt x="1638171" y="1793288"/>
                  <a:pt x="1641061" y="1792884"/>
                </a:cubicBezTo>
                <a:close/>
                <a:moveTo>
                  <a:pt x="377170" y="1783082"/>
                </a:moveTo>
                <a:lnTo>
                  <a:pt x="385016" y="1785098"/>
                </a:lnTo>
                <a:lnTo>
                  <a:pt x="385059" y="1785134"/>
                </a:lnTo>
                <a:lnTo>
                  <a:pt x="382006" y="1789507"/>
                </a:lnTo>
                <a:cubicBezTo>
                  <a:pt x="380550" y="1790503"/>
                  <a:pt x="379250" y="1791519"/>
                  <a:pt x="379874" y="1794018"/>
                </a:cubicBezTo>
                <a:cubicBezTo>
                  <a:pt x="374674" y="1792924"/>
                  <a:pt x="368017" y="1792924"/>
                  <a:pt x="369265" y="1788081"/>
                </a:cubicBezTo>
                <a:cubicBezTo>
                  <a:pt x="381122" y="1789019"/>
                  <a:pt x="375922" y="1788081"/>
                  <a:pt x="377170" y="1783082"/>
                </a:cubicBezTo>
                <a:close/>
                <a:moveTo>
                  <a:pt x="1608988" y="1773935"/>
                </a:moveTo>
                <a:cubicBezTo>
                  <a:pt x="1608254" y="1773724"/>
                  <a:pt x="1607764" y="1773911"/>
                  <a:pt x="1607764" y="1774893"/>
                </a:cubicBezTo>
                <a:cubicBezTo>
                  <a:pt x="1614359" y="1777880"/>
                  <a:pt x="1612917" y="1782754"/>
                  <a:pt x="1615595" y="1781811"/>
                </a:cubicBezTo>
                <a:cubicBezTo>
                  <a:pt x="1611681" y="1777880"/>
                  <a:pt x="1621984" y="1781811"/>
                  <a:pt x="1615595" y="1775836"/>
                </a:cubicBezTo>
                <a:cubicBezTo>
                  <a:pt x="1615595" y="1778785"/>
                  <a:pt x="1611190" y="1774569"/>
                  <a:pt x="1608988" y="1773935"/>
                </a:cubicBezTo>
                <a:close/>
                <a:moveTo>
                  <a:pt x="427210" y="1767185"/>
                </a:moveTo>
                <a:lnTo>
                  <a:pt x="425693" y="1769523"/>
                </a:lnTo>
                <a:cubicBezTo>
                  <a:pt x="425288" y="1771351"/>
                  <a:pt x="425056" y="1773400"/>
                  <a:pt x="424128" y="1774873"/>
                </a:cubicBezTo>
                <a:cubicBezTo>
                  <a:pt x="441029" y="1779748"/>
                  <a:pt x="425365" y="1780848"/>
                  <a:pt x="422686" y="1783835"/>
                </a:cubicBezTo>
                <a:cubicBezTo>
                  <a:pt x="433197" y="1782734"/>
                  <a:pt x="435876" y="1789652"/>
                  <a:pt x="441029" y="1783835"/>
                </a:cubicBezTo>
                <a:cubicBezTo>
                  <a:pt x="438091" y="1779354"/>
                  <a:pt x="432952" y="1777615"/>
                  <a:pt x="432218" y="1772449"/>
                </a:cubicBezTo>
                <a:lnTo>
                  <a:pt x="432946" y="1767590"/>
                </a:lnTo>
                <a:lnTo>
                  <a:pt x="428358" y="1769060"/>
                </a:lnTo>
                <a:close/>
                <a:moveTo>
                  <a:pt x="1649207" y="1763872"/>
                </a:moveTo>
                <a:cubicBezTo>
                  <a:pt x="1649334" y="1762345"/>
                  <a:pt x="1654520" y="1767000"/>
                  <a:pt x="1657485" y="1767830"/>
                </a:cubicBezTo>
                <a:cubicBezTo>
                  <a:pt x="1662685" y="1774787"/>
                  <a:pt x="1651037" y="1771783"/>
                  <a:pt x="1653532" y="1776684"/>
                </a:cubicBezTo>
                <a:cubicBezTo>
                  <a:pt x="1649580" y="1775736"/>
                  <a:pt x="1649580" y="1773680"/>
                  <a:pt x="1651037" y="1771783"/>
                </a:cubicBezTo>
                <a:cubicBezTo>
                  <a:pt x="1652284" y="1770834"/>
                  <a:pt x="1654781" y="1769727"/>
                  <a:pt x="1654781" y="1767830"/>
                </a:cubicBezTo>
                <a:cubicBezTo>
                  <a:pt x="1653532" y="1765775"/>
                  <a:pt x="1652284" y="1767830"/>
                  <a:pt x="1651037" y="1767830"/>
                </a:cubicBezTo>
                <a:cubicBezTo>
                  <a:pt x="1649684" y="1765577"/>
                  <a:pt x="1649164" y="1764381"/>
                  <a:pt x="1649207" y="1763872"/>
                </a:cubicBezTo>
                <a:close/>
                <a:moveTo>
                  <a:pt x="470824" y="1762045"/>
                </a:moveTo>
                <a:lnTo>
                  <a:pt x="468494" y="1762968"/>
                </a:lnTo>
                <a:lnTo>
                  <a:pt x="466281" y="1763714"/>
                </a:lnTo>
                <a:lnTo>
                  <a:pt x="480110" y="1769607"/>
                </a:lnTo>
                <a:cubicBezTo>
                  <a:pt x="487608" y="1772358"/>
                  <a:pt x="495748" y="1775345"/>
                  <a:pt x="502240" y="1778804"/>
                </a:cubicBezTo>
                <a:cubicBezTo>
                  <a:pt x="499562" y="1773773"/>
                  <a:pt x="513988" y="1770943"/>
                  <a:pt x="504920" y="1768899"/>
                </a:cubicBezTo>
                <a:cubicBezTo>
                  <a:pt x="492090" y="1775621"/>
                  <a:pt x="485288" y="1765539"/>
                  <a:pt x="474430" y="1762134"/>
                </a:cubicBezTo>
                <a:close/>
                <a:moveTo>
                  <a:pt x="1598697" y="1760900"/>
                </a:moveTo>
                <a:cubicBezTo>
                  <a:pt x="1597254" y="1761844"/>
                  <a:pt x="1594781" y="1761844"/>
                  <a:pt x="1597254" y="1764988"/>
                </a:cubicBezTo>
                <a:cubicBezTo>
                  <a:pt x="1602613" y="1767975"/>
                  <a:pt x="1619511" y="1779767"/>
                  <a:pt x="1611681" y="1769862"/>
                </a:cubicBezTo>
                <a:cubicBezTo>
                  <a:pt x="1606528" y="1773792"/>
                  <a:pt x="1602613" y="1763888"/>
                  <a:pt x="1598697" y="1760900"/>
                </a:cubicBezTo>
                <a:close/>
                <a:moveTo>
                  <a:pt x="1563456" y="1759014"/>
                </a:moveTo>
                <a:cubicBezTo>
                  <a:pt x="1562219" y="1761844"/>
                  <a:pt x="1550473" y="1762944"/>
                  <a:pt x="1559541" y="1767975"/>
                </a:cubicBezTo>
                <a:cubicBezTo>
                  <a:pt x="1559541" y="1762944"/>
                  <a:pt x="1570051" y="1765931"/>
                  <a:pt x="1563456" y="1759014"/>
                </a:cubicBezTo>
                <a:close/>
                <a:moveTo>
                  <a:pt x="1643372" y="1753997"/>
                </a:moveTo>
                <a:cubicBezTo>
                  <a:pt x="1647241" y="1759197"/>
                  <a:pt x="1643372" y="1760172"/>
                  <a:pt x="1641946" y="1762122"/>
                </a:cubicBezTo>
                <a:cubicBezTo>
                  <a:pt x="1635633" y="1756110"/>
                  <a:pt x="1639502" y="1751885"/>
                  <a:pt x="1643372" y="1753997"/>
                </a:cubicBezTo>
                <a:close/>
                <a:moveTo>
                  <a:pt x="1596018" y="1753983"/>
                </a:moveTo>
                <a:cubicBezTo>
                  <a:pt x="1602613" y="1757913"/>
                  <a:pt x="1599933" y="1759958"/>
                  <a:pt x="1606528" y="1763888"/>
                </a:cubicBezTo>
                <a:cubicBezTo>
                  <a:pt x="1611681" y="1761844"/>
                  <a:pt x="1599933" y="1754926"/>
                  <a:pt x="1596018" y="1753983"/>
                </a:cubicBezTo>
                <a:close/>
                <a:moveTo>
                  <a:pt x="328909" y="1745945"/>
                </a:moveTo>
                <a:cubicBezTo>
                  <a:pt x="321077" y="1745001"/>
                  <a:pt x="319841" y="1748932"/>
                  <a:pt x="317162" y="1753020"/>
                </a:cubicBezTo>
                <a:cubicBezTo>
                  <a:pt x="321077" y="1753020"/>
                  <a:pt x="323757" y="1756950"/>
                  <a:pt x="326437" y="1753020"/>
                </a:cubicBezTo>
                <a:cubicBezTo>
                  <a:pt x="318604" y="1750976"/>
                  <a:pt x="330352" y="1750032"/>
                  <a:pt x="328909" y="1745945"/>
                </a:cubicBezTo>
                <a:close/>
                <a:moveTo>
                  <a:pt x="152244" y="1735246"/>
                </a:moveTo>
                <a:cubicBezTo>
                  <a:pt x="167900" y="1752029"/>
                  <a:pt x="133909" y="1760027"/>
                  <a:pt x="128758" y="1780888"/>
                </a:cubicBezTo>
                <a:cubicBezTo>
                  <a:pt x="114543" y="1779790"/>
                  <a:pt x="110629" y="1785751"/>
                  <a:pt x="111865" y="1792651"/>
                </a:cubicBezTo>
                <a:cubicBezTo>
                  <a:pt x="110629" y="1794690"/>
                  <a:pt x="105479" y="1795631"/>
                  <a:pt x="98886" y="1794690"/>
                </a:cubicBezTo>
                <a:cubicBezTo>
                  <a:pt x="98886" y="1798611"/>
                  <a:pt x="96208" y="1802689"/>
                  <a:pt x="93736" y="1805669"/>
                </a:cubicBezTo>
                <a:cubicBezTo>
                  <a:pt x="104037" y="1817433"/>
                  <a:pt x="122372" y="1827471"/>
                  <a:pt x="120929" y="1846292"/>
                </a:cubicBezTo>
                <a:cubicBezTo>
                  <a:pt x="113101" y="1847233"/>
                  <a:pt x="117015" y="1848174"/>
                  <a:pt x="113101" y="1851154"/>
                </a:cubicBezTo>
                <a:cubicBezTo>
                  <a:pt x="107951" y="1846292"/>
                  <a:pt x="98886" y="1842214"/>
                  <a:pt x="91058" y="1837352"/>
                </a:cubicBezTo>
                <a:cubicBezTo>
                  <a:pt x="88379" y="1838293"/>
                  <a:pt x="81993" y="1837352"/>
                  <a:pt x="75401" y="1837352"/>
                </a:cubicBezTo>
                <a:cubicBezTo>
                  <a:pt x="81993" y="1833274"/>
                  <a:pt x="74164" y="1834372"/>
                  <a:pt x="69014" y="1836254"/>
                </a:cubicBezTo>
                <a:cubicBezTo>
                  <a:pt x="79315" y="1836254"/>
                  <a:pt x="70250" y="1844253"/>
                  <a:pt x="72928" y="1850213"/>
                </a:cubicBezTo>
                <a:cubicBezTo>
                  <a:pt x="67572" y="1850213"/>
                  <a:pt x="66336" y="1852252"/>
                  <a:pt x="58507" y="1851154"/>
                </a:cubicBezTo>
                <a:cubicBezTo>
                  <a:pt x="59744" y="1848174"/>
                  <a:pt x="69014" y="1839234"/>
                  <a:pt x="53358" y="1839234"/>
                </a:cubicBezTo>
                <a:cubicBezTo>
                  <a:pt x="46765" y="1830450"/>
                  <a:pt x="53358" y="1815550"/>
                  <a:pt x="44293" y="1807552"/>
                </a:cubicBezTo>
                <a:cubicBezTo>
                  <a:pt x="20808" y="1810532"/>
                  <a:pt x="28635" y="1819472"/>
                  <a:pt x="35023" y="1829353"/>
                </a:cubicBezTo>
                <a:cubicBezTo>
                  <a:pt x="27193" y="1827471"/>
                  <a:pt x="27193" y="1831392"/>
                  <a:pt x="23280" y="1832333"/>
                </a:cubicBezTo>
                <a:cubicBezTo>
                  <a:pt x="0" y="1825432"/>
                  <a:pt x="22043" y="1811629"/>
                  <a:pt x="29872" y="1802689"/>
                </a:cubicBezTo>
                <a:cubicBezTo>
                  <a:pt x="31108" y="1805669"/>
                  <a:pt x="38936" y="1800651"/>
                  <a:pt x="40378" y="1804572"/>
                </a:cubicBezTo>
                <a:cubicBezTo>
                  <a:pt x="55829" y="1798611"/>
                  <a:pt x="63658" y="1787789"/>
                  <a:pt x="83229" y="1784809"/>
                </a:cubicBezTo>
                <a:cubicBezTo>
                  <a:pt x="84465" y="1782771"/>
                  <a:pt x="79315" y="1782771"/>
                  <a:pt x="81993" y="1778849"/>
                </a:cubicBezTo>
                <a:cubicBezTo>
                  <a:pt x="87143" y="1779790"/>
                  <a:pt x="91058" y="1779790"/>
                  <a:pt x="93736" y="1778849"/>
                </a:cubicBezTo>
                <a:cubicBezTo>
                  <a:pt x="89822" y="1773830"/>
                  <a:pt x="88379" y="1768027"/>
                  <a:pt x="101564" y="1771948"/>
                </a:cubicBezTo>
                <a:cubicBezTo>
                  <a:pt x="101564" y="1769909"/>
                  <a:pt x="105479" y="1765988"/>
                  <a:pt x="97650" y="1766929"/>
                </a:cubicBezTo>
                <a:cubicBezTo>
                  <a:pt x="101564" y="1765047"/>
                  <a:pt x="107951" y="1765047"/>
                  <a:pt x="110629" y="1763008"/>
                </a:cubicBezTo>
                <a:cubicBezTo>
                  <a:pt x="114543" y="1759087"/>
                  <a:pt x="102800" y="1760969"/>
                  <a:pt x="106714" y="1757047"/>
                </a:cubicBezTo>
                <a:cubicBezTo>
                  <a:pt x="118457" y="1757047"/>
                  <a:pt x="117015" y="1749049"/>
                  <a:pt x="128758" y="1749049"/>
                </a:cubicBezTo>
                <a:cubicBezTo>
                  <a:pt x="122372" y="1743246"/>
                  <a:pt x="140501" y="1737286"/>
                  <a:pt x="152244" y="1735246"/>
                </a:cubicBezTo>
                <a:close/>
                <a:moveTo>
                  <a:pt x="1709045" y="1724563"/>
                </a:moveTo>
                <a:cubicBezTo>
                  <a:pt x="1711630" y="1724428"/>
                  <a:pt x="1714548" y="1725395"/>
                  <a:pt x="1717210" y="1727328"/>
                </a:cubicBezTo>
                <a:cubicBezTo>
                  <a:pt x="1715776" y="1731351"/>
                  <a:pt x="1709428" y="1731351"/>
                  <a:pt x="1713319" y="1740168"/>
                </a:cubicBezTo>
                <a:cubicBezTo>
                  <a:pt x="1710657" y="1742024"/>
                  <a:pt x="1704309" y="1734290"/>
                  <a:pt x="1706766" y="1739085"/>
                </a:cubicBezTo>
                <a:cubicBezTo>
                  <a:pt x="1702875" y="1739085"/>
                  <a:pt x="1705537" y="1732279"/>
                  <a:pt x="1708200" y="1731351"/>
                </a:cubicBezTo>
                <a:cubicBezTo>
                  <a:pt x="1706766" y="1727328"/>
                  <a:pt x="1704309" y="1728411"/>
                  <a:pt x="1702875" y="1728411"/>
                </a:cubicBezTo>
                <a:cubicBezTo>
                  <a:pt x="1704207" y="1725936"/>
                  <a:pt x="1706459" y="1724699"/>
                  <a:pt x="1709045" y="1724563"/>
                </a:cubicBezTo>
                <a:close/>
                <a:moveTo>
                  <a:pt x="1681772" y="1720902"/>
                </a:moveTo>
                <a:cubicBezTo>
                  <a:pt x="1679331" y="1727975"/>
                  <a:pt x="1681772" y="1743852"/>
                  <a:pt x="1677907" y="1744795"/>
                </a:cubicBezTo>
                <a:cubicBezTo>
                  <a:pt x="1674041" y="1738822"/>
                  <a:pt x="1675466" y="1734892"/>
                  <a:pt x="1676686" y="1729861"/>
                </a:cubicBezTo>
                <a:cubicBezTo>
                  <a:pt x="1674041" y="1727975"/>
                  <a:pt x="1672821" y="1729861"/>
                  <a:pt x="1671600" y="1726875"/>
                </a:cubicBezTo>
                <a:cubicBezTo>
                  <a:pt x="1668955" y="1727975"/>
                  <a:pt x="1671600" y="1733948"/>
                  <a:pt x="1668955" y="1735835"/>
                </a:cubicBezTo>
                <a:cubicBezTo>
                  <a:pt x="1661225" y="1731906"/>
                  <a:pt x="1663870" y="1735835"/>
                  <a:pt x="1658580" y="1732848"/>
                </a:cubicBezTo>
                <a:cubicBezTo>
                  <a:pt x="1654715" y="1728919"/>
                  <a:pt x="1663870" y="1731906"/>
                  <a:pt x="1657360" y="1725932"/>
                </a:cubicBezTo>
                <a:cubicBezTo>
                  <a:pt x="1663870" y="1728919"/>
                  <a:pt x="1666311" y="1727975"/>
                  <a:pt x="1670176" y="1724988"/>
                </a:cubicBezTo>
                <a:cubicBezTo>
                  <a:pt x="1668955" y="1722946"/>
                  <a:pt x="1667735" y="1723888"/>
                  <a:pt x="1666311" y="1723888"/>
                </a:cubicBezTo>
                <a:cubicBezTo>
                  <a:pt x="1668955" y="1717915"/>
                  <a:pt x="1680551" y="1725932"/>
                  <a:pt x="1681772" y="1720902"/>
                </a:cubicBezTo>
                <a:close/>
                <a:moveTo>
                  <a:pt x="1645478" y="1703357"/>
                </a:moveTo>
                <a:cubicBezTo>
                  <a:pt x="1646921" y="1706345"/>
                  <a:pt x="1644242" y="1706345"/>
                  <a:pt x="1641563" y="1707288"/>
                </a:cubicBezTo>
                <a:cubicBezTo>
                  <a:pt x="1646921" y="1711219"/>
                  <a:pt x="1645478" y="1713263"/>
                  <a:pt x="1648157" y="1714206"/>
                </a:cubicBezTo>
                <a:cubicBezTo>
                  <a:pt x="1645478" y="1711219"/>
                  <a:pt x="1650837" y="1704301"/>
                  <a:pt x="1645478" y="1703357"/>
                </a:cubicBezTo>
                <a:close/>
                <a:moveTo>
                  <a:pt x="41269" y="1700583"/>
                </a:moveTo>
                <a:cubicBezTo>
                  <a:pt x="45226" y="1707390"/>
                  <a:pt x="34605" y="1714196"/>
                  <a:pt x="29400" y="1719147"/>
                </a:cubicBezTo>
                <a:cubicBezTo>
                  <a:pt x="25443" y="1712340"/>
                  <a:pt x="41269" y="1708318"/>
                  <a:pt x="41269" y="1700583"/>
                </a:cubicBezTo>
                <a:close/>
                <a:moveTo>
                  <a:pt x="1739122" y="1699197"/>
                </a:moveTo>
                <a:cubicBezTo>
                  <a:pt x="1741746" y="1706154"/>
                  <a:pt x="1736698" y="1708051"/>
                  <a:pt x="1734074" y="1705047"/>
                </a:cubicBezTo>
                <a:cubicBezTo>
                  <a:pt x="1732861" y="1700145"/>
                  <a:pt x="1735285" y="1700145"/>
                  <a:pt x="1739122" y="1699197"/>
                </a:cubicBezTo>
                <a:close/>
                <a:moveTo>
                  <a:pt x="71523" y="1697117"/>
                </a:moveTo>
                <a:cubicBezTo>
                  <a:pt x="75466" y="1702971"/>
                  <a:pt x="82109" y="1697117"/>
                  <a:pt x="89997" y="1697117"/>
                </a:cubicBezTo>
                <a:cubicBezTo>
                  <a:pt x="95186" y="1700968"/>
                  <a:pt x="99129" y="1705898"/>
                  <a:pt x="107017" y="1701893"/>
                </a:cubicBezTo>
                <a:cubicBezTo>
                  <a:pt x="101828" y="1706822"/>
                  <a:pt x="97884" y="1711753"/>
                  <a:pt x="89997" y="1713601"/>
                </a:cubicBezTo>
                <a:cubicBezTo>
                  <a:pt x="92487" y="1708826"/>
                  <a:pt x="96431" y="1701893"/>
                  <a:pt x="74221" y="1703896"/>
                </a:cubicBezTo>
                <a:cubicBezTo>
                  <a:pt x="72976" y="1705898"/>
                  <a:pt x="76712" y="1706822"/>
                  <a:pt x="75466" y="1708826"/>
                </a:cubicBezTo>
                <a:cubicBezTo>
                  <a:pt x="66334" y="1707747"/>
                  <a:pt x="69032" y="1699120"/>
                  <a:pt x="71523" y="1697117"/>
                </a:cubicBezTo>
                <a:close/>
                <a:moveTo>
                  <a:pt x="1715830" y="1696345"/>
                </a:moveTo>
                <a:cubicBezTo>
                  <a:pt x="1717249" y="1696345"/>
                  <a:pt x="1718466" y="1699328"/>
                  <a:pt x="1721101" y="1699328"/>
                </a:cubicBezTo>
                <a:cubicBezTo>
                  <a:pt x="1721101" y="1702153"/>
                  <a:pt x="1719682" y="1703251"/>
                  <a:pt x="1721101" y="1706234"/>
                </a:cubicBezTo>
                <a:cubicBezTo>
                  <a:pt x="1723535" y="1708117"/>
                  <a:pt x="1730023" y="1704193"/>
                  <a:pt x="1732659" y="1717065"/>
                </a:cubicBezTo>
                <a:cubicBezTo>
                  <a:pt x="1727387" y="1716123"/>
                  <a:pt x="1727387" y="1710158"/>
                  <a:pt x="1719682" y="1712198"/>
                </a:cubicBezTo>
                <a:cubicBezTo>
                  <a:pt x="1718466" y="1699328"/>
                  <a:pt x="1715830" y="1708117"/>
                  <a:pt x="1709544" y="1700269"/>
                </a:cubicBezTo>
                <a:cubicBezTo>
                  <a:pt x="1708327" y="1692264"/>
                  <a:pt x="1721101" y="1707176"/>
                  <a:pt x="1715830" y="1696345"/>
                </a:cubicBezTo>
                <a:close/>
                <a:moveTo>
                  <a:pt x="1678040" y="1695339"/>
                </a:moveTo>
                <a:cubicBezTo>
                  <a:pt x="1681955" y="1702257"/>
                  <a:pt x="1685871" y="1702257"/>
                  <a:pt x="1689787" y="1703357"/>
                </a:cubicBezTo>
                <a:cubicBezTo>
                  <a:pt x="1688551" y="1700370"/>
                  <a:pt x="1689787" y="1699427"/>
                  <a:pt x="1689787" y="1696440"/>
                </a:cubicBezTo>
                <a:cubicBezTo>
                  <a:pt x="1685871" y="1696440"/>
                  <a:pt x="1681955" y="1694396"/>
                  <a:pt x="1678040" y="1695339"/>
                </a:cubicBezTo>
                <a:close/>
                <a:moveTo>
                  <a:pt x="1654546" y="1691409"/>
                </a:moveTo>
                <a:cubicBezTo>
                  <a:pt x="1652073" y="1695339"/>
                  <a:pt x="1645478" y="1688422"/>
                  <a:pt x="1648157" y="1694396"/>
                </a:cubicBezTo>
                <a:cubicBezTo>
                  <a:pt x="1654546" y="1694396"/>
                  <a:pt x="1655989" y="1697384"/>
                  <a:pt x="1654546" y="1704301"/>
                </a:cubicBezTo>
                <a:cubicBezTo>
                  <a:pt x="1658462" y="1701314"/>
                  <a:pt x="1662378" y="1709332"/>
                  <a:pt x="1662378" y="1703357"/>
                </a:cubicBezTo>
                <a:cubicBezTo>
                  <a:pt x="1659904" y="1698327"/>
                  <a:pt x="1657225" y="1698327"/>
                  <a:pt x="1654546" y="1691409"/>
                </a:cubicBezTo>
                <a:close/>
                <a:moveTo>
                  <a:pt x="1724036" y="1691142"/>
                </a:moveTo>
                <a:cubicBezTo>
                  <a:pt x="1726301" y="1691505"/>
                  <a:pt x="1729204" y="1692691"/>
                  <a:pt x="1731749" y="1692156"/>
                </a:cubicBezTo>
                <a:cubicBezTo>
                  <a:pt x="1731749" y="1697054"/>
                  <a:pt x="1726658" y="1697972"/>
                  <a:pt x="1722788" y="1699044"/>
                </a:cubicBezTo>
                <a:cubicBezTo>
                  <a:pt x="1722788" y="1696135"/>
                  <a:pt x="1721566" y="1695064"/>
                  <a:pt x="1720140" y="1695064"/>
                </a:cubicBezTo>
                <a:cubicBezTo>
                  <a:pt x="1720140" y="1691238"/>
                  <a:pt x="1721770" y="1690778"/>
                  <a:pt x="1724036" y="1691142"/>
                </a:cubicBezTo>
                <a:close/>
                <a:moveTo>
                  <a:pt x="1689787" y="1684491"/>
                </a:moveTo>
                <a:cubicBezTo>
                  <a:pt x="1693703" y="1689365"/>
                  <a:pt x="1683398" y="1684491"/>
                  <a:pt x="1687314" y="1690465"/>
                </a:cubicBezTo>
                <a:cubicBezTo>
                  <a:pt x="1692465" y="1690465"/>
                  <a:pt x="1688551" y="1693453"/>
                  <a:pt x="1692465" y="1700370"/>
                </a:cubicBezTo>
                <a:cubicBezTo>
                  <a:pt x="1697618" y="1698327"/>
                  <a:pt x="1692465" y="1688422"/>
                  <a:pt x="1689787" y="1684491"/>
                </a:cubicBezTo>
                <a:close/>
                <a:moveTo>
                  <a:pt x="1672888" y="1670498"/>
                </a:moveTo>
                <a:cubicBezTo>
                  <a:pt x="1674124" y="1673486"/>
                  <a:pt x="1671651" y="1673486"/>
                  <a:pt x="1671651" y="1675529"/>
                </a:cubicBezTo>
                <a:cubicBezTo>
                  <a:pt x="1678040" y="1673486"/>
                  <a:pt x="1676803" y="1687478"/>
                  <a:pt x="1671651" y="1681504"/>
                </a:cubicBezTo>
                <a:cubicBezTo>
                  <a:pt x="1674124" y="1685434"/>
                  <a:pt x="1676803" y="1689365"/>
                  <a:pt x="1680719" y="1690465"/>
                </a:cubicBezTo>
                <a:cubicBezTo>
                  <a:pt x="1676803" y="1681504"/>
                  <a:pt x="1680719" y="1683390"/>
                  <a:pt x="1684634" y="1683390"/>
                </a:cubicBezTo>
                <a:cubicBezTo>
                  <a:pt x="1681955" y="1675529"/>
                  <a:pt x="1676803" y="1676473"/>
                  <a:pt x="1672888" y="1670498"/>
                </a:cubicBezTo>
                <a:close/>
                <a:moveTo>
                  <a:pt x="1660143" y="1667454"/>
                </a:moveTo>
                <a:cubicBezTo>
                  <a:pt x="1659415" y="1667050"/>
                  <a:pt x="1658822" y="1667787"/>
                  <a:pt x="1658462" y="1670498"/>
                </a:cubicBezTo>
                <a:cubicBezTo>
                  <a:pt x="1665056" y="1670498"/>
                  <a:pt x="1662378" y="1688422"/>
                  <a:pt x="1667736" y="1679460"/>
                </a:cubicBezTo>
                <a:cubicBezTo>
                  <a:pt x="1665726" y="1680168"/>
                  <a:pt x="1662326" y="1668671"/>
                  <a:pt x="1660143" y="1667454"/>
                </a:cubicBezTo>
                <a:close/>
                <a:moveTo>
                  <a:pt x="1718686" y="1666613"/>
                </a:moveTo>
                <a:cubicBezTo>
                  <a:pt x="1723879" y="1676485"/>
                  <a:pt x="1729279" y="1667554"/>
                  <a:pt x="1734471" y="1670530"/>
                </a:cubicBezTo>
                <a:cubicBezTo>
                  <a:pt x="1731771" y="1684477"/>
                  <a:pt x="1717440" y="1677425"/>
                  <a:pt x="1713494" y="1689334"/>
                </a:cubicBezTo>
                <a:cubicBezTo>
                  <a:pt x="1708301" y="1689334"/>
                  <a:pt x="1710794" y="1686357"/>
                  <a:pt x="1708301" y="1679462"/>
                </a:cubicBezTo>
                <a:lnTo>
                  <a:pt x="1705601" y="1680403"/>
                </a:lnTo>
                <a:cubicBezTo>
                  <a:pt x="1706847" y="1670530"/>
                  <a:pt x="1713494" y="1675545"/>
                  <a:pt x="1718686" y="1666613"/>
                </a:cubicBezTo>
                <a:close/>
                <a:moveTo>
                  <a:pt x="1818746" y="1665627"/>
                </a:moveTo>
                <a:cubicBezTo>
                  <a:pt x="1819903" y="1671564"/>
                  <a:pt x="1818746" y="1675469"/>
                  <a:pt x="1815084" y="1674376"/>
                </a:cubicBezTo>
                <a:cubicBezTo>
                  <a:pt x="1813735" y="1668595"/>
                  <a:pt x="1815084" y="1664533"/>
                  <a:pt x="1818746" y="1665627"/>
                </a:cubicBezTo>
                <a:close/>
                <a:moveTo>
                  <a:pt x="1845048" y="1664421"/>
                </a:moveTo>
                <a:cubicBezTo>
                  <a:pt x="1847580" y="1663926"/>
                  <a:pt x="1849486" y="1664680"/>
                  <a:pt x="1850790" y="1669679"/>
                </a:cubicBezTo>
                <a:cubicBezTo>
                  <a:pt x="1846979" y="1667616"/>
                  <a:pt x="1841763" y="1668726"/>
                  <a:pt x="1838151" y="1672694"/>
                </a:cubicBezTo>
                <a:cubicBezTo>
                  <a:pt x="1835543" y="1672694"/>
                  <a:pt x="1835543" y="1668726"/>
                  <a:pt x="1835543" y="1666663"/>
                </a:cubicBezTo>
                <a:cubicBezTo>
                  <a:pt x="1839355" y="1666663"/>
                  <a:pt x="1842515" y="1664917"/>
                  <a:pt x="1845048" y="1664421"/>
                </a:cubicBezTo>
                <a:close/>
                <a:moveTo>
                  <a:pt x="1793170" y="1662454"/>
                </a:moveTo>
                <a:cubicBezTo>
                  <a:pt x="1795906" y="1662454"/>
                  <a:pt x="1794643" y="1664315"/>
                  <a:pt x="1793170" y="1664315"/>
                </a:cubicBezTo>
                <a:cubicBezTo>
                  <a:pt x="1794643" y="1666330"/>
                  <a:pt x="1795906" y="1668346"/>
                  <a:pt x="1797168" y="1668346"/>
                </a:cubicBezTo>
                <a:cubicBezTo>
                  <a:pt x="1793170" y="1669277"/>
                  <a:pt x="1785174" y="1674084"/>
                  <a:pt x="1777388" y="1673153"/>
                </a:cubicBezTo>
                <a:cubicBezTo>
                  <a:pt x="1778650" y="1665400"/>
                  <a:pt x="1791908" y="1670207"/>
                  <a:pt x="1793170" y="1662454"/>
                </a:cubicBezTo>
                <a:close/>
                <a:moveTo>
                  <a:pt x="1759606" y="1660604"/>
                </a:moveTo>
                <a:cubicBezTo>
                  <a:pt x="1761927" y="1660939"/>
                  <a:pt x="1764012" y="1662161"/>
                  <a:pt x="1765366" y="1664605"/>
                </a:cubicBezTo>
                <a:cubicBezTo>
                  <a:pt x="1761406" y="1667555"/>
                  <a:pt x="1753486" y="1659794"/>
                  <a:pt x="1754737" y="1673453"/>
                </a:cubicBezTo>
                <a:cubicBezTo>
                  <a:pt x="1750777" y="1675470"/>
                  <a:pt x="1749527" y="1670503"/>
                  <a:pt x="1745567" y="1672522"/>
                </a:cubicBezTo>
                <a:cubicBezTo>
                  <a:pt x="1743535" y="1666585"/>
                  <a:pt x="1752640" y="1659600"/>
                  <a:pt x="1759606" y="1660604"/>
                </a:cubicBezTo>
                <a:close/>
                <a:moveTo>
                  <a:pt x="1674124" y="1657606"/>
                </a:moveTo>
                <a:cubicBezTo>
                  <a:pt x="1680719" y="1667511"/>
                  <a:pt x="1693703" y="1666568"/>
                  <a:pt x="1689787" y="1679460"/>
                </a:cubicBezTo>
                <a:cubicBezTo>
                  <a:pt x="1689787" y="1679460"/>
                  <a:pt x="1689787" y="1679460"/>
                  <a:pt x="1696382" y="1678517"/>
                </a:cubicBezTo>
                <a:cubicBezTo>
                  <a:pt x="1693703" y="1667511"/>
                  <a:pt x="1687314" y="1671599"/>
                  <a:pt x="1685871" y="1659650"/>
                </a:cubicBezTo>
                <a:cubicBezTo>
                  <a:pt x="1680719" y="1659650"/>
                  <a:pt x="1680719" y="1658550"/>
                  <a:pt x="1674124" y="1657606"/>
                </a:cubicBezTo>
                <a:close/>
                <a:moveTo>
                  <a:pt x="1793832" y="1656163"/>
                </a:moveTo>
                <a:lnTo>
                  <a:pt x="1792834" y="1657986"/>
                </a:lnTo>
                <a:cubicBezTo>
                  <a:pt x="1792834" y="1657514"/>
                  <a:pt x="1792834" y="1656768"/>
                  <a:pt x="1793016" y="1656277"/>
                </a:cubicBezTo>
                <a:close/>
                <a:moveTo>
                  <a:pt x="1701534" y="1650689"/>
                </a:moveTo>
                <a:cubicBezTo>
                  <a:pt x="1701534" y="1650689"/>
                  <a:pt x="1701534" y="1650689"/>
                  <a:pt x="1702770" y="1656663"/>
                </a:cubicBezTo>
                <a:cubicBezTo>
                  <a:pt x="1705449" y="1651632"/>
                  <a:pt x="1710601" y="1657606"/>
                  <a:pt x="1711838" y="1651632"/>
                </a:cubicBezTo>
                <a:cubicBezTo>
                  <a:pt x="1708129" y="1651632"/>
                  <a:pt x="1705449" y="1649589"/>
                  <a:pt x="1701534" y="1650689"/>
                </a:cubicBezTo>
                <a:close/>
                <a:moveTo>
                  <a:pt x="1819040" y="1649975"/>
                </a:moveTo>
                <a:cubicBezTo>
                  <a:pt x="1820278" y="1656101"/>
                  <a:pt x="1815119" y="1655001"/>
                  <a:pt x="1816357" y="1660027"/>
                </a:cubicBezTo>
                <a:cubicBezTo>
                  <a:pt x="1820278" y="1660027"/>
                  <a:pt x="1821516" y="1657043"/>
                  <a:pt x="1820278" y="1652017"/>
                </a:cubicBezTo>
                <a:cubicBezTo>
                  <a:pt x="1828118" y="1657043"/>
                  <a:pt x="1832039" y="1651075"/>
                  <a:pt x="1839880" y="1657043"/>
                </a:cubicBezTo>
                <a:cubicBezTo>
                  <a:pt x="1834722" y="1669922"/>
                  <a:pt x="1824198" y="1653116"/>
                  <a:pt x="1819040" y="1658928"/>
                </a:cubicBezTo>
                <a:cubicBezTo>
                  <a:pt x="1819040" y="1663011"/>
                  <a:pt x="1821516" y="1663011"/>
                  <a:pt x="1822960" y="1663011"/>
                </a:cubicBezTo>
                <a:cubicBezTo>
                  <a:pt x="1821516" y="1667881"/>
                  <a:pt x="1811199" y="1664896"/>
                  <a:pt x="1807279" y="1657986"/>
                </a:cubicBezTo>
                <a:cubicBezTo>
                  <a:pt x="1803358" y="1658928"/>
                  <a:pt x="1800676" y="1660969"/>
                  <a:pt x="1800676" y="1663954"/>
                </a:cubicBezTo>
                <a:cubicBezTo>
                  <a:pt x="1796755" y="1663011"/>
                  <a:pt x="1798200" y="1657043"/>
                  <a:pt x="1792834" y="1660027"/>
                </a:cubicBezTo>
                <a:cubicBezTo>
                  <a:pt x="1792834" y="1657986"/>
                  <a:pt x="1794279" y="1657986"/>
                  <a:pt x="1794279" y="1656101"/>
                </a:cubicBezTo>
                <a:lnTo>
                  <a:pt x="1793832" y="1656163"/>
                </a:lnTo>
                <a:lnTo>
                  <a:pt x="1795465" y="1653175"/>
                </a:lnTo>
                <a:cubicBezTo>
                  <a:pt x="1797116" y="1652292"/>
                  <a:pt x="1799437" y="1652017"/>
                  <a:pt x="1802120" y="1652017"/>
                </a:cubicBezTo>
                <a:cubicBezTo>
                  <a:pt x="1807279" y="1652017"/>
                  <a:pt x="1813675" y="1653116"/>
                  <a:pt x="1819040" y="1649975"/>
                </a:cubicBezTo>
                <a:close/>
                <a:moveTo>
                  <a:pt x="1841696" y="1637669"/>
                </a:moveTo>
                <a:cubicBezTo>
                  <a:pt x="1837958" y="1641546"/>
                  <a:pt x="1834012" y="1645423"/>
                  <a:pt x="1827365" y="1646353"/>
                </a:cubicBezTo>
                <a:cubicBezTo>
                  <a:pt x="1827365" y="1638599"/>
                  <a:pt x="1837958" y="1634723"/>
                  <a:pt x="1841696" y="1637669"/>
                </a:cubicBezTo>
                <a:close/>
                <a:moveTo>
                  <a:pt x="1852323" y="1636953"/>
                </a:moveTo>
                <a:cubicBezTo>
                  <a:pt x="1855143" y="1636345"/>
                  <a:pt x="1864268" y="1639540"/>
                  <a:pt x="1866236" y="1641064"/>
                </a:cubicBezTo>
                <a:cubicBezTo>
                  <a:pt x="1860987" y="1649818"/>
                  <a:pt x="1858563" y="1636999"/>
                  <a:pt x="1852102" y="1639032"/>
                </a:cubicBezTo>
                <a:cubicBezTo>
                  <a:pt x="1851142" y="1637781"/>
                  <a:pt x="1851382" y="1637156"/>
                  <a:pt x="1852323" y="1636953"/>
                </a:cubicBezTo>
                <a:close/>
                <a:moveTo>
                  <a:pt x="2372369" y="1631657"/>
                </a:moveTo>
                <a:cubicBezTo>
                  <a:pt x="2369879" y="1640562"/>
                  <a:pt x="2354109" y="1641499"/>
                  <a:pt x="2346224" y="1638531"/>
                </a:cubicBezTo>
                <a:cubicBezTo>
                  <a:pt x="2352864" y="1630563"/>
                  <a:pt x="2361994" y="1630563"/>
                  <a:pt x="2372369" y="1631657"/>
                </a:cubicBezTo>
                <a:close/>
                <a:moveTo>
                  <a:pt x="2412352" y="1628721"/>
                </a:moveTo>
                <a:cubicBezTo>
                  <a:pt x="2407209" y="1636644"/>
                  <a:pt x="2394247" y="1636644"/>
                  <a:pt x="2379845" y="1636644"/>
                </a:cubicBezTo>
                <a:cubicBezTo>
                  <a:pt x="2382520" y="1625710"/>
                  <a:pt x="2399390" y="1630623"/>
                  <a:pt x="2412352" y="1628721"/>
                </a:cubicBezTo>
                <a:close/>
                <a:moveTo>
                  <a:pt x="2116676" y="1617934"/>
                </a:moveTo>
                <a:cubicBezTo>
                  <a:pt x="2120832" y="1617548"/>
                  <a:pt x="2125294" y="1619092"/>
                  <a:pt x="2129754" y="1622179"/>
                </a:cubicBezTo>
                <a:cubicBezTo>
                  <a:pt x="2125902" y="1622179"/>
                  <a:pt x="2122049" y="1623154"/>
                  <a:pt x="2119616" y="1624129"/>
                </a:cubicBezTo>
                <a:cubicBezTo>
                  <a:pt x="2115763" y="1625266"/>
                  <a:pt x="2111911" y="1626242"/>
                  <a:pt x="2105422" y="1625266"/>
                </a:cubicBezTo>
                <a:cubicBezTo>
                  <a:pt x="2108667" y="1620635"/>
                  <a:pt x="2112519" y="1618320"/>
                  <a:pt x="2116676" y="1617934"/>
                </a:cubicBezTo>
                <a:close/>
                <a:moveTo>
                  <a:pt x="2448054" y="1607492"/>
                </a:moveTo>
                <a:lnTo>
                  <a:pt x="2446673" y="1608243"/>
                </a:lnTo>
                <a:lnTo>
                  <a:pt x="2447878" y="1609256"/>
                </a:lnTo>
                <a:lnTo>
                  <a:pt x="2449474" y="1607560"/>
                </a:lnTo>
                <a:close/>
                <a:moveTo>
                  <a:pt x="2719491" y="1595206"/>
                </a:moveTo>
                <a:cubicBezTo>
                  <a:pt x="2715655" y="1600209"/>
                  <a:pt x="2711818" y="1610996"/>
                  <a:pt x="2702933" y="1607087"/>
                </a:cubicBezTo>
                <a:cubicBezTo>
                  <a:pt x="2701519" y="1600209"/>
                  <a:pt x="2709193" y="1597239"/>
                  <a:pt x="2719491" y="1595206"/>
                </a:cubicBezTo>
                <a:close/>
                <a:moveTo>
                  <a:pt x="216267" y="1595206"/>
                </a:moveTo>
                <a:cubicBezTo>
                  <a:pt x="220213" y="1597209"/>
                  <a:pt x="221459" y="1600137"/>
                  <a:pt x="225405" y="1596131"/>
                </a:cubicBezTo>
                <a:cubicBezTo>
                  <a:pt x="230598" y="1598134"/>
                  <a:pt x="220213" y="1599058"/>
                  <a:pt x="221459" y="1601985"/>
                </a:cubicBezTo>
                <a:cubicBezTo>
                  <a:pt x="217513" y="1601061"/>
                  <a:pt x="216267" y="1599058"/>
                  <a:pt x="216267" y="1595206"/>
                </a:cubicBezTo>
                <a:close/>
                <a:moveTo>
                  <a:pt x="1892846" y="1595000"/>
                </a:moveTo>
                <a:cubicBezTo>
                  <a:pt x="1889251" y="1596260"/>
                  <a:pt x="1889484" y="1600771"/>
                  <a:pt x="1887629" y="1602894"/>
                </a:cubicBezTo>
                <a:cubicBezTo>
                  <a:pt x="1884950" y="1603994"/>
                  <a:pt x="1883713" y="1602894"/>
                  <a:pt x="1882271" y="1605881"/>
                </a:cubicBezTo>
                <a:cubicBezTo>
                  <a:pt x="1891545" y="1606981"/>
                  <a:pt x="1894017" y="1601007"/>
                  <a:pt x="1897933" y="1595032"/>
                </a:cubicBezTo>
                <a:cubicBezTo>
                  <a:pt x="1895667" y="1594521"/>
                  <a:pt x="1894043" y="1594580"/>
                  <a:pt x="1892846" y="1595000"/>
                </a:cubicBezTo>
                <a:close/>
                <a:moveTo>
                  <a:pt x="1853625" y="1592988"/>
                </a:moveTo>
                <a:cubicBezTo>
                  <a:pt x="1854964" y="1596526"/>
                  <a:pt x="1854655" y="1598766"/>
                  <a:pt x="1854011" y="1600751"/>
                </a:cubicBezTo>
                <a:lnTo>
                  <a:pt x="1853704" y="1601930"/>
                </a:lnTo>
                <a:lnTo>
                  <a:pt x="1856865" y="1605264"/>
                </a:lnTo>
                <a:lnTo>
                  <a:pt x="1857309" y="1604584"/>
                </a:lnTo>
                <a:cubicBezTo>
                  <a:pt x="1857953" y="1602736"/>
                  <a:pt x="1858262" y="1600535"/>
                  <a:pt x="1860220" y="1600063"/>
                </a:cubicBezTo>
                <a:cubicBezTo>
                  <a:pt x="1860220" y="1601007"/>
                  <a:pt x="1862899" y="1601950"/>
                  <a:pt x="1862899" y="1600063"/>
                </a:cubicBezTo>
                <a:cubicBezTo>
                  <a:pt x="1857540" y="1601007"/>
                  <a:pt x="1861456" y="1591102"/>
                  <a:pt x="1853625" y="1592988"/>
                </a:cubicBezTo>
                <a:close/>
                <a:moveTo>
                  <a:pt x="2576823" y="1590354"/>
                </a:moveTo>
                <a:cubicBezTo>
                  <a:pt x="2573093" y="1593393"/>
                  <a:pt x="2574336" y="1600593"/>
                  <a:pt x="2565217" y="1600593"/>
                </a:cubicBezTo>
                <a:cubicBezTo>
                  <a:pt x="2565217" y="1591473"/>
                  <a:pt x="2565217" y="1591473"/>
                  <a:pt x="2565217" y="1591473"/>
                </a:cubicBezTo>
                <a:cubicBezTo>
                  <a:pt x="2569154" y="1591473"/>
                  <a:pt x="2573093" y="1590354"/>
                  <a:pt x="2576823" y="1590354"/>
                </a:cubicBezTo>
                <a:close/>
                <a:moveTo>
                  <a:pt x="2091776" y="1589048"/>
                </a:moveTo>
                <a:lnTo>
                  <a:pt x="2091335" y="1592126"/>
                </a:lnTo>
                <a:cubicBezTo>
                  <a:pt x="2090765" y="1595878"/>
                  <a:pt x="2090108" y="1596290"/>
                  <a:pt x="2084234" y="1600063"/>
                </a:cubicBezTo>
                <a:cubicBezTo>
                  <a:pt x="2092066" y="1595032"/>
                  <a:pt x="2098455" y="1605881"/>
                  <a:pt x="2103813" y="1597076"/>
                </a:cubicBezTo>
                <a:cubicBezTo>
                  <a:pt x="2098558" y="1595583"/>
                  <a:pt x="2096909" y="1593578"/>
                  <a:pt x="2096239" y="1590827"/>
                </a:cubicBezTo>
                <a:lnTo>
                  <a:pt x="2096022" y="1589455"/>
                </a:lnTo>
                <a:close/>
                <a:moveTo>
                  <a:pt x="2029391" y="1584095"/>
                </a:moveTo>
                <a:lnTo>
                  <a:pt x="2029416" y="1584184"/>
                </a:lnTo>
                <a:lnTo>
                  <a:pt x="2030632" y="1584161"/>
                </a:lnTo>
                <a:close/>
                <a:moveTo>
                  <a:pt x="2018014" y="1582586"/>
                </a:moveTo>
                <a:lnTo>
                  <a:pt x="2017875" y="1583084"/>
                </a:lnTo>
                <a:lnTo>
                  <a:pt x="2020101" y="1582890"/>
                </a:lnTo>
                <a:close/>
                <a:moveTo>
                  <a:pt x="2003546" y="1580477"/>
                </a:moveTo>
                <a:lnTo>
                  <a:pt x="2003449" y="1581197"/>
                </a:lnTo>
                <a:cubicBezTo>
                  <a:pt x="2007365" y="1580096"/>
                  <a:pt x="2007365" y="1583084"/>
                  <a:pt x="2011280" y="1583084"/>
                </a:cubicBezTo>
                <a:lnTo>
                  <a:pt x="2011743" y="1581672"/>
                </a:lnTo>
                <a:close/>
                <a:moveTo>
                  <a:pt x="2547869" y="1579743"/>
                </a:moveTo>
                <a:cubicBezTo>
                  <a:pt x="2555729" y="1579771"/>
                  <a:pt x="2563301" y="1580285"/>
                  <a:pt x="2570463" y="1581550"/>
                </a:cubicBezTo>
                <a:cubicBezTo>
                  <a:pt x="2559437" y="1599978"/>
                  <a:pt x="2538264" y="1606701"/>
                  <a:pt x="2515131" y="1608698"/>
                </a:cubicBezTo>
                <a:lnTo>
                  <a:pt x="2509843" y="1608747"/>
                </a:lnTo>
                <a:lnTo>
                  <a:pt x="2508894" y="1608918"/>
                </a:lnTo>
                <a:cubicBezTo>
                  <a:pt x="2498876" y="1609996"/>
                  <a:pt x="2487910" y="1610227"/>
                  <a:pt x="2478892" y="1611691"/>
                </a:cubicBezTo>
                <a:lnTo>
                  <a:pt x="2478892" y="1608970"/>
                </a:lnTo>
                <a:lnTo>
                  <a:pt x="2457657" y="1607952"/>
                </a:lnTo>
                <a:lnTo>
                  <a:pt x="2457684" y="1608058"/>
                </a:lnTo>
                <a:cubicBezTo>
                  <a:pt x="2457057" y="1609094"/>
                  <a:pt x="2456104" y="1610394"/>
                  <a:pt x="2456706" y="1613481"/>
                </a:cubicBezTo>
                <a:cubicBezTo>
                  <a:pt x="2447878" y="1614455"/>
                  <a:pt x="2447878" y="1614455"/>
                  <a:pt x="2447878" y="1614455"/>
                </a:cubicBezTo>
                <a:cubicBezTo>
                  <a:pt x="2447878" y="1611369"/>
                  <a:pt x="2447878" y="1610393"/>
                  <a:pt x="2445270" y="1609256"/>
                </a:cubicBezTo>
                <a:lnTo>
                  <a:pt x="2446115" y="1608545"/>
                </a:lnTo>
                <a:lnTo>
                  <a:pt x="2429713" y="1617457"/>
                </a:lnTo>
                <a:cubicBezTo>
                  <a:pt x="2403748" y="1616509"/>
                  <a:pt x="2380255" y="1617457"/>
                  <a:pt x="2358204" y="1619514"/>
                </a:cubicBezTo>
                <a:cubicBezTo>
                  <a:pt x="2335948" y="1622519"/>
                  <a:pt x="2313898" y="1625525"/>
                  <a:pt x="2294321" y="1627423"/>
                </a:cubicBezTo>
                <a:cubicBezTo>
                  <a:pt x="2252694" y="1631377"/>
                  <a:pt x="2213746" y="1632485"/>
                  <a:pt x="2177270" y="1613503"/>
                </a:cubicBezTo>
                <a:cubicBezTo>
                  <a:pt x="2162845" y="1618406"/>
                  <a:pt x="2152335" y="1612396"/>
                  <a:pt x="2135437" y="1617457"/>
                </a:cubicBezTo>
                <a:cubicBezTo>
                  <a:pt x="2132964" y="1616509"/>
                  <a:pt x="2131521" y="1615401"/>
                  <a:pt x="2131521" y="1612396"/>
                </a:cubicBezTo>
                <a:cubicBezTo>
                  <a:pt x="2129048" y="1609390"/>
                  <a:pt x="2134200" y="1601481"/>
                  <a:pt x="2138116" y="1596419"/>
                </a:cubicBezTo>
                <a:cubicBezTo>
                  <a:pt x="2151098" y="1606385"/>
                  <a:pt x="2152335" y="1590409"/>
                  <a:pt x="2158929" y="1603380"/>
                </a:cubicBezTo>
                <a:cubicBezTo>
                  <a:pt x="2181340" y="1597448"/>
                  <a:pt x="2205258" y="1603261"/>
                  <a:pt x="2228508" y="1605271"/>
                </a:cubicBezTo>
                <a:lnTo>
                  <a:pt x="2236738" y="1605330"/>
                </a:lnTo>
                <a:lnTo>
                  <a:pt x="2236719" y="1604869"/>
                </a:lnTo>
                <a:cubicBezTo>
                  <a:pt x="2239745" y="1602024"/>
                  <a:pt x="2251026" y="1604335"/>
                  <a:pt x="2257874" y="1602833"/>
                </a:cubicBezTo>
                <a:lnTo>
                  <a:pt x="2257226" y="1604136"/>
                </a:lnTo>
                <a:lnTo>
                  <a:pt x="2271730" y="1600868"/>
                </a:lnTo>
                <a:cubicBezTo>
                  <a:pt x="2278711" y="1598752"/>
                  <a:pt x="2285872" y="1596498"/>
                  <a:pt x="2293084" y="1595470"/>
                </a:cubicBezTo>
                <a:cubicBezTo>
                  <a:pt x="2307716" y="1593216"/>
                  <a:pt x="2322605" y="1591713"/>
                  <a:pt x="2337623" y="1590665"/>
                </a:cubicBezTo>
                <a:lnTo>
                  <a:pt x="2344918" y="1590331"/>
                </a:lnTo>
                <a:lnTo>
                  <a:pt x="2345084" y="1590297"/>
                </a:lnTo>
                <a:cubicBezTo>
                  <a:pt x="2358185" y="1588930"/>
                  <a:pt x="2370704" y="1590618"/>
                  <a:pt x="2385433" y="1586194"/>
                </a:cubicBezTo>
                <a:lnTo>
                  <a:pt x="2386158" y="1588478"/>
                </a:lnTo>
                <a:lnTo>
                  <a:pt x="2472783" y="1585505"/>
                </a:lnTo>
                <a:cubicBezTo>
                  <a:pt x="2498130" y="1583963"/>
                  <a:pt x="2524289" y="1579662"/>
                  <a:pt x="2547869" y="1579743"/>
                </a:cubicBezTo>
                <a:close/>
                <a:moveTo>
                  <a:pt x="1990936" y="1577389"/>
                </a:moveTo>
                <a:lnTo>
                  <a:pt x="1990466" y="1578210"/>
                </a:lnTo>
                <a:cubicBezTo>
                  <a:pt x="1991702" y="1578210"/>
                  <a:pt x="1992939" y="1580096"/>
                  <a:pt x="1991702" y="1583084"/>
                </a:cubicBezTo>
                <a:lnTo>
                  <a:pt x="1998648" y="1579351"/>
                </a:lnTo>
                <a:close/>
                <a:moveTo>
                  <a:pt x="2659515" y="1576029"/>
                </a:moveTo>
                <a:cubicBezTo>
                  <a:pt x="2643893" y="1584103"/>
                  <a:pt x="2614091" y="1592969"/>
                  <a:pt x="2590660" y="1589961"/>
                </a:cubicBezTo>
                <a:cubicBezTo>
                  <a:pt x="2611419" y="1578088"/>
                  <a:pt x="2630945" y="1573022"/>
                  <a:pt x="2659515" y="1576029"/>
                </a:cubicBezTo>
                <a:close/>
                <a:moveTo>
                  <a:pt x="1949081" y="1573398"/>
                </a:moveTo>
                <a:lnTo>
                  <a:pt x="1943169" y="1576229"/>
                </a:lnTo>
                <a:lnTo>
                  <a:pt x="1942950" y="1578384"/>
                </a:lnTo>
                <a:cubicBezTo>
                  <a:pt x="1944303" y="1581738"/>
                  <a:pt x="1949712" y="1580647"/>
                  <a:pt x="1944921" y="1585127"/>
                </a:cubicBezTo>
                <a:cubicBezTo>
                  <a:pt x="1944921" y="1585127"/>
                  <a:pt x="1944921" y="1585127"/>
                  <a:pt x="1961820" y="1585127"/>
                </a:cubicBezTo>
                <a:cubicBezTo>
                  <a:pt x="1960583" y="1578210"/>
                  <a:pt x="1966972" y="1580096"/>
                  <a:pt x="1966972" y="1575223"/>
                </a:cubicBezTo>
                <a:cubicBezTo>
                  <a:pt x="1956461" y="1579153"/>
                  <a:pt x="1960583" y="1583084"/>
                  <a:pt x="1948836" y="1583084"/>
                </a:cubicBezTo>
                <a:cubicBezTo>
                  <a:pt x="1949764" y="1579429"/>
                  <a:pt x="1952894" y="1579576"/>
                  <a:pt x="1953879" y="1576959"/>
                </a:cubicBezTo>
                <a:lnTo>
                  <a:pt x="1953977" y="1573553"/>
                </a:lnTo>
                <a:close/>
                <a:moveTo>
                  <a:pt x="2086708" y="1570192"/>
                </a:moveTo>
                <a:cubicBezTo>
                  <a:pt x="2085471" y="1574122"/>
                  <a:pt x="2084234" y="1580096"/>
                  <a:pt x="2080318" y="1581197"/>
                </a:cubicBezTo>
                <a:cubicBezTo>
                  <a:pt x="2080318" y="1578210"/>
                  <a:pt x="2080318" y="1576165"/>
                  <a:pt x="2076403" y="1576165"/>
                </a:cubicBezTo>
                <a:cubicBezTo>
                  <a:pt x="2076403" y="1576165"/>
                  <a:pt x="2076403" y="1576165"/>
                  <a:pt x="2075167" y="1583084"/>
                </a:cubicBezTo>
                <a:cubicBezTo>
                  <a:pt x="2080318" y="1582140"/>
                  <a:pt x="2083565" y="1582887"/>
                  <a:pt x="2086013" y="1583988"/>
                </a:cubicBezTo>
                <a:lnTo>
                  <a:pt x="2088971" y="1585467"/>
                </a:lnTo>
                <a:lnTo>
                  <a:pt x="2095399" y="1585524"/>
                </a:lnTo>
                <a:lnTo>
                  <a:pt x="2094539" y="1580096"/>
                </a:lnTo>
                <a:cubicBezTo>
                  <a:pt x="2099897" y="1580096"/>
                  <a:pt x="2099897" y="1584184"/>
                  <a:pt x="2103813" y="1585127"/>
                </a:cubicBezTo>
                <a:cubicBezTo>
                  <a:pt x="2106286" y="1574122"/>
                  <a:pt x="2092066" y="1575223"/>
                  <a:pt x="2086708" y="1570192"/>
                </a:cubicBezTo>
                <a:close/>
                <a:moveTo>
                  <a:pt x="2007365" y="1569248"/>
                </a:moveTo>
                <a:lnTo>
                  <a:pt x="2005922" y="1571613"/>
                </a:lnTo>
                <a:lnTo>
                  <a:pt x="2014821" y="1572635"/>
                </a:lnTo>
                <a:lnTo>
                  <a:pt x="2013701" y="1571332"/>
                </a:lnTo>
                <a:cubicBezTo>
                  <a:pt x="2012568" y="1569720"/>
                  <a:pt x="2011280" y="1568227"/>
                  <a:pt x="2007365" y="1569248"/>
                </a:cubicBezTo>
                <a:close/>
                <a:moveTo>
                  <a:pt x="2025706" y="1565160"/>
                </a:moveTo>
                <a:cubicBezTo>
                  <a:pt x="2023748" y="1565711"/>
                  <a:pt x="2023388" y="1567952"/>
                  <a:pt x="2022872" y="1570054"/>
                </a:cubicBezTo>
                <a:lnTo>
                  <a:pt x="2019943" y="1573223"/>
                </a:lnTo>
                <a:lnTo>
                  <a:pt x="2030348" y="1574418"/>
                </a:lnTo>
                <a:lnTo>
                  <a:pt x="2030858" y="1574122"/>
                </a:lnTo>
                <a:lnTo>
                  <a:pt x="2030738" y="1574463"/>
                </a:lnTo>
                <a:lnTo>
                  <a:pt x="2035103" y="1574964"/>
                </a:lnTo>
                <a:lnTo>
                  <a:pt x="2035263" y="1572923"/>
                </a:lnTo>
                <a:cubicBezTo>
                  <a:pt x="2036732" y="1570938"/>
                  <a:pt x="2038690" y="1568698"/>
                  <a:pt x="2038690" y="1565160"/>
                </a:cubicBezTo>
                <a:cubicBezTo>
                  <a:pt x="2030858" y="1563274"/>
                  <a:pt x="2030858" y="1570192"/>
                  <a:pt x="2026943" y="1572235"/>
                </a:cubicBezTo>
                <a:cubicBezTo>
                  <a:pt x="2026943" y="1569248"/>
                  <a:pt x="2028180" y="1565160"/>
                  <a:pt x="2025706" y="1565160"/>
                </a:cubicBezTo>
                <a:close/>
                <a:moveTo>
                  <a:pt x="2054146" y="1563274"/>
                </a:moveTo>
                <a:cubicBezTo>
                  <a:pt x="2048994" y="1572235"/>
                  <a:pt x="2055589" y="1574122"/>
                  <a:pt x="2051673" y="1577109"/>
                </a:cubicBezTo>
                <a:cubicBezTo>
                  <a:pt x="2049097" y="1572629"/>
                  <a:pt x="2046469" y="1572629"/>
                  <a:pt x="2043687" y="1574004"/>
                </a:cubicBezTo>
                <a:lnTo>
                  <a:pt x="2040877" y="1575628"/>
                </a:lnTo>
                <a:lnTo>
                  <a:pt x="2042000" y="1575757"/>
                </a:lnTo>
                <a:cubicBezTo>
                  <a:pt x="2048439" y="1576818"/>
                  <a:pt x="2054671" y="1578095"/>
                  <a:pt x="2060350" y="1579667"/>
                </a:cubicBezTo>
                <a:lnTo>
                  <a:pt x="2060624" y="1579771"/>
                </a:lnTo>
                <a:lnTo>
                  <a:pt x="2061169" y="1578617"/>
                </a:lnTo>
                <a:cubicBezTo>
                  <a:pt x="2061102" y="1575390"/>
                  <a:pt x="2057237" y="1573179"/>
                  <a:pt x="2062183" y="1573179"/>
                </a:cubicBezTo>
                <a:cubicBezTo>
                  <a:pt x="2067336" y="1571685"/>
                  <a:pt x="2066357" y="1574908"/>
                  <a:pt x="2065378" y="1578131"/>
                </a:cubicBezTo>
                <a:lnTo>
                  <a:pt x="2064843" y="1581365"/>
                </a:lnTo>
                <a:lnTo>
                  <a:pt x="2068571" y="1582774"/>
                </a:lnTo>
                <a:lnTo>
                  <a:pt x="2068546" y="1574692"/>
                </a:lnTo>
                <a:cubicBezTo>
                  <a:pt x="2068211" y="1571960"/>
                  <a:pt x="2067233" y="1569720"/>
                  <a:pt x="2064656" y="1569248"/>
                </a:cubicBezTo>
                <a:cubicBezTo>
                  <a:pt x="2059505" y="1576165"/>
                  <a:pt x="2056825" y="1565160"/>
                  <a:pt x="2054146" y="1563274"/>
                </a:cubicBezTo>
                <a:close/>
                <a:moveTo>
                  <a:pt x="2415002" y="1558243"/>
                </a:moveTo>
                <a:cubicBezTo>
                  <a:pt x="2407171" y="1558243"/>
                  <a:pt x="2399339" y="1557299"/>
                  <a:pt x="2398103" y="1563274"/>
                </a:cubicBezTo>
                <a:cubicBezTo>
                  <a:pt x="2404492" y="1565160"/>
                  <a:pt x="2413765" y="1566261"/>
                  <a:pt x="2415002" y="1558243"/>
                </a:cubicBezTo>
                <a:close/>
                <a:moveTo>
                  <a:pt x="2713949" y="1557270"/>
                </a:moveTo>
                <a:lnTo>
                  <a:pt x="2704924" y="1558235"/>
                </a:lnTo>
                <a:cubicBezTo>
                  <a:pt x="2699234" y="1561103"/>
                  <a:pt x="2693342" y="1563316"/>
                  <a:pt x="2687302" y="1564993"/>
                </a:cubicBezTo>
                <a:lnTo>
                  <a:pt x="2679068" y="1566567"/>
                </a:lnTo>
                <a:lnTo>
                  <a:pt x="2683374" y="1566383"/>
                </a:lnTo>
                <a:cubicBezTo>
                  <a:pt x="2691810" y="1564783"/>
                  <a:pt x="2699769" y="1561235"/>
                  <a:pt x="2707053" y="1558833"/>
                </a:cubicBezTo>
                <a:close/>
                <a:moveTo>
                  <a:pt x="2481810" y="1544664"/>
                </a:moveTo>
                <a:lnTo>
                  <a:pt x="2480124" y="1545351"/>
                </a:lnTo>
                <a:lnTo>
                  <a:pt x="2481467" y="1547985"/>
                </a:lnTo>
                <a:lnTo>
                  <a:pt x="2481680" y="1545090"/>
                </a:lnTo>
                <a:close/>
                <a:moveTo>
                  <a:pt x="2236935" y="1541211"/>
                </a:moveTo>
                <a:cubicBezTo>
                  <a:pt x="2235489" y="1541243"/>
                  <a:pt x="2234368" y="1541616"/>
                  <a:pt x="2234059" y="1542364"/>
                </a:cubicBezTo>
                <a:cubicBezTo>
                  <a:pt x="2237768" y="1543307"/>
                  <a:pt x="2235296" y="1548337"/>
                  <a:pt x="2234059" y="1551325"/>
                </a:cubicBezTo>
                <a:cubicBezTo>
                  <a:pt x="2239211" y="1552268"/>
                  <a:pt x="2243127" y="1551325"/>
                  <a:pt x="2245600" y="1549281"/>
                </a:cubicBezTo>
                <a:cubicBezTo>
                  <a:pt x="2247557" y="1545822"/>
                  <a:pt x="2244981" y="1543346"/>
                  <a:pt x="2241761" y="1542108"/>
                </a:cubicBezTo>
                <a:cubicBezTo>
                  <a:pt x="2240151" y="1541489"/>
                  <a:pt x="2238380" y="1541179"/>
                  <a:pt x="2236935" y="1541211"/>
                </a:cubicBezTo>
                <a:close/>
                <a:moveTo>
                  <a:pt x="2541603" y="1533555"/>
                </a:moveTo>
                <a:cubicBezTo>
                  <a:pt x="2540251" y="1534030"/>
                  <a:pt x="2539940" y="1534782"/>
                  <a:pt x="2539966" y="1535673"/>
                </a:cubicBezTo>
                <a:lnTo>
                  <a:pt x="2539994" y="1535884"/>
                </a:lnTo>
                <a:lnTo>
                  <a:pt x="2543651" y="1535443"/>
                </a:lnTo>
                <a:lnTo>
                  <a:pt x="2545226" y="1535711"/>
                </a:lnTo>
                <a:close/>
                <a:moveTo>
                  <a:pt x="2265178" y="1531358"/>
                </a:moveTo>
                <a:cubicBezTo>
                  <a:pt x="2260025" y="1533402"/>
                  <a:pt x="2253430" y="1532459"/>
                  <a:pt x="2250958" y="1536389"/>
                </a:cubicBezTo>
                <a:cubicBezTo>
                  <a:pt x="2262705" y="1537332"/>
                  <a:pt x="2249515" y="1548337"/>
                  <a:pt x="2266621" y="1548337"/>
                </a:cubicBezTo>
                <a:cubicBezTo>
                  <a:pt x="2275688" y="1541420"/>
                  <a:pt x="2266621" y="1536389"/>
                  <a:pt x="2265178" y="1531358"/>
                </a:cubicBezTo>
                <a:close/>
                <a:moveTo>
                  <a:pt x="2205413" y="1529471"/>
                </a:moveTo>
                <a:cubicBezTo>
                  <a:pt x="2196138" y="1526484"/>
                  <a:pt x="2194902" y="1546294"/>
                  <a:pt x="2205413" y="1543307"/>
                </a:cubicBezTo>
                <a:cubicBezTo>
                  <a:pt x="2206649" y="1534345"/>
                  <a:pt x="2198818" y="1536389"/>
                  <a:pt x="2205413" y="1529471"/>
                </a:cubicBezTo>
                <a:close/>
                <a:moveTo>
                  <a:pt x="2171409" y="1529471"/>
                </a:moveTo>
                <a:cubicBezTo>
                  <a:pt x="2155952" y="1529471"/>
                  <a:pt x="2166257" y="1538433"/>
                  <a:pt x="2161104" y="1542364"/>
                </a:cubicBezTo>
                <a:cubicBezTo>
                  <a:pt x="2155952" y="1541420"/>
                  <a:pt x="2161104" y="1534345"/>
                  <a:pt x="2154510" y="1535446"/>
                </a:cubicBezTo>
                <a:cubicBezTo>
                  <a:pt x="2150594" y="1544407"/>
                  <a:pt x="2159662" y="1544407"/>
                  <a:pt x="2167493" y="1545351"/>
                </a:cubicBezTo>
                <a:cubicBezTo>
                  <a:pt x="2171409" y="1535446"/>
                  <a:pt x="2166257" y="1536389"/>
                  <a:pt x="2171409" y="1529471"/>
                </a:cubicBezTo>
                <a:close/>
                <a:moveTo>
                  <a:pt x="2314638" y="1528528"/>
                </a:moveTo>
                <a:cubicBezTo>
                  <a:pt x="2318553" y="1534345"/>
                  <a:pt x="2310722" y="1536389"/>
                  <a:pt x="2316081" y="1540319"/>
                </a:cubicBezTo>
                <a:cubicBezTo>
                  <a:pt x="2322470" y="1539376"/>
                  <a:pt x="2321233" y="1540319"/>
                  <a:pt x="2323912" y="1533402"/>
                </a:cubicBezTo>
                <a:cubicBezTo>
                  <a:pt x="2323912" y="1540319"/>
                  <a:pt x="2338131" y="1536389"/>
                  <a:pt x="2339368" y="1542364"/>
                </a:cubicBezTo>
                <a:cubicBezTo>
                  <a:pt x="2340811" y="1530415"/>
                  <a:pt x="2326384" y="1531358"/>
                  <a:pt x="2314638" y="1528528"/>
                </a:cubicBezTo>
                <a:close/>
                <a:moveTo>
                  <a:pt x="2351115" y="1526484"/>
                </a:moveTo>
                <a:cubicBezTo>
                  <a:pt x="2353795" y="1533402"/>
                  <a:pt x="2353795" y="1538433"/>
                  <a:pt x="2355031" y="1540319"/>
                </a:cubicBezTo>
                <a:cubicBezTo>
                  <a:pt x="2360389" y="1531358"/>
                  <a:pt x="2355031" y="1547394"/>
                  <a:pt x="2360389" y="1545351"/>
                </a:cubicBezTo>
                <a:cubicBezTo>
                  <a:pt x="2360389" y="1539376"/>
                  <a:pt x="2365542" y="1538433"/>
                  <a:pt x="2364304" y="1531358"/>
                </a:cubicBezTo>
                <a:cubicBezTo>
                  <a:pt x="2368014" y="1534345"/>
                  <a:pt x="2375846" y="1533402"/>
                  <a:pt x="2374609" y="1526484"/>
                </a:cubicBezTo>
                <a:cubicBezTo>
                  <a:pt x="2360389" y="1529471"/>
                  <a:pt x="2360389" y="1535446"/>
                  <a:pt x="2351115" y="1526484"/>
                </a:cubicBezTo>
                <a:close/>
                <a:moveTo>
                  <a:pt x="2230143" y="1525541"/>
                </a:moveTo>
                <a:cubicBezTo>
                  <a:pt x="2224785" y="1525541"/>
                  <a:pt x="2214481" y="1534345"/>
                  <a:pt x="2219633" y="1537332"/>
                </a:cubicBezTo>
                <a:cubicBezTo>
                  <a:pt x="2222312" y="1533402"/>
                  <a:pt x="2230143" y="1534345"/>
                  <a:pt x="2230143" y="1525541"/>
                </a:cubicBezTo>
                <a:close/>
                <a:moveTo>
                  <a:pt x="2297693" y="1525462"/>
                </a:moveTo>
                <a:cubicBezTo>
                  <a:pt x="2300721" y="1525150"/>
                  <a:pt x="2303242" y="1525472"/>
                  <a:pt x="2304219" y="1526723"/>
                </a:cubicBezTo>
                <a:cubicBezTo>
                  <a:pt x="2299075" y="1530631"/>
                  <a:pt x="2287348" y="1529692"/>
                  <a:pt x="2284673" y="1537509"/>
                </a:cubicBezTo>
                <a:cubicBezTo>
                  <a:pt x="2274952" y="1533054"/>
                  <a:pt x="2288608" y="1526400"/>
                  <a:pt x="2297693" y="1525462"/>
                </a:cubicBezTo>
                <a:close/>
                <a:moveTo>
                  <a:pt x="2517839" y="1524440"/>
                </a:moveTo>
                <a:cubicBezTo>
                  <a:pt x="2503619" y="1524440"/>
                  <a:pt x="2510008" y="1537332"/>
                  <a:pt x="2520518" y="1535446"/>
                </a:cubicBezTo>
                <a:cubicBezTo>
                  <a:pt x="2521754" y="1530415"/>
                  <a:pt x="2515365" y="1531358"/>
                  <a:pt x="2517839" y="1524440"/>
                </a:cubicBezTo>
                <a:close/>
                <a:moveTo>
                  <a:pt x="2487956" y="1524440"/>
                </a:moveTo>
                <a:cubicBezTo>
                  <a:pt x="2485277" y="1530415"/>
                  <a:pt x="2482598" y="1535446"/>
                  <a:pt x="2477445" y="1539376"/>
                </a:cubicBezTo>
                <a:lnTo>
                  <a:pt x="2483714" y="1538402"/>
                </a:lnTo>
                <a:lnTo>
                  <a:pt x="2484950" y="1534343"/>
                </a:lnTo>
                <a:lnTo>
                  <a:pt x="2488120" y="1533594"/>
                </a:lnTo>
                <a:lnTo>
                  <a:pt x="2487132" y="1533544"/>
                </a:lnTo>
                <a:cubicBezTo>
                  <a:pt x="2486011" y="1533244"/>
                  <a:pt x="2485277" y="1532616"/>
                  <a:pt x="2485277" y="1531358"/>
                </a:cubicBezTo>
                <a:cubicBezTo>
                  <a:pt x="2487956" y="1532459"/>
                  <a:pt x="2494550" y="1524440"/>
                  <a:pt x="2487956" y="1524440"/>
                </a:cubicBezTo>
                <a:close/>
                <a:moveTo>
                  <a:pt x="2505734" y="1522856"/>
                </a:moveTo>
                <a:lnTo>
                  <a:pt x="2502298" y="1523556"/>
                </a:lnTo>
                <a:lnTo>
                  <a:pt x="2500469" y="1523472"/>
                </a:lnTo>
                <a:lnTo>
                  <a:pt x="2500469" y="1523475"/>
                </a:lnTo>
                <a:cubicBezTo>
                  <a:pt x="2500192" y="1524853"/>
                  <a:pt x="2499600" y="1525973"/>
                  <a:pt x="2498260" y="1526484"/>
                </a:cubicBezTo>
                <a:close/>
                <a:moveTo>
                  <a:pt x="2603375" y="1521720"/>
                </a:moveTo>
                <a:cubicBezTo>
                  <a:pt x="2609934" y="1521720"/>
                  <a:pt x="2613828" y="1524739"/>
                  <a:pt x="2622846" y="1521720"/>
                </a:cubicBezTo>
                <a:cubicBezTo>
                  <a:pt x="2624077" y="1532841"/>
                  <a:pt x="2607270" y="1532841"/>
                  <a:pt x="2597021" y="1536813"/>
                </a:cubicBezTo>
                <a:cubicBezTo>
                  <a:pt x="2600916" y="1532841"/>
                  <a:pt x="2600916" y="1526804"/>
                  <a:pt x="2603375" y="1521720"/>
                </a:cubicBezTo>
                <a:close/>
                <a:moveTo>
                  <a:pt x="2240447" y="1521453"/>
                </a:moveTo>
                <a:cubicBezTo>
                  <a:pt x="2234059" y="1526484"/>
                  <a:pt x="2232616" y="1530415"/>
                  <a:pt x="2237768" y="1535446"/>
                </a:cubicBezTo>
                <a:cubicBezTo>
                  <a:pt x="2243127" y="1534345"/>
                  <a:pt x="2249515" y="1535446"/>
                  <a:pt x="2249515" y="1529471"/>
                </a:cubicBezTo>
                <a:cubicBezTo>
                  <a:pt x="2247042" y="1528528"/>
                  <a:pt x="2241684" y="1529471"/>
                  <a:pt x="2241684" y="1526484"/>
                </a:cubicBezTo>
                <a:cubicBezTo>
                  <a:pt x="2247042" y="1526484"/>
                  <a:pt x="2243127" y="1522554"/>
                  <a:pt x="2240447" y="1521453"/>
                </a:cubicBezTo>
                <a:close/>
                <a:moveTo>
                  <a:pt x="2871236" y="1518704"/>
                </a:moveTo>
                <a:cubicBezTo>
                  <a:pt x="2868529" y="1522684"/>
                  <a:pt x="2857908" y="1528500"/>
                  <a:pt x="2851453" y="1526510"/>
                </a:cubicBezTo>
                <a:cubicBezTo>
                  <a:pt x="2854160" y="1522684"/>
                  <a:pt x="2864572" y="1516867"/>
                  <a:pt x="2871236" y="1518704"/>
                </a:cubicBezTo>
                <a:close/>
                <a:moveTo>
                  <a:pt x="2435816" y="1518466"/>
                </a:moveTo>
                <a:cubicBezTo>
                  <a:pt x="2438496" y="1522554"/>
                  <a:pt x="2426749" y="1526484"/>
                  <a:pt x="2434579" y="1527427"/>
                </a:cubicBezTo>
                <a:cubicBezTo>
                  <a:pt x="2435816" y="1524440"/>
                  <a:pt x="2438496" y="1523497"/>
                  <a:pt x="2440968" y="1522554"/>
                </a:cubicBezTo>
                <a:cubicBezTo>
                  <a:pt x="2443648" y="1522554"/>
                  <a:pt x="2443648" y="1525541"/>
                  <a:pt x="2448799" y="1524440"/>
                </a:cubicBezTo>
                <a:cubicBezTo>
                  <a:pt x="2448799" y="1517523"/>
                  <a:pt x="2442411" y="1517523"/>
                  <a:pt x="2435816" y="1518466"/>
                </a:cubicBezTo>
                <a:close/>
                <a:moveTo>
                  <a:pt x="2396866" y="1517523"/>
                </a:moveTo>
                <a:cubicBezTo>
                  <a:pt x="2389035" y="1515479"/>
                  <a:pt x="2390271" y="1524440"/>
                  <a:pt x="2381204" y="1521453"/>
                </a:cubicBezTo>
                <a:cubicBezTo>
                  <a:pt x="2381204" y="1530415"/>
                  <a:pt x="2375846" y="1532459"/>
                  <a:pt x="2375846" y="1540319"/>
                </a:cubicBezTo>
                <a:cubicBezTo>
                  <a:pt x="2389035" y="1540319"/>
                  <a:pt x="2378525" y="1532459"/>
                  <a:pt x="2387593" y="1528528"/>
                </a:cubicBezTo>
                <a:cubicBezTo>
                  <a:pt x="2387593" y="1534345"/>
                  <a:pt x="2382440" y="1533402"/>
                  <a:pt x="2386356" y="1537332"/>
                </a:cubicBezTo>
                <a:cubicBezTo>
                  <a:pt x="2403254" y="1537332"/>
                  <a:pt x="2389035" y="1522554"/>
                  <a:pt x="2396866" y="1517523"/>
                </a:cubicBezTo>
                <a:close/>
                <a:moveTo>
                  <a:pt x="2262431" y="1516720"/>
                </a:moveTo>
                <a:cubicBezTo>
                  <a:pt x="2261739" y="1516422"/>
                  <a:pt x="2261004" y="1516540"/>
                  <a:pt x="2260025" y="1517523"/>
                </a:cubicBezTo>
                <a:cubicBezTo>
                  <a:pt x="2266621" y="1521453"/>
                  <a:pt x="2248278" y="1522554"/>
                  <a:pt x="2257347" y="1531358"/>
                </a:cubicBezTo>
                <a:cubicBezTo>
                  <a:pt x="2260025" y="1524440"/>
                  <a:pt x="2271772" y="1527427"/>
                  <a:pt x="2273008" y="1518466"/>
                </a:cubicBezTo>
                <a:cubicBezTo>
                  <a:pt x="2266208" y="1522239"/>
                  <a:pt x="2264507" y="1517611"/>
                  <a:pt x="2262431" y="1516720"/>
                </a:cubicBezTo>
                <a:close/>
                <a:moveTo>
                  <a:pt x="2465455" y="1515140"/>
                </a:moveTo>
                <a:lnTo>
                  <a:pt x="2465586" y="1515864"/>
                </a:lnTo>
                <a:cubicBezTo>
                  <a:pt x="2466600" y="1519733"/>
                  <a:pt x="2466369" y="1517523"/>
                  <a:pt x="2456630" y="1517523"/>
                </a:cubicBezTo>
                <a:cubicBezTo>
                  <a:pt x="2458074" y="1523497"/>
                  <a:pt x="2465699" y="1535446"/>
                  <a:pt x="2474973" y="1527427"/>
                </a:cubicBezTo>
                <a:cubicBezTo>
                  <a:pt x="2471057" y="1527427"/>
                  <a:pt x="2471057" y="1521453"/>
                  <a:pt x="2474973" y="1520510"/>
                </a:cubicBezTo>
                <a:cubicBezTo>
                  <a:pt x="2476209" y="1523969"/>
                  <a:pt x="2479095" y="1524480"/>
                  <a:pt x="2482495" y="1523752"/>
                </a:cubicBezTo>
                <a:lnTo>
                  <a:pt x="2485140" y="1522709"/>
                </a:lnTo>
                <a:lnTo>
                  <a:pt x="2475315" y="1519884"/>
                </a:lnTo>
                <a:cubicBezTo>
                  <a:pt x="2472128" y="1518562"/>
                  <a:pt x="2469076" y="1516981"/>
                  <a:pt x="2466063" y="1515428"/>
                </a:cubicBezTo>
                <a:close/>
                <a:moveTo>
                  <a:pt x="2304334" y="1514535"/>
                </a:moveTo>
                <a:cubicBezTo>
                  <a:pt x="2299182" y="1526484"/>
                  <a:pt x="2280840" y="1521453"/>
                  <a:pt x="2273008" y="1529471"/>
                </a:cubicBezTo>
                <a:cubicBezTo>
                  <a:pt x="2278161" y="1533402"/>
                  <a:pt x="2273008" y="1542364"/>
                  <a:pt x="2280840" y="1544407"/>
                </a:cubicBezTo>
                <a:cubicBezTo>
                  <a:pt x="2283519" y="1535446"/>
                  <a:pt x="2296503" y="1538433"/>
                  <a:pt x="2301655" y="1533402"/>
                </a:cubicBezTo>
                <a:cubicBezTo>
                  <a:pt x="2303097" y="1536389"/>
                  <a:pt x="2303097" y="1538433"/>
                  <a:pt x="2299182" y="1542364"/>
                </a:cubicBezTo>
                <a:cubicBezTo>
                  <a:pt x="2310722" y="1542364"/>
                  <a:pt x="2310722" y="1530415"/>
                  <a:pt x="2316081" y="1524440"/>
                </a:cubicBezTo>
                <a:cubicBezTo>
                  <a:pt x="2308249" y="1523497"/>
                  <a:pt x="2309486" y="1516579"/>
                  <a:pt x="2304334" y="1514535"/>
                </a:cubicBezTo>
                <a:close/>
                <a:moveTo>
                  <a:pt x="2425190" y="1512214"/>
                </a:moveTo>
                <a:cubicBezTo>
                  <a:pt x="2422408" y="1512147"/>
                  <a:pt x="2419278" y="1515243"/>
                  <a:pt x="2412323" y="1514535"/>
                </a:cubicBezTo>
                <a:cubicBezTo>
                  <a:pt x="2407171" y="1519566"/>
                  <a:pt x="2412323" y="1517523"/>
                  <a:pt x="2411086" y="1523497"/>
                </a:cubicBezTo>
                <a:cubicBezTo>
                  <a:pt x="2408407" y="1523497"/>
                  <a:pt x="2407171" y="1520510"/>
                  <a:pt x="2404492" y="1519566"/>
                </a:cubicBezTo>
                <a:cubicBezTo>
                  <a:pt x="2403254" y="1522554"/>
                  <a:pt x="2400782" y="1523497"/>
                  <a:pt x="2400782" y="1528528"/>
                </a:cubicBezTo>
                <a:cubicBezTo>
                  <a:pt x="2411086" y="1525541"/>
                  <a:pt x="2415002" y="1529471"/>
                  <a:pt x="2426749" y="1525541"/>
                </a:cubicBezTo>
                <a:cubicBezTo>
                  <a:pt x="2424069" y="1516579"/>
                  <a:pt x="2422833" y="1522554"/>
                  <a:pt x="2427985" y="1513592"/>
                </a:cubicBezTo>
                <a:cubicBezTo>
                  <a:pt x="2427006" y="1512609"/>
                  <a:pt x="2426118" y="1512236"/>
                  <a:pt x="2425190" y="1512214"/>
                </a:cubicBezTo>
                <a:close/>
                <a:moveTo>
                  <a:pt x="2652216" y="1510862"/>
                </a:moveTo>
                <a:cubicBezTo>
                  <a:pt x="2658782" y="1512918"/>
                  <a:pt x="2650986" y="1516875"/>
                  <a:pt x="2656115" y="1520831"/>
                </a:cubicBezTo>
                <a:cubicBezTo>
                  <a:pt x="2662681" y="1519881"/>
                  <a:pt x="2662681" y="1519881"/>
                  <a:pt x="2662681" y="1519881"/>
                </a:cubicBezTo>
                <a:cubicBezTo>
                  <a:pt x="2665143" y="1518774"/>
                  <a:pt x="2663912" y="1515767"/>
                  <a:pt x="2663912" y="1512918"/>
                </a:cubicBezTo>
                <a:cubicBezTo>
                  <a:pt x="2679506" y="1510862"/>
                  <a:pt x="2665143" y="1521781"/>
                  <a:pt x="2666579" y="1528901"/>
                </a:cubicBezTo>
                <a:cubicBezTo>
                  <a:pt x="2658782" y="1522888"/>
                  <a:pt x="2648317" y="1536813"/>
                  <a:pt x="2639289" y="1535864"/>
                </a:cubicBezTo>
                <a:cubicBezTo>
                  <a:pt x="2631492" y="1533807"/>
                  <a:pt x="2636622" y="1526844"/>
                  <a:pt x="2628824" y="1520831"/>
                </a:cubicBezTo>
                <a:cubicBezTo>
                  <a:pt x="2639289" y="1525895"/>
                  <a:pt x="2634160" y="1520831"/>
                  <a:pt x="2647087" y="1517824"/>
                </a:cubicBezTo>
                <a:cubicBezTo>
                  <a:pt x="2647087" y="1515767"/>
                  <a:pt x="2644419" y="1516875"/>
                  <a:pt x="2641956" y="1516875"/>
                </a:cubicBezTo>
                <a:cubicBezTo>
                  <a:pt x="2641956" y="1507855"/>
                  <a:pt x="2650986" y="1516875"/>
                  <a:pt x="2652216" y="1510862"/>
                </a:cubicBezTo>
                <a:close/>
                <a:moveTo>
                  <a:pt x="2439591" y="1509389"/>
                </a:moveTo>
                <a:lnTo>
                  <a:pt x="2429171" y="1510166"/>
                </a:lnTo>
                <a:lnTo>
                  <a:pt x="2427985" y="1511548"/>
                </a:lnTo>
                <a:cubicBezTo>
                  <a:pt x="2433138" y="1512649"/>
                  <a:pt x="2431901" y="1517523"/>
                  <a:pt x="2440968" y="1515479"/>
                </a:cubicBezTo>
                <a:cubicBezTo>
                  <a:pt x="2441690" y="1513513"/>
                  <a:pt x="2441072" y="1512295"/>
                  <a:pt x="2440273" y="1511076"/>
                </a:cubicBezTo>
                <a:close/>
                <a:moveTo>
                  <a:pt x="2447675" y="1508786"/>
                </a:moveTo>
                <a:lnTo>
                  <a:pt x="2443792" y="1509076"/>
                </a:lnTo>
                <a:lnTo>
                  <a:pt x="2443783" y="1509642"/>
                </a:lnTo>
                <a:cubicBezTo>
                  <a:pt x="2444395" y="1512000"/>
                  <a:pt x="2445863" y="1514024"/>
                  <a:pt x="2448799" y="1515479"/>
                </a:cubicBezTo>
                <a:lnTo>
                  <a:pt x="2449331" y="1509204"/>
                </a:lnTo>
                <a:close/>
                <a:moveTo>
                  <a:pt x="2610130" y="1507419"/>
                </a:moveTo>
                <a:cubicBezTo>
                  <a:pt x="2611355" y="1513440"/>
                  <a:pt x="2611355" y="1513440"/>
                  <a:pt x="2611355" y="1513440"/>
                </a:cubicBezTo>
                <a:cubicBezTo>
                  <a:pt x="2603596" y="1514391"/>
                  <a:pt x="2602372" y="1510429"/>
                  <a:pt x="2599717" y="1517402"/>
                </a:cubicBezTo>
                <a:cubicBezTo>
                  <a:pt x="2598492" y="1517402"/>
                  <a:pt x="2597266" y="1515342"/>
                  <a:pt x="2594611" y="1516451"/>
                </a:cubicBezTo>
                <a:cubicBezTo>
                  <a:pt x="2593387" y="1512489"/>
                  <a:pt x="2597266" y="1511381"/>
                  <a:pt x="2597266" y="1508370"/>
                </a:cubicBezTo>
                <a:cubicBezTo>
                  <a:pt x="2599717" y="1508370"/>
                  <a:pt x="2598492" y="1511381"/>
                  <a:pt x="2599717" y="1513440"/>
                </a:cubicBezTo>
                <a:cubicBezTo>
                  <a:pt x="2605025" y="1512489"/>
                  <a:pt x="2602372" y="1506468"/>
                  <a:pt x="2610130" y="1507419"/>
                </a:cubicBezTo>
                <a:close/>
                <a:moveTo>
                  <a:pt x="2410231" y="1506973"/>
                </a:moveTo>
                <a:lnTo>
                  <a:pt x="2409264" y="1507284"/>
                </a:lnTo>
                <a:lnTo>
                  <a:pt x="2409850" y="1507618"/>
                </a:lnTo>
                <a:close/>
                <a:moveTo>
                  <a:pt x="2391234" y="1506811"/>
                </a:moveTo>
                <a:lnTo>
                  <a:pt x="2394187" y="1510604"/>
                </a:lnTo>
                <a:lnTo>
                  <a:pt x="2396694" y="1509949"/>
                </a:lnTo>
                <a:close/>
                <a:moveTo>
                  <a:pt x="2851249" y="1506468"/>
                </a:moveTo>
                <a:cubicBezTo>
                  <a:pt x="2844728" y="1516283"/>
                  <a:pt x="2833317" y="1512388"/>
                  <a:pt x="2824148" y="1520178"/>
                </a:cubicBezTo>
                <a:cubicBezTo>
                  <a:pt x="2817831" y="1510362"/>
                  <a:pt x="2844728" y="1506468"/>
                  <a:pt x="2851249" y="1506468"/>
                </a:cubicBezTo>
                <a:close/>
                <a:moveTo>
                  <a:pt x="2206108" y="1506380"/>
                </a:moveTo>
                <a:cubicBezTo>
                  <a:pt x="2204640" y="1506360"/>
                  <a:pt x="2203352" y="1506596"/>
                  <a:pt x="2202734" y="1507618"/>
                </a:cubicBezTo>
                <a:cubicBezTo>
                  <a:pt x="2209328" y="1510604"/>
                  <a:pt x="2197582" y="1513592"/>
                  <a:pt x="2200055" y="1519566"/>
                </a:cubicBezTo>
                <a:cubicBezTo>
                  <a:pt x="2209328" y="1521453"/>
                  <a:pt x="2205413" y="1508561"/>
                  <a:pt x="2213244" y="1508561"/>
                </a:cubicBezTo>
                <a:cubicBezTo>
                  <a:pt x="2211802" y="1508561"/>
                  <a:pt x="2210565" y="1507618"/>
                  <a:pt x="2210565" y="1506674"/>
                </a:cubicBezTo>
                <a:cubicBezTo>
                  <a:pt x="2209225" y="1506674"/>
                  <a:pt x="2207577" y="1506399"/>
                  <a:pt x="2206108" y="1506380"/>
                </a:cubicBezTo>
                <a:close/>
                <a:moveTo>
                  <a:pt x="2908173" y="1501616"/>
                </a:moveTo>
                <a:cubicBezTo>
                  <a:pt x="2909403" y="1507653"/>
                  <a:pt x="2896491" y="1516709"/>
                  <a:pt x="2888703" y="1514643"/>
                </a:cubicBezTo>
                <a:cubicBezTo>
                  <a:pt x="2882348" y="1506699"/>
                  <a:pt x="2903049" y="1506699"/>
                  <a:pt x="2908173" y="1501616"/>
                </a:cubicBezTo>
                <a:close/>
                <a:moveTo>
                  <a:pt x="2379916" y="1501589"/>
                </a:moveTo>
                <a:lnTo>
                  <a:pt x="2376215" y="1501703"/>
                </a:lnTo>
                <a:lnTo>
                  <a:pt x="2378344" y="1501722"/>
                </a:lnTo>
                <a:cubicBezTo>
                  <a:pt x="2380122" y="1502587"/>
                  <a:pt x="2381101" y="1504080"/>
                  <a:pt x="2382440" y="1505574"/>
                </a:cubicBezTo>
                <a:lnTo>
                  <a:pt x="2383444" y="1502933"/>
                </a:lnTo>
                <a:close/>
                <a:moveTo>
                  <a:pt x="2369958" y="1500624"/>
                </a:moveTo>
                <a:lnTo>
                  <a:pt x="2369456" y="1501643"/>
                </a:lnTo>
                <a:lnTo>
                  <a:pt x="2370675" y="1501654"/>
                </a:lnTo>
                <a:close/>
                <a:moveTo>
                  <a:pt x="2734027" y="1498843"/>
                </a:moveTo>
                <a:cubicBezTo>
                  <a:pt x="2731565" y="1501807"/>
                  <a:pt x="2717202" y="1508675"/>
                  <a:pt x="2715971" y="1505709"/>
                </a:cubicBezTo>
                <a:cubicBezTo>
                  <a:pt x="2712072" y="1507739"/>
                  <a:pt x="2712072" y="1510704"/>
                  <a:pt x="2712072" y="1515542"/>
                </a:cubicBezTo>
                <a:cubicBezTo>
                  <a:pt x="2701607" y="1507739"/>
                  <a:pt x="2696478" y="1528497"/>
                  <a:pt x="2676985" y="1524438"/>
                </a:cubicBezTo>
                <a:cubicBezTo>
                  <a:pt x="2678216" y="1521473"/>
                  <a:pt x="2679653" y="1517572"/>
                  <a:pt x="2676985" y="1512733"/>
                </a:cubicBezTo>
                <a:cubicBezTo>
                  <a:pt x="2696478" y="1500871"/>
                  <a:pt x="2709405" y="1504774"/>
                  <a:pt x="2734027" y="1498843"/>
                </a:cubicBezTo>
                <a:close/>
                <a:moveTo>
                  <a:pt x="2354100" y="1494876"/>
                </a:moveTo>
                <a:cubicBezTo>
                  <a:pt x="2353447" y="1494460"/>
                  <a:pt x="2352146" y="1494883"/>
                  <a:pt x="2349878" y="1496612"/>
                </a:cubicBezTo>
                <a:cubicBezTo>
                  <a:pt x="2352558" y="1497713"/>
                  <a:pt x="2352558" y="1498656"/>
                  <a:pt x="2352558" y="1501643"/>
                </a:cubicBezTo>
                <a:cubicBezTo>
                  <a:pt x="2347199" y="1500700"/>
                  <a:pt x="2345963" y="1503687"/>
                  <a:pt x="2342048" y="1503687"/>
                </a:cubicBezTo>
                <a:cubicBezTo>
                  <a:pt x="2340811" y="1501643"/>
                  <a:pt x="2342048" y="1499599"/>
                  <a:pt x="2339368" y="1498656"/>
                </a:cubicBezTo>
                <a:cubicBezTo>
                  <a:pt x="2334217" y="1503687"/>
                  <a:pt x="2339368" y="1501643"/>
                  <a:pt x="2338131" y="1508561"/>
                </a:cubicBezTo>
                <a:cubicBezTo>
                  <a:pt x="2338131" y="1508561"/>
                  <a:pt x="2338131" y="1508561"/>
                  <a:pt x="2351115" y="1508561"/>
                </a:cubicBezTo>
                <a:cubicBezTo>
                  <a:pt x="2352197" y="1504905"/>
                  <a:pt x="2356062" y="1496120"/>
                  <a:pt x="2354100" y="1494876"/>
                </a:cubicBezTo>
                <a:close/>
                <a:moveTo>
                  <a:pt x="2274245" y="1492682"/>
                </a:moveTo>
                <a:cubicBezTo>
                  <a:pt x="2257347" y="1493625"/>
                  <a:pt x="2275688" y="1503687"/>
                  <a:pt x="2263941" y="1508561"/>
                </a:cubicBezTo>
                <a:cubicBezTo>
                  <a:pt x="2265178" y="1509661"/>
                  <a:pt x="2266621" y="1510604"/>
                  <a:pt x="2265178" y="1513592"/>
                </a:cubicBezTo>
                <a:cubicBezTo>
                  <a:pt x="2273008" y="1511548"/>
                  <a:pt x="2283519" y="1499599"/>
                  <a:pt x="2279603" y="1495669"/>
                </a:cubicBezTo>
                <a:cubicBezTo>
                  <a:pt x="2276924" y="1503687"/>
                  <a:pt x="2266621" y="1498656"/>
                  <a:pt x="2274245" y="1492682"/>
                </a:cubicBezTo>
                <a:close/>
                <a:moveTo>
                  <a:pt x="2465699" y="1491738"/>
                </a:moveTo>
                <a:lnTo>
                  <a:pt x="2465236" y="1492383"/>
                </a:lnTo>
                <a:lnTo>
                  <a:pt x="2472398" y="1491965"/>
                </a:lnTo>
                <a:cubicBezTo>
                  <a:pt x="2472398" y="1491965"/>
                  <a:pt x="2472398" y="1491965"/>
                  <a:pt x="2472243" y="1492830"/>
                </a:cubicBezTo>
                <a:lnTo>
                  <a:pt x="2471612" y="1496364"/>
                </a:lnTo>
                <a:lnTo>
                  <a:pt x="2476879" y="1497182"/>
                </a:lnTo>
                <a:cubicBezTo>
                  <a:pt x="2479454" y="1497673"/>
                  <a:pt x="2481361" y="1497162"/>
                  <a:pt x="2482598" y="1492682"/>
                </a:cubicBezTo>
                <a:cubicBezTo>
                  <a:pt x="2473530" y="1491738"/>
                  <a:pt x="2476209" y="1491738"/>
                  <a:pt x="2465699" y="1491738"/>
                </a:cubicBezTo>
                <a:close/>
                <a:moveTo>
                  <a:pt x="175697" y="1490832"/>
                </a:moveTo>
                <a:cubicBezTo>
                  <a:pt x="169103" y="1489889"/>
                  <a:pt x="166424" y="1491932"/>
                  <a:pt x="161272" y="1493818"/>
                </a:cubicBezTo>
                <a:cubicBezTo>
                  <a:pt x="166424" y="1493818"/>
                  <a:pt x="165186" y="1496805"/>
                  <a:pt x="171782" y="1495863"/>
                </a:cubicBezTo>
                <a:cubicBezTo>
                  <a:pt x="173018" y="1493818"/>
                  <a:pt x="175697" y="1493818"/>
                  <a:pt x="175697" y="1490832"/>
                </a:cubicBezTo>
                <a:close/>
                <a:moveTo>
                  <a:pt x="2857355" y="1490524"/>
                </a:moveTo>
                <a:cubicBezTo>
                  <a:pt x="2861243" y="1499491"/>
                  <a:pt x="2861243" y="1499491"/>
                  <a:pt x="2861243" y="1499491"/>
                </a:cubicBezTo>
                <a:cubicBezTo>
                  <a:pt x="2838117" y="1501537"/>
                  <a:pt x="2838117" y="1510505"/>
                  <a:pt x="2816014" y="1512550"/>
                </a:cubicBezTo>
                <a:cubicBezTo>
                  <a:pt x="2822563" y="1496502"/>
                  <a:pt x="2847122" y="1504526"/>
                  <a:pt x="2857355" y="1490524"/>
                </a:cubicBezTo>
                <a:close/>
                <a:moveTo>
                  <a:pt x="2967301" y="1488821"/>
                </a:moveTo>
                <a:cubicBezTo>
                  <a:pt x="2971195" y="1493566"/>
                  <a:pt x="2960949" y="1496475"/>
                  <a:pt x="2953163" y="1499382"/>
                </a:cubicBezTo>
                <a:cubicBezTo>
                  <a:pt x="2950499" y="1493566"/>
                  <a:pt x="2962178" y="1487750"/>
                  <a:pt x="2967301" y="1488821"/>
                </a:cubicBezTo>
                <a:close/>
                <a:moveTo>
                  <a:pt x="2937800" y="1488705"/>
                </a:moveTo>
                <a:cubicBezTo>
                  <a:pt x="2939860" y="1489426"/>
                  <a:pt x="2941514" y="1491301"/>
                  <a:pt x="2942119" y="1494796"/>
                </a:cubicBezTo>
                <a:cubicBezTo>
                  <a:pt x="2937072" y="1496681"/>
                  <a:pt x="2930609" y="1498723"/>
                  <a:pt x="2925561" y="1500765"/>
                </a:cubicBezTo>
                <a:cubicBezTo>
                  <a:pt x="2921775" y="1494757"/>
                  <a:pt x="2931619" y="1486541"/>
                  <a:pt x="2937800" y="1488705"/>
                </a:cubicBezTo>
                <a:close/>
                <a:moveTo>
                  <a:pt x="2661329" y="1487750"/>
                </a:moveTo>
                <a:cubicBezTo>
                  <a:pt x="2661329" y="1496607"/>
                  <a:pt x="2654891" y="1493655"/>
                  <a:pt x="2646998" y="1494742"/>
                </a:cubicBezTo>
                <a:cubicBezTo>
                  <a:pt x="2649491" y="1491790"/>
                  <a:pt x="2654891" y="1488838"/>
                  <a:pt x="2661329" y="1487750"/>
                </a:cubicBezTo>
                <a:close/>
                <a:moveTo>
                  <a:pt x="2444884" y="1485764"/>
                </a:moveTo>
                <a:cubicBezTo>
                  <a:pt x="2445863" y="1488004"/>
                  <a:pt x="2445863" y="1490618"/>
                  <a:pt x="2445496" y="1493369"/>
                </a:cubicBezTo>
                <a:lnTo>
                  <a:pt x="2445490" y="1493403"/>
                </a:lnTo>
                <a:lnTo>
                  <a:pt x="2446126" y="1493498"/>
                </a:lnTo>
                <a:lnTo>
                  <a:pt x="2456244" y="1492907"/>
                </a:lnTo>
                <a:lnTo>
                  <a:pt x="2458074" y="1491738"/>
                </a:lnTo>
                <a:cubicBezTo>
                  <a:pt x="2454158" y="1491738"/>
                  <a:pt x="2455394" y="1489694"/>
                  <a:pt x="2458074" y="1487651"/>
                </a:cubicBezTo>
                <a:cubicBezTo>
                  <a:pt x="2452716" y="1486707"/>
                  <a:pt x="2451479" y="1489694"/>
                  <a:pt x="2447563" y="1489694"/>
                </a:cubicBezTo>
                <a:cubicBezTo>
                  <a:pt x="2446327" y="1488751"/>
                  <a:pt x="2447563" y="1485764"/>
                  <a:pt x="2444884" y="1485764"/>
                </a:cubicBezTo>
                <a:close/>
                <a:moveTo>
                  <a:pt x="3002096" y="1480818"/>
                </a:moveTo>
                <a:cubicBezTo>
                  <a:pt x="3008450" y="1488828"/>
                  <a:pt x="3008450" y="1488828"/>
                  <a:pt x="3008450" y="1488828"/>
                </a:cubicBezTo>
                <a:cubicBezTo>
                  <a:pt x="2995537" y="1491812"/>
                  <a:pt x="2989183" y="1500765"/>
                  <a:pt x="2982624" y="1499665"/>
                </a:cubicBezTo>
                <a:cubicBezTo>
                  <a:pt x="2981394" y="1492754"/>
                  <a:pt x="2993078" y="1486786"/>
                  <a:pt x="3002096" y="1480818"/>
                </a:cubicBezTo>
                <a:close/>
                <a:moveTo>
                  <a:pt x="2829838" y="1479385"/>
                </a:moveTo>
                <a:cubicBezTo>
                  <a:pt x="2832378" y="1478853"/>
                  <a:pt x="2834609" y="1478853"/>
                  <a:pt x="2836190" y="1479585"/>
                </a:cubicBezTo>
                <a:cubicBezTo>
                  <a:pt x="2837619" y="1488366"/>
                  <a:pt x="2818239" y="1488366"/>
                  <a:pt x="2807836" y="1493142"/>
                </a:cubicBezTo>
                <a:cubicBezTo>
                  <a:pt x="2811814" y="1487365"/>
                  <a:pt x="2822217" y="1480981"/>
                  <a:pt x="2829838" y="1479385"/>
                </a:cubicBezTo>
                <a:close/>
                <a:moveTo>
                  <a:pt x="2485277" y="1478846"/>
                </a:moveTo>
                <a:cubicBezTo>
                  <a:pt x="2484040" y="1487651"/>
                  <a:pt x="2493108" y="1494726"/>
                  <a:pt x="2498260" y="1489694"/>
                </a:cubicBezTo>
                <a:cubicBezTo>
                  <a:pt x="2495788" y="1483720"/>
                  <a:pt x="2491872" y="1480733"/>
                  <a:pt x="2485277" y="1478846"/>
                </a:cubicBezTo>
                <a:close/>
                <a:moveTo>
                  <a:pt x="2647033" y="1478737"/>
                </a:moveTo>
                <a:cubicBezTo>
                  <a:pt x="2649518" y="1486573"/>
                  <a:pt x="2614311" y="1501459"/>
                  <a:pt x="2605199" y="1486573"/>
                </a:cubicBezTo>
                <a:cubicBezTo>
                  <a:pt x="2609134" y="1478737"/>
                  <a:pt x="2616796" y="1494564"/>
                  <a:pt x="2615554" y="1483595"/>
                </a:cubicBezTo>
                <a:cubicBezTo>
                  <a:pt x="2619489" y="1485632"/>
                  <a:pt x="2630051" y="1482655"/>
                  <a:pt x="2623423" y="1489550"/>
                </a:cubicBezTo>
                <a:cubicBezTo>
                  <a:pt x="2633986" y="1484692"/>
                  <a:pt x="2639163" y="1480618"/>
                  <a:pt x="2647033" y="1478737"/>
                </a:cubicBezTo>
                <a:close/>
                <a:moveTo>
                  <a:pt x="3012939" y="1478628"/>
                </a:moveTo>
                <a:lnTo>
                  <a:pt x="3013191" y="1478637"/>
                </a:lnTo>
                <a:lnTo>
                  <a:pt x="3011693" y="1482505"/>
                </a:lnTo>
                <a:cubicBezTo>
                  <a:pt x="3010446" y="1480489"/>
                  <a:pt x="3010446" y="1479559"/>
                  <a:pt x="3012939" y="1478628"/>
                </a:cubicBezTo>
                <a:close/>
                <a:moveTo>
                  <a:pt x="2792180" y="1466259"/>
                </a:moveTo>
                <a:cubicBezTo>
                  <a:pt x="2792180" y="1476143"/>
                  <a:pt x="2779118" y="1481007"/>
                  <a:pt x="2775178" y="1489009"/>
                </a:cubicBezTo>
                <a:cubicBezTo>
                  <a:pt x="2758175" y="1489950"/>
                  <a:pt x="2746356" y="1495912"/>
                  <a:pt x="2732049" y="1489950"/>
                </a:cubicBezTo>
                <a:cubicBezTo>
                  <a:pt x="2730597" y="1483988"/>
                  <a:pt x="2730597" y="1483988"/>
                  <a:pt x="2730597" y="1483988"/>
                </a:cubicBezTo>
                <a:cubicBezTo>
                  <a:pt x="2750296" y="1473162"/>
                  <a:pt x="2773934" y="1477085"/>
                  <a:pt x="2792180" y="1466259"/>
                </a:cubicBezTo>
                <a:close/>
                <a:moveTo>
                  <a:pt x="2923941" y="1464179"/>
                </a:moveTo>
                <a:cubicBezTo>
                  <a:pt x="2910940" y="1483948"/>
                  <a:pt x="2892573" y="1480967"/>
                  <a:pt x="2871730" y="1493832"/>
                </a:cubicBezTo>
                <a:cubicBezTo>
                  <a:pt x="2867809" y="1486929"/>
                  <a:pt x="2867809" y="1486929"/>
                  <a:pt x="2867809" y="1486929"/>
                </a:cubicBezTo>
                <a:cubicBezTo>
                  <a:pt x="2892573" y="1479084"/>
                  <a:pt x="2908257" y="1468101"/>
                  <a:pt x="2923941" y="1464179"/>
                </a:cubicBezTo>
                <a:close/>
                <a:moveTo>
                  <a:pt x="2263483" y="1463266"/>
                </a:moveTo>
                <a:lnTo>
                  <a:pt x="2257812" y="1463482"/>
                </a:lnTo>
                <a:lnTo>
                  <a:pt x="2253349" y="1466294"/>
                </a:lnTo>
                <a:cubicBezTo>
                  <a:pt x="2251320" y="1466786"/>
                  <a:pt x="2249008" y="1466776"/>
                  <a:pt x="2247127" y="1466142"/>
                </a:cubicBezTo>
                <a:lnTo>
                  <a:pt x="2245092" y="1463965"/>
                </a:lnTo>
                <a:lnTo>
                  <a:pt x="2232347" y="1464450"/>
                </a:lnTo>
                <a:lnTo>
                  <a:pt x="2231457" y="1466082"/>
                </a:lnTo>
                <a:cubicBezTo>
                  <a:pt x="2230349" y="1468460"/>
                  <a:pt x="2229112" y="1471300"/>
                  <a:pt x="2227463" y="1474758"/>
                </a:cubicBezTo>
                <a:cubicBezTo>
                  <a:pt x="2239211" y="1471771"/>
                  <a:pt x="2235296" y="1470828"/>
                  <a:pt x="2243127" y="1475859"/>
                </a:cubicBezTo>
                <a:cubicBezTo>
                  <a:pt x="2245600" y="1475859"/>
                  <a:pt x="2245600" y="1471771"/>
                  <a:pt x="2247042" y="1468941"/>
                </a:cubicBezTo>
                <a:cubicBezTo>
                  <a:pt x="2250287" y="1470670"/>
                  <a:pt x="2253534" y="1471535"/>
                  <a:pt x="2256882" y="1471813"/>
                </a:cubicBezTo>
                <a:lnTo>
                  <a:pt x="2266914" y="1471189"/>
                </a:lnTo>
                <a:lnTo>
                  <a:pt x="2266548" y="1469209"/>
                </a:lnTo>
                <a:lnTo>
                  <a:pt x="2265723" y="1465110"/>
                </a:lnTo>
                <a:lnTo>
                  <a:pt x="2262885" y="1464936"/>
                </a:lnTo>
                <a:close/>
                <a:moveTo>
                  <a:pt x="3051156" y="1462966"/>
                </a:moveTo>
                <a:cubicBezTo>
                  <a:pt x="3043211" y="1467385"/>
                  <a:pt x="3034566" y="1476690"/>
                  <a:pt x="3024080" y="1479037"/>
                </a:cubicBezTo>
                <a:lnTo>
                  <a:pt x="3013191" y="1478637"/>
                </a:lnTo>
                <a:lnTo>
                  <a:pt x="3014150" y="1476159"/>
                </a:lnTo>
                <a:cubicBezTo>
                  <a:pt x="3021286" y="1469014"/>
                  <a:pt x="3040252" y="1460756"/>
                  <a:pt x="3051156" y="1462966"/>
                </a:cubicBezTo>
                <a:close/>
                <a:moveTo>
                  <a:pt x="2866729" y="1462792"/>
                </a:moveTo>
                <a:cubicBezTo>
                  <a:pt x="2867963" y="1462792"/>
                  <a:pt x="2869198" y="1464668"/>
                  <a:pt x="2871872" y="1463731"/>
                </a:cubicBezTo>
                <a:cubicBezTo>
                  <a:pt x="2873107" y="1465763"/>
                  <a:pt x="2874547" y="1464668"/>
                  <a:pt x="2875781" y="1464668"/>
                </a:cubicBezTo>
                <a:cubicBezTo>
                  <a:pt x="2870638" y="1469671"/>
                  <a:pt x="2857471" y="1478581"/>
                  <a:pt x="2847183" y="1476549"/>
                </a:cubicBezTo>
                <a:cubicBezTo>
                  <a:pt x="2843274" y="1466701"/>
                  <a:pt x="2870638" y="1475611"/>
                  <a:pt x="2866729" y="1462792"/>
                </a:cubicBezTo>
                <a:close/>
                <a:moveTo>
                  <a:pt x="157356" y="1462066"/>
                </a:moveTo>
                <a:cubicBezTo>
                  <a:pt x="154882" y="1463167"/>
                  <a:pt x="154882" y="1467096"/>
                  <a:pt x="150967" y="1468040"/>
                </a:cubicBezTo>
                <a:cubicBezTo>
                  <a:pt x="161272" y="1468040"/>
                  <a:pt x="156119" y="1474956"/>
                  <a:pt x="157356" y="1479043"/>
                </a:cubicBezTo>
                <a:cubicBezTo>
                  <a:pt x="171782" y="1483916"/>
                  <a:pt x="171782" y="1485016"/>
                  <a:pt x="191360" y="1485959"/>
                </a:cubicBezTo>
                <a:cubicBezTo>
                  <a:pt x="195275" y="1482973"/>
                  <a:pt x="200428" y="1482029"/>
                  <a:pt x="200428" y="1476999"/>
                </a:cubicBezTo>
                <a:cubicBezTo>
                  <a:pt x="192596" y="1470083"/>
                  <a:pt x="186001" y="1474013"/>
                  <a:pt x="169103" y="1471970"/>
                </a:cubicBezTo>
                <a:cubicBezTo>
                  <a:pt x="165186" y="1468040"/>
                  <a:pt x="169103" y="1462066"/>
                  <a:pt x="157356" y="1462066"/>
                </a:cubicBezTo>
                <a:close/>
                <a:moveTo>
                  <a:pt x="2188045" y="1461987"/>
                </a:moveTo>
                <a:lnTo>
                  <a:pt x="2187818" y="1462908"/>
                </a:lnTo>
                <a:cubicBezTo>
                  <a:pt x="2187329" y="1464893"/>
                  <a:pt x="2186350" y="1468863"/>
                  <a:pt x="2184392" y="1476802"/>
                </a:cubicBezTo>
                <a:cubicBezTo>
                  <a:pt x="2184392" y="1480733"/>
                  <a:pt x="2193666" y="1474758"/>
                  <a:pt x="2200055" y="1477746"/>
                </a:cubicBezTo>
                <a:cubicBezTo>
                  <a:pt x="2201497" y="1469885"/>
                  <a:pt x="2196138" y="1465954"/>
                  <a:pt x="2207886" y="1465954"/>
                </a:cubicBezTo>
                <a:cubicBezTo>
                  <a:pt x="2205413" y="1471771"/>
                  <a:pt x="2201497" y="1472871"/>
                  <a:pt x="2207886" y="1475859"/>
                </a:cubicBezTo>
                <a:cubicBezTo>
                  <a:pt x="2214481" y="1473815"/>
                  <a:pt x="2220869" y="1469885"/>
                  <a:pt x="2227463" y="1467841"/>
                </a:cubicBezTo>
                <a:cubicBezTo>
                  <a:pt x="2226176" y="1467605"/>
                  <a:pt x="2224798" y="1466740"/>
                  <a:pt x="2223658" y="1465622"/>
                </a:cubicBezTo>
                <a:lnTo>
                  <a:pt x="2223083" y="1464719"/>
                </a:lnTo>
                <a:close/>
                <a:moveTo>
                  <a:pt x="2138538" y="1458237"/>
                </a:moveTo>
                <a:lnTo>
                  <a:pt x="2141526" y="1471771"/>
                </a:lnTo>
                <a:cubicBezTo>
                  <a:pt x="2146679" y="1470828"/>
                  <a:pt x="2147915" y="1464854"/>
                  <a:pt x="2151831" y="1469885"/>
                </a:cubicBezTo>
                <a:cubicBezTo>
                  <a:pt x="2150594" y="1473815"/>
                  <a:pt x="2147915" y="1474758"/>
                  <a:pt x="2146679" y="1478846"/>
                </a:cubicBezTo>
                <a:cubicBezTo>
                  <a:pt x="2159662" y="1480733"/>
                  <a:pt x="2147915" y="1464854"/>
                  <a:pt x="2165020" y="1467841"/>
                </a:cubicBezTo>
                <a:cubicBezTo>
                  <a:pt x="2162340" y="1472871"/>
                  <a:pt x="2157189" y="1474758"/>
                  <a:pt x="2155952" y="1481833"/>
                </a:cubicBezTo>
                <a:cubicBezTo>
                  <a:pt x="2169554" y="1474286"/>
                  <a:pt x="2172954" y="1469659"/>
                  <a:pt x="2179803" y="1465296"/>
                </a:cubicBezTo>
                <a:lnTo>
                  <a:pt x="2186477" y="1461864"/>
                </a:lnTo>
                <a:lnTo>
                  <a:pt x="2185655" y="1461801"/>
                </a:lnTo>
                <a:lnTo>
                  <a:pt x="2167445" y="1460045"/>
                </a:lnTo>
                <a:lnTo>
                  <a:pt x="2166655" y="1460557"/>
                </a:lnTo>
                <a:lnTo>
                  <a:pt x="2166227" y="1459928"/>
                </a:lnTo>
                <a:lnTo>
                  <a:pt x="2148981" y="1458266"/>
                </a:lnTo>
                <a:close/>
                <a:moveTo>
                  <a:pt x="2126006" y="1458204"/>
                </a:moveTo>
                <a:lnTo>
                  <a:pt x="2126688" y="1464028"/>
                </a:lnTo>
                <a:cubicBezTo>
                  <a:pt x="2127513" y="1466150"/>
                  <a:pt x="2129161" y="1467919"/>
                  <a:pt x="2132459" y="1468941"/>
                </a:cubicBezTo>
                <a:cubicBezTo>
                  <a:pt x="2132459" y="1468941"/>
                  <a:pt x="2132459" y="1468941"/>
                  <a:pt x="2134932" y="1458879"/>
                </a:cubicBezTo>
                <a:lnTo>
                  <a:pt x="2131760" y="1458219"/>
                </a:lnTo>
                <a:close/>
                <a:moveTo>
                  <a:pt x="2120634" y="1458189"/>
                </a:moveTo>
                <a:lnTo>
                  <a:pt x="2118960" y="1463635"/>
                </a:lnTo>
                <a:cubicBezTo>
                  <a:pt x="2118136" y="1465129"/>
                  <a:pt x="2116796" y="1465875"/>
                  <a:pt x="2114117" y="1464854"/>
                </a:cubicBezTo>
                <a:cubicBezTo>
                  <a:pt x="2114117" y="1462967"/>
                  <a:pt x="2116796" y="1461866"/>
                  <a:pt x="2116796" y="1460923"/>
                </a:cubicBezTo>
                <a:cubicBezTo>
                  <a:pt x="2114323" y="1461690"/>
                  <a:pt x="2112604" y="1460754"/>
                  <a:pt x="2111214" y="1459657"/>
                </a:cubicBezTo>
                <a:lnTo>
                  <a:pt x="2109274" y="1458459"/>
                </a:lnTo>
                <a:lnTo>
                  <a:pt x="2106227" y="1458806"/>
                </a:lnTo>
                <a:lnTo>
                  <a:pt x="2105049" y="1459980"/>
                </a:lnTo>
                <a:cubicBezTo>
                  <a:pt x="2107728" y="1459980"/>
                  <a:pt x="2107728" y="1463910"/>
                  <a:pt x="2106286" y="1466897"/>
                </a:cubicBezTo>
                <a:cubicBezTo>
                  <a:pt x="2112880" y="1466897"/>
                  <a:pt x="2120712" y="1466897"/>
                  <a:pt x="2121948" y="1469885"/>
                </a:cubicBezTo>
                <a:cubicBezTo>
                  <a:pt x="2125246" y="1467919"/>
                  <a:pt x="2125246" y="1465915"/>
                  <a:pt x="2124267" y="1463910"/>
                </a:cubicBezTo>
                <a:lnTo>
                  <a:pt x="2120863" y="1458190"/>
                </a:lnTo>
                <a:close/>
                <a:moveTo>
                  <a:pt x="3004541" y="1453780"/>
                </a:moveTo>
                <a:cubicBezTo>
                  <a:pt x="3001872" y="1461698"/>
                  <a:pt x="3010908" y="1460748"/>
                  <a:pt x="3014810" y="1467716"/>
                </a:cubicBezTo>
                <a:cubicBezTo>
                  <a:pt x="3010908" y="1470724"/>
                  <a:pt x="3010908" y="1474683"/>
                  <a:pt x="3004541" y="1477692"/>
                </a:cubicBezTo>
                <a:cubicBezTo>
                  <a:pt x="2997968" y="1476742"/>
                  <a:pt x="2995299" y="1469774"/>
                  <a:pt x="2990164" y="1468824"/>
                </a:cubicBezTo>
                <a:cubicBezTo>
                  <a:pt x="2973323" y="1476742"/>
                  <a:pt x="2972090" y="1484819"/>
                  <a:pt x="2955043" y="1480701"/>
                </a:cubicBezTo>
                <a:cubicBezTo>
                  <a:pt x="2972090" y="1467716"/>
                  <a:pt x="2986261" y="1466765"/>
                  <a:pt x="3004541" y="1453780"/>
                </a:cubicBezTo>
                <a:close/>
                <a:moveTo>
                  <a:pt x="2477214" y="1453750"/>
                </a:moveTo>
                <a:cubicBezTo>
                  <a:pt x="2472963" y="1454988"/>
                  <a:pt x="2470336" y="1457464"/>
                  <a:pt x="2473530" y="1460923"/>
                </a:cubicBezTo>
                <a:cubicBezTo>
                  <a:pt x="2476209" y="1455892"/>
                  <a:pt x="2482598" y="1465954"/>
                  <a:pt x="2487956" y="1464854"/>
                </a:cubicBezTo>
                <a:cubicBezTo>
                  <a:pt x="2485277" y="1457936"/>
                  <a:pt x="2486513" y="1458879"/>
                  <a:pt x="2490635" y="1454005"/>
                </a:cubicBezTo>
                <a:cubicBezTo>
                  <a:pt x="2487337" y="1452512"/>
                  <a:pt x="2481464" y="1452512"/>
                  <a:pt x="2477214" y="1453750"/>
                </a:cubicBezTo>
                <a:close/>
                <a:moveTo>
                  <a:pt x="2607235" y="1453284"/>
                </a:moveTo>
                <a:cubicBezTo>
                  <a:pt x="2608414" y="1453647"/>
                  <a:pt x="2610092" y="1454374"/>
                  <a:pt x="2614076" y="1453915"/>
                </a:cubicBezTo>
                <a:cubicBezTo>
                  <a:pt x="2614076" y="1457741"/>
                  <a:pt x="2614076" y="1457741"/>
                  <a:pt x="2614076" y="1457741"/>
                </a:cubicBezTo>
                <a:cubicBezTo>
                  <a:pt x="2607366" y="1458659"/>
                  <a:pt x="2610092" y="1462639"/>
                  <a:pt x="2603381" y="1459731"/>
                </a:cubicBezTo>
                <a:cubicBezTo>
                  <a:pt x="2603381" y="1454833"/>
                  <a:pt x="2603381" y="1454833"/>
                  <a:pt x="2603381" y="1454833"/>
                </a:cubicBezTo>
                <a:cubicBezTo>
                  <a:pt x="2605374" y="1452920"/>
                  <a:pt x="2606056" y="1452920"/>
                  <a:pt x="2607235" y="1453284"/>
                </a:cubicBezTo>
                <a:close/>
                <a:moveTo>
                  <a:pt x="2533500" y="1451962"/>
                </a:moveTo>
                <a:cubicBezTo>
                  <a:pt x="2532264" y="1455892"/>
                  <a:pt x="2536180" y="1456992"/>
                  <a:pt x="2536180" y="1460923"/>
                </a:cubicBezTo>
                <a:cubicBezTo>
                  <a:pt x="2542569" y="1460923"/>
                  <a:pt x="2546484" y="1458879"/>
                  <a:pt x="2547927" y="1454949"/>
                </a:cubicBezTo>
                <a:cubicBezTo>
                  <a:pt x="2545247" y="1449918"/>
                  <a:pt x="2538653" y="1460923"/>
                  <a:pt x="2536180" y="1454005"/>
                </a:cubicBezTo>
                <a:cubicBezTo>
                  <a:pt x="2538653" y="1454005"/>
                  <a:pt x="2537417" y="1451018"/>
                  <a:pt x="2533500" y="1451962"/>
                </a:cubicBezTo>
                <a:close/>
                <a:moveTo>
                  <a:pt x="3041166" y="1451959"/>
                </a:moveTo>
                <a:cubicBezTo>
                  <a:pt x="3038541" y="1457037"/>
                  <a:pt x="3030868" y="1464020"/>
                  <a:pt x="3023194" y="1463068"/>
                </a:cubicBezTo>
                <a:cubicBezTo>
                  <a:pt x="3025819" y="1458942"/>
                  <a:pt x="3034704" y="1451007"/>
                  <a:pt x="3041166" y="1451959"/>
                </a:cubicBezTo>
                <a:close/>
                <a:moveTo>
                  <a:pt x="2445400" y="1448385"/>
                </a:moveTo>
                <a:cubicBezTo>
                  <a:pt x="2441639" y="1448267"/>
                  <a:pt x="2438393" y="1449525"/>
                  <a:pt x="2439732" y="1454005"/>
                </a:cubicBezTo>
                <a:cubicBezTo>
                  <a:pt x="2442411" y="1454949"/>
                  <a:pt x="2451479" y="1451018"/>
                  <a:pt x="2451479" y="1455892"/>
                </a:cubicBezTo>
                <a:cubicBezTo>
                  <a:pt x="2446327" y="1455892"/>
                  <a:pt x="2447563" y="1461866"/>
                  <a:pt x="2440968" y="1460923"/>
                </a:cubicBezTo>
                <a:cubicBezTo>
                  <a:pt x="2435816" y="1458879"/>
                  <a:pt x="2425305" y="1459980"/>
                  <a:pt x="2424069" y="1458879"/>
                </a:cubicBezTo>
                <a:cubicBezTo>
                  <a:pt x="2429221" y="1463910"/>
                  <a:pt x="2420154" y="1468941"/>
                  <a:pt x="2416238" y="1463910"/>
                </a:cubicBezTo>
                <a:cubicBezTo>
                  <a:pt x="2415002" y="1470828"/>
                  <a:pt x="2418917" y="1472871"/>
                  <a:pt x="2422833" y="1474758"/>
                </a:cubicBezTo>
                <a:cubicBezTo>
                  <a:pt x="2422833" y="1470828"/>
                  <a:pt x="2425305" y="1468941"/>
                  <a:pt x="2427985" y="1467841"/>
                </a:cubicBezTo>
                <a:cubicBezTo>
                  <a:pt x="2434579" y="1483720"/>
                  <a:pt x="2434579" y="1458879"/>
                  <a:pt x="2443648" y="1473815"/>
                </a:cubicBezTo>
                <a:cubicBezTo>
                  <a:pt x="2444884" y="1461866"/>
                  <a:pt x="2455394" y="1469885"/>
                  <a:pt x="2458074" y="1473815"/>
                </a:cubicBezTo>
                <a:cubicBezTo>
                  <a:pt x="2455394" y="1463910"/>
                  <a:pt x="2463226" y="1463910"/>
                  <a:pt x="2463226" y="1456992"/>
                </a:cubicBezTo>
                <a:cubicBezTo>
                  <a:pt x="2455394" y="1460923"/>
                  <a:pt x="2448799" y="1459980"/>
                  <a:pt x="2454158" y="1451018"/>
                </a:cubicBezTo>
                <a:cubicBezTo>
                  <a:pt x="2453437" y="1449996"/>
                  <a:pt x="2449161" y="1448503"/>
                  <a:pt x="2445400" y="1448385"/>
                </a:cubicBezTo>
                <a:close/>
                <a:moveTo>
                  <a:pt x="2960558" y="1446585"/>
                </a:moveTo>
                <a:cubicBezTo>
                  <a:pt x="2963950" y="1446809"/>
                  <a:pt x="2967113" y="1447772"/>
                  <a:pt x="2969377" y="1449698"/>
                </a:cubicBezTo>
                <a:cubicBezTo>
                  <a:pt x="2958884" y="1456630"/>
                  <a:pt x="2951065" y="1453703"/>
                  <a:pt x="2942012" y="1458479"/>
                </a:cubicBezTo>
                <a:cubicBezTo>
                  <a:pt x="2938156" y="1451893"/>
                  <a:pt x="2950384" y="1445913"/>
                  <a:pt x="2960558" y="1446585"/>
                </a:cubicBezTo>
                <a:close/>
                <a:moveTo>
                  <a:pt x="2611877" y="1444376"/>
                </a:moveTo>
                <a:cubicBezTo>
                  <a:pt x="2614326" y="1444714"/>
                  <a:pt x="2616380" y="1446076"/>
                  <a:pt x="2617715" y="1449053"/>
                </a:cubicBezTo>
                <a:cubicBezTo>
                  <a:pt x="2606008" y="1455010"/>
                  <a:pt x="2600873" y="1448113"/>
                  <a:pt x="2587934" y="1452972"/>
                </a:cubicBezTo>
                <a:cubicBezTo>
                  <a:pt x="2593634" y="1451562"/>
                  <a:pt x="2604532" y="1443362"/>
                  <a:pt x="2611877" y="1444376"/>
                </a:cubicBezTo>
                <a:close/>
                <a:moveTo>
                  <a:pt x="2319853" y="1443298"/>
                </a:moveTo>
                <a:lnTo>
                  <a:pt x="2316948" y="1445418"/>
                </a:lnTo>
                <a:lnTo>
                  <a:pt x="2322470" y="1445987"/>
                </a:lnTo>
                <a:lnTo>
                  <a:pt x="2319382" y="1451044"/>
                </a:lnTo>
                <a:lnTo>
                  <a:pt x="2324178" y="1451273"/>
                </a:lnTo>
                <a:lnTo>
                  <a:pt x="2324402" y="1451329"/>
                </a:lnTo>
                <a:lnTo>
                  <a:pt x="2324637" y="1450414"/>
                </a:lnTo>
                <a:cubicBezTo>
                  <a:pt x="2325265" y="1448582"/>
                  <a:pt x="2326179" y="1446969"/>
                  <a:pt x="2327828" y="1445987"/>
                </a:cubicBezTo>
                <a:cubicBezTo>
                  <a:pt x="2327106" y="1444493"/>
                  <a:pt x="2325458" y="1443983"/>
                  <a:pt x="2323500" y="1443727"/>
                </a:cubicBezTo>
                <a:close/>
                <a:moveTo>
                  <a:pt x="3025625" y="1442267"/>
                </a:moveTo>
                <a:cubicBezTo>
                  <a:pt x="3031032" y="1442260"/>
                  <a:pt x="3034155" y="1447595"/>
                  <a:pt x="3032198" y="1451347"/>
                </a:cubicBezTo>
                <a:cubicBezTo>
                  <a:pt x="3027183" y="1454317"/>
                  <a:pt x="3023371" y="1449315"/>
                  <a:pt x="3019559" y="1444312"/>
                </a:cubicBezTo>
                <a:cubicBezTo>
                  <a:pt x="3021766" y="1442866"/>
                  <a:pt x="3023822" y="1442270"/>
                  <a:pt x="3025625" y="1442267"/>
                </a:cubicBezTo>
                <a:close/>
                <a:moveTo>
                  <a:pt x="2305333" y="1441301"/>
                </a:moveTo>
                <a:cubicBezTo>
                  <a:pt x="2305333" y="1441301"/>
                  <a:pt x="2306740" y="1441595"/>
                  <a:pt x="2308498" y="1441962"/>
                </a:cubicBezTo>
                <a:lnTo>
                  <a:pt x="2309625" y="1442198"/>
                </a:lnTo>
                <a:close/>
                <a:moveTo>
                  <a:pt x="2532264" y="1436082"/>
                </a:moveTo>
                <a:cubicBezTo>
                  <a:pt x="2521754" y="1441113"/>
                  <a:pt x="2522990" y="1452904"/>
                  <a:pt x="2510008" y="1451962"/>
                </a:cubicBezTo>
                <a:cubicBezTo>
                  <a:pt x="2515365" y="1451962"/>
                  <a:pt x="2512686" y="1458879"/>
                  <a:pt x="2517839" y="1457936"/>
                </a:cubicBezTo>
                <a:cubicBezTo>
                  <a:pt x="2522990" y="1451018"/>
                  <a:pt x="2536180" y="1443000"/>
                  <a:pt x="2532264" y="1436082"/>
                </a:cubicBezTo>
                <a:close/>
                <a:moveTo>
                  <a:pt x="2431421" y="1435320"/>
                </a:moveTo>
                <a:cubicBezTo>
                  <a:pt x="2428281" y="1435837"/>
                  <a:pt x="2428243" y="1439580"/>
                  <a:pt x="2425305" y="1441113"/>
                </a:cubicBezTo>
                <a:cubicBezTo>
                  <a:pt x="2426749" y="1437025"/>
                  <a:pt x="2422833" y="1435139"/>
                  <a:pt x="2420154" y="1439069"/>
                </a:cubicBezTo>
                <a:cubicBezTo>
                  <a:pt x="2425305" y="1439069"/>
                  <a:pt x="2421597" y="1445987"/>
                  <a:pt x="2425305" y="1448031"/>
                </a:cubicBezTo>
                <a:cubicBezTo>
                  <a:pt x="2425305" y="1448031"/>
                  <a:pt x="2425305" y="1448031"/>
                  <a:pt x="2431901" y="1446930"/>
                </a:cubicBezTo>
                <a:cubicBezTo>
                  <a:pt x="2434579" y="1443943"/>
                  <a:pt x="2435816" y="1441113"/>
                  <a:pt x="2435816" y="1436082"/>
                </a:cubicBezTo>
                <a:cubicBezTo>
                  <a:pt x="2433859" y="1435335"/>
                  <a:pt x="2432467" y="1435149"/>
                  <a:pt x="2431421" y="1435320"/>
                </a:cubicBezTo>
                <a:close/>
                <a:moveTo>
                  <a:pt x="2439732" y="1435139"/>
                </a:moveTo>
                <a:cubicBezTo>
                  <a:pt x="2437053" y="1438126"/>
                  <a:pt x="2435816" y="1446930"/>
                  <a:pt x="2442411" y="1446930"/>
                </a:cubicBezTo>
                <a:cubicBezTo>
                  <a:pt x="2444987" y="1444493"/>
                  <a:pt x="2446275" y="1442292"/>
                  <a:pt x="2445940" y="1440327"/>
                </a:cubicBezTo>
                <a:lnTo>
                  <a:pt x="2441842" y="1436902"/>
                </a:lnTo>
                <a:lnTo>
                  <a:pt x="2439818" y="1437042"/>
                </a:lnTo>
                <a:lnTo>
                  <a:pt x="2441127" y="1436304"/>
                </a:lnTo>
                <a:close/>
                <a:moveTo>
                  <a:pt x="2719712" y="1434392"/>
                </a:moveTo>
                <a:cubicBezTo>
                  <a:pt x="2721514" y="1434512"/>
                  <a:pt x="2723011" y="1434781"/>
                  <a:pt x="2723688" y="1435061"/>
                </a:cubicBezTo>
                <a:cubicBezTo>
                  <a:pt x="2724937" y="1440021"/>
                  <a:pt x="2713067" y="1439061"/>
                  <a:pt x="2709111" y="1441141"/>
                </a:cubicBezTo>
                <a:cubicBezTo>
                  <a:pt x="2706143" y="1435022"/>
                  <a:pt x="2714304" y="1434032"/>
                  <a:pt x="2719712" y="1434392"/>
                </a:cubicBezTo>
                <a:close/>
                <a:moveTo>
                  <a:pt x="2467964" y="1433186"/>
                </a:moveTo>
                <a:lnTo>
                  <a:pt x="2459310" y="1439069"/>
                </a:lnTo>
                <a:cubicBezTo>
                  <a:pt x="2464463" y="1439541"/>
                  <a:pt x="2468378" y="1438794"/>
                  <a:pt x="2471495" y="1437301"/>
                </a:cubicBezTo>
                <a:lnTo>
                  <a:pt x="2474852" y="1434463"/>
                </a:lnTo>
                <a:close/>
                <a:moveTo>
                  <a:pt x="2478888" y="1431051"/>
                </a:moveTo>
                <a:lnTo>
                  <a:pt x="2476688" y="1431366"/>
                </a:lnTo>
                <a:lnTo>
                  <a:pt x="2477250" y="1432436"/>
                </a:lnTo>
                <a:close/>
                <a:moveTo>
                  <a:pt x="2458388" y="1426784"/>
                </a:moveTo>
                <a:lnTo>
                  <a:pt x="2458074" y="1428064"/>
                </a:lnTo>
                <a:lnTo>
                  <a:pt x="2460806" y="1427350"/>
                </a:lnTo>
                <a:lnTo>
                  <a:pt x="2460634" y="1427141"/>
                </a:lnTo>
                <a:close/>
                <a:moveTo>
                  <a:pt x="2511147" y="1426150"/>
                </a:moveTo>
                <a:cubicBezTo>
                  <a:pt x="2506723" y="1426364"/>
                  <a:pt x="2501661" y="1431641"/>
                  <a:pt x="2495788" y="1430107"/>
                </a:cubicBezTo>
                <a:cubicBezTo>
                  <a:pt x="2495788" y="1430107"/>
                  <a:pt x="2495788" y="1430107"/>
                  <a:pt x="2495788" y="1437025"/>
                </a:cubicBezTo>
                <a:cubicBezTo>
                  <a:pt x="2507534" y="1435139"/>
                  <a:pt x="2513923" y="1434038"/>
                  <a:pt x="2515365" y="1428064"/>
                </a:cubicBezTo>
                <a:cubicBezTo>
                  <a:pt x="2514026" y="1426570"/>
                  <a:pt x="2512622" y="1426079"/>
                  <a:pt x="2511147" y="1426150"/>
                </a:cubicBezTo>
                <a:close/>
                <a:moveTo>
                  <a:pt x="2495788" y="1423190"/>
                </a:moveTo>
                <a:lnTo>
                  <a:pt x="2495697" y="1423411"/>
                </a:lnTo>
                <a:lnTo>
                  <a:pt x="2490635" y="1424133"/>
                </a:lnTo>
                <a:cubicBezTo>
                  <a:pt x="2495788" y="1423190"/>
                  <a:pt x="2495788" y="1423190"/>
                  <a:pt x="2495788" y="1423190"/>
                </a:cubicBezTo>
                <a:close/>
                <a:moveTo>
                  <a:pt x="2390409" y="1420405"/>
                </a:moveTo>
                <a:cubicBezTo>
                  <a:pt x="2377427" y="1421348"/>
                  <a:pt x="2364444" y="1420405"/>
                  <a:pt x="2351256" y="1428266"/>
                </a:cubicBezTo>
                <a:cubicBezTo>
                  <a:pt x="2352699" y="1420405"/>
                  <a:pt x="2339510" y="1429366"/>
                  <a:pt x="2334359" y="1429366"/>
                </a:cubicBezTo>
                <a:cubicBezTo>
                  <a:pt x="2329207" y="1427323"/>
                  <a:pt x="2330443" y="1419304"/>
                  <a:pt x="2322612" y="1421348"/>
                </a:cubicBezTo>
                <a:cubicBezTo>
                  <a:pt x="2317461" y="1427323"/>
                  <a:pt x="2309631" y="1435341"/>
                  <a:pt x="2305715" y="1438329"/>
                </a:cubicBezTo>
                <a:cubicBezTo>
                  <a:pt x="2304479" y="1435341"/>
                  <a:pt x="2300564" y="1433297"/>
                  <a:pt x="2295412" y="1431254"/>
                </a:cubicBezTo>
                <a:cubicBezTo>
                  <a:pt x="2292733" y="1425279"/>
                  <a:pt x="2307157" y="1430310"/>
                  <a:pt x="2303243" y="1424335"/>
                </a:cubicBezTo>
                <a:cubicBezTo>
                  <a:pt x="2297370" y="1425043"/>
                  <a:pt x="2286281" y="1424689"/>
                  <a:pt x="2280060" y="1427386"/>
                </a:cubicBezTo>
                <a:lnTo>
                  <a:pt x="2276502" y="1430644"/>
                </a:lnTo>
                <a:lnTo>
                  <a:pt x="2277050" y="1431256"/>
                </a:lnTo>
                <a:lnTo>
                  <a:pt x="2284259" y="1431273"/>
                </a:lnTo>
                <a:cubicBezTo>
                  <a:pt x="2286860" y="1431017"/>
                  <a:pt x="2288818" y="1431253"/>
                  <a:pt x="2288818" y="1434240"/>
                </a:cubicBezTo>
                <a:lnTo>
                  <a:pt x="2281894" y="1435516"/>
                </a:lnTo>
                <a:lnTo>
                  <a:pt x="2290286" y="1442092"/>
                </a:lnTo>
                <a:lnTo>
                  <a:pt x="2291350" y="1440013"/>
                </a:lnTo>
                <a:cubicBezTo>
                  <a:pt x="2295215" y="1445201"/>
                  <a:pt x="2300586" y="1442076"/>
                  <a:pt x="2303030" y="1444766"/>
                </a:cubicBezTo>
                <a:lnTo>
                  <a:pt x="2303843" y="1447979"/>
                </a:lnTo>
                <a:lnTo>
                  <a:pt x="2304273" y="1448038"/>
                </a:lnTo>
                <a:lnTo>
                  <a:pt x="2306126" y="1448893"/>
                </a:lnTo>
                <a:lnTo>
                  <a:pt x="2312938" y="1445004"/>
                </a:lnTo>
                <a:lnTo>
                  <a:pt x="2314553" y="1445171"/>
                </a:lnTo>
                <a:lnTo>
                  <a:pt x="2311387" y="1443532"/>
                </a:lnTo>
                <a:lnTo>
                  <a:pt x="2311046" y="1442494"/>
                </a:lnTo>
                <a:lnTo>
                  <a:pt x="2310615" y="1441181"/>
                </a:lnTo>
                <a:cubicBezTo>
                  <a:pt x="2314661" y="1442114"/>
                  <a:pt x="2312106" y="1439162"/>
                  <a:pt x="2316152" y="1437141"/>
                </a:cubicBezTo>
                <a:cubicBezTo>
                  <a:pt x="2318176" y="1437685"/>
                  <a:pt x="2318495" y="1438423"/>
                  <a:pt x="2318814" y="1439278"/>
                </a:cubicBezTo>
                <a:lnTo>
                  <a:pt x="2320408" y="1440975"/>
                </a:lnTo>
                <a:lnTo>
                  <a:pt x="2326772" y="1436809"/>
                </a:lnTo>
                <a:cubicBezTo>
                  <a:pt x="2329373" y="1434824"/>
                  <a:pt x="2329682" y="1433095"/>
                  <a:pt x="2322470" y="1432152"/>
                </a:cubicBezTo>
                <a:cubicBezTo>
                  <a:pt x="2327003" y="1429636"/>
                  <a:pt x="2332876" y="1430383"/>
                  <a:pt x="2337462" y="1433114"/>
                </a:cubicBezTo>
                <a:lnTo>
                  <a:pt x="2340244" y="1435819"/>
                </a:lnTo>
                <a:lnTo>
                  <a:pt x="2345644" y="1433685"/>
                </a:lnTo>
                <a:cubicBezTo>
                  <a:pt x="2348601" y="1433200"/>
                  <a:pt x="2351558" y="1432695"/>
                  <a:pt x="2354152" y="1430209"/>
                </a:cubicBezTo>
                <a:cubicBezTo>
                  <a:pt x="2358094" y="1435181"/>
                  <a:pt x="2363281" y="1432229"/>
                  <a:pt x="2360792" y="1438134"/>
                </a:cubicBezTo>
                <a:cubicBezTo>
                  <a:pt x="2354878" y="1433705"/>
                  <a:pt x="2348965" y="1436444"/>
                  <a:pt x="2343051" y="1437238"/>
                </a:cubicBezTo>
                <a:lnTo>
                  <a:pt x="2341658" y="1437192"/>
                </a:lnTo>
                <a:lnTo>
                  <a:pt x="2343045" y="1438541"/>
                </a:lnTo>
                <a:cubicBezTo>
                  <a:pt x="2344366" y="1440740"/>
                  <a:pt x="2345036" y="1443275"/>
                  <a:pt x="2344727" y="1445987"/>
                </a:cubicBezTo>
                <a:cubicBezTo>
                  <a:pt x="2338854" y="1444022"/>
                  <a:pt x="2336535" y="1447991"/>
                  <a:pt x="2334731" y="1451588"/>
                </a:cubicBezTo>
                <a:lnTo>
                  <a:pt x="2333467" y="1453615"/>
                </a:lnTo>
                <a:lnTo>
                  <a:pt x="2345123" y="1456554"/>
                </a:lnTo>
                <a:lnTo>
                  <a:pt x="2364616" y="1465367"/>
                </a:lnTo>
                <a:lnTo>
                  <a:pt x="2369456" y="1464854"/>
                </a:lnTo>
                <a:lnTo>
                  <a:pt x="2370309" y="1467941"/>
                </a:lnTo>
                <a:lnTo>
                  <a:pt x="2377280" y="1471093"/>
                </a:lnTo>
                <a:lnTo>
                  <a:pt x="2378525" y="1470828"/>
                </a:lnTo>
                <a:cubicBezTo>
                  <a:pt x="2369456" y="1466897"/>
                  <a:pt x="2379761" y="1466897"/>
                  <a:pt x="2379761" y="1457936"/>
                </a:cubicBezTo>
                <a:cubicBezTo>
                  <a:pt x="2387593" y="1454949"/>
                  <a:pt x="2383677" y="1463910"/>
                  <a:pt x="2389035" y="1463910"/>
                </a:cubicBezTo>
                <a:cubicBezTo>
                  <a:pt x="2387593" y="1466897"/>
                  <a:pt x="2383677" y="1465954"/>
                  <a:pt x="2383677" y="1468941"/>
                </a:cubicBezTo>
                <a:cubicBezTo>
                  <a:pt x="2385119" y="1470828"/>
                  <a:pt x="2385119" y="1472871"/>
                  <a:pt x="2387593" y="1473815"/>
                </a:cubicBezTo>
                <a:cubicBezTo>
                  <a:pt x="2392950" y="1472871"/>
                  <a:pt x="2390271" y="1465954"/>
                  <a:pt x="2394187" y="1463910"/>
                </a:cubicBezTo>
                <a:cubicBezTo>
                  <a:pt x="2395423" y="1457936"/>
                  <a:pt x="2385119" y="1458879"/>
                  <a:pt x="2394187" y="1454949"/>
                </a:cubicBezTo>
                <a:cubicBezTo>
                  <a:pt x="2394187" y="1454005"/>
                  <a:pt x="2385119" y="1451962"/>
                  <a:pt x="2382440" y="1454949"/>
                </a:cubicBezTo>
                <a:cubicBezTo>
                  <a:pt x="2383058" y="1450939"/>
                  <a:pt x="2381771" y="1447952"/>
                  <a:pt x="2380637" y="1445221"/>
                </a:cubicBezTo>
                <a:lnTo>
                  <a:pt x="2380628" y="1445139"/>
                </a:lnTo>
                <a:lnTo>
                  <a:pt x="2378500" y="1445998"/>
                </a:lnTo>
                <a:cubicBezTo>
                  <a:pt x="2378500" y="1445998"/>
                  <a:pt x="2378500" y="1445998"/>
                  <a:pt x="2373485" y="1443039"/>
                </a:cubicBezTo>
                <a:cubicBezTo>
                  <a:pt x="2375390" y="1441091"/>
                  <a:pt x="2377898" y="1439143"/>
                  <a:pt x="2379779" y="1437313"/>
                </a:cubicBezTo>
                <a:lnTo>
                  <a:pt x="2379790" y="1437292"/>
                </a:lnTo>
                <a:lnTo>
                  <a:pt x="2379761" y="1437025"/>
                </a:lnTo>
                <a:lnTo>
                  <a:pt x="2379905" y="1437063"/>
                </a:lnTo>
                <a:lnTo>
                  <a:pt x="2382312" y="1432289"/>
                </a:lnTo>
                <a:cubicBezTo>
                  <a:pt x="2386123" y="1434158"/>
                  <a:pt x="2384919" y="1436183"/>
                  <a:pt x="2388732" y="1437118"/>
                </a:cubicBezTo>
                <a:lnTo>
                  <a:pt x="2384389" y="1439609"/>
                </a:lnTo>
                <a:lnTo>
                  <a:pt x="2385145" y="1441408"/>
                </a:lnTo>
                <a:cubicBezTo>
                  <a:pt x="2385635" y="1444022"/>
                  <a:pt x="2385635" y="1447009"/>
                  <a:pt x="2387593" y="1448031"/>
                </a:cubicBezTo>
                <a:cubicBezTo>
                  <a:pt x="2392950" y="1445043"/>
                  <a:pt x="2402018" y="1445987"/>
                  <a:pt x="2405934" y="1441113"/>
                </a:cubicBezTo>
                <a:cubicBezTo>
                  <a:pt x="2400782" y="1436082"/>
                  <a:pt x="2389035" y="1445043"/>
                  <a:pt x="2390271" y="1432152"/>
                </a:cubicBezTo>
                <a:cubicBezTo>
                  <a:pt x="2394805" y="1435139"/>
                  <a:pt x="2396454" y="1433645"/>
                  <a:pt x="2396789" y="1431031"/>
                </a:cubicBezTo>
                <a:lnTo>
                  <a:pt x="2396611" y="1428331"/>
                </a:lnTo>
                <a:lnTo>
                  <a:pt x="2393088" y="1431254"/>
                </a:lnTo>
                <a:cubicBezTo>
                  <a:pt x="2391130" y="1430507"/>
                  <a:pt x="2390551" y="1429642"/>
                  <a:pt x="2390641" y="1428718"/>
                </a:cubicBezTo>
                <a:lnTo>
                  <a:pt x="2391638" y="1426884"/>
                </a:lnTo>
                <a:lnTo>
                  <a:pt x="2388638" y="1430303"/>
                </a:lnTo>
                <a:cubicBezTo>
                  <a:pt x="2386667" y="1431643"/>
                  <a:pt x="2384056" y="1432370"/>
                  <a:pt x="2380165" y="1431910"/>
                </a:cubicBezTo>
                <a:lnTo>
                  <a:pt x="2380796" y="1428511"/>
                </a:lnTo>
                <a:lnTo>
                  <a:pt x="2379178" y="1429622"/>
                </a:lnTo>
                <a:cubicBezTo>
                  <a:pt x="2375791" y="1430632"/>
                  <a:pt x="2371847" y="1429130"/>
                  <a:pt x="2367786" y="1434214"/>
                </a:cubicBezTo>
                <a:cubicBezTo>
                  <a:pt x="2367786" y="1434214"/>
                  <a:pt x="2367786" y="1434214"/>
                  <a:pt x="2362581" y="1431287"/>
                </a:cubicBezTo>
                <a:cubicBezTo>
                  <a:pt x="2367162" y="1430363"/>
                  <a:pt x="2370806" y="1429400"/>
                  <a:pt x="2373956" y="1428668"/>
                </a:cubicBezTo>
                <a:lnTo>
                  <a:pt x="2380957" y="1427642"/>
                </a:lnTo>
                <a:lnTo>
                  <a:pt x="2381147" y="1426616"/>
                </a:lnTo>
                <a:cubicBezTo>
                  <a:pt x="2382015" y="1425262"/>
                  <a:pt x="2383327" y="1424315"/>
                  <a:pt x="2384798" y="1423760"/>
                </a:cubicBezTo>
                <a:lnTo>
                  <a:pt x="2392630" y="1424927"/>
                </a:lnTo>
                <a:lnTo>
                  <a:pt x="2393552" y="1422940"/>
                </a:lnTo>
                <a:cubicBezTo>
                  <a:pt x="2393487" y="1422016"/>
                  <a:pt x="2392676" y="1421152"/>
                  <a:pt x="2390409" y="1420405"/>
                </a:cubicBezTo>
                <a:close/>
                <a:moveTo>
                  <a:pt x="2467141" y="1420202"/>
                </a:moveTo>
                <a:lnTo>
                  <a:pt x="2466331" y="1420384"/>
                </a:lnTo>
                <a:lnTo>
                  <a:pt x="2463932" y="1421440"/>
                </a:lnTo>
                <a:cubicBezTo>
                  <a:pt x="2461503" y="1422296"/>
                  <a:pt x="2459867" y="1423269"/>
                  <a:pt x="2461708" y="1425214"/>
                </a:cubicBezTo>
                <a:lnTo>
                  <a:pt x="2464870" y="1425589"/>
                </a:lnTo>
                <a:close/>
                <a:moveTo>
                  <a:pt x="2614078" y="1419116"/>
                </a:moveTo>
                <a:cubicBezTo>
                  <a:pt x="2612622" y="1425075"/>
                  <a:pt x="2603469" y="1426173"/>
                  <a:pt x="2603469" y="1432132"/>
                </a:cubicBezTo>
                <a:cubicBezTo>
                  <a:pt x="2599517" y="1431034"/>
                  <a:pt x="2598269" y="1428055"/>
                  <a:pt x="2597021" y="1424134"/>
                </a:cubicBezTo>
                <a:cubicBezTo>
                  <a:pt x="2602221" y="1422096"/>
                  <a:pt x="2606173" y="1419116"/>
                  <a:pt x="2614078" y="1419116"/>
                </a:cubicBezTo>
                <a:close/>
                <a:moveTo>
                  <a:pt x="2484129" y="1418940"/>
                </a:moveTo>
                <a:lnTo>
                  <a:pt x="2484530" y="1421657"/>
                </a:lnTo>
                <a:cubicBezTo>
                  <a:pt x="2486308" y="1426374"/>
                  <a:pt x="2489193" y="1431601"/>
                  <a:pt x="2486513" y="1438126"/>
                </a:cubicBezTo>
                <a:cubicBezTo>
                  <a:pt x="2486513" y="1438126"/>
                  <a:pt x="2486513" y="1438126"/>
                  <a:pt x="2490635" y="1437025"/>
                </a:cubicBezTo>
                <a:cubicBezTo>
                  <a:pt x="2493211" y="1435532"/>
                  <a:pt x="2492851" y="1433292"/>
                  <a:pt x="2492670" y="1430816"/>
                </a:cubicBezTo>
                <a:lnTo>
                  <a:pt x="2495697" y="1423411"/>
                </a:lnTo>
                <a:lnTo>
                  <a:pt x="2509139" y="1421494"/>
                </a:lnTo>
                <a:lnTo>
                  <a:pt x="2504981" y="1419304"/>
                </a:lnTo>
                <a:cubicBezTo>
                  <a:pt x="2500447" y="1422291"/>
                  <a:pt x="2495862" y="1421820"/>
                  <a:pt x="2491278" y="1420601"/>
                </a:cubicBezTo>
                <a:close/>
                <a:moveTo>
                  <a:pt x="2403040" y="1418479"/>
                </a:moveTo>
                <a:cubicBezTo>
                  <a:pt x="2401743" y="1418145"/>
                  <a:pt x="2400197" y="1418322"/>
                  <a:pt x="2398239" y="1419304"/>
                </a:cubicBezTo>
                <a:cubicBezTo>
                  <a:pt x="2395972" y="1420562"/>
                  <a:pt x="2395161" y="1421633"/>
                  <a:pt x="2395058" y="1422608"/>
                </a:cubicBezTo>
                <a:lnTo>
                  <a:pt x="2395931" y="1424839"/>
                </a:lnTo>
                <a:lnTo>
                  <a:pt x="2395423" y="1423190"/>
                </a:lnTo>
                <a:cubicBezTo>
                  <a:pt x="2396866" y="1420202"/>
                  <a:pt x="2398103" y="1421146"/>
                  <a:pt x="2398103" y="1423190"/>
                </a:cubicBezTo>
                <a:cubicBezTo>
                  <a:pt x="2399339" y="1423190"/>
                  <a:pt x="2400782" y="1422090"/>
                  <a:pt x="2400782" y="1420202"/>
                </a:cubicBezTo>
                <a:cubicBezTo>
                  <a:pt x="2403564" y="1423858"/>
                  <a:pt x="2396956" y="1429282"/>
                  <a:pt x="2399565" y="1432164"/>
                </a:cubicBezTo>
                <a:lnTo>
                  <a:pt x="2400303" y="1432381"/>
                </a:lnTo>
                <a:lnTo>
                  <a:pt x="2402628" y="1430903"/>
                </a:lnTo>
                <a:cubicBezTo>
                  <a:pt x="2402628" y="1430903"/>
                  <a:pt x="2402628" y="1430903"/>
                  <a:pt x="2403616" y="1431266"/>
                </a:cubicBezTo>
                <a:lnTo>
                  <a:pt x="2406734" y="1432413"/>
                </a:lnTo>
                <a:lnTo>
                  <a:pt x="2410356" y="1425049"/>
                </a:lnTo>
                <a:lnTo>
                  <a:pt x="2406353" y="1420719"/>
                </a:lnTo>
                <a:cubicBezTo>
                  <a:pt x="2405387" y="1419658"/>
                  <a:pt x="2404337" y="1418813"/>
                  <a:pt x="2403040" y="1418479"/>
                </a:cubicBezTo>
                <a:close/>
                <a:moveTo>
                  <a:pt x="2935868" y="1418055"/>
                </a:moveTo>
                <a:cubicBezTo>
                  <a:pt x="2937406" y="1418445"/>
                  <a:pt x="2939176" y="1419697"/>
                  <a:pt x="2941199" y="1422201"/>
                </a:cubicBezTo>
                <a:cubicBezTo>
                  <a:pt x="2931829" y="1424269"/>
                  <a:pt x="2934385" y="1429357"/>
                  <a:pt x="2927783" y="1427290"/>
                </a:cubicBezTo>
                <a:cubicBezTo>
                  <a:pt x="2928741" y="1423473"/>
                  <a:pt x="2931256" y="1416885"/>
                  <a:pt x="2935868" y="1418055"/>
                </a:cubicBezTo>
                <a:close/>
                <a:moveTo>
                  <a:pt x="2287298" y="1415531"/>
                </a:moveTo>
                <a:cubicBezTo>
                  <a:pt x="2284182" y="1415413"/>
                  <a:pt x="2280266" y="1416395"/>
                  <a:pt x="2278309" y="1418361"/>
                </a:cubicBezTo>
                <a:cubicBezTo>
                  <a:pt x="2282224" y="1424335"/>
                  <a:pt x="2287582" y="1416317"/>
                  <a:pt x="2291497" y="1419304"/>
                </a:cubicBezTo>
                <a:cubicBezTo>
                  <a:pt x="2292733" y="1416867"/>
                  <a:pt x="2290415" y="1415649"/>
                  <a:pt x="2287298" y="1415531"/>
                </a:cubicBezTo>
                <a:close/>
                <a:moveTo>
                  <a:pt x="2270697" y="1412235"/>
                </a:moveTo>
                <a:lnTo>
                  <a:pt x="2267076" y="1412298"/>
                </a:lnTo>
                <a:lnTo>
                  <a:pt x="2267902" y="1415457"/>
                </a:lnTo>
                <a:close/>
                <a:moveTo>
                  <a:pt x="2448478" y="1409333"/>
                </a:moveTo>
                <a:lnTo>
                  <a:pt x="2447176" y="1411856"/>
                </a:lnTo>
                <a:cubicBezTo>
                  <a:pt x="2445428" y="1413713"/>
                  <a:pt x="2443419" y="1411679"/>
                  <a:pt x="2438628" y="1412387"/>
                </a:cubicBezTo>
                <a:cubicBezTo>
                  <a:pt x="2438628" y="1415374"/>
                  <a:pt x="2437185" y="1418361"/>
                  <a:pt x="2438628" y="1421348"/>
                </a:cubicBezTo>
                <a:cubicBezTo>
                  <a:pt x="2439864" y="1419304"/>
                  <a:pt x="2450374" y="1419304"/>
                  <a:pt x="2447694" y="1423393"/>
                </a:cubicBezTo>
                <a:lnTo>
                  <a:pt x="2442717" y="1422819"/>
                </a:lnTo>
                <a:lnTo>
                  <a:pt x="2447563" y="1428064"/>
                </a:lnTo>
                <a:cubicBezTo>
                  <a:pt x="2446327" y="1422090"/>
                  <a:pt x="2455394" y="1420202"/>
                  <a:pt x="2458074" y="1411241"/>
                </a:cubicBezTo>
                <a:lnTo>
                  <a:pt x="2456303" y="1410870"/>
                </a:lnTo>
                <a:lnTo>
                  <a:pt x="2454855" y="1415511"/>
                </a:lnTo>
                <a:cubicBezTo>
                  <a:pt x="2454186" y="1417103"/>
                  <a:pt x="2452846" y="1417811"/>
                  <a:pt x="2448931" y="1416317"/>
                </a:cubicBezTo>
                <a:cubicBezTo>
                  <a:pt x="2448004" y="1413369"/>
                  <a:pt x="2453684" y="1412632"/>
                  <a:pt x="2452670" y="1410789"/>
                </a:cubicBezTo>
                <a:lnTo>
                  <a:pt x="2451025" y="1409763"/>
                </a:lnTo>
                <a:lnTo>
                  <a:pt x="2449264" y="1409394"/>
                </a:lnTo>
                <a:close/>
                <a:moveTo>
                  <a:pt x="2285343" y="1409250"/>
                </a:moveTo>
                <a:lnTo>
                  <a:pt x="2276964" y="1411590"/>
                </a:lnTo>
                <a:lnTo>
                  <a:pt x="2274393" y="1413487"/>
                </a:lnTo>
                <a:cubicBezTo>
                  <a:pt x="2280988" y="1415374"/>
                  <a:pt x="2286139" y="1411443"/>
                  <a:pt x="2291497" y="1409399"/>
                </a:cubicBezTo>
                <a:close/>
                <a:moveTo>
                  <a:pt x="2481489" y="1405468"/>
                </a:moveTo>
                <a:lnTo>
                  <a:pt x="2478418" y="1405957"/>
                </a:lnTo>
                <a:lnTo>
                  <a:pt x="2477445" y="1413285"/>
                </a:lnTo>
                <a:lnTo>
                  <a:pt x="2479291" y="1412931"/>
                </a:lnTo>
                <a:lnTo>
                  <a:pt x="2479996" y="1411089"/>
                </a:lnTo>
                <a:cubicBezTo>
                  <a:pt x="2481129" y="1408967"/>
                  <a:pt x="2482108" y="1406962"/>
                  <a:pt x="2481489" y="1405468"/>
                </a:cubicBezTo>
                <a:close/>
                <a:moveTo>
                  <a:pt x="3111915" y="1403428"/>
                </a:moveTo>
                <a:cubicBezTo>
                  <a:pt x="3127488" y="1408494"/>
                  <a:pt x="3102695" y="1414509"/>
                  <a:pt x="3092450" y="1421475"/>
                </a:cubicBezTo>
                <a:cubicBezTo>
                  <a:pt x="3085893" y="1422425"/>
                  <a:pt x="3114374" y="1402478"/>
                  <a:pt x="3111915" y="1403428"/>
                </a:cubicBezTo>
                <a:close/>
                <a:moveTo>
                  <a:pt x="2509210" y="1403318"/>
                </a:moveTo>
                <a:lnTo>
                  <a:pt x="2503464" y="1405169"/>
                </a:lnTo>
                <a:lnTo>
                  <a:pt x="2502969" y="1405184"/>
                </a:lnTo>
                <a:lnTo>
                  <a:pt x="2502869" y="1405331"/>
                </a:lnTo>
                <a:cubicBezTo>
                  <a:pt x="2503023" y="1406687"/>
                  <a:pt x="2503642" y="1407905"/>
                  <a:pt x="2502302" y="1409399"/>
                </a:cubicBezTo>
                <a:cubicBezTo>
                  <a:pt x="2499108" y="1410893"/>
                  <a:pt x="2499469" y="1409163"/>
                  <a:pt x="2499314" y="1406942"/>
                </a:cubicBezTo>
                <a:lnTo>
                  <a:pt x="2498767" y="1405312"/>
                </a:lnTo>
                <a:lnTo>
                  <a:pt x="2490789" y="1405554"/>
                </a:lnTo>
                <a:lnTo>
                  <a:pt x="2489173" y="1404481"/>
                </a:lnTo>
                <a:lnTo>
                  <a:pt x="2487903" y="1407571"/>
                </a:lnTo>
                <a:lnTo>
                  <a:pt x="2487580" y="1408276"/>
                </a:lnTo>
                <a:lnTo>
                  <a:pt x="2489193" y="1408254"/>
                </a:lnTo>
                <a:lnTo>
                  <a:pt x="2483621" y="1414759"/>
                </a:lnTo>
                <a:lnTo>
                  <a:pt x="2489124" y="1415607"/>
                </a:lnTo>
                <a:cubicBezTo>
                  <a:pt x="2491593" y="1415496"/>
                  <a:pt x="2493995" y="1414971"/>
                  <a:pt x="2496352" y="1414292"/>
                </a:cubicBezTo>
                <a:lnTo>
                  <a:pt x="2499440" y="1413443"/>
                </a:lnTo>
                <a:lnTo>
                  <a:pt x="2493431" y="1412348"/>
                </a:lnTo>
                <a:cubicBezTo>
                  <a:pt x="2496138" y="1408453"/>
                  <a:pt x="2498637" y="1411413"/>
                  <a:pt x="2501344" y="1411413"/>
                </a:cubicBezTo>
                <a:cubicBezTo>
                  <a:pt x="2503322" y="1410945"/>
                  <a:pt x="2503635" y="1409231"/>
                  <a:pt x="2504442" y="1407868"/>
                </a:cubicBezTo>
                <a:lnTo>
                  <a:pt x="2510494" y="1406431"/>
                </a:lnTo>
                <a:lnTo>
                  <a:pt x="2510648" y="1404702"/>
                </a:lnTo>
                <a:close/>
                <a:moveTo>
                  <a:pt x="2579552" y="1401092"/>
                </a:moveTo>
                <a:cubicBezTo>
                  <a:pt x="2568128" y="1405993"/>
                  <a:pt x="2549973" y="1418958"/>
                  <a:pt x="2539774" y="1405993"/>
                </a:cubicBezTo>
                <a:cubicBezTo>
                  <a:pt x="2552625" y="1402989"/>
                  <a:pt x="2565477" y="1401092"/>
                  <a:pt x="2579552" y="1401092"/>
                </a:cubicBezTo>
                <a:close/>
                <a:moveTo>
                  <a:pt x="2481361" y="1399292"/>
                </a:moveTo>
                <a:lnTo>
                  <a:pt x="2481298" y="1399429"/>
                </a:lnTo>
                <a:lnTo>
                  <a:pt x="2481489" y="1399494"/>
                </a:lnTo>
                <a:lnTo>
                  <a:pt x="2481571" y="1399432"/>
                </a:lnTo>
                <a:close/>
                <a:moveTo>
                  <a:pt x="2949758" y="1399012"/>
                </a:moveTo>
                <a:cubicBezTo>
                  <a:pt x="2954839" y="1402980"/>
                  <a:pt x="2952401" y="1405042"/>
                  <a:pt x="2953620" y="1408057"/>
                </a:cubicBezTo>
                <a:cubicBezTo>
                  <a:pt x="2947319" y="1412025"/>
                  <a:pt x="2942034" y="1412025"/>
                  <a:pt x="2939595" y="1407105"/>
                </a:cubicBezTo>
                <a:cubicBezTo>
                  <a:pt x="2945896" y="1405042"/>
                  <a:pt x="2942034" y="1401075"/>
                  <a:pt x="2949758" y="1399012"/>
                </a:cubicBezTo>
                <a:close/>
                <a:moveTo>
                  <a:pt x="2690992" y="1398112"/>
                </a:moveTo>
                <a:cubicBezTo>
                  <a:pt x="2692227" y="1409022"/>
                  <a:pt x="2672681" y="1407124"/>
                  <a:pt x="2666304" y="1412026"/>
                </a:cubicBezTo>
                <a:cubicBezTo>
                  <a:pt x="2659720" y="1410128"/>
                  <a:pt x="2667538" y="1403013"/>
                  <a:pt x="2662395" y="1404120"/>
                </a:cubicBezTo>
                <a:cubicBezTo>
                  <a:pt x="2667538" y="1401116"/>
                  <a:pt x="2681734" y="1394159"/>
                  <a:pt x="2681734" y="1405068"/>
                </a:cubicBezTo>
                <a:cubicBezTo>
                  <a:pt x="2685644" y="1403013"/>
                  <a:pt x="2683174" y="1397163"/>
                  <a:pt x="2690992" y="1398112"/>
                </a:cubicBezTo>
                <a:close/>
                <a:moveTo>
                  <a:pt x="2468053" y="1397199"/>
                </a:moveTo>
                <a:lnTo>
                  <a:pt x="2466358" y="1399785"/>
                </a:lnTo>
                <a:lnTo>
                  <a:pt x="2468378" y="1397406"/>
                </a:lnTo>
                <a:close/>
                <a:moveTo>
                  <a:pt x="2646558" y="1396749"/>
                </a:moveTo>
                <a:cubicBezTo>
                  <a:pt x="2648369" y="1396734"/>
                  <a:pt x="2649758" y="1397300"/>
                  <a:pt x="2650427" y="1398809"/>
                </a:cubicBezTo>
                <a:cubicBezTo>
                  <a:pt x="2645898" y="1398809"/>
                  <a:pt x="2643942" y="1398809"/>
                  <a:pt x="2642630" y="1399683"/>
                </a:cubicBezTo>
                <a:lnTo>
                  <a:pt x="2639106" y="1405157"/>
                </a:lnTo>
                <a:lnTo>
                  <a:pt x="2642246" y="1406121"/>
                </a:lnTo>
                <a:cubicBezTo>
                  <a:pt x="2638262" y="1411087"/>
                  <a:pt x="2636793" y="1413105"/>
                  <a:pt x="2642246" y="1418847"/>
                </a:cubicBezTo>
                <a:cubicBezTo>
                  <a:pt x="2628824" y="1423814"/>
                  <a:pt x="2635535" y="1407207"/>
                  <a:pt x="2631552" y="1407207"/>
                </a:cubicBezTo>
                <a:cubicBezTo>
                  <a:pt x="2631552" y="1405189"/>
                  <a:pt x="2632809" y="1405189"/>
                  <a:pt x="2634277" y="1405189"/>
                </a:cubicBezTo>
                <a:lnTo>
                  <a:pt x="2636591" y="1405020"/>
                </a:lnTo>
                <a:lnTo>
                  <a:pt x="2634832" y="1404368"/>
                </a:lnTo>
                <a:cubicBezTo>
                  <a:pt x="2630355" y="1404151"/>
                  <a:pt x="2624951" y="1406594"/>
                  <a:pt x="2626959" y="1402781"/>
                </a:cubicBezTo>
                <a:cubicBezTo>
                  <a:pt x="2631899" y="1402066"/>
                  <a:pt x="2641125" y="1396793"/>
                  <a:pt x="2646558" y="1396749"/>
                </a:cubicBezTo>
                <a:close/>
                <a:moveTo>
                  <a:pt x="2526216" y="1389660"/>
                </a:moveTo>
                <a:lnTo>
                  <a:pt x="2522843" y="1391451"/>
                </a:lnTo>
                <a:lnTo>
                  <a:pt x="2522986" y="1391633"/>
                </a:lnTo>
                <a:cubicBezTo>
                  <a:pt x="2524454" y="1392380"/>
                  <a:pt x="2525793" y="1393127"/>
                  <a:pt x="2524557" y="1394620"/>
                </a:cubicBezTo>
                <a:cubicBezTo>
                  <a:pt x="2526515" y="1395092"/>
                  <a:pt x="2528473" y="1394345"/>
                  <a:pt x="2530430" y="1393107"/>
                </a:cubicBezTo>
                <a:lnTo>
                  <a:pt x="2534164" y="1390270"/>
                </a:lnTo>
                <a:close/>
                <a:moveTo>
                  <a:pt x="140457" y="1389601"/>
                </a:moveTo>
                <a:cubicBezTo>
                  <a:pt x="127473" y="1388658"/>
                  <a:pt x="128710" y="1402491"/>
                  <a:pt x="131389" y="1406421"/>
                </a:cubicBezTo>
                <a:cubicBezTo>
                  <a:pt x="143136" y="1406421"/>
                  <a:pt x="132625" y="1395574"/>
                  <a:pt x="140457" y="1389601"/>
                </a:cubicBezTo>
                <a:close/>
                <a:moveTo>
                  <a:pt x="2643157" y="1388571"/>
                </a:moveTo>
                <a:cubicBezTo>
                  <a:pt x="2632625" y="1390452"/>
                  <a:pt x="2628701" y="1392489"/>
                  <a:pt x="2634070" y="1397505"/>
                </a:cubicBezTo>
                <a:cubicBezTo>
                  <a:pt x="2623538" y="1400326"/>
                  <a:pt x="2634070" y="1392489"/>
                  <a:pt x="2626222" y="1391549"/>
                </a:cubicBezTo>
                <a:cubicBezTo>
                  <a:pt x="2620853" y="1399386"/>
                  <a:pt x="2603918" y="1393430"/>
                  <a:pt x="2605365" y="1402363"/>
                </a:cubicBezTo>
                <a:cubicBezTo>
                  <a:pt x="2598756" y="1395467"/>
                  <a:pt x="2593593" y="1404401"/>
                  <a:pt x="2584299" y="1400326"/>
                </a:cubicBezTo>
                <a:cubicBezTo>
                  <a:pt x="2601441" y="1394526"/>
                  <a:pt x="2628701" y="1386533"/>
                  <a:pt x="2643157" y="1388571"/>
                </a:cubicBezTo>
                <a:close/>
                <a:moveTo>
                  <a:pt x="2522114" y="1388479"/>
                </a:moveTo>
                <a:lnTo>
                  <a:pt x="2520642" y="1388646"/>
                </a:lnTo>
                <a:lnTo>
                  <a:pt x="2521074" y="1389198"/>
                </a:lnTo>
                <a:lnTo>
                  <a:pt x="2522011" y="1388573"/>
                </a:lnTo>
                <a:close/>
                <a:moveTo>
                  <a:pt x="2570098" y="1381571"/>
                </a:moveTo>
                <a:cubicBezTo>
                  <a:pt x="2564843" y="1383064"/>
                  <a:pt x="2559331" y="1383575"/>
                  <a:pt x="2553819" y="1384341"/>
                </a:cubicBezTo>
                <a:lnTo>
                  <a:pt x="2545151" y="1386633"/>
                </a:lnTo>
                <a:lnTo>
                  <a:pt x="2543981" y="1388186"/>
                </a:lnTo>
                <a:lnTo>
                  <a:pt x="2551861" y="1387623"/>
                </a:lnTo>
                <a:cubicBezTo>
                  <a:pt x="2556394" y="1386877"/>
                  <a:pt x="2560928" y="1386130"/>
                  <a:pt x="2566183" y="1386602"/>
                </a:cubicBezTo>
                <a:cubicBezTo>
                  <a:pt x="2566183" y="1386602"/>
                  <a:pt x="2566183" y="1386602"/>
                  <a:pt x="2570098" y="1381571"/>
                </a:cubicBezTo>
                <a:close/>
                <a:moveTo>
                  <a:pt x="2658693" y="1378849"/>
                </a:moveTo>
                <a:cubicBezTo>
                  <a:pt x="2660640" y="1378400"/>
                  <a:pt x="2663022" y="1378539"/>
                  <a:pt x="2665881" y="1379572"/>
                </a:cubicBezTo>
                <a:cubicBezTo>
                  <a:pt x="2662069" y="1383544"/>
                  <a:pt x="2656853" y="1388627"/>
                  <a:pt x="2651837" y="1390534"/>
                </a:cubicBezTo>
                <a:cubicBezTo>
                  <a:pt x="2650934" y="1386840"/>
                  <a:pt x="2652853" y="1380197"/>
                  <a:pt x="2658693" y="1378849"/>
                </a:cubicBezTo>
                <a:close/>
                <a:moveTo>
                  <a:pt x="2592713" y="1376497"/>
                </a:moveTo>
                <a:cubicBezTo>
                  <a:pt x="2588811" y="1375724"/>
                  <a:pt x="2580504" y="1378112"/>
                  <a:pt x="2576486" y="1376697"/>
                </a:cubicBezTo>
                <a:cubicBezTo>
                  <a:pt x="2576486" y="1378583"/>
                  <a:pt x="2576486" y="1380627"/>
                  <a:pt x="2575249" y="1382671"/>
                </a:cubicBezTo>
                <a:cubicBezTo>
                  <a:pt x="2583080" y="1385658"/>
                  <a:pt x="2586995" y="1376697"/>
                  <a:pt x="2594825" y="1378583"/>
                </a:cubicBezTo>
                <a:cubicBezTo>
                  <a:pt x="2594825" y="1377364"/>
                  <a:pt x="2594014" y="1376755"/>
                  <a:pt x="2592713" y="1376497"/>
                </a:cubicBezTo>
                <a:close/>
                <a:moveTo>
                  <a:pt x="3203815" y="1371282"/>
                </a:moveTo>
                <a:cubicBezTo>
                  <a:pt x="3203815" y="1376211"/>
                  <a:pt x="3201322" y="1384992"/>
                  <a:pt x="3193430" y="1384992"/>
                </a:cubicBezTo>
                <a:cubicBezTo>
                  <a:pt x="3189484" y="1380987"/>
                  <a:pt x="3198623" y="1376211"/>
                  <a:pt x="3203815" y="1371282"/>
                </a:cubicBezTo>
                <a:close/>
                <a:moveTo>
                  <a:pt x="2617769" y="1371188"/>
                </a:moveTo>
                <a:cubicBezTo>
                  <a:pt x="2612998" y="1370349"/>
                  <a:pt x="2603995" y="1373709"/>
                  <a:pt x="2599977" y="1373709"/>
                </a:cubicBezTo>
                <a:cubicBezTo>
                  <a:pt x="2597504" y="1378583"/>
                  <a:pt x="2601420" y="1376697"/>
                  <a:pt x="2606571" y="1377640"/>
                </a:cubicBezTo>
                <a:cubicBezTo>
                  <a:pt x="2603892" y="1383614"/>
                  <a:pt x="2598740" y="1381571"/>
                  <a:pt x="2596062" y="1386602"/>
                </a:cubicBezTo>
                <a:cubicBezTo>
                  <a:pt x="2602656" y="1387073"/>
                  <a:pt x="2607240" y="1385344"/>
                  <a:pt x="2610976" y="1382749"/>
                </a:cubicBezTo>
                <a:lnTo>
                  <a:pt x="2619638" y="1374769"/>
                </a:lnTo>
                <a:lnTo>
                  <a:pt x="2616759" y="1373508"/>
                </a:lnTo>
                <a:cubicBezTo>
                  <a:pt x="2616759" y="1372251"/>
                  <a:pt x="2617172" y="1371739"/>
                  <a:pt x="2617770" y="1371558"/>
                </a:cubicBezTo>
                <a:lnTo>
                  <a:pt x="2618217" y="1371563"/>
                </a:lnTo>
                <a:close/>
                <a:moveTo>
                  <a:pt x="2663816" y="1370966"/>
                </a:moveTo>
                <a:lnTo>
                  <a:pt x="2665506" y="1371312"/>
                </a:lnTo>
                <a:cubicBezTo>
                  <a:pt x="2666485" y="1371665"/>
                  <a:pt x="2667155" y="1372137"/>
                  <a:pt x="2666536" y="1372609"/>
                </a:cubicBezTo>
                <a:close/>
                <a:moveTo>
                  <a:pt x="2662970" y="1370455"/>
                </a:moveTo>
                <a:lnTo>
                  <a:pt x="2663816" y="1370966"/>
                </a:lnTo>
                <a:lnTo>
                  <a:pt x="2662621" y="1370722"/>
                </a:lnTo>
                <a:close/>
                <a:moveTo>
                  <a:pt x="54842" y="1368333"/>
                </a:moveTo>
                <a:cubicBezTo>
                  <a:pt x="63857" y="1371348"/>
                  <a:pt x="66521" y="1366428"/>
                  <a:pt x="74307" y="1368333"/>
                </a:cubicBezTo>
                <a:cubicBezTo>
                  <a:pt x="71643" y="1379441"/>
                  <a:pt x="61399" y="1366428"/>
                  <a:pt x="57505" y="1377378"/>
                </a:cubicBezTo>
                <a:cubicBezTo>
                  <a:pt x="57505" y="1374363"/>
                  <a:pt x="53612" y="1372300"/>
                  <a:pt x="54842" y="1368333"/>
                </a:cubicBezTo>
                <a:close/>
                <a:moveTo>
                  <a:pt x="2884866" y="1364349"/>
                </a:moveTo>
                <a:cubicBezTo>
                  <a:pt x="2884866" y="1370379"/>
                  <a:pt x="2871747" y="1377362"/>
                  <a:pt x="2865082" y="1375299"/>
                </a:cubicBezTo>
                <a:cubicBezTo>
                  <a:pt x="2865082" y="1370379"/>
                  <a:pt x="2878410" y="1368316"/>
                  <a:pt x="2884866" y="1364349"/>
                </a:cubicBezTo>
                <a:close/>
                <a:moveTo>
                  <a:pt x="2643045" y="1361761"/>
                </a:moveTo>
                <a:cubicBezTo>
                  <a:pt x="2641705" y="1363254"/>
                  <a:pt x="2640418" y="1365494"/>
                  <a:pt x="2638794" y="1366870"/>
                </a:cubicBezTo>
                <a:lnTo>
                  <a:pt x="2637540" y="1367427"/>
                </a:lnTo>
                <a:lnTo>
                  <a:pt x="2637423" y="1369838"/>
                </a:lnTo>
                <a:cubicBezTo>
                  <a:pt x="2636112" y="1371927"/>
                  <a:pt x="2633825" y="1373606"/>
                  <a:pt x="2631211" y="1374727"/>
                </a:cubicBezTo>
                <a:lnTo>
                  <a:pt x="2626749" y="1375560"/>
                </a:lnTo>
                <a:lnTo>
                  <a:pt x="2625841" y="1377913"/>
                </a:lnTo>
                <a:cubicBezTo>
                  <a:pt x="2626199" y="1378779"/>
                  <a:pt x="2627435" y="1379645"/>
                  <a:pt x="2630063" y="1380627"/>
                </a:cubicBezTo>
                <a:cubicBezTo>
                  <a:pt x="2635215" y="1378583"/>
                  <a:pt x="2637893" y="1365691"/>
                  <a:pt x="2649433" y="1366792"/>
                </a:cubicBezTo>
                <a:lnTo>
                  <a:pt x="2648915" y="1364435"/>
                </a:lnTo>
                <a:lnTo>
                  <a:pt x="2647098" y="1364238"/>
                </a:lnTo>
                <a:lnTo>
                  <a:pt x="2643766" y="1361983"/>
                </a:lnTo>
                <a:close/>
                <a:moveTo>
                  <a:pt x="3170215" y="1356722"/>
                </a:moveTo>
                <a:cubicBezTo>
                  <a:pt x="3172868" y="1359672"/>
                  <a:pt x="3167767" y="1361689"/>
                  <a:pt x="3170215" y="1363707"/>
                </a:cubicBezTo>
                <a:cubicBezTo>
                  <a:pt x="3174091" y="1363707"/>
                  <a:pt x="3179192" y="1363707"/>
                  <a:pt x="3183067" y="1362620"/>
                </a:cubicBezTo>
                <a:cubicBezTo>
                  <a:pt x="3188371" y="1366656"/>
                  <a:pt x="3179192" y="1370536"/>
                  <a:pt x="3181843" y="1373485"/>
                </a:cubicBezTo>
                <a:cubicBezTo>
                  <a:pt x="3175315" y="1371467"/>
                  <a:pt x="3168991" y="1377365"/>
                  <a:pt x="3162464" y="1372398"/>
                </a:cubicBezTo>
                <a:cubicBezTo>
                  <a:pt x="3174091" y="1366656"/>
                  <a:pt x="3158588" y="1362620"/>
                  <a:pt x="3170215" y="1356722"/>
                </a:cubicBezTo>
                <a:close/>
                <a:moveTo>
                  <a:pt x="3018196" y="1356722"/>
                </a:moveTo>
                <a:cubicBezTo>
                  <a:pt x="3023521" y="1360784"/>
                  <a:pt x="3024799" y="1364690"/>
                  <a:pt x="3018196" y="1367658"/>
                </a:cubicBezTo>
                <a:cubicBezTo>
                  <a:pt x="3011381" y="1366721"/>
                  <a:pt x="3012659" y="1359691"/>
                  <a:pt x="3018196" y="1356722"/>
                </a:cubicBezTo>
                <a:close/>
                <a:moveTo>
                  <a:pt x="2697217" y="1352493"/>
                </a:moveTo>
                <a:lnTo>
                  <a:pt x="2689605" y="1352793"/>
                </a:lnTo>
                <a:lnTo>
                  <a:pt x="2684820" y="1355266"/>
                </a:lnTo>
                <a:lnTo>
                  <a:pt x="2684697" y="1356104"/>
                </a:lnTo>
                <a:lnTo>
                  <a:pt x="2690787" y="1354698"/>
                </a:lnTo>
                <a:close/>
                <a:moveTo>
                  <a:pt x="3031777" y="1348403"/>
                </a:moveTo>
                <a:cubicBezTo>
                  <a:pt x="3034402" y="1350516"/>
                  <a:pt x="3031777" y="1352466"/>
                  <a:pt x="3034402" y="1354578"/>
                </a:cubicBezTo>
                <a:cubicBezTo>
                  <a:pt x="3038238" y="1351490"/>
                  <a:pt x="3038238" y="1351490"/>
                  <a:pt x="3038238" y="1351490"/>
                </a:cubicBezTo>
                <a:cubicBezTo>
                  <a:pt x="3042075" y="1358640"/>
                  <a:pt x="3031777" y="1353602"/>
                  <a:pt x="3029353" y="1357665"/>
                </a:cubicBezTo>
                <a:cubicBezTo>
                  <a:pt x="3024103" y="1352466"/>
                  <a:pt x="3024103" y="1352466"/>
                  <a:pt x="3024103" y="1352466"/>
                </a:cubicBezTo>
                <a:cubicBezTo>
                  <a:pt x="3031777" y="1348403"/>
                  <a:pt x="3031777" y="1348403"/>
                  <a:pt x="3031777" y="1348403"/>
                </a:cubicBezTo>
                <a:close/>
                <a:moveTo>
                  <a:pt x="14158" y="1340084"/>
                </a:moveTo>
                <a:cubicBezTo>
                  <a:pt x="15594" y="1349906"/>
                  <a:pt x="28521" y="1353960"/>
                  <a:pt x="25854" y="1364717"/>
                </a:cubicBezTo>
                <a:cubicBezTo>
                  <a:pt x="29752" y="1365652"/>
                  <a:pt x="29752" y="1363781"/>
                  <a:pt x="32420" y="1363781"/>
                </a:cubicBezTo>
                <a:cubicBezTo>
                  <a:pt x="30983" y="1359728"/>
                  <a:pt x="32420" y="1354895"/>
                  <a:pt x="30983" y="1350997"/>
                </a:cubicBezTo>
                <a:cubicBezTo>
                  <a:pt x="37549" y="1350997"/>
                  <a:pt x="49245" y="1357857"/>
                  <a:pt x="54375" y="1348035"/>
                </a:cubicBezTo>
                <a:cubicBezTo>
                  <a:pt x="63402" y="1356766"/>
                  <a:pt x="34882" y="1356766"/>
                  <a:pt x="33650" y="1368614"/>
                </a:cubicBezTo>
                <a:cubicBezTo>
                  <a:pt x="24623" y="1367679"/>
                  <a:pt x="16825" y="1369705"/>
                  <a:pt x="11695" y="1372512"/>
                </a:cubicBezTo>
                <a:cubicBezTo>
                  <a:pt x="7797" y="1367679"/>
                  <a:pt x="2462" y="1363781"/>
                  <a:pt x="0" y="1358793"/>
                </a:cubicBezTo>
                <a:cubicBezTo>
                  <a:pt x="2462" y="1352868"/>
                  <a:pt x="6360" y="1351933"/>
                  <a:pt x="12926" y="1350997"/>
                </a:cubicBezTo>
                <a:cubicBezTo>
                  <a:pt x="9028" y="1346944"/>
                  <a:pt x="12926" y="1346944"/>
                  <a:pt x="14158" y="1340084"/>
                </a:cubicBezTo>
                <a:close/>
                <a:moveTo>
                  <a:pt x="34499" y="1334569"/>
                </a:moveTo>
                <a:cubicBezTo>
                  <a:pt x="35929" y="1342515"/>
                  <a:pt x="46138" y="1331765"/>
                  <a:pt x="43688" y="1345474"/>
                </a:cubicBezTo>
                <a:cubicBezTo>
                  <a:pt x="33274" y="1343449"/>
                  <a:pt x="33274" y="1343449"/>
                  <a:pt x="33274" y="1343449"/>
                </a:cubicBezTo>
                <a:cubicBezTo>
                  <a:pt x="34499" y="1338619"/>
                  <a:pt x="28169" y="1339554"/>
                  <a:pt x="34499" y="1334569"/>
                </a:cubicBezTo>
                <a:close/>
                <a:moveTo>
                  <a:pt x="2291600" y="1331259"/>
                </a:moveTo>
                <a:cubicBezTo>
                  <a:pt x="2288097" y="1331632"/>
                  <a:pt x="2284310" y="1332320"/>
                  <a:pt x="2280833" y="1332806"/>
                </a:cubicBezTo>
                <a:lnTo>
                  <a:pt x="2278276" y="1332904"/>
                </a:lnTo>
                <a:lnTo>
                  <a:pt x="2278473" y="1333694"/>
                </a:lnTo>
                <a:cubicBezTo>
                  <a:pt x="2279333" y="1334370"/>
                  <a:pt x="2280891" y="1334478"/>
                  <a:pt x="2283519" y="1333731"/>
                </a:cubicBezTo>
                <a:lnTo>
                  <a:pt x="2282753" y="1335796"/>
                </a:lnTo>
                <a:lnTo>
                  <a:pt x="2285727" y="1335740"/>
                </a:lnTo>
                <a:cubicBezTo>
                  <a:pt x="2292064" y="1335228"/>
                  <a:pt x="2299224" y="1334481"/>
                  <a:pt x="2304479" y="1336919"/>
                </a:cubicBezTo>
                <a:cubicBezTo>
                  <a:pt x="2304479" y="1331023"/>
                  <a:pt x="2298606" y="1330512"/>
                  <a:pt x="2291600" y="1331259"/>
                </a:cubicBezTo>
                <a:close/>
                <a:moveTo>
                  <a:pt x="2390889" y="1329992"/>
                </a:moveTo>
                <a:lnTo>
                  <a:pt x="2387730" y="1331101"/>
                </a:lnTo>
                <a:lnTo>
                  <a:pt x="2390696" y="1330936"/>
                </a:lnTo>
                <a:close/>
                <a:moveTo>
                  <a:pt x="2343670" y="1328790"/>
                </a:moveTo>
                <a:lnTo>
                  <a:pt x="2336574" y="1330012"/>
                </a:lnTo>
                <a:lnTo>
                  <a:pt x="2335489" y="1330750"/>
                </a:lnTo>
                <a:lnTo>
                  <a:pt x="2333426" y="1331245"/>
                </a:lnTo>
                <a:lnTo>
                  <a:pt x="2327674" y="1333521"/>
                </a:lnTo>
                <a:cubicBezTo>
                  <a:pt x="2324776" y="1334698"/>
                  <a:pt x="2322098" y="1335700"/>
                  <a:pt x="2320140" y="1335975"/>
                </a:cubicBezTo>
                <a:cubicBezTo>
                  <a:pt x="2329207" y="1339906"/>
                  <a:pt x="2337037" y="1329058"/>
                  <a:pt x="2346105" y="1333145"/>
                </a:cubicBezTo>
                <a:lnTo>
                  <a:pt x="2344882" y="1330957"/>
                </a:lnTo>
                <a:lnTo>
                  <a:pt x="2344727" y="1330902"/>
                </a:lnTo>
                <a:lnTo>
                  <a:pt x="2344803" y="1330817"/>
                </a:lnTo>
                <a:close/>
                <a:moveTo>
                  <a:pt x="3237627" y="1327697"/>
                </a:moveTo>
                <a:cubicBezTo>
                  <a:pt x="3239927" y="1327465"/>
                  <a:pt x="3241930" y="1328107"/>
                  <a:pt x="3242893" y="1330123"/>
                </a:cubicBezTo>
                <a:cubicBezTo>
                  <a:pt x="3239040" y="1334866"/>
                  <a:pt x="3233972" y="1333127"/>
                  <a:pt x="3228902" y="1339926"/>
                </a:cubicBezTo>
                <a:cubicBezTo>
                  <a:pt x="3221146" y="1336961"/>
                  <a:pt x="3230727" y="1328393"/>
                  <a:pt x="3237627" y="1327697"/>
                </a:cubicBezTo>
                <a:close/>
                <a:moveTo>
                  <a:pt x="2401748" y="1326180"/>
                </a:moveTo>
                <a:lnTo>
                  <a:pt x="2400574" y="1326592"/>
                </a:lnTo>
                <a:lnTo>
                  <a:pt x="2402018" y="1326971"/>
                </a:lnTo>
                <a:close/>
                <a:moveTo>
                  <a:pt x="2223109" y="1323555"/>
                </a:moveTo>
                <a:cubicBezTo>
                  <a:pt x="2220199" y="1323437"/>
                  <a:pt x="2215974" y="1324184"/>
                  <a:pt x="2213398" y="1324184"/>
                </a:cubicBezTo>
                <a:lnTo>
                  <a:pt x="2213163" y="1324710"/>
                </a:lnTo>
                <a:lnTo>
                  <a:pt x="2213244" y="1324927"/>
                </a:lnTo>
                <a:lnTo>
                  <a:pt x="2213106" y="1324834"/>
                </a:lnTo>
                <a:lnTo>
                  <a:pt x="2211414" y="1328606"/>
                </a:lnTo>
                <a:cubicBezTo>
                  <a:pt x="2211247" y="1329107"/>
                  <a:pt x="2210919" y="1329613"/>
                  <a:pt x="2210066" y="1330308"/>
                </a:cubicBezTo>
                <a:lnTo>
                  <a:pt x="2209222" y="1330840"/>
                </a:lnTo>
                <a:lnTo>
                  <a:pt x="2208752" y="1333085"/>
                </a:lnTo>
                <a:lnTo>
                  <a:pt x="2207219" y="1333250"/>
                </a:lnTo>
                <a:lnTo>
                  <a:pt x="2211318" y="1333509"/>
                </a:lnTo>
                <a:cubicBezTo>
                  <a:pt x="2216206" y="1331357"/>
                  <a:pt x="2219065" y="1323634"/>
                  <a:pt x="2224938" y="1328115"/>
                </a:cubicBezTo>
                <a:lnTo>
                  <a:pt x="2226101" y="1324637"/>
                </a:lnTo>
                <a:lnTo>
                  <a:pt x="2226053" y="1324559"/>
                </a:lnTo>
                <a:close/>
                <a:moveTo>
                  <a:pt x="2186885" y="1323087"/>
                </a:moveTo>
                <a:lnTo>
                  <a:pt x="2186487" y="1325080"/>
                </a:lnTo>
                <a:lnTo>
                  <a:pt x="2188464" y="1323240"/>
                </a:lnTo>
                <a:close/>
                <a:moveTo>
                  <a:pt x="2360529" y="1322140"/>
                </a:moveTo>
                <a:lnTo>
                  <a:pt x="2360294" y="1322498"/>
                </a:lnTo>
                <a:lnTo>
                  <a:pt x="2360968" y="1322369"/>
                </a:lnTo>
                <a:close/>
                <a:moveTo>
                  <a:pt x="3265555" y="1321366"/>
                </a:moveTo>
                <a:cubicBezTo>
                  <a:pt x="3269243" y="1324417"/>
                  <a:pt x="3256334" y="1331481"/>
                  <a:pt x="3252441" y="1336457"/>
                </a:cubicBezTo>
                <a:cubicBezTo>
                  <a:pt x="3248548" y="1329393"/>
                  <a:pt x="3261662" y="1324417"/>
                  <a:pt x="3265555" y="1321366"/>
                </a:cubicBezTo>
                <a:close/>
                <a:moveTo>
                  <a:pt x="2279184" y="1316873"/>
                </a:moveTo>
                <a:cubicBezTo>
                  <a:pt x="2277072" y="1317502"/>
                  <a:pt x="2275115" y="1318760"/>
                  <a:pt x="2273157" y="1320253"/>
                </a:cubicBezTo>
                <a:lnTo>
                  <a:pt x="2278752" y="1320984"/>
                </a:lnTo>
                <a:lnTo>
                  <a:pt x="2279603" y="1320053"/>
                </a:lnTo>
                <a:lnTo>
                  <a:pt x="2279406" y="1321069"/>
                </a:lnTo>
                <a:lnTo>
                  <a:pt x="2281580" y="1321353"/>
                </a:lnTo>
                <a:cubicBezTo>
                  <a:pt x="2284182" y="1320489"/>
                  <a:pt x="2286139" y="1318760"/>
                  <a:pt x="2286139" y="1317266"/>
                </a:cubicBezTo>
                <a:cubicBezTo>
                  <a:pt x="2283563" y="1316244"/>
                  <a:pt x="2281296" y="1316244"/>
                  <a:pt x="2279184" y="1316873"/>
                </a:cubicBezTo>
                <a:close/>
                <a:moveTo>
                  <a:pt x="2375281" y="1315297"/>
                </a:moveTo>
                <a:lnTo>
                  <a:pt x="2373192" y="1316790"/>
                </a:lnTo>
                <a:lnTo>
                  <a:pt x="2374747" y="1317266"/>
                </a:lnTo>
                <a:close/>
                <a:moveTo>
                  <a:pt x="2209944" y="1314941"/>
                </a:moveTo>
                <a:lnTo>
                  <a:pt x="2209280" y="1314971"/>
                </a:lnTo>
                <a:lnTo>
                  <a:pt x="2209019" y="1315104"/>
                </a:lnTo>
                <a:lnTo>
                  <a:pt x="2209586" y="1315238"/>
                </a:lnTo>
                <a:lnTo>
                  <a:pt x="2211109" y="1319273"/>
                </a:lnTo>
                <a:lnTo>
                  <a:pt x="2216334" y="1318838"/>
                </a:lnTo>
                <a:cubicBezTo>
                  <a:pt x="2218524" y="1318661"/>
                  <a:pt x="2220675" y="1318641"/>
                  <a:pt x="2222768" y="1319226"/>
                </a:cubicBezTo>
                <a:lnTo>
                  <a:pt x="2222790" y="1319241"/>
                </a:lnTo>
                <a:lnTo>
                  <a:pt x="2222643" y="1319001"/>
                </a:lnTo>
                <a:cubicBezTo>
                  <a:pt x="2225234" y="1316024"/>
                  <a:pt x="2228186" y="1316769"/>
                  <a:pt x="2231633" y="1317141"/>
                </a:cubicBezTo>
                <a:lnTo>
                  <a:pt x="2234791" y="1317008"/>
                </a:lnTo>
                <a:lnTo>
                  <a:pt x="2235448" y="1316165"/>
                </a:lnTo>
                <a:lnTo>
                  <a:pt x="2221824" y="1314958"/>
                </a:lnTo>
                <a:lnTo>
                  <a:pt x="2220770" y="1315228"/>
                </a:lnTo>
                <a:cubicBezTo>
                  <a:pt x="2217740" y="1315691"/>
                  <a:pt x="2214795" y="1315874"/>
                  <a:pt x="2212034" y="1315596"/>
                </a:cubicBezTo>
                <a:close/>
                <a:moveTo>
                  <a:pt x="2378390" y="1313074"/>
                </a:moveTo>
                <a:lnTo>
                  <a:pt x="2378092" y="1313288"/>
                </a:lnTo>
                <a:lnTo>
                  <a:pt x="2378649" y="1313180"/>
                </a:lnTo>
                <a:lnTo>
                  <a:pt x="2378643" y="1313171"/>
                </a:lnTo>
                <a:close/>
                <a:moveTo>
                  <a:pt x="2353909" y="1312862"/>
                </a:moveTo>
                <a:lnTo>
                  <a:pt x="2348783" y="1315222"/>
                </a:lnTo>
                <a:cubicBezTo>
                  <a:pt x="2353317" y="1316715"/>
                  <a:pt x="2357541" y="1315969"/>
                  <a:pt x="2361765" y="1315477"/>
                </a:cubicBezTo>
                <a:lnTo>
                  <a:pt x="2361877" y="1315473"/>
                </a:lnTo>
                <a:lnTo>
                  <a:pt x="2353795" y="1312978"/>
                </a:lnTo>
                <a:close/>
                <a:moveTo>
                  <a:pt x="3191096" y="1308888"/>
                </a:moveTo>
                <a:cubicBezTo>
                  <a:pt x="3189866" y="1319835"/>
                  <a:pt x="3178183" y="1328594"/>
                  <a:pt x="3164041" y="1334382"/>
                </a:cubicBezTo>
                <a:cubicBezTo>
                  <a:pt x="3167935" y="1325779"/>
                  <a:pt x="3175519" y="1308888"/>
                  <a:pt x="3191096" y="1308888"/>
                </a:cubicBezTo>
                <a:close/>
                <a:moveTo>
                  <a:pt x="1956711" y="1307638"/>
                </a:moveTo>
                <a:lnTo>
                  <a:pt x="1951599" y="1310672"/>
                </a:lnTo>
                <a:lnTo>
                  <a:pt x="1951574" y="1311875"/>
                </a:lnTo>
                <a:lnTo>
                  <a:pt x="1955224" y="1314079"/>
                </a:lnTo>
                <a:close/>
                <a:moveTo>
                  <a:pt x="2481455" y="1307045"/>
                </a:moveTo>
                <a:lnTo>
                  <a:pt x="2475786" y="1307145"/>
                </a:lnTo>
                <a:lnTo>
                  <a:pt x="2477677" y="1311583"/>
                </a:lnTo>
                <a:lnTo>
                  <a:pt x="2479943" y="1312933"/>
                </a:lnTo>
                <a:lnTo>
                  <a:pt x="2480479" y="1312647"/>
                </a:lnTo>
                <a:cubicBezTo>
                  <a:pt x="2480872" y="1312029"/>
                  <a:pt x="2481181" y="1310977"/>
                  <a:pt x="2481489" y="1309248"/>
                </a:cubicBezTo>
                <a:cubicBezTo>
                  <a:pt x="2482108" y="1310269"/>
                  <a:pt x="2481799" y="1311252"/>
                  <a:pt x="2481824" y="1312235"/>
                </a:cubicBezTo>
                <a:lnTo>
                  <a:pt x="2483472" y="1314334"/>
                </a:lnTo>
                <a:lnTo>
                  <a:pt x="2489193" y="1312035"/>
                </a:lnTo>
                <a:cubicBezTo>
                  <a:pt x="2487853" y="1310541"/>
                  <a:pt x="2485895" y="1309795"/>
                  <a:pt x="2483963" y="1308930"/>
                </a:cubicBezTo>
                <a:close/>
                <a:moveTo>
                  <a:pt x="2513923" y="1307004"/>
                </a:moveTo>
                <a:lnTo>
                  <a:pt x="2513846" y="1307306"/>
                </a:lnTo>
                <a:lnTo>
                  <a:pt x="2514950" y="1307202"/>
                </a:lnTo>
                <a:close/>
                <a:moveTo>
                  <a:pt x="187225" y="1306205"/>
                </a:moveTo>
                <a:cubicBezTo>
                  <a:pt x="179265" y="1308010"/>
                  <a:pt x="174666" y="1314700"/>
                  <a:pt x="167866" y="1319180"/>
                </a:cubicBezTo>
                <a:cubicBezTo>
                  <a:pt x="171782" y="1331127"/>
                  <a:pt x="200428" y="1331127"/>
                  <a:pt x="202901" y="1318237"/>
                </a:cubicBezTo>
                <a:cubicBezTo>
                  <a:pt x="193833" y="1319180"/>
                  <a:pt x="196512" y="1312264"/>
                  <a:pt x="196512" y="1306291"/>
                </a:cubicBezTo>
                <a:cubicBezTo>
                  <a:pt x="192905" y="1305544"/>
                  <a:pt x="189878" y="1305603"/>
                  <a:pt x="187225" y="1306205"/>
                </a:cubicBezTo>
                <a:close/>
                <a:moveTo>
                  <a:pt x="3004785" y="1306076"/>
                </a:moveTo>
                <a:cubicBezTo>
                  <a:pt x="3011175" y="1318956"/>
                  <a:pt x="2989118" y="1312987"/>
                  <a:pt x="2978605" y="1323982"/>
                </a:cubicBezTo>
                <a:cubicBezTo>
                  <a:pt x="2974689" y="1321940"/>
                  <a:pt x="2977369" y="1320055"/>
                  <a:pt x="2974689" y="1318013"/>
                </a:cubicBezTo>
                <a:cubicBezTo>
                  <a:pt x="2972215" y="1320055"/>
                  <a:pt x="2969536" y="1318013"/>
                  <a:pt x="2966855" y="1320055"/>
                </a:cubicBezTo>
                <a:cubicBezTo>
                  <a:pt x="2973451" y="1304034"/>
                  <a:pt x="2993035" y="1314087"/>
                  <a:pt x="3004785" y="1306076"/>
                </a:cubicBezTo>
                <a:close/>
                <a:moveTo>
                  <a:pt x="2524433" y="1306061"/>
                </a:moveTo>
                <a:lnTo>
                  <a:pt x="2524387" y="1306309"/>
                </a:lnTo>
                <a:lnTo>
                  <a:pt x="2524857" y="1306264"/>
                </a:lnTo>
                <a:close/>
                <a:moveTo>
                  <a:pt x="2130091" y="1305746"/>
                </a:moveTo>
                <a:lnTo>
                  <a:pt x="2130035" y="1305760"/>
                </a:lnTo>
                <a:lnTo>
                  <a:pt x="2123220" y="1307346"/>
                </a:lnTo>
                <a:lnTo>
                  <a:pt x="2124310" y="1308414"/>
                </a:lnTo>
                <a:cubicBezTo>
                  <a:pt x="2125093" y="1308682"/>
                  <a:pt x="2125911" y="1308589"/>
                  <a:pt x="2126722" y="1308402"/>
                </a:cubicBezTo>
                <a:lnTo>
                  <a:pt x="2129472" y="1308341"/>
                </a:lnTo>
                <a:lnTo>
                  <a:pt x="2130294" y="1306238"/>
                </a:lnTo>
                <a:close/>
                <a:moveTo>
                  <a:pt x="2563853" y="1304238"/>
                </a:moveTo>
                <a:lnTo>
                  <a:pt x="2553846" y="1306783"/>
                </a:lnTo>
                <a:lnTo>
                  <a:pt x="2553479" y="1306665"/>
                </a:lnTo>
                <a:lnTo>
                  <a:pt x="2550866" y="1307926"/>
                </a:lnTo>
                <a:cubicBezTo>
                  <a:pt x="2549118" y="1308687"/>
                  <a:pt x="2547328" y="1309248"/>
                  <a:pt x="2545370" y="1309248"/>
                </a:cubicBezTo>
                <a:cubicBezTo>
                  <a:pt x="2544133" y="1311291"/>
                  <a:pt x="2549285" y="1312235"/>
                  <a:pt x="2551964" y="1313178"/>
                </a:cubicBezTo>
                <a:lnTo>
                  <a:pt x="2553324" y="1311971"/>
                </a:lnTo>
                <a:lnTo>
                  <a:pt x="2553447" y="1310967"/>
                </a:lnTo>
                <a:lnTo>
                  <a:pt x="2553954" y="1311412"/>
                </a:lnTo>
                <a:lnTo>
                  <a:pt x="2555241" y="1310269"/>
                </a:lnTo>
                <a:cubicBezTo>
                  <a:pt x="2558971" y="1308619"/>
                  <a:pt x="2563916" y="1309798"/>
                  <a:pt x="2568861" y="1305317"/>
                </a:cubicBezTo>
                <a:close/>
                <a:moveTo>
                  <a:pt x="2575806" y="1302989"/>
                </a:moveTo>
                <a:lnTo>
                  <a:pt x="2575249" y="1303273"/>
                </a:lnTo>
                <a:lnTo>
                  <a:pt x="2576350" y="1303358"/>
                </a:lnTo>
                <a:close/>
                <a:moveTo>
                  <a:pt x="2516314" y="1300718"/>
                </a:moveTo>
                <a:lnTo>
                  <a:pt x="2509915" y="1302752"/>
                </a:lnTo>
                <a:lnTo>
                  <a:pt x="2519075" y="1305117"/>
                </a:lnTo>
                <a:lnTo>
                  <a:pt x="2524555" y="1301393"/>
                </a:lnTo>
                <a:close/>
                <a:moveTo>
                  <a:pt x="3201869" y="1297860"/>
                </a:moveTo>
                <a:cubicBezTo>
                  <a:pt x="3203063" y="1298040"/>
                  <a:pt x="3204304" y="1298644"/>
                  <a:pt x="3205635" y="1299852"/>
                </a:cubicBezTo>
                <a:lnTo>
                  <a:pt x="3195192" y="1308731"/>
                </a:lnTo>
                <a:cubicBezTo>
                  <a:pt x="3191301" y="1306706"/>
                  <a:pt x="3193963" y="1304836"/>
                  <a:pt x="3191301" y="1302812"/>
                </a:cubicBezTo>
                <a:cubicBezTo>
                  <a:pt x="3195140" y="1300591"/>
                  <a:pt x="3198289" y="1297320"/>
                  <a:pt x="3201869" y="1297860"/>
                </a:cubicBezTo>
                <a:close/>
                <a:moveTo>
                  <a:pt x="2616610" y="1297484"/>
                </a:moveTo>
                <a:lnTo>
                  <a:pt x="2606215" y="1297697"/>
                </a:lnTo>
                <a:lnTo>
                  <a:pt x="2604904" y="1297502"/>
                </a:lnTo>
                <a:lnTo>
                  <a:pt x="2601342" y="1300814"/>
                </a:lnTo>
                <a:cubicBezTo>
                  <a:pt x="2599359" y="1301936"/>
                  <a:pt x="2597092" y="1302565"/>
                  <a:pt x="2594825" y="1302329"/>
                </a:cubicBezTo>
                <a:cubicBezTo>
                  <a:pt x="2597762" y="1307518"/>
                  <a:pt x="2605102" y="1302094"/>
                  <a:pt x="2611893" y="1299920"/>
                </a:cubicBezTo>
                <a:lnTo>
                  <a:pt x="2613657" y="1299761"/>
                </a:lnTo>
                <a:lnTo>
                  <a:pt x="2616885" y="1297783"/>
                </a:lnTo>
                <a:close/>
                <a:moveTo>
                  <a:pt x="2593615" y="1296727"/>
                </a:moveTo>
                <a:lnTo>
                  <a:pt x="2590343" y="1297226"/>
                </a:lnTo>
                <a:lnTo>
                  <a:pt x="2589376" y="1299531"/>
                </a:lnTo>
                <a:cubicBezTo>
                  <a:pt x="2587675" y="1300838"/>
                  <a:pt x="2584842" y="1300788"/>
                  <a:pt x="2583142" y="1302567"/>
                </a:cubicBezTo>
                <a:lnTo>
                  <a:pt x="2582732" y="1303851"/>
                </a:lnTo>
                <a:lnTo>
                  <a:pt x="2583131" y="1303882"/>
                </a:lnTo>
                <a:cubicBezTo>
                  <a:pt x="2585758" y="1303509"/>
                  <a:pt x="2587716" y="1303273"/>
                  <a:pt x="2586995" y="1305317"/>
                </a:cubicBezTo>
                <a:cubicBezTo>
                  <a:pt x="2589570" y="1304766"/>
                  <a:pt x="2592198" y="1303273"/>
                  <a:pt x="2594001" y="1301543"/>
                </a:cubicBezTo>
                <a:lnTo>
                  <a:pt x="2595743" y="1297158"/>
                </a:lnTo>
                <a:close/>
                <a:moveTo>
                  <a:pt x="3320713" y="1295510"/>
                </a:moveTo>
                <a:cubicBezTo>
                  <a:pt x="3323070" y="1295452"/>
                  <a:pt x="3325224" y="1295939"/>
                  <a:pt x="3326492" y="1297168"/>
                </a:cubicBezTo>
                <a:cubicBezTo>
                  <a:pt x="3322843" y="1304151"/>
                  <a:pt x="3316353" y="1297168"/>
                  <a:pt x="3312502" y="1305262"/>
                </a:cubicBezTo>
                <a:cubicBezTo>
                  <a:pt x="3304745" y="1300739"/>
                  <a:pt x="3313642" y="1295680"/>
                  <a:pt x="3320713" y="1295510"/>
                </a:cubicBezTo>
                <a:close/>
                <a:moveTo>
                  <a:pt x="2561031" y="1292424"/>
                </a:moveTo>
                <a:cubicBezTo>
                  <a:pt x="2557116" y="1292896"/>
                  <a:pt x="2555467" y="1294114"/>
                  <a:pt x="2554308" y="1295844"/>
                </a:cubicBezTo>
                <a:lnTo>
                  <a:pt x="2553045" y="1298007"/>
                </a:lnTo>
                <a:lnTo>
                  <a:pt x="2563865" y="1297221"/>
                </a:lnTo>
                <a:lnTo>
                  <a:pt x="2564388" y="1297019"/>
                </a:lnTo>
                <a:lnTo>
                  <a:pt x="2562731" y="1295529"/>
                </a:lnTo>
                <a:cubicBezTo>
                  <a:pt x="2561289" y="1294665"/>
                  <a:pt x="2559691" y="1293918"/>
                  <a:pt x="2561031" y="1292424"/>
                </a:cubicBezTo>
                <a:close/>
                <a:moveTo>
                  <a:pt x="2994759" y="1292249"/>
                </a:moveTo>
                <a:cubicBezTo>
                  <a:pt x="2998716" y="1292249"/>
                  <a:pt x="3002673" y="1294150"/>
                  <a:pt x="3006629" y="1297161"/>
                </a:cubicBezTo>
                <a:cubicBezTo>
                  <a:pt x="3001423" y="1300172"/>
                  <a:pt x="2996009" y="1303183"/>
                  <a:pt x="2992052" y="1302232"/>
                </a:cubicBezTo>
                <a:cubicBezTo>
                  <a:pt x="2986847" y="1298270"/>
                  <a:pt x="2997467" y="1296210"/>
                  <a:pt x="2994759" y="1292249"/>
                </a:cubicBezTo>
                <a:close/>
                <a:moveTo>
                  <a:pt x="3026772" y="1285383"/>
                </a:moveTo>
                <a:cubicBezTo>
                  <a:pt x="3022852" y="1285383"/>
                  <a:pt x="3008405" y="1290393"/>
                  <a:pt x="3016454" y="1295402"/>
                </a:cubicBezTo>
                <a:cubicBezTo>
                  <a:pt x="3018930" y="1292427"/>
                  <a:pt x="3030694" y="1289453"/>
                  <a:pt x="3026772" y="1285383"/>
                </a:cubicBezTo>
                <a:close/>
                <a:moveTo>
                  <a:pt x="3217047" y="1282543"/>
                </a:moveTo>
                <a:cubicBezTo>
                  <a:pt x="3227440" y="1286451"/>
                  <a:pt x="3210395" y="1293329"/>
                  <a:pt x="3207693" y="1298332"/>
                </a:cubicBezTo>
                <a:cubicBezTo>
                  <a:pt x="3195844" y="1295362"/>
                  <a:pt x="3210395" y="1282543"/>
                  <a:pt x="3217047" y="1282543"/>
                </a:cubicBezTo>
                <a:close/>
                <a:moveTo>
                  <a:pt x="2532515" y="1282213"/>
                </a:moveTo>
                <a:lnTo>
                  <a:pt x="2530590" y="1285995"/>
                </a:lnTo>
                <a:cubicBezTo>
                  <a:pt x="2528968" y="1287234"/>
                  <a:pt x="2527009" y="1288216"/>
                  <a:pt x="2525669" y="1290181"/>
                </a:cubicBezTo>
                <a:cubicBezTo>
                  <a:pt x="2523712" y="1289710"/>
                  <a:pt x="2523403" y="1286250"/>
                  <a:pt x="2524228" y="1283146"/>
                </a:cubicBezTo>
                <a:lnTo>
                  <a:pt x="2524648" y="1282319"/>
                </a:lnTo>
                <a:lnTo>
                  <a:pt x="2523114" y="1282519"/>
                </a:lnTo>
                <a:cubicBezTo>
                  <a:pt x="2519200" y="1285349"/>
                  <a:pt x="2529709" y="1294311"/>
                  <a:pt x="2519200" y="1290381"/>
                </a:cubicBezTo>
                <a:cubicBezTo>
                  <a:pt x="2517963" y="1291324"/>
                  <a:pt x="2517963" y="1292424"/>
                  <a:pt x="2519200" y="1293368"/>
                </a:cubicBezTo>
                <a:cubicBezTo>
                  <a:pt x="2519200" y="1293368"/>
                  <a:pt x="2519200" y="1293368"/>
                  <a:pt x="2516726" y="1296355"/>
                </a:cubicBezTo>
                <a:cubicBezTo>
                  <a:pt x="2519200" y="1295411"/>
                  <a:pt x="2523114" y="1296355"/>
                  <a:pt x="2525793" y="1297299"/>
                </a:cubicBezTo>
                <a:cubicBezTo>
                  <a:pt x="2529709" y="1292424"/>
                  <a:pt x="2529709" y="1288336"/>
                  <a:pt x="2534860" y="1282519"/>
                </a:cubicBezTo>
                <a:close/>
                <a:moveTo>
                  <a:pt x="22975" y="1279077"/>
                </a:moveTo>
                <a:cubicBezTo>
                  <a:pt x="36141" y="1280015"/>
                  <a:pt x="17831" y="1287831"/>
                  <a:pt x="26884" y="1291895"/>
                </a:cubicBezTo>
                <a:cubicBezTo>
                  <a:pt x="21740" y="1294865"/>
                  <a:pt x="17831" y="1283923"/>
                  <a:pt x="8778" y="1290801"/>
                </a:cubicBezTo>
                <a:cubicBezTo>
                  <a:pt x="3635" y="1282985"/>
                  <a:pt x="20505" y="1284860"/>
                  <a:pt x="22975" y="1279077"/>
                </a:cubicBezTo>
                <a:close/>
                <a:moveTo>
                  <a:pt x="3099608" y="1277690"/>
                </a:moveTo>
                <a:cubicBezTo>
                  <a:pt x="3102047" y="1279753"/>
                  <a:pt x="3102047" y="1283721"/>
                  <a:pt x="3098388" y="1281657"/>
                </a:cubicBezTo>
                <a:cubicBezTo>
                  <a:pt x="3095746" y="1283721"/>
                  <a:pt x="3100827" y="1285625"/>
                  <a:pt x="3102047" y="1287688"/>
                </a:cubicBezTo>
                <a:cubicBezTo>
                  <a:pt x="3099608" y="1288641"/>
                  <a:pt x="3096965" y="1288641"/>
                  <a:pt x="3094526" y="1290703"/>
                </a:cubicBezTo>
                <a:cubicBezTo>
                  <a:pt x="3086802" y="1286736"/>
                  <a:pt x="3094526" y="1277690"/>
                  <a:pt x="3099608" y="1277690"/>
                </a:cubicBezTo>
                <a:close/>
                <a:moveTo>
                  <a:pt x="3066419" y="1272144"/>
                </a:moveTo>
                <a:cubicBezTo>
                  <a:pt x="3079327" y="1273237"/>
                  <a:pt x="3067648" y="1281049"/>
                  <a:pt x="3059863" y="1283080"/>
                </a:cubicBezTo>
                <a:cubicBezTo>
                  <a:pt x="3058633" y="1278081"/>
                  <a:pt x="3070312" y="1274174"/>
                  <a:pt x="3066419" y="1272144"/>
                </a:cubicBezTo>
                <a:close/>
                <a:moveTo>
                  <a:pt x="2719841" y="1270616"/>
                </a:moveTo>
                <a:lnTo>
                  <a:pt x="2715989" y="1272132"/>
                </a:lnTo>
                <a:lnTo>
                  <a:pt x="2718588" y="1272628"/>
                </a:lnTo>
                <a:close/>
                <a:moveTo>
                  <a:pt x="3285117" y="1269188"/>
                </a:moveTo>
                <a:cubicBezTo>
                  <a:pt x="3290252" y="1267291"/>
                  <a:pt x="3295594" y="1279308"/>
                  <a:pt x="3287787" y="1285158"/>
                </a:cubicBezTo>
                <a:cubicBezTo>
                  <a:pt x="3272173" y="1282312"/>
                  <a:pt x="3294156" y="1273300"/>
                  <a:pt x="3285117" y="1269188"/>
                </a:cubicBezTo>
                <a:close/>
                <a:moveTo>
                  <a:pt x="3043695" y="1261745"/>
                </a:moveTo>
                <a:cubicBezTo>
                  <a:pt x="3047615" y="1274582"/>
                  <a:pt x="3029455" y="1272546"/>
                  <a:pt x="3024090" y="1281469"/>
                </a:cubicBezTo>
                <a:cubicBezTo>
                  <a:pt x="3035853" y="1289453"/>
                  <a:pt x="3044932" y="1267694"/>
                  <a:pt x="3059379" y="1261745"/>
                </a:cubicBezTo>
                <a:cubicBezTo>
                  <a:pt x="3060617" y="1263623"/>
                  <a:pt x="3062061" y="1268633"/>
                  <a:pt x="3058140" y="1266598"/>
                </a:cubicBezTo>
                <a:cubicBezTo>
                  <a:pt x="3058140" y="1269572"/>
                  <a:pt x="3062061" y="1268633"/>
                  <a:pt x="3060617" y="1273642"/>
                </a:cubicBezTo>
                <a:cubicBezTo>
                  <a:pt x="3037297" y="1286479"/>
                  <a:pt x="3037297" y="1301194"/>
                  <a:pt x="3011088" y="1305264"/>
                </a:cubicBezTo>
                <a:cubicBezTo>
                  <a:pt x="3007167" y="1302290"/>
                  <a:pt x="3016454" y="1293366"/>
                  <a:pt x="3005929" y="1294306"/>
                </a:cubicBezTo>
                <a:cubicBezTo>
                  <a:pt x="3017692" y="1281469"/>
                  <a:pt x="3026772" y="1269572"/>
                  <a:pt x="3043695" y="1261745"/>
                </a:cubicBezTo>
                <a:close/>
                <a:moveTo>
                  <a:pt x="2756381" y="1247616"/>
                </a:moveTo>
                <a:cubicBezTo>
                  <a:pt x="2756381" y="1247616"/>
                  <a:pt x="2756381" y="1247616"/>
                  <a:pt x="2755891" y="1248500"/>
                </a:cubicBezTo>
                <a:lnTo>
                  <a:pt x="2754497" y="1251020"/>
                </a:lnTo>
                <a:lnTo>
                  <a:pt x="2754540" y="1251213"/>
                </a:lnTo>
                <a:lnTo>
                  <a:pt x="2755173" y="1254180"/>
                </a:lnTo>
                <a:lnTo>
                  <a:pt x="2758622" y="1253531"/>
                </a:lnTo>
                <a:cubicBezTo>
                  <a:pt x="2760553" y="1252922"/>
                  <a:pt x="2762150" y="1251703"/>
                  <a:pt x="2762769" y="1248716"/>
                </a:cubicBezTo>
                <a:cubicBezTo>
                  <a:pt x="2762769" y="1248716"/>
                  <a:pt x="2762769" y="1248716"/>
                  <a:pt x="2756381" y="1247616"/>
                </a:cubicBezTo>
                <a:close/>
                <a:moveTo>
                  <a:pt x="3248384" y="1247186"/>
                </a:moveTo>
                <a:cubicBezTo>
                  <a:pt x="3253792" y="1258128"/>
                  <a:pt x="3239231" y="1265007"/>
                  <a:pt x="3227374" y="1278920"/>
                </a:cubicBezTo>
                <a:cubicBezTo>
                  <a:pt x="3222174" y="1276888"/>
                  <a:pt x="3224878" y="1273918"/>
                  <a:pt x="3219470" y="1271885"/>
                </a:cubicBezTo>
                <a:cubicBezTo>
                  <a:pt x="3234030" y="1262975"/>
                  <a:pt x="3240479" y="1251251"/>
                  <a:pt x="3248384" y="1247186"/>
                </a:cubicBezTo>
                <a:close/>
                <a:moveTo>
                  <a:pt x="3364651" y="1242334"/>
                </a:moveTo>
                <a:cubicBezTo>
                  <a:pt x="3364651" y="1251292"/>
                  <a:pt x="3359452" y="1257108"/>
                  <a:pt x="3354043" y="1262138"/>
                </a:cubicBezTo>
                <a:cubicBezTo>
                  <a:pt x="3347386" y="1268111"/>
                  <a:pt x="3340938" y="1273140"/>
                  <a:pt x="3338234" y="1281000"/>
                </a:cubicBezTo>
                <a:cubicBezTo>
                  <a:pt x="3330330" y="1277070"/>
                  <a:pt x="3330330" y="1277070"/>
                  <a:pt x="3330330" y="1277070"/>
                </a:cubicBezTo>
                <a:cubicBezTo>
                  <a:pt x="3350091" y="1265124"/>
                  <a:pt x="3346138" y="1250193"/>
                  <a:pt x="3364651" y="1242334"/>
                </a:cubicBezTo>
                <a:close/>
                <a:moveTo>
                  <a:pt x="2687668" y="1239199"/>
                </a:moveTo>
                <a:cubicBezTo>
                  <a:pt x="2686621" y="1238998"/>
                  <a:pt x="2685327" y="1239341"/>
                  <a:pt x="2684026" y="1240030"/>
                </a:cubicBezTo>
                <a:lnTo>
                  <a:pt x="2679346" y="1245254"/>
                </a:lnTo>
                <a:lnTo>
                  <a:pt x="2689261" y="1241004"/>
                </a:lnTo>
                <a:close/>
                <a:moveTo>
                  <a:pt x="2747108" y="1237710"/>
                </a:moveTo>
                <a:lnTo>
                  <a:pt x="2745784" y="1238032"/>
                </a:lnTo>
                <a:lnTo>
                  <a:pt x="2744580" y="1240402"/>
                </a:lnTo>
                <a:lnTo>
                  <a:pt x="2747293" y="1238021"/>
                </a:lnTo>
                <a:close/>
                <a:moveTo>
                  <a:pt x="2766684" y="1235666"/>
                </a:moveTo>
                <a:cubicBezTo>
                  <a:pt x="2765447" y="1238811"/>
                  <a:pt x="2762769" y="1238811"/>
                  <a:pt x="2761532" y="1240697"/>
                </a:cubicBezTo>
                <a:cubicBezTo>
                  <a:pt x="2764005" y="1243685"/>
                  <a:pt x="2762769" y="1247616"/>
                  <a:pt x="2766684" y="1249659"/>
                </a:cubicBezTo>
                <a:cubicBezTo>
                  <a:pt x="2769260" y="1246672"/>
                  <a:pt x="2773175" y="1245415"/>
                  <a:pt x="2776936" y="1243921"/>
                </a:cubicBezTo>
                <a:lnTo>
                  <a:pt x="2779168" y="1242807"/>
                </a:lnTo>
                <a:lnTo>
                  <a:pt x="2775542" y="1238953"/>
                </a:lnTo>
                <a:lnTo>
                  <a:pt x="2775329" y="1238677"/>
                </a:lnTo>
                <a:lnTo>
                  <a:pt x="2770599" y="1242742"/>
                </a:lnTo>
                <a:cubicBezTo>
                  <a:pt x="2769363" y="1240697"/>
                  <a:pt x="2773278" y="1235666"/>
                  <a:pt x="2766684" y="1235666"/>
                </a:cubicBezTo>
                <a:close/>
                <a:moveTo>
                  <a:pt x="2639130" y="1235666"/>
                </a:moveTo>
                <a:cubicBezTo>
                  <a:pt x="2639130" y="1235666"/>
                  <a:pt x="2639130" y="1235666"/>
                  <a:pt x="2633979" y="1241641"/>
                </a:cubicBezTo>
                <a:cubicBezTo>
                  <a:pt x="2636554" y="1242663"/>
                  <a:pt x="2638820" y="1242663"/>
                  <a:pt x="2640598" y="1241798"/>
                </a:cubicBezTo>
                <a:lnTo>
                  <a:pt x="2641868" y="1240063"/>
                </a:lnTo>
                <a:lnTo>
                  <a:pt x="2640158" y="1237789"/>
                </a:lnTo>
                <a:lnTo>
                  <a:pt x="2639221" y="1235685"/>
                </a:lnTo>
                <a:close/>
                <a:moveTo>
                  <a:pt x="3140414" y="1235401"/>
                </a:moveTo>
                <a:cubicBezTo>
                  <a:pt x="3144267" y="1235401"/>
                  <a:pt x="3164746" y="1246531"/>
                  <a:pt x="3155825" y="1252573"/>
                </a:cubicBezTo>
                <a:cubicBezTo>
                  <a:pt x="3149336" y="1246531"/>
                  <a:pt x="3145484" y="1240489"/>
                  <a:pt x="3140414" y="1235401"/>
                </a:cubicBezTo>
                <a:close/>
                <a:moveTo>
                  <a:pt x="2770448" y="1232345"/>
                </a:moveTo>
                <a:lnTo>
                  <a:pt x="2770290" y="1232503"/>
                </a:lnTo>
                <a:cubicBezTo>
                  <a:pt x="2768332" y="1233741"/>
                  <a:pt x="2766066" y="1234723"/>
                  <a:pt x="2769363" y="1234723"/>
                </a:cubicBezTo>
                <a:lnTo>
                  <a:pt x="2771552" y="1233778"/>
                </a:lnTo>
                <a:close/>
                <a:moveTo>
                  <a:pt x="2756381" y="1230792"/>
                </a:moveTo>
                <a:lnTo>
                  <a:pt x="2750099" y="1231621"/>
                </a:lnTo>
                <a:lnTo>
                  <a:pt x="2748479" y="1232728"/>
                </a:lnTo>
                <a:lnTo>
                  <a:pt x="2746768" y="1236097"/>
                </a:lnTo>
                <a:lnTo>
                  <a:pt x="2748336" y="1237107"/>
                </a:lnTo>
                <a:lnTo>
                  <a:pt x="2748700" y="1236787"/>
                </a:lnTo>
                <a:lnTo>
                  <a:pt x="2748966" y="1237513"/>
                </a:lnTo>
                <a:lnTo>
                  <a:pt x="2750096" y="1238241"/>
                </a:lnTo>
                <a:cubicBezTo>
                  <a:pt x="2752053" y="1239243"/>
                  <a:pt x="2753702" y="1240226"/>
                  <a:pt x="2753702" y="1241641"/>
                </a:cubicBezTo>
                <a:cubicBezTo>
                  <a:pt x="2758854" y="1241641"/>
                  <a:pt x="2753702" y="1234723"/>
                  <a:pt x="2756381" y="1230792"/>
                </a:cubicBezTo>
                <a:close/>
                <a:moveTo>
                  <a:pt x="3371396" y="1229271"/>
                </a:moveTo>
                <a:cubicBezTo>
                  <a:pt x="3373101" y="1229017"/>
                  <a:pt x="3375124" y="1229457"/>
                  <a:pt x="3377377" y="1230942"/>
                </a:cubicBezTo>
                <a:cubicBezTo>
                  <a:pt x="3374714" y="1235788"/>
                  <a:pt x="3370823" y="1238915"/>
                  <a:pt x="3366932" y="1240791"/>
                </a:cubicBezTo>
                <a:cubicBezTo>
                  <a:pt x="3364014" y="1237039"/>
                  <a:pt x="3366280" y="1230033"/>
                  <a:pt x="3371396" y="1229271"/>
                </a:cubicBezTo>
                <a:close/>
                <a:moveTo>
                  <a:pt x="2756160" y="1227472"/>
                </a:moveTo>
                <a:lnTo>
                  <a:pt x="2755663" y="1227813"/>
                </a:lnTo>
                <a:lnTo>
                  <a:pt x="2756381" y="1227806"/>
                </a:lnTo>
                <a:close/>
                <a:moveTo>
                  <a:pt x="2782546" y="1226865"/>
                </a:moveTo>
                <a:cubicBezTo>
                  <a:pt x="2781314" y="1227804"/>
                  <a:pt x="2781314" y="1229681"/>
                  <a:pt x="2779878" y="1229681"/>
                </a:cubicBezTo>
                <a:lnTo>
                  <a:pt x="2780139" y="1230079"/>
                </a:lnTo>
                <a:lnTo>
                  <a:pt x="2785972" y="1229036"/>
                </a:lnTo>
                <a:close/>
                <a:moveTo>
                  <a:pt x="2800608" y="1225769"/>
                </a:moveTo>
                <a:cubicBezTo>
                  <a:pt x="2800608" y="1227804"/>
                  <a:pt x="2800608" y="1230777"/>
                  <a:pt x="2802045" y="1233750"/>
                </a:cubicBezTo>
                <a:cubicBezTo>
                  <a:pt x="2797119" y="1224126"/>
                  <a:pt x="2793001" y="1230610"/>
                  <a:pt x="2787959" y="1230296"/>
                </a:cubicBezTo>
                <a:lnTo>
                  <a:pt x="2787475" y="1229989"/>
                </a:lnTo>
                <a:lnTo>
                  <a:pt x="2785088" y="1230957"/>
                </a:lnTo>
                <a:lnTo>
                  <a:pt x="2782125" y="1233101"/>
                </a:lnTo>
                <a:lnTo>
                  <a:pt x="2782530" y="1233716"/>
                </a:lnTo>
                <a:cubicBezTo>
                  <a:pt x="2782626" y="1236190"/>
                  <a:pt x="2780298" y="1238372"/>
                  <a:pt x="2781061" y="1241081"/>
                </a:cubicBezTo>
                <a:lnTo>
                  <a:pt x="2781551" y="1241619"/>
                </a:lnTo>
                <a:lnTo>
                  <a:pt x="2782274" y="1241257"/>
                </a:lnTo>
                <a:cubicBezTo>
                  <a:pt x="2783891" y="1240147"/>
                  <a:pt x="2785282" y="1238732"/>
                  <a:pt x="2786261" y="1236767"/>
                </a:cubicBezTo>
                <a:cubicBezTo>
                  <a:pt x="2794091" y="1235666"/>
                  <a:pt x="2794091" y="1239755"/>
                  <a:pt x="2799243" y="1239755"/>
                </a:cubicBezTo>
                <a:cubicBezTo>
                  <a:pt x="2802179" y="1237514"/>
                  <a:pt x="2804214" y="1235146"/>
                  <a:pt x="2805920" y="1232854"/>
                </a:cubicBezTo>
                <a:lnTo>
                  <a:pt x="2806778" y="1231680"/>
                </a:lnTo>
                <a:lnTo>
                  <a:pt x="2802892" y="1231325"/>
                </a:lnTo>
                <a:cubicBezTo>
                  <a:pt x="2802558" y="1229956"/>
                  <a:pt x="2802558" y="1227725"/>
                  <a:pt x="2800608" y="1225769"/>
                </a:cubicBezTo>
                <a:close/>
                <a:moveTo>
                  <a:pt x="3268900" y="1225695"/>
                </a:moveTo>
                <a:cubicBezTo>
                  <a:pt x="3279240" y="1228716"/>
                  <a:pt x="3262614" y="1236825"/>
                  <a:pt x="3259978" y="1242868"/>
                </a:cubicBezTo>
                <a:cubicBezTo>
                  <a:pt x="3254909" y="1236825"/>
                  <a:pt x="3262614" y="1235712"/>
                  <a:pt x="3268900" y="1225695"/>
                </a:cubicBezTo>
                <a:close/>
                <a:moveTo>
                  <a:pt x="2792735" y="1215181"/>
                </a:moveTo>
                <a:lnTo>
                  <a:pt x="2791694" y="1215840"/>
                </a:lnTo>
                <a:lnTo>
                  <a:pt x="2793014" y="1219823"/>
                </a:lnTo>
                <a:lnTo>
                  <a:pt x="2797595" y="1217690"/>
                </a:lnTo>
                <a:lnTo>
                  <a:pt x="2795044" y="1216229"/>
                </a:lnTo>
                <a:cubicBezTo>
                  <a:pt x="2794233" y="1215669"/>
                  <a:pt x="2793505" y="1215203"/>
                  <a:pt x="2792735" y="1215181"/>
                </a:cubicBezTo>
                <a:close/>
                <a:moveTo>
                  <a:pt x="2251687" y="1213764"/>
                </a:moveTo>
                <a:cubicBezTo>
                  <a:pt x="2250353" y="1214309"/>
                  <a:pt x="2249070" y="1215556"/>
                  <a:pt x="2247941" y="1217154"/>
                </a:cubicBezTo>
                <a:lnTo>
                  <a:pt x="2247842" y="1217348"/>
                </a:lnTo>
                <a:lnTo>
                  <a:pt x="2251108" y="1218843"/>
                </a:lnTo>
                <a:lnTo>
                  <a:pt x="2251867" y="1213941"/>
                </a:lnTo>
                <a:close/>
                <a:moveTo>
                  <a:pt x="2252749" y="1206325"/>
                </a:moveTo>
                <a:lnTo>
                  <a:pt x="2250902" y="1206874"/>
                </a:lnTo>
                <a:lnTo>
                  <a:pt x="2245519" y="1209273"/>
                </a:lnTo>
                <a:lnTo>
                  <a:pt x="2245214" y="1209630"/>
                </a:lnTo>
                <a:lnTo>
                  <a:pt x="2250455" y="1210957"/>
                </a:lnTo>
                <a:cubicBezTo>
                  <a:pt x="2253021" y="1211892"/>
                  <a:pt x="2253329" y="1209164"/>
                  <a:pt x="2253637" y="1206572"/>
                </a:cubicBezTo>
                <a:lnTo>
                  <a:pt x="2253674" y="1206410"/>
                </a:lnTo>
                <a:close/>
                <a:moveTo>
                  <a:pt x="3402921" y="1200738"/>
                </a:moveTo>
                <a:cubicBezTo>
                  <a:pt x="3409495" y="1205821"/>
                  <a:pt x="3410729" y="1202803"/>
                  <a:pt x="3414632" y="1207887"/>
                </a:cubicBezTo>
                <a:cubicBezTo>
                  <a:pt x="3408263" y="1214877"/>
                  <a:pt x="3399018" y="1210905"/>
                  <a:pt x="3392649" y="1215831"/>
                </a:cubicBezTo>
                <a:cubicBezTo>
                  <a:pt x="3391212" y="1214877"/>
                  <a:pt x="3395115" y="1203756"/>
                  <a:pt x="3402921" y="1200738"/>
                </a:cubicBezTo>
                <a:close/>
                <a:moveTo>
                  <a:pt x="2341516" y="1199181"/>
                </a:moveTo>
                <a:cubicBezTo>
                  <a:pt x="2340354" y="1199544"/>
                  <a:pt x="2339498" y="1200449"/>
                  <a:pt x="2338764" y="1201628"/>
                </a:cubicBezTo>
                <a:lnTo>
                  <a:pt x="2334814" y="1209028"/>
                </a:lnTo>
                <a:lnTo>
                  <a:pt x="2343001" y="1211021"/>
                </a:lnTo>
                <a:lnTo>
                  <a:pt x="2340846" y="1212191"/>
                </a:lnTo>
                <a:lnTo>
                  <a:pt x="2342035" y="1212613"/>
                </a:lnTo>
                <a:cubicBezTo>
                  <a:pt x="2344508" y="1212869"/>
                  <a:pt x="2346826" y="1212397"/>
                  <a:pt x="2348783" y="1210982"/>
                </a:cubicBezTo>
                <a:cubicBezTo>
                  <a:pt x="2339510" y="1209881"/>
                  <a:pt x="2342189" y="1205008"/>
                  <a:pt x="2346105" y="1199976"/>
                </a:cubicBezTo>
                <a:cubicBezTo>
                  <a:pt x="2344147" y="1198994"/>
                  <a:pt x="2342678" y="1198817"/>
                  <a:pt x="2341516" y="1199181"/>
                </a:cubicBezTo>
                <a:close/>
                <a:moveTo>
                  <a:pt x="2809502" y="1198262"/>
                </a:moveTo>
                <a:lnTo>
                  <a:pt x="2809752" y="1199976"/>
                </a:lnTo>
                <a:lnTo>
                  <a:pt x="2812582" y="1199092"/>
                </a:lnTo>
                <a:close/>
                <a:moveTo>
                  <a:pt x="2827885" y="1196046"/>
                </a:moveTo>
                <a:cubicBezTo>
                  <a:pt x="2826030" y="1205008"/>
                  <a:pt x="2810846" y="1203269"/>
                  <a:pt x="2807196" y="1206880"/>
                </a:cubicBezTo>
                <a:lnTo>
                  <a:pt x="2808281" y="1212716"/>
                </a:lnTo>
                <a:lnTo>
                  <a:pt x="2816207" y="1209025"/>
                </a:lnTo>
                <a:lnTo>
                  <a:pt x="2837110" y="1198401"/>
                </a:lnTo>
                <a:lnTo>
                  <a:pt x="2834899" y="1199208"/>
                </a:lnTo>
                <a:cubicBezTo>
                  <a:pt x="2832560" y="1198994"/>
                  <a:pt x="2832831" y="1195220"/>
                  <a:pt x="2827885" y="1196046"/>
                </a:cubicBezTo>
                <a:close/>
                <a:moveTo>
                  <a:pt x="2842638" y="1189889"/>
                </a:moveTo>
                <a:lnTo>
                  <a:pt x="2837947" y="1191973"/>
                </a:lnTo>
                <a:lnTo>
                  <a:pt x="2835759" y="1192778"/>
                </a:lnTo>
                <a:lnTo>
                  <a:pt x="2838320" y="1197786"/>
                </a:lnTo>
                <a:lnTo>
                  <a:pt x="2839606" y="1197133"/>
                </a:lnTo>
                <a:lnTo>
                  <a:pt x="2842205" y="1194855"/>
                </a:lnTo>
                <a:lnTo>
                  <a:pt x="2841974" y="1195031"/>
                </a:lnTo>
                <a:close/>
                <a:moveTo>
                  <a:pt x="2419052" y="1188027"/>
                </a:moveTo>
                <a:cubicBezTo>
                  <a:pt x="2416373" y="1194002"/>
                  <a:pt x="2408542" y="1193059"/>
                  <a:pt x="2409985" y="1199033"/>
                </a:cubicBezTo>
                <a:lnTo>
                  <a:pt x="2411379" y="1198696"/>
                </a:lnTo>
                <a:lnTo>
                  <a:pt x="2411457" y="1197962"/>
                </a:lnTo>
                <a:lnTo>
                  <a:pt x="2414518" y="1197936"/>
                </a:lnTo>
                <a:lnTo>
                  <a:pt x="2418021" y="1197088"/>
                </a:lnTo>
                <a:lnTo>
                  <a:pt x="2421537" y="1193097"/>
                </a:lnTo>
                <a:lnTo>
                  <a:pt x="2421607" y="1191032"/>
                </a:lnTo>
                <a:lnTo>
                  <a:pt x="2423357" y="1191032"/>
                </a:lnTo>
                <a:lnTo>
                  <a:pt x="2424203" y="1190071"/>
                </a:lnTo>
                <a:cubicBezTo>
                  <a:pt x="2424203" y="1190071"/>
                  <a:pt x="2424203" y="1190071"/>
                  <a:pt x="2419052" y="1188027"/>
                </a:cubicBezTo>
                <a:close/>
                <a:moveTo>
                  <a:pt x="2429355" y="1185984"/>
                </a:moveTo>
                <a:cubicBezTo>
                  <a:pt x="2430334" y="1187753"/>
                  <a:pt x="2430578" y="1188892"/>
                  <a:pt x="2430395" y="1189684"/>
                </a:cubicBezTo>
                <a:lnTo>
                  <a:pt x="2429111" y="1191032"/>
                </a:lnTo>
                <a:lnTo>
                  <a:pt x="2429414" y="1191032"/>
                </a:lnTo>
                <a:cubicBezTo>
                  <a:pt x="2430529" y="1191032"/>
                  <a:pt x="2430529" y="1191032"/>
                  <a:pt x="2430529" y="1191032"/>
                </a:cubicBezTo>
                <a:lnTo>
                  <a:pt x="2429835" y="1193942"/>
                </a:lnTo>
                <a:lnTo>
                  <a:pt x="2431802" y="1191997"/>
                </a:lnTo>
                <a:cubicBezTo>
                  <a:pt x="2433270" y="1189521"/>
                  <a:pt x="2433270" y="1186534"/>
                  <a:pt x="2429355" y="1185984"/>
                </a:cubicBezTo>
                <a:close/>
                <a:moveTo>
                  <a:pt x="2528665" y="1183273"/>
                </a:moveTo>
                <a:lnTo>
                  <a:pt x="2526911" y="1183378"/>
                </a:lnTo>
                <a:lnTo>
                  <a:pt x="2527054" y="1185154"/>
                </a:lnTo>
                <a:lnTo>
                  <a:pt x="2528730" y="1184333"/>
                </a:lnTo>
                <a:close/>
                <a:moveTo>
                  <a:pt x="2866959" y="1179246"/>
                </a:moveTo>
                <a:lnTo>
                  <a:pt x="2868204" y="1183280"/>
                </a:lnTo>
                <a:lnTo>
                  <a:pt x="2869222" y="1183156"/>
                </a:lnTo>
                <a:lnTo>
                  <a:pt x="2869340" y="1186967"/>
                </a:lnTo>
                <a:lnTo>
                  <a:pt x="2869367" y="1187052"/>
                </a:lnTo>
                <a:cubicBezTo>
                  <a:pt x="2869367" y="1184144"/>
                  <a:pt x="2875787" y="1185062"/>
                  <a:pt x="2870771" y="1187052"/>
                </a:cubicBezTo>
                <a:cubicBezTo>
                  <a:pt x="2869367" y="1187052"/>
                  <a:pt x="2868163" y="1187971"/>
                  <a:pt x="2868163" y="1189960"/>
                </a:cubicBezTo>
                <a:lnTo>
                  <a:pt x="2865249" y="1189279"/>
                </a:lnTo>
                <a:lnTo>
                  <a:pt x="2854078" y="1192256"/>
                </a:lnTo>
                <a:cubicBezTo>
                  <a:pt x="2852765" y="1188681"/>
                  <a:pt x="2854331" y="1186122"/>
                  <a:pt x="2857334" y="1184599"/>
                </a:cubicBezTo>
                <a:lnTo>
                  <a:pt x="2863640" y="1183834"/>
                </a:lnTo>
                <a:close/>
                <a:moveTo>
                  <a:pt x="2480253" y="1173091"/>
                </a:moveTo>
                <a:cubicBezTo>
                  <a:pt x="2476338" y="1177179"/>
                  <a:pt x="2485405" y="1178123"/>
                  <a:pt x="2481489" y="1181110"/>
                </a:cubicBezTo>
                <a:cubicBezTo>
                  <a:pt x="2476338" y="1185040"/>
                  <a:pt x="2480253" y="1176079"/>
                  <a:pt x="2473658" y="1176079"/>
                </a:cubicBezTo>
                <a:cubicBezTo>
                  <a:pt x="2472422" y="1180166"/>
                  <a:pt x="2469743" y="1178123"/>
                  <a:pt x="2467271" y="1182053"/>
                </a:cubicBezTo>
                <a:cubicBezTo>
                  <a:pt x="2472422" y="1185984"/>
                  <a:pt x="2475102" y="1184097"/>
                  <a:pt x="2479017" y="1184097"/>
                </a:cubicBezTo>
                <a:cubicBezTo>
                  <a:pt x="2475102" y="1191958"/>
                  <a:pt x="2467271" y="1184097"/>
                  <a:pt x="2463355" y="1191015"/>
                </a:cubicBezTo>
                <a:cubicBezTo>
                  <a:pt x="2455525" y="1188971"/>
                  <a:pt x="2456761" y="1184097"/>
                  <a:pt x="2451610" y="1185040"/>
                </a:cubicBezTo>
                <a:cubicBezTo>
                  <a:pt x="2448931" y="1190071"/>
                  <a:pt x="2452846" y="1188027"/>
                  <a:pt x="2456761" y="1190071"/>
                </a:cubicBezTo>
                <a:cubicBezTo>
                  <a:pt x="2452846" y="1197933"/>
                  <a:pt x="2443780" y="1185984"/>
                  <a:pt x="2441101" y="1196046"/>
                </a:cubicBezTo>
                <a:lnTo>
                  <a:pt x="2442153" y="1195973"/>
                </a:lnTo>
                <a:lnTo>
                  <a:pt x="2443250" y="1195007"/>
                </a:lnTo>
                <a:cubicBezTo>
                  <a:pt x="2444514" y="1194669"/>
                  <a:pt x="2445838" y="1194927"/>
                  <a:pt x="2447042" y="1195563"/>
                </a:cubicBezTo>
                <a:lnTo>
                  <a:pt x="2447086" y="1195631"/>
                </a:lnTo>
                <a:lnTo>
                  <a:pt x="2470285" y="1194022"/>
                </a:lnTo>
                <a:cubicBezTo>
                  <a:pt x="2479893" y="1192272"/>
                  <a:pt x="2489320" y="1189521"/>
                  <a:pt x="2498387" y="1185984"/>
                </a:cubicBezTo>
                <a:cubicBezTo>
                  <a:pt x="2495914" y="1185040"/>
                  <a:pt x="2491999" y="1183154"/>
                  <a:pt x="2488084" y="1185040"/>
                </a:cubicBezTo>
                <a:cubicBezTo>
                  <a:pt x="2485405" y="1182053"/>
                  <a:pt x="2490762" y="1177179"/>
                  <a:pt x="2489320" y="1173091"/>
                </a:cubicBezTo>
                <a:cubicBezTo>
                  <a:pt x="2485405" y="1172148"/>
                  <a:pt x="2482726" y="1172148"/>
                  <a:pt x="2480253" y="1173091"/>
                </a:cubicBezTo>
                <a:close/>
                <a:moveTo>
                  <a:pt x="2533624" y="1163186"/>
                </a:moveTo>
                <a:cubicBezTo>
                  <a:pt x="2528473" y="1161299"/>
                  <a:pt x="2523114" y="1170104"/>
                  <a:pt x="2530945" y="1172148"/>
                </a:cubicBezTo>
                <a:cubicBezTo>
                  <a:pt x="2534860" y="1168217"/>
                  <a:pt x="2530945" y="1167117"/>
                  <a:pt x="2533624" y="1163186"/>
                </a:cubicBezTo>
                <a:close/>
                <a:moveTo>
                  <a:pt x="2525252" y="1156347"/>
                </a:moveTo>
                <a:cubicBezTo>
                  <a:pt x="2523114" y="1156976"/>
                  <a:pt x="2521157" y="1158234"/>
                  <a:pt x="2519200" y="1159255"/>
                </a:cubicBezTo>
                <a:cubicBezTo>
                  <a:pt x="2517963" y="1162243"/>
                  <a:pt x="2517963" y="1168217"/>
                  <a:pt x="2511574" y="1167117"/>
                </a:cubicBezTo>
                <a:cubicBezTo>
                  <a:pt x="2511574" y="1164287"/>
                  <a:pt x="2512811" y="1160199"/>
                  <a:pt x="2510133" y="1158312"/>
                </a:cubicBezTo>
                <a:cubicBezTo>
                  <a:pt x="2506217" y="1161299"/>
                  <a:pt x="2501065" y="1162243"/>
                  <a:pt x="2504981" y="1167117"/>
                </a:cubicBezTo>
                <a:cubicBezTo>
                  <a:pt x="2510133" y="1164287"/>
                  <a:pt x="2510133" y="1173091"/>
                  <a:pt x="2515490" y="1170104"/>
                </a:cubicBezTo>
                <a:cubicBezTo>
                  <a:pt x="2512811" y="1178123"/>
                  <a:pt x="2504981" y="1172148"/>
                  <a:pt x="2501065" y="1173091"/>
                </a:cubicBezTo>
                <a:cubicBezTo>
                  <a:pt x="2499829" y="1175135"/>
                  <a:pt x="2495914" y="1178123"/>
                  <a:pt x="2498387" y="1180166"/>
                </a:cubicBezTo>
                <a:cubicBezTo>
                  <a:pt x="2502302" y="1177179"/>
                  <a:pt x="2506217" y="1178123"/>
                  <a:pt x="2511574" y="1178123"/>
                </a:cubicBezTo>
                <a:cubicBezTo>
                  <a:pt x="2511574" y="1185040"/>
                  <a:pt x="2506217" y="1179065"/>
                  <a:pt x="2503745" y="1185984"/>
                </a:cubicBezTo>
                <a:cubicBezTo>
                  <a:pt x="2506939" y="1185984"/>
                  <a:pt x="2510184" y="1185001"/>
                  <a:pt x="2513609" y="1184019"/>
                </a:cubicBezTo>
                <a:lnTo>
                  <a:pt x="2524228" y="1182112"/>
                </a:lnTo>
                <a:lnTo>
                  <a:pt x="2525010" y="1178349"/>
                </a:lnTo>
                <a:lnTo>
                  <a:pt x="2523884" y="1178700"/>
                </a:lnTo>
                <a:cubicBezTo>
                  <a:pt x="2521131" y="1179341"/>
                  <a:pt x="2518684" y="1179577"/>
                  <a:pt x="2516726" y="1179065"/>
                </a:cubicBezTo>
                <a:cubicBezTo>
                  <a:pt x="2519200" y="1179065"/>
                  <a:pt x="2520642" y="1178123"/>
                  <a:pt x="2523114" y="1177179"/>
                </a:cubicBezTo>
                <a:cubicBezTo>
                  <a:pt x="2517963" y="1174192"/>
                  <a:pt x="2512811" y="1178123"/>
                  <a:pt x="2517963" y="1171204"/>
                </a:cubicBezTo>
                <a:cubicBezTo>
                  <a:pt x="2521878" y="1166173"/>
                  <a:pt x="2519200" y="1179065"/>
                  <a:pt x="2523114" y="1174192"/>
                </a:cubicBezTo>
                <a:cubicBezTo>
                  <a:pt x="2529709" y="1167117"/>
                  <a:pt x="2519200" y="1172148"/>
                  <a:pt x="2520642" y="1167117"/>
                </a:cubicBezTo>
                <a:cubicBezTo>
                  <a:pt x="2528473" y="1166173"/>
                  <a:pt x="2521878" y="1159255"/>
                  <a:pt x="2532388" y="1157212"/>
                </a:cubicBezTo>
                <a:cubicBezTo>
                  <a:pt x="2529709" y="1155718"/>
                  <a:pt x="2527391" y="1155718"/>
                  <a:pt x="2525252" y="1156347"/>
                </a:cubicBezTo>
                <a:close/>
                <a:moveTo>
                  <a:pt x="2595946" y="1155862"/>
                </a:moveTo>
                <a:cubicBezTo>
                  <a:pt x="2599281" y="1155222"/>
                  <a:pt x="2603093" y="1155462"/>
                  <a:pt x="2604998" y="1155942"/>
                </a:cubicBezTo>
                <a:cubicBezTo>
                  <a:pt x="2604998" y="1158022"/>
                  <a:pt x="2601186" y="1158981"/>
                  <a:pt x="2602390" y="1161061"/>
                </a:cubicBezTo>
                <a:cubicBezTo>
                  <a:pt x="2595970" y="1158022"/>
                  <a:pt x="2594767" y="1159941"/>
                  <a:pt x="2589752" y="1161061"/>
                </a:cubicBezTo>
                <a:cubicBezTo>
                  <a:pt x="2589752" y="1158022"/>
                  <a:pt x="2592610" y="1156502"/>
                  <a:pt x="2595946" y="1155862"/>
                </a:cubicBezTo>
                <a:close/>
                <a:moveTo>
                  <a:pt x="2904387" y="1151041"/>
                </a:moveTo>
                <a:cubicBezTo>
                  <a:pt x="2902120" y="1150804"/>
                  <a:pt x="2900833" y="1151316"/>
                  <a:pt x="2899596" y="1155324"/>
                </a:cubicBezTo>
                <a:cubicBezTo>
                  <a:pt x="2902069" y="1158312"/>
                  <a:pt x="2915051" y="1158312"/>
                  <a:pt x="2915051" y="1151237"/>
                </a:cubicBezTo>
                <a:cubicBezTo>
                  <a:pt x="2909900" y="1152259"/>
                  <a:pt x="2906654" y="1151277"/>
                  <a:pt x="2904387" y="1151041"/>
                </a:cubicBezTo>
                <a:close/>
                <a:moveTo>
                  <a:pt x="2615054" y="1141342"/>
                </a:moveTo>
                <a:cubicBezTo>
                  <a:pt x="2613825" y="1143331"/>
                  <a:pt x="2617716" y="1143331"/>
                  <a:pt x="2616282" y="1145168"/>
                </a:cubicBezTo>
                <a:cubicBezTo>
                  <a:pt x="2612392" y="1146240"/>
                  <a:pt x="2609934" y="1152055"/>
                  <a:pt x="2603381" y="1148076"/>
                </a:cubicBezTo>
                <a:cubicBezTo>
                  <a:pt x="2603381" y="1140423"/>
                  <a:pt x="2612392" y="1147157"/>
                  <a:pt x="2613825" y="1142260"/>
                </a:cubicBezTo>
                <a:cubicBezTo>
                  <a:pt x="2612392" y="1142260"/>
                  <a:pt x="2612392" y="1140423"/>
                  <a:pt x="2615054" y="1141342"/>
                </a:cubicBezTo>
                <a:close/>
                <a:moveTo>
                  <a:pt x="2927815" y="1140770"/>
                </a:moveTo>
                <a:lnTo>
                  <a:pt x="2928041" y="1141313"/>
                </a:lnTo>
                <a:lnTo>
                  <a:pt x="2929511" y="1141056"/>
                </a:lnTo>
                <a:close/>
                <a:moveTo>
                  <a:pt x="3003660" y="1137402"/>
                </a:moveTo>
                <a:cubicBezTo>
                  <a:pt x="2999745" y="1137402"/>
                  <a:pt x="2998508" y="1139445"/>
                  <a:pt x="2995829" y="1140388"/>
                </a:cubicBezTo>
                <a:cubicBezTo>
                  <a:pt x="2995829" y="1141882"/>
                  <a:pt x="2995520" y="1143847"/>
                  <a:pt x="2996035" y="1145204"/>
                </a:cubicBezTo>
                <a:lnTo>
                  <a:pt x="3001069" y="1146336"/>
                </a:lnTo>
                <a:lnTo>
                  <a:pt x="3001262" y="1146093"/>
                </a:lnTo>
                <a:close/>
                <a:moveTo>
                  <a:pt x="2964366" y="1136957"/>
                </a:moveTo>
                <a:cubicBezTo>
                  <a:pt x="2969382" y="1136957"/>
                  <a:pt x="2969382" y="1152050"/>
                  <a:pt x="2962961" y="1146012"/>
                </a:cubicBezTo>
                <a:cubicBezTo>
                  <a:pt x="2969382" y="1144901"/>
                  <a:pt x="2954134" y="1139976"/>
                  <a:pt x="2964366" y="1136957"/>
                </a:cubicBezTo>
                <a:close/>
                <a:moveTo>
                  <a:pt x="2620949" y="1136957"/>
                </a:moveTo>
                <a:cubicBezTo>
                  <a:pt x="2620949" y="1136957"/>
                  <a:pt x="2620949" y="1136957"/>
                  <a:pt x="2628622" y="1138960"/>
                </a:cubicBezTo>
                <a:cubicBezTo>
                  <a:pt x="2627412" y="1142811"/>
                  <a:pt x="2622363" y="1141733"/>
                  <a:pt x="2619738" y="1143735"/>
                </a:cubicBezTo>
                <a:cubicBezTo>
                  <a:pt x="2622363" y="1140808"/>
                  <a:pt x="2619738" y="1139884"/>
                  <a:pt x="2620949" y="1136957"/>
                </a:cubicBezTo>
                <a:close/>
                <a:moveTo>
                  <a:pt x="2928264" y="1129384"/>
                </a:moveTo>
                <a:lnTo>
                  <a:pt x="2928240" y="1129395"/>
                </a:lnTo>
                <a:lnTo>
                  <a:pt x="2928303" y="1131018"/>
                </a:lnTo>
                <a:lnTo>
                  <a:pt x="2930068" y="1129892"/>
                </a:lnTo>
                <a:lnTo>
                  <a:pt x="2930506" y="1129527"/>
                </a:lnTo>
                <a:close/>
                <a:moveTo>
                  <a:pt x="2966934" y="1126557"/>
                </a:moveTo>
                <a:cubicBezTo>
                  <a:pt x="2966934" y="1130717"/>
                  <a:pt x="2968388" y="1130717"/>
                  <a:pt x="2973580" y="1126557"/>
                </a:cubicBezTo>
                <a:cubicBezTo>
                  <a:pt x="2974826" y="1128637"/>
                  <a:pt x="2972334" y="1131677"/>
                  <a:pt x="2968388" y="1134717"/>
                </a:cubicBezTo>
                <a:cubicBezTo>
                  <a:pt x="2966934" y="1132637"/>
                  <a:pt x="2962988" y="1133757"/>
                  <a:pt x="2960495" y="1130717"/>
                </a:cubicBezTo>
                <a:cubicBezTo>
                  <a:pt x="2966934" y="1126557"/>
                  <a:pt x="2966934" y="1126557"/>
                  <a:pt x="2966934" y="1126557"/>
                </a:cubicBezTo>
                <a:close/>
                <a:moveTo>
                  <a:pt x="2944714" y="1121996"/>
                </a:moveTo>
                <a:lnTo>
                  <a:pt x="2942725" y="1122840"/>
                </a:lnTo>
                <a:lnTo>
                  <a:pt x="2941172" y="1128244"/>
                </a:lnTo>
                <a:lnTo>
                  <a:pt x="2942884" y="1128516"/>
                </a:lnTo>
                <a:cubicBezTo>
                  <a:pt x="2944227" y="1127024"/>
                  <a:pt x="2944227" y="1125531"/>
                  <a:pt x="2944227" y="1123920"/>
                </a:cubicBezTo>
                <a:close/>
                <a:moveTo>
                  <a:pt x="2999410" y="1115807"/>
                </a:moveTo>
                <a:cubicBezTo>
                  <a:pt x="2996946" y="1117698"/>
                  <a:pt x="2994276" y="1117698"/>
                  <a:pt x="2993043" y="1117698"/>
                </a:cubicBezTo>
                <a:cubicBezTo>
                  <a:pt x="2991709" y="1119748"/>
                  <a:pt x="2994276" y="1120260"/>
                  <a:pt x="2995893" y="1121127"/>
                </a:cubicBezTo>
                <a:lnTo>
                  <a:pt x="2996051" y="1121384"/>
                </a:lnTo>
                <a:lnTo>
                  <a:pt x="3002783" y="1117229"/>
                </a:lnTo>
                <a:close/>
                <a:moveTo>
                  <a:pt x="2708615" y="1112937"/>
                </a:moveTo>
                <a:cubicBezTo>
                  <a:pt x="2710082" y="1112284"/>
                  <a:pt x="2712389" y="1112774"/>
                  <a:pt x="2714381" y="1114242"/>
                </a:cubicBezTo>
                <a:cubicBezTo>
                  <a:pt x="2715849" y="1119462"/>
                  <a:pt x="2711864" y="1119462"/>
                  <a:pt x="2707880" y="1118483"/>
                </a:cubicBezTo>
                <a:cubicBezTo>
                  <a:pt x="2706517" y="1115384"/>
                  <a:pt x="2707146" y="1113590"/>
                  <a:pt x="2708615" y="1112937"/>
                </a:cubicBezTo>
                <a:close/>
                <a:moveTo>
                  <a:pt x="2680660" y="1106453"/>
                </a:moveTo>
                <a:lnTo>
                  <a:pt x="2688846" y="1112345"/>
                </a:lnTo>
                <a:lnTo>
                  <a:pt x="2694736" y="1109226"/>
                </a:lnTo>
                <a:cubicBezTo>
                  <a:pt x="2698591" y="1112241"/>
                  <a:pt x="2680532" y="1122239"/>
                  <a:pt x="2677894" y="1117161"/>
                </a:cubicBezTo>
                <a:lnTo>
                  <a:pt x="2684654" y="1114424"/>
                </a:lnTo>
                <a:lnTo>
                  <a:pt x="2683315" y="1112407"/>
                </a:lnTo>
                <a:cubicBezTo>
                  <a:pt x="2676781" y="1119302"/>
                  <a:pt x="2667797" y="1124317"/>
                  <a:pt x="2658812" y="1129174"/>
                </a:cubicBezTo>
                <a:lnTo>
                  <a:pt x="2658940" y="1128854"/>
                </a:lnTo>
                <a:lnTo>
                  <a:pt x="2658230" y="1129711"/>
                </a:lnTo>
                <a:cubicBezTo>
                  <a:pt x="2654771" y="1131892"/>
                  <a:pt x="2650508" y="1133806"/>
                  <a:pt x="2647907" y="1134723"/>
                </a:cubicBezTo>
                <a:cubicBezTo>
                  <a:pt x="2648532" y="1132352"/>
                  <a:pt x="2651496" y="1130438"/>
                  <a:pt x="2654798" y="1128621"/>
                </a:cubicBezTo>
                <a:lnTo>
                  <a:pt x="2660444" y="1125120"/>
                </a:lnTo>
                <a:lnTo>
                  <a:pt x="2661651" y="1122120"/>
                </a:lnTo>
                <a:cubicBezTo>
                  <a:pt x="2666150" y="1116589"/>
                  <a:pt x="2674841" y="1114562"/>
                  <a:pt x="2680660" y="1106453"/>
                </a:cubicBezTo>
                <a:close/>
                <a:moveTo>
                  <a:pt x="30238" y="1105760"/>
                </a:moveTo>
                <a:cubicBezTo>
                  <a:pt x="31661" y="1108706"/>
                  <a:pt x="34099" y="1109636"/>
                  <a:pt x="37962" y="1110567"/>
                </a:cubicBezTo>
                <a:cubicBezTo>
                  <a:pt x="30238" y="1110567"/>
                  <a:pt x="22514" y="1116460"/>
                  <a:pt x="21295" y="1126229"/>
                </a:cubicBezTo>
                <a:cubicBezTo>
                  <a:pt x="18652" y="1127315"/>
                  <a:pt x="14994" y="1126229"/>
                  <a:pt x="13571" y="1129176"/>
                </a:cubicBezTo>
                <a:cubicBezTo>
                  <a:pt x="7269" y="1125299"/>
                  <a:pt x="16213" y="1123283"/>
                  <a:pt x="18652" y="1115529"/>
                </a:cubicBezTo>
                <a:cubicBezTo>
                  <a:pt x="23936" y="1118475"/>
                  <a:pt x="27799" y="1112583"/>
                  <a:pt x="30238" y="1105760"/>
                </a:cubicBezTo>
                <a:close/>
                <a:moveTo>
                  <a:pt x="175697" y="1102728"/>
                </a:moveTo>
                <a:cubicBezTo>
                  <a:pt x="169103" y="1105715"/>
                  <a:pt x="163950" y="1113575"/>
                  <a:pt x="157356" y="1118605"/>
                </a:cubicBezTo>
                <a:cubicBezTo>
                  <a:pt x="156119" y="1115618"/>
                  <a:pt x="150967" y="1113575"/>
                  <a:pt x="147051" y="1115618"/>
                </a:cubicBezTo>
                <a:cubicBezTo>
                  <a:pt x="141899" y="1127565"/>
                  <a:pt x="136541" y="1134482"/>
                  <a:pt x="136541" y="1146428"/>
                </a:cubicBezTo>
                <a:cubicBezTo>
                  <a:pt x="141899" y="1140455"/>
                  <a:pt x="139220" y="1149414"/>
                  <a:pt x="144372" y="1148314"/>
                </a:cubicBezTo>
                <a:cubicBezTo>
                  <a:pt x="148288" y="1139511"/>
                  <a:pt x="156119" y="1146428"/>
                  <a:pt x="160034" y="1138411"/>
                </a:cubicBezTo>
                <a:cubicBezTo>
                  <a:pt x="157356" y="1124578"/>
                  <a:pt x="171782" y="1115618"/>
                  <a:pt x="175697" y="1102728"/>
                </a:cubicBezTo>
                <a:close/>
                <a:moveTo>
                  <a:pt x="2708890" y="1102238"/>
                </a:moveTo>
                <a:cubicBezTo>
                  <a:pt x="2720400" y="1100214"/>
                  <a:pt x="2700006" y="1113923"/>
                  <a:pt x="2698793" y="1107068"/>
                </a:cubicBezTo>
                <a:cubicBezTo>
                  <a:pt x="2702630" y="1103174"/>
                  <a:pt x="2710102" y="1107068"/>
                  <a:pt x="2708890" y="1102238"/>
                </a:cubicBezTo>
                <a:close/>
                <a:moveTo>
                  <a:pt x="2744620" y="1097441"/>
                </a:moveTo>
                <a:cubicBezTo>
                  <a:pt x="2745842" y="1103294"/>
                  <a:pt x="2745842" y="1104219"/>
                  <a:pt x="2740749" y="1104219"/>
                </a:cubicBezTo>
                <a:cubicBezTo>
                  <a:pt x="2734232" y="1098364"/>
                  <a:pt x="2743194" y="1100367"/>
                  <a:pt x="2744620" y="1097441"/>
                </a:cubicBezTo>
                <a:close/>
                <a:moveTo>
                  <a:pt x="3370763" y="1093281"/>
                </a:moveTo>
                <a:cubicBezTo>
                  <a:pt x="3376117" y="1095168"/>
                  <a:pt x="3365615" y="1111213"/>
                  <a:pt x="3362939" y="1102247"/>
                </a:cubicBezTo>
                <a:cubicBezTo>
                  <a:pt x="3360467" y="1105236"/>
                  <a:pt x="3364380" y="1107123"/>
                  <a:pt x="3360467" y="1111213"/>
                </a:cubicBezTo>
                <a:cubicBezTo>
                  <a:pt x="3369528" y="1104135"/>
                  <a:pt x="3374675" y="1117033"/>
                  <a:pt x="3380030" y="1105236"/>
                </a:cubicBezTo>
                <a:cubicBezTo>
                  <a:pt x="3383736" y="1106179"/>
                  <a:pt x="3378588" y="1111213"/>
                  <a:pt x="3382501" y="1112157"/>
                </a:cubicBezTo>
                <a:cubicBezTo>
                  <a:pt x="3378588" y="1115145"/>
                  <a:pt x="3370763" y="1113101"/>
                  <a:pt x="3365615" y="1114045"/>
                </a:cubicBezTo>
                <a:cubicBezTo>
                  <a:pt x="3366851" y="1121123"/>
                  <a:pt x="3348730" y="1142988"/>
                  <a:pt x="3364380" y="1141887"/>
                </a:cubicBezTo>
                <a:cubicBezTo>
                  <a:pt x="3368292" y="1152898"/>
                  <a:pt x="3327932" y="1160921"/>
                  <a:pt x="3339670" y="1173819"/>
                </a:cubicBezTo>
                <a:cubicBezTo>
                  <a:pt x="3329168" y="1184673"/>
                  <a:pt x="3326491" y="1194583"/>
                  <a:pt x="3321343" y="1206538"/>
                </a:cubicBezTo>
                <a:cubicBezTo>
                  <a:pt x="3317430" y="1218493"/>
                  <a:pt x="3314959" y="1231392"/>
                  <a:pt x="3301781" y="1246336"/>
                </a:cubicBezTo>
                <a:cubicBezTo>
                  <a:pt x="3295397" y="1240358"/>
                  <a:pt x="3284895" y="1218493"/>
                  <a:pt x="3305692" y="1217549"/>
                </a:cubicBezTo>
                <a:cubicBezTo>
                  <a:pt x="3304458" y="1204651"/>
                  <a:pt x="3309605" y="1193639"/>
                  <a:pt x="3317430" y="1182785"/>
                </a:cubicBezTo>
                <a:cubicBezTo>
                  <a:pt x="3320107" y="1176808"/>
                  <a:pt x="3323711" y="1171067"/>
                  <a:pt x="3327134" y="1165089"/>
                </a:cubicBezTo>
                <a:lnTo>
                  <a:pt x="3331389" y="1155658"/>
                </a:lnTo>
                <a:lnTo>
                  <a:pt x="3331437" y="1152304"/>
                </a:lnTo>
                <a:cubicBezTo>
                  <a:pt x="3332738" y="1149164"/>
                  <a:pt x="3336018" y="1145387"/>
                  <a:pt x="3337996" y="1141810"/>
                </a:cubicBezTo>
                <a:lnTo>
                  <a:pt x="3341031" y="1147023"/>
                </a:lnTo>
                <a:lnTo>
                  <a:pt x="3342697" y="1147354"/>
                </a:lnTo>
                <a:cubicBezTo>
                  <a:pt x="3348769" y="1146056"/>
                  <a:pt x="3351974" y="1138033"/>
                  <a:pt x="3349966" y="1134966"/>
                </a:cubicBezTo>
                <a:cubicBezTo>
                  <a:pt x="3340905" y="1133078"/>
                  <a:pt x="3352643" y="1143932"/>
                  <a:pt x="3340905" y="1139056"/>
                </a:cubicBezTo>
                <a:cubicBezTo>
                  <a:pt x="3346053" y="1121123"/>
                  <a:pt x="3359231" y="1107123"/>
                  <a:pt x="3357791" y="1094225"/>
                </a:cubicBezTo>
                <a:cubicBezTo>
                  <a:pt x="3362939" y="1095168"/>
                  <a:pt x="3361702" y="1097213"/>
                  <a:pt x="3365615" y="1098157"/>
                </a:cubicBezTo>
                <a:cubicBezTo>
                  <a:pt x="3368292" y="1099258"/>
                  <a:pt x="3369528" y="1095168"/>
                  <a:pt x="3370763" y="1093281"/>
                </a:cubicBezTo>
                <a:close/>
                <a:moveTo>
                  <a:pt x="2755892" y="1093044"/>
                </a:moveTo>
                <a:cubicBezTo>
                  <a:pt x="2757216" y="1093095"/>
                  <a:pt x="2758268" y="1093221"/>
                  <a:pt x="2758580" y="1093221"/>
                </a:cubicBezTo>
                <a:cubicBezTo>
                  <a:pt x="2761285" y="1097106"/>
                  <a:pt x="2753380" y="1100058"/>
                  <a:pt x="2749428" y="1100058"/>
                </a:cubicBezTo>
                <a:cubicBezTo>
                  <a:pt x="2745528" y="1093416"/>
                  <a:pt x="2751924" y="1092891"/>
                  <a:pt x="2755892" y="1093044"/>
                </a:cubicBezTo>
                <a:close/>
                <a:moveTo>
                  <a:pt x="2746747" y="1084269"/>
                </a:moveTo>
                <a:cubicBezTo>
                  <a:pt x="2746747" y="1090122"/>
                  <a:pt x="2740322" y="1089199"/>
                  <a:pt x="2735141" y="1091047"/>
                </a:cubicBezTo>
                <a:cubicBezTo>
                  <a:pt x="2736384" y="1086271"/>
                  <a:pt x="2740322" y="1084269"/>
                  <a:pt x="2746747" y="1084269"/>
                </a:cubicBezTo>
                <a:close/>
                <a:moveTo>
                  <a:pt x="3370662" y="1083496"/>
                </a:moveTo>
                <a:cubicBezTo>
                  <a:pt x="3373938" y="1083243"/>
                  <a:pt x="3377215" y="1083982"/>
                  <a:pt x="3379191" y="1086468"/>
                </a:cubicBezTo>
                <a:cubicBezTo>
                  <a:pt x="3376694" y="1090352"/>
                  <a:pt x="3370038" y="1088332"/>
                  <a:pt x="3362134" y="1086468"/>
                </a:cubicBezTo>
                <a:cubicBezTo>
                  <a:pt x="3364110" y="1084992"/>
                  <a:pt x="3367386" y="1083749"/>
                  <a:pt x="3370662" y="1083496"/>
                </a:cubicBezTo>
                <a:close/>
                <a:moveTo>
                  <a:pt x="3050301" y="1082390"/>
                </a:moveTo>
                <a:lnTo>
                  <a:pt x="3046233" y="1085858"/>
                </a:lnTo>
                <a:cubicBezTo>
                  <a:pt x="3047464" y="1076873"/>
                  <a:pt x="3033295" y="1091847"/>
                  <a:pt x="3031858" y="1089956"/>
                </a:cubicBezTo>
                <a:cubicBezTo>
                  <a:pt x="3038429" y="1093896"/>
                  <a:pt x="3029393" y="1098783"/>
                  <a:pt x="3020358" y="1098783"/>
                </a:cubicBezTo>
                <a:cubicBezTo>
                  <a:pt x="3015018" y="1103827"/>
                  <a:pt x="3026723" y="1099887"/>
                  <a:pt x="3024054" y="1104773"/>
                </a:cubicBezTo>
                <a:lnTo>
                  <a:pt x="3016332" y="1108298"/>
                </a:lnTo>
                <a:lnTo>
                  <a:pt x="3018084" y="1111617"/>
                </a:lnTo>
                <a:cubicBezTo>
                  <a:pt x="3023235" y="1109572"/>
                  <a:pt x="3028387" y="1099668"/>
                  <a:pt x="3033745" y="1105642"/>
                </a:cubicBezTo>
                <a:cubicBezTo>
                  <a:pt x="3031066" y="1108629"/>
                  <a:pt x="3025915" y="1109572"/>
                  <a:pt x="3025915" y="1113503"/>
                </a:cubicBezTo>
                <a:cubicBezTo>
                  <a:pt x="3037660" y="1114447"/>
                  <a:pt x="3034982" y="1105642"/>
                  <a:pt x="3042811" y="1103598"/>
                </a:cubicBezTo>
                <a:cubicBezTo>
                  <a:pt x="3042811" y="1103598"/>
                  <a:pt x="3042811" y="1103598"/>
                  <a:pt x="3042811" y="1107529"/>
                </a:cubicBezTo>
                <a:cubicBezTo>
                  <a:pt x="3045285" y="1107529"/>
                  <a:pt x="3045285" y="1108629"/>
                  <a:pt x="3045285" y="1110516"/>
                </a:cubicBezTo>
                <a:cubicBezTo>
                  <a:pt x="3041575" y="1111617"/>
                  <a:pt x="3036218" y="1111617"/>
                  <a:pt x="3034982" y="1114447"/>
                </a:cubicBezTo>
                <a:cubicBezTo>
                  <a:pt x="3034982" y="1116491"/>
                  <a:pt x="3033745" y="1119478"/>
                  <a:pt x="3036218" y="1119478"/>
                </a:cubicBezTo>
                <a:lnTo>
                  <a:pt x="3048202" y="1111536"/>
                </a:lnTo>
                <a:lnTo>
                  <a:pt x="3048511" y="1109477"/>
                </a:lnTo>
                <a:cubicBezTo>
                  <a:pt x="3048511" y="1103661"/>
                  <a:pt x="3047223" y="1098236"/>
                  <a:pt x="3047842" y="1092813"/>
                </a:cubicBezTo>
                <a:close/>
                <a:moveTo>
                  <a:pt x="3156148" y="1080801"/>
                </a:moveTo>
                <a:cubicBezTo>
                  <a:pt x="3152851" y="1083788"/>
                  <a:pt x="3148936" y="1086500"/>
                  <a:pt x="3145355" y="1089330"/>
                </a:cubicBezTo>
                <a:lnTo>
                  <a:pt x="3138535" y="1096502"/>
                </a:lnTo>
                <a:lnTo>
                  <a:pt x="3138646" y="1096667"/>
                </a:lnTo>
                <a:lnTo>
                  <a:pt x="3138641" y="1097460"/>
                </a:lnTo>
                <a:lnTo>
                  <a:pt x="3149761" y="1091511"/>
                </a:lnTo>
                <a:cubicBezTo>
                  <a:pt x="3152851" y="1088426"/>
                  <a:pt x="3154809" y="1084731"/>
                  <a:pt x="3156148" y="1080801"/>
                </a:cubicBezTo>
                <a:close/>
                <a:moveTo>
                  <a:pt x="2798006" y="1079700"/>
                </a:moveTo>
                <a:cubicBezTo>
                  <a:pt x="2795327" y="1084731"/>
                  <a:pt x="2790176" y="1085675"/>
                  <a:pt x="2788939" y="1091649"/>
                </a:cubicBezTo>
                <a:lnTo>
                  <a:pt x="2791946" y="1091525"/>
                </a:lnTo>
                <a:lnTo>
                  <a:pt x="2793013" y="1088428"/>
                </a:lnTo>
                <a:lnTo>
                  <a:pt x="2794984" y="1091399"/>
                </a:lnTo>
                <a:lnTo>
                  <a:pt x="2794999" y="1091398"/>
                </a:lnTo>
                <a:cubicBezTo>
                  <a:pt x="2799655" y="1089645"/>
                  <a:pt x="2800891" y="1084220"/>
                  <a:pt x="2805837" y="1082687"/>
                </a:cubicBezTo>
                <a:cubicBezTo>
                  <a:pt x="2805837" y="1079700"/>
                  <a:pt x="2801921" y="1078756"/>
                  <a:pt x="2798006" y="1079700"/>
                </a:cubicBezTo>
                <a:close/>
                <a:moveTo>
                  <a:pt x="3211190" y="1075950"/>
                </a:moveTo>
                <a:cubicBezTo>
                  <a:pt x="3213816" y="1082921"/>
                  <a:pt x="3211190" y="1091954"/>
                  <a:pt x="3204931" y="1097975"/>
                </a:cubicBezTo>
                <a:cubicBezTo>
                  <a:pt x="3195844" y="1093063"/>
                  <a:pt x="3208768" y="1082921"/>
                  <a:pt x="3211190" y="1075950"/>
                </a:cubicBezTo>
                <a:close/>
                <a:moveTo>
                  <a:pt x="3029358" y="1064857"/>
                </a:moveTo>
                <a:cubicBezTo>
                  <a:pt x="3031818" y="1068824"/>
                  <a:pt x="3035711" y="1070729"/>
                  <a:pt x="3034481" y="1077870"/>
                </a:cubicBezTo>
                <a:cubicBezTo>
                  <a:pt x="3015016" y="1076759"/>
                  <a:pt x="3022803" y="1076759"/>
                  <a:pt x="3029358" y="1064857"/>
                </a:cubicBezTo>
                <a:close/>
                <a:moveTo>
                  <a:pt x="3373435" y="1063471"/>
                </a:moveTo>
                <a:cubicBezTo>
                  <a:pt x="3380099" y="1068470"/>
                  <a:pt x="3366772" y="1074407"/>
                  <a:pt x="3360316" y="1071438"/>
                </a:cubicBezTo>
                <a:cubicBezTo>
                  <a:pt x="3361566" y="1065501"/>
                  <a:pt x="3370728" y="1068470"/>
                  <a:pt x="3373435" y="1063471"/>
                </a:cubicBezTo>
                <a:close/>
                <a:moveTo>
                  <a:pt x="2824896" y="1060936"/>
                </a:moveTo>
                <a:cubicBezTo>
                  <a:pt x="2824896" y="1064976"/>
                  <a:pt x="2821005" y="1063888"/>
                  <a:pt x="2822234" y="1068861"/>
                </a:cubicBezTo>
                <a:cubicBezTo>
                  <a:pt x="2822234" y="1068861"/>
                  <a:pt x="2822234" y="1068861"/>
                  <a:pt x="2811790" y="1068861"/>
                </a:cubicBezTo>
                <a:cubicBezTo>
                  <a:pt x="2811790" y="1065909"/>
                  <a:pt x="2810562" y="1062956"/>
                  <a:pt x="2814452" y="1062024"/>
                </a:cubicBezTo>
                <a:cubicBezTo>
                  <a:pt x="2814452" y="1063888"/>
                  <a:pt x="2817115" y="1063888"/>
                  <a:pt x="2821005" y="1063888"/>
                </a:cubicBezTo>
                <a:cubicBezTo>
                  <a:pt x="2821005" y="1062024"/>
                  <a:pt x="2821005" y="1060004"/>
                  <a:pt x="2824896" y="1060936"/>
                </a:cubicBezTo>
                <a:close/>
                <a:moveTo>
                  <a:pt x="143367" y="1059545"/>
                </a:moveTo>
                <a:cubicBezTo>
                  <a:pt x="135586" y="1065561"/>
                  <a:pt x="138248" y="1069518"/>
                  <a:pt x="135586" y="1076484"/>
                </a:cubicBezTo>
                <a:cubicBezTo>
                  <a:pt x="129033" y="1074584"/>
                  <a:pt x="131695" y="1056538"/>
                  <a:pt x="143367" y="1059545"/>
                </a:cubicBezTo>
                <a:close/>
                <a:moveTo>
                  <a:pt x="3390971" y="1053071"/>
                </a:moveTo>
                <a:cubicBezTo>
                  <a:pt x="3400096" y="1068896"/>
                  <a:pt x="3383266" y="1086758"/>
                  <a:pt x="3384686" y="1103523"/>
                </a:cubicBezTo>
                <a:cubicBezTo>
                  <a:pt x="3375764" y="1090675"/>
                  <a:pt x="3394824" y="1067800"/>
                  <a:pt x="3390971" y="1053071"/>
                </a:cubicBezTo>
                <a:close/>
                <a:moveTo>
                  <a:pt x="3456430" y="1049605"/>
                </a:moveTo>
                <a:cubicBezTo>
                  <a:pt x="3443374" y="1058491"/>
                  <a:pt x="3450005" y="1069249"/>
                  <a:pt x="3433011" y="1082032"/>
                </a:cubicBezTo>
                <a:cubicBezTo>
                  <a:pt x="3436949" y="1075173"/>
                  <a:pt x="3438193" y="1049605"/>
                  <a:pt x="3456430" y="1049605"/>
                </a:cubicBezTo>
                <a:close/>
                <a:moveTo>
                  <a:pt x="2850402" y="1048792"/>
                </a:moveTo>
                <a:lnTo>
                  <a:pt x="2849755" y="1049277"/>
                </a:lnTo>
                <a:lnTo>
                  <a:pt x="2848548" y="1051717"/>
                </a:lnTo>
                <a:lnTo>
                  <a:pt x="2849975" y="1052885"/>
                </a:lnTo>
                <a:lnTo>
                  <a:pt x="2851457" y="1052278"/>
                </a:lnTo>
                <a:close/>
                <a:moveTo>
                  <a:pt x="3344934" y="1046832"/>
                </a:moveTo>
                <a:cubicBezTo>
                  <a:pt x="3352839" y="1048895"/>
                  <a:pt x="3346182" y="1057782"/>
                  <a:pt x="3342230" y="1059845"/>
                </a:cubicBezTo>
                <a:cubicBezTo>
                  <a:pt x="3335781" y="1057782"/>
                  <a:pt x="3344934" y="1050800"/>
                  <a:pt x="3344934" y="1046832"/>
                </a:cubicBezTo>
                <a:close/>
                <a:moveTo>
                  <a:pt x="2830849" y="1045849"/>
                </a:moveTo>
                <a:cubicBezTo>
                  <a:pt x="2841249" y="1044752"/>
                  <a:pt x="2834800" y="1055724"/>
                  <a:pt x="2832097" y="1058702"/>
                </a:cubicBezTo>
                <a:cubicBezTo>
                  <a:pt x="2833553" y="1053686"/>
                  <a:pt x="2825648" y="1062620"/>
                  <a:pt x="2825648" y="1056664"/>
                </a:cubicBezTo>
                <a:cubicBezTo>
                  <a:pt x="2832097" y="1055724"/>
                  <a:pt x="2824192" y="1051805"/>
                  <a:pt x="2825648" y="1048827"/>
                </a:cubicBezTo>
                <a:cubicBezTo>
                  <a:pt x="2828145" y="1048827"/>
                  <a:pt x="2832097" y="1049768"/>
                  <a:pt x="2832097" y="1047730"/>
                </a:cubicBezTo>
                <a:cubicBezTo>
                  <a:pt x="2830849" y="1047730"/>
                  <a:pt x="2829600" y="1046790"/>
                  <a:pt x="2830849" y="1045849"/>
                </a:cubicBezTo>
                <a:close/>
                <a:moveTo>
                  <a:pt x="3038897" y="1044954"/>
                </a:moveTo>
                <a:cubicBezTo>
                  <a:pt x="3036218" y="1046054"/>
                  <a:pt x="3034982" y="1047940"/>
                  <a:pt x="3034982" y="1049985"/>
                </a:cubicBezTo>
                <a:cubicBezTo>
                  <a:pt x="3034982" y="1053915"/>
                  <a:pt x="3038897" y="1054859"/>
                  <a:pt x="3037660" y="1060833"/>
                </a:cubicBezTo>
                <a:lnTo>
                  <a:pt x="3035411" y="1060655"/>
                </a:lnTo>
                <a:lnTo>
                  <a:pt x="3034797" y="1062617"/>
                </a:lnTo>
                <a:cubicBezTo>
                  <a:pt x="3026829" y="1060537"/>
                  <a:pt x="3026829" y="1057498"/>
                  <a:pt x="3029555" y="1054458"/>
                </a:cubicBezTo>
                <a:lnTo>
                  <a:pt x="3030436" y="1054952"/>
                </a:lnTo>
                <a:lnTo>
                  <a:pt x="3030271" y="1054487"/>
                </a:lnTo>
                <a:lnTo>
                  <a:pt x="3027426" y="1053106"/>
                </a:lnTo>
                <a:lnTo>
                  <a:pt x="3025797" y="1068917"/>
                </a:lnTo>
                <a:cubicBezTo>
                  <a:pt x="3020542" y="1071354"/>
                  <a:pt x="3015649" y="1074341"/>
                  <a:pt x="3011091" y="1077466"/>
                </a:cubicBezTo>
                <a:lnTo>
                  <a:pt x="2998526" y="1086742"/>
                </a:lnTo>
                <a:lnTo>
                  <a:pt x="2998508" y="1087719"/>
                </a:lnTo>
                <a:cubicBezTo>
                  <a:pt x="3002423" y="1083788"/>
                  <a:pt x="3015406" y="1079700"/>
                  <a:pt x="3015406" y="1087719"/>
                </a:cubicBezTo>
                <a:cubicBezTo>
                  <a:pt x="3003660" y="1094636"/>
                  <a:pt x="2990678" y="1100611"/>
                  <a:pt x="2985526" y="1111617"/>
                </a:cubicBezTo>
                <a:cubicBezTo>
                  <a:pt x="2986762" y="1111617"/>
                  <a:pt x="2989442" y="1111617"/>
                  <a:pt x="2989442" y="1113503"/>
                </a:cubicBezTo>
                <a:cubicBezTo>
                  <a:pt x="2983568" y="1114997"/>
                  <a:pt x="2982281" y="1112521"/>
                  <a:pt x="2981148" y="1109926"/>
                </a:cubicBezTo>
                <a:lnTo>
                  <a:pt x="2979212" y="1106760"/>
                </a:lnTo>
                <a:lnTo>
                  <a:pt x="2975543" y="1113587"/>
                </a:lnTo>
                <a:cubicBezTo>
                  <a:pt x="2971616" y="1111702"/>
                  <a:pt x="2973063" y="1109658"/>
                  <a:pt x="2975543" y="1106673"/>
                </a:cubicBezTo>
                <a:lnTo>
                  <a:pt x="2973411" y="1107076"/>
                </a:lnTo>
                <a:lnTo>
                  <a:pt x="2972637" y="1110078"/>
                </a:lnTo>
                <a:lnTo>
                  <a:pt x="2970996" y="1110612"/>
                </a:lnTo>
                <a:lnTo>
                  <a:pt x="2971151" y="1111505"/>
                </a:lnTo>
                <a:cubicBezTo>
                  <a:pt x="2971719" y="1112938"/>
                  <a:pt x="2972327" y="1114344"/>
                  <a:pt x="2972055" y="1115203"/>
                </a:cubicBezTo>
                <a:lnTo>
                  <a:pt x="2970022" y="1115402"/>
                </a:lnTo>
                <a:lnTo>
                  <a:pt x="2972261" y="1115761"/>
                </a:lnTo>
                <a:lnTo>
                  <a:pt x="2973752" y="1118281"/>
                </a:lnTo>
                <a:lnTo>
                  <a:pt x="2974752" y="1118371"/>
                </a:lnTo>
                <a:cubicBezTo>
                  <a:pt x="2975789" y="1118675"/>
                  <a:pt x="2976629" y="1119284"/>
                  <a:pt x="2976991" y="1120502"/>
                </a:cubicBezTo>
                <a:cubicBezTo>
                  <a:pt x="2971720" y="1121013"/>
                  <a:pt x="2967521" y="1121710"/>
                  <a:pt x="2964046" y="1122700"/>
                </a:cubicBezTo>
                <a:lnTo>
                  <a:pt x="2956754" y="1126048"/>
                </a:lnTo>
                <a:lnTo>
                  <a:pt x="2955440" y="1132370"/>
                </a:lnTo>
                <a:lnTo>
                  <a:pt x="2946123" y="1137457"/>
                </a:lnTo>
                <a:lnTo>
                  <a:pt x="2942884" y="1142346"/>
                </a:lnTo>
                <a:lnTo>
                  <a:pt x="2940087" y="1140686"/>
                </a:lnTo>
                <a:lnTo>
                  <a:pt x="2937043" y="1142227"/>
                </a:lnTo>
                <a:lnTo>
                  <a:pt x="2939143" y="1143805"/>
                </a:lnTo>
                <a:cubicBezTo>
                  <a:pt x="2939681" y="1145945"/>
                  <a:pt x="2933880" y="1147293"/>
                  <a:pt x="2939720" y="1150224"/>
                </a:cubicBezTo>
                <a:cubicBezTo>
                  <a:pt x="2938389" y="1152178"/>
                  <a:pt x="2935776" y="1150184"/>
                  <a:pt x="2933189" y="1148075"/>
                </a:cubicBezTo>
                <a:lnTo>
                  <a:pt x="2930086" y="1145746"/>
                </a:lnTo>
                <a:lnTo>
                  <a:pt x="2927003" y="1147307"/>
                </a:lnTo>
                <a:lnTo>
                  <a:pt x="2927515" y="1145242"/>
                </a:lnTo>
                <a:lnTo>
                  <a:pt x="2926811" y="1145222"/>
                </a:lnTo>
                <a:cubicBezTo>
                  <a:pt x="2925479" y="1143737"/>
                  <a:pt x="2925120" y="1142525"/>
                  <a:pt x="2925275" y="1141431"/>
                </a:cubicBezTo>
                <a:lnTo>
                  <a:pt x="2925511" y="1140955"/>
                </a:lnTo>
                <a:lnTo>
                  <a:pt x="2925152" y="1141171"/>
                </a:lnTo>
                <a:lnTo>
                  <a:pt x="2918941" y="1153045"/>
                </a:lnTo>
                <a:cubicBezTo>
                  <a:pt x="2915206" y="1157526"/>
                  <a:pt x="2910003" y="1161771"/>
                  <a:pt x="2903512" y="1164287"/>
                </a:cubicBezTo>
                <a:cubicBezTo>
                  <a:pt x="2895681" y="1166173"/>
                  <a:pt x="2900833" y="1159255"/>
                  <a:pt x="2893002" y="1161299"/>
                </a:cubicBezTo>
                <a:cubicBezTo>
                  <a:pt x="2885172" y="1164287"/>
                  <a:pt x="2881256" y="1164287"/>
                  <a:pt x="2882699" y="1172148"/>
                </a:cubicBezTo>
                <a:cubicBezTo>
                  <a:pt x="2878062" y="1173170"/>
                  <a:pt x="2876414" y="1172187"/>
                  <a:pt x="2875435" y="1170694"/>
                </a:cubicBezTo>
                <a:lnTo>
                  <a:pt x="2874850" y="1169878"/>
                </a:lnTo>
                <a:lnTo>
                  <a:pt x="2857675" y="1183208"/>
                </a:lnTo>
                <a:lnTo>
                  <a:pt x="2848416" y="1187321"/>
                </a:lnTo>
                <a:lnTo>
                  <a:pt x="2846649" y="1191478"/>
                </a:lnTo>
                <a:lnTo>
                  <a:pt x="2843789" y="1193652"/>
                </a:lnTo>
                <a:lnTo>
                  <a:pt x="2848380" y="1191983"/>
                </a:lnTo>
                <a:cubicBezTo>
                  <a:pt x="2849855" y="1192438"/>
                  <a:pt x="2851664" y="1193690"/>
                  <a:pt x="2853973" y="1196194"/>
                </a:cubicBezTo>
                <a:cubicBezTo>
                  <a:pt x="2844121" y="1209456"/>
                  <a:pt x="2825610" y="1209515"/>
                  <a:pt x="2814805" y="1218683"/>
                </a:cubicBezTo>
                <a:lnTo>
                  <a:pt x="2808890" y="1228789"/>
                </a:lnTo>
                <a:lnTo>
                  <a:pt x="2810628" y="1226410"/>
                </a:lnTo>
                <a:cubicBezTo>
                  <a:pt x="2813873" y="1222538"/>
                  <a:pt x="2818097" y="1219787"/>
                  <a:pt x="2827885" y="1219787"/>
                </a:cubicBezTo>
                <a:cubicBezTo>
                  <a:pt x="2833244" y="1221831"/>
                  <a:pt x="2818818" y="1226862"/>
                  <a:pt x="2829328" y="1227806"/>
                </a:cubicBezTo>
                <a:cubicBezTo>
                  <a:pt x="2830565" y="1219787"/>
                  <a:pt x="2831801" y="1218843"/>
                  <a:pt x="2839632" y="1214913"/>
                </a:cubicBezTo>
                <a:cubicBezTo>
                  <a:pt x="2844783" y="1216800"/>
                  <a:pt x="2827885" y="1225761"/>
                  <a:pt x="2839632" y="1225761"/>
                </a:cubicBezTo>
                <a:cubicBezTo>
                  <a:pt x="2839632" y="1218843"/>
                  <a:pt x="2847462" y="1217900"/>
                  <a:pt x="2843547" y="1209881"/>
                </a:cubicBezTo>
                <a:cubicBezTo>
                  <a:pt x="2859208" y="1207995"/>
                  <a:pt x="2838396" y="1218843"/>
                  <a:pt x="2852614" y="1218843"/>
                </a:cubicBezTo>
                <a:cubicBezTo>
                  <a:pt x="2854056" y="1209881"/>
                  <a:pt x="2865596" y="1209881"/>
                  <a:pt x="2855292" y="1205951"/>
                </a:cubicBezTo>
                <a:cubicBezTo>
                  <a:pt x="2868274" y="1207995"/>
                  <a:pt x="2876105" y="1203907"/>
                  <a:pt x="2870953" y="1197933"/>
                </a:cubicBezTo>
                <a:cubicBezTo>
                  <a:pt x="2873426" y="1197933"/>
                  <a:pt x="2876105" y="1196990"/>
                  <a:pt x="2876105" y="1194002"/>
                </a:cubicBezTo>
                <a:cubicBezTo>
                  <a:pt x="2881256" y="1194002"/>
                  <a:pt x="2883936" y="1202020"/>
                  <a:pt x="2890529" y="1196046"/>
                </a:cubicBezTo>
                <a:cubicBezTo>
                  <a:pt x="2890529" y="1191958"/>
                  <a:pt x="2886614" y="1190071"/>
                  <a:pt x="2885172" y="1187084"/>
                </a:cubicBezTo>
                <a:cubicBezTo>
                  <a:pt x="2890529" y="1184097"/>
                  <a:pt x="2900833" y="1174192"/>
                  <a:pt x="2904748" y="1179065"/>
                </a:cubicBezTo>
                <a:cubicBezTo>
                  <a:pt x="2898154" y="1179065"/>
                  <a:pt x="2895681" y="1185040"/>
                  <a:pt x="2890529" y="1187084"/>
                </a:cubicBezTo>
                <a:cubicBezTo>
                  <a:pt x="2907427" y="1184097"/>
                  <a:pt x="2917730" y="1167117"/>
                  <a:pt x="2929476" y="1178123"/>
                </a:cubicBezTo>
                <a:cubicBezTo>
                  <a:pt x="2932155" y="1170104"/>
                  <a:pt x="2945136" y="1171204"/>
                  <a:pt x="2947816" y="1162243"/>
                </a:cubicBezTo>
                <a:cubicBezTo>
                  <a:pt x="2942458" y="1166173"/>
                  <a:pt x="2930713" y="1164287"/>
                  <a:pt x="2930713" y="1173091"/>
                </a:cubicBezTo>
                <a:cubicBezTo>
                  <a:pt x="2930713" y="1173091"/>
                  <a:pt x="2930713" y="1173091"/>
                  <a:pt x="2920409" y="1173091"/>
                </a:cubicBezTo>
                <a:cubicBezTo>
                  <a:pt x="2921645" y="1170104"/>
                  <a:pt x="2921645" y="1168217"/>
                  <a:pt x="2923087" y="1166173"/>
                </a:cubicBezTo>
                <a:cubicBezTo>
                  <a:pt x="2930713" y="1165230"/>
                  <a:pt x="2938543" y="1160199"/>
                  <a:pt x="2949052" y="1157212"/>
                </a:cubicBezTo>
                <a:cubicBezTo>
                  <a:pt x="2951525" y="1159255"/>
                  <a:pt x="2949052" y="1165230"/>
                  <a:pt x="2956883" y="1164287"/>
                </a:cubicBezTo>
                <a:cubicBezTo>
                  <a:pt x="2959355" y="1153281"/>
                  <a:pt x="2977695" y="1149350"/>
                  <a:pt x="2981611" y="1147307"/>
                </a:cubicBezTo>
                <a:cubicBezTo>
                  <a:pt x="2978932" y="1141332"/>
                  <a:pt x="2987998" y="1135357"/>
                  <a:pt x="2980375" y="1132370"/>
                </a:cubicBezTo>
                <a:cubicBezTo>
                  <a:pt x="2981611" y="1131427"/>
                  <a:pt x="2982847" y="1130483"/>
                  <a:pt x="2982847" y="1128439"/>
                </a:cubicBezTo>
                <a:cubicBezTo>
                  <a:pt x="2989442" y="1132370"/>
                  <a:pt x="2997271" y="1127496"/>
                  <a:pt x="2998508" y="1134414"/>
                </a:cubicBezTo>
                <a:cubicBezTo>
                  <a:pt x="3001806" y="1131898"/>
                  <a:pt x="3002114" y="1129147"/>
                  <a:pt x="3001110" y="1126789"/>
                </a:cubicBezTo>
                <a:lnTo>
                  <a:pt x="2996620" y="1122311"/>
                </a:lnTo>
                <a:lnTo>
                  <a:pt x="2997001" y="1122929"/>
                </a:lnTo>
                <a:cubicBezTo>
                  <a:pt x="2996728" y="1123777"/>
                  <a:pt x="2995611" y="1124949"/>
                  <a:pt x="2993043" y="1126683"/>
                </a:cubicBezTo>
                <a:cubicBezTo>
                  <a:pt x="2995508" y="1117698"/>
                  <a:pt x="2984008" y="1126683"/>
                  <a:pt x="2978669" y="1127787"/>
                </a:cubicBezTo>
                <a:cubicBezTo>
                  <a:pt x="2981339" y="1112812"/>
                  <a:pt x="3013785" y="1098783"/>
                  <a:pt x="3024054" y="1086961"/>
                </a:cubicBezTo>
                <a:cubicBezTo>
                  <a:pt x="3027956" y="1085858"/>
                  <a:pt x="3031858" y="1086961"/>
                  <a:pt x="3035760" y="1086961"/>
                </a:cubicBezTo>
                <a:cubicBezTo>
                  <a:pt x="3038429" y="1084912"/>
                  <a:pt x="3034527" y="1082863"/>
                  <a:pt x="3033295" y="1081917"/>
                </a:cubicBezTo>
                <a:cubicBezTo>
                  <a:pt x="3036170" y="1079435"/>
                  <a:pt x="3039545" y="1077632"/>
                  <a:pt x="3043094" y="1076107"/>
                </a:cubicBezTo>
                <a:lnTo>
                  <a:pt x="3052658" y="1072454"/>
                </a:lnTo>
                <a:lnTo>
                  <a:pt x="3054435" y="1064987"/>
                </a:lnTo>
                <a:cubicBezTo>
                  <a:pt x="3054435" y="1062236"/>
                  <a:pt x="3053624" y="1059121"/>
                  <a:pt x="3052587" y="1055825"/>
                </a:cubicBezTo>
                <a:lnTo>
                  <a:pt x="3051246" y="1051530"/>
                </a:lnTo>
                <a:lnTo>
                  <a:pt x="3047629" y="1052527"/>
                </a:lnTo>
                <a:cubicBezTo>
                  <a:pt x="3046470" y="1053178"/>
                  <a:pt x="3045336" y="1054230"/>
                  <a:pt x="3044048" y="1055959"/>
                </a:cubicBezTo>
                <a:cubicBezTo>
                  <a:pt x="3037660" y="1053915"/>
                  <a:pt x="3042811" y="1046997"/>
                  <a:pt x="3038897" y="1044954"/>
                </a:cubicBezTo>
                <a:close/>
                <a:moveTo>
                  <a:pt x="2683434" y="1042909"/>
                </a:moveTo>
                <a:cubicBezTo>
                  <a:pt x="2687350" y="1046997"/>
                  <a:pt x="2681992" y="1047940"/>
                  <a:pt x="2681992" y="1053915"/>
                </a:cubicBezTo>
                <a:cubicBezTo>
                  <a:pt x="2689822" y="1053915"/>
                  <a:pt x="2692501" y="1047940"/>
                  <a:pt x="2689822" y="1042909"/>
                </a:cubicBezTo>
                <a:cubicBezTo>
                  <a:pt x="2688586" y="1041966"/>
                  <a:pt x="2687350" y="1042909"/>
                  <a:pt x="2687350" y="1044010"/>
                </a:cubicBezTo>
                <a:cubicBezTo>
                  <a:pt x="2687350" y="1044010"/>
                  <a:pt x="2687350" y="1044010"/>
                  <a:pt x="2683434" y="1042909"/>
                </a:cubicBezTo>
                <a:close/>
                <a:moveTo>
                  <a:pt x="3235377" y="1039206"/>
                </a:moveTo>
                <a:cubicBezTo>
                  <a:pt x="3239257" y="1043114"/>
                  <a:pt x="3232723" y="1049211"/>
                  <a:pt x="3234152" y="1053119"/>
                </a:cubicBezTo>
                <a:cubicBezTo>
                  <a:pt x="3227617" y="1054995"/>
                  <a:pt x="3227617" y="1052181"/>
                  <a:pt x="3221287" y="1050149"/>
                </a:cubicBezTo>
                <a:cubicBezTo>
                  <a:pt x="3231497" y="1048116"/>
                  <a:pt x="3227617" y="1045146"/>
                  <a:pt x="3235377" y="1039206"/>
                </a:cubicBezTo>
                <a:close/>
                <a:moveTo>
                  <a:pt x="2880020" y="1038036"/>
                </a:moveTo>
                <a:cubicBezTo>
                  <a:pt x="2874869" y="1041966"/>
                  <a:pt x="2868274" y="1046054"/>
                  <a:pt x="2867038" y="1053915"/>
                </a:cubicBezTo>
                <a:cubicBezTo>
                  <a:pt x="2873426" y="1049985"/>
                  <a:pt x="2880020" y="1046054"/>
                  <a:pt x="2880020" y="1038036"/>
                </a:cubicBezTo>
                <a:close/>
                <a:moveTo>
                  <a:pt x="2811221" y="1037336"/>
                </a:moveTo>
                <a:cubicBezTo>
                  <a:pt x="2812673" y="1036706"/>
                  <a:pt x="2815575" y="1037235"/>
                  <a:pt x="2819445" y="1040809"/>
                </a:cubicBezTo>
                <a:cubicBezTo>
                  <a:pt x="2819445" y="1043897"/>
                  <a:pt x="2811705" y="1037722"/>
                  <a:pt x="2811705" y="1040809"/>
                </a:cubicBezTo>
                <a:cubicBezTo>
                  <a:pt x="2809771" y="1039753"/>
                  <a:pt x="2809771" y="1037965"/>
                  <a:pt x="2811221" y="1037336"/>
                </a:cubicBezTo>
                <a:close/>
                <a:moveTo>
                  <a:pt x="195275" y="1031207"/>
                </a:moveTo>
                <a:cubicBezTo>
                  <a:pt x="192596" y="1038123"/>
                  <a:pt x="186001" y="1031207"/>
                  <a:pt x="183528" y="1036080"/>
                </a:cubicBezTo>
                <a:cubicBezTo>
                  <a:pt x="189917" y="1038123"/>
                  <a:pt x="174255" y="1047083"/>
                  <a:pt x="180849" y="1048027"/>
                </a:cubicBezTo>
                <a:cubicBezTo>
                  <a:pt x="186001" y="1040010"/>
                  <a:pt x="199191" y="1039067"/>
                  <a:pt x="195275" y="1031207"/>
                </a:cubicBezTo>
                <a:close/>
                <a:moveTo>
                  <a:pt x="3163978" y="1030018"/>
                </a:moveTo>
                <a:cubicBezTo>
                  <a:pt x="3156148" y="1029074"/>
                  <a:pt x="3150790" y="1031118"/>
                  <a:pt x="3146875" y="1035992"/>
                </a:cubicBezTo>
                <a:cubicBezTo>
                  <a:pt x="3149554" y="1042909"/>
                  <a:pt x="3156148" y="1034105"/>
                  <a:pt x="3160063" y="1037093"/>
                </a:cubicBezTo>
                <a:cubicBezTo>
                  <a:pt x="3160063" y="1046997"/>
                  <a:pt x="3152233" y="1044010"/>
                  <a:pt x="3145639" y="1047940"/>
                </a:cubicBezTo>
                <a:cubicBezTo>
                  <a:pt x="3145639" y="1052029"/>
                  <a:pt x="3149554" y="1052029"/>
                  <a:pt x="3145639" y="1053915"/>
                </a:cubicBezTo>
                <a:cubicBezTo>
                  <a:pt x="3156148" y="1055959"/>
                  <a:pt x="3165215" y="1039922"/>
                  <a:pt x="3163978" y="1030018"/>
                </a:cubicBezTo>
                <a:close/>
                <a:moveTo>
                  <a:pt x="3491773" y="1025341"/>
                </a:moveTo>
                <a:cubicBezTo>
                  <a:pt x="3498234" y="1027267"/>
                  <a:pt x="3494397" y="1034492"/>
                  <a:pt x="3491773" y="1040432"/>
                </a:cubicBezTo>
                <a:cubicBezTo>
                  <a:pt x="3480263" y="1040432"/>
                  <a:pt x="3491773" y="1030317"/>
                  <a:pt x="3491773" y="1025341"/>
                </a:cubicBezTo>
                <a:close/>
                <a:moveTo>
                  <a:pt x="3407359" y="1019795"/>
                </a:moveTo>
                <a:cubicBezTo>
                  <a:pt x="3406110" y="1022785"/>
                  <a:pt x="3405121" y="1027507"/>
                  <a:pt x="3403299" y="1032740"/>
                </a:cubicBezTo>
                <a:lnTo>
                  <a:pt x="3394445" y="1048394"/>
                </a:lnTo>
                <a:lnTo>
                  <a:pt x="3394291" y="1048755"/>
                </a:lnTo>
                <a:lnTo>
                  <a:pt x="3394257" y="1048726"/>
                </a:lnTo>
                <a:lnTo>
                  <a:pt x="3394240" y="1048754"/>
                </a:lnTo>
                <a:lnTo>
                  <a:pt x="3394237" y="1048710"/>
                </a:lnTo>
                <a:lnTo>
                  <a:pt x="3390657" y="1045676"/>
                </a:lnTo>
                <a:cubicBezTo>
                  <a:pt x="3390587" y="1044400"/>
                  <a:pt x="3391425" y="1042906"/>
                  <a:pt x="3392464" y="1041290"/>
                </a:cubicBezTo>
                <a:lnTo>
                  <a:pt x="3393524" y="1039497"/>
                </a:lnTo>
                <a:lnTo>
                  <a:pt x="3392913" y="1031618"/>
                </a:lnTo>
                <a:cubicBezTo>
                  <a:pt x="3395230" y="1025775"/>
                  <a:pt x="3400175" y="1020817"/>
                  <a:pt x="3407359" y="1019795"/>
                </a:cubicBezTo>
                <a:close/>
                <a:moveTo>
                  <a:pt x="3361929" y="1017885"/>
                </a:moveTo>
                <a:lnTo>
                  <a:pt x="3352918" y="1037662"/>
                </a:lnTo>
                <a:cubicBezTo>
                  <a:pt x="3347595" y="1033738"/>
                  <a:pt x="3349028" y="1012862"/>
                  <a:pt x="3361929" y="1017885"/>
                </a:cubicBezTo>
                <a:close/>
                <a:moveTo>
                  <a:pt x="2873678" y="1014942"/>
                </a:moveTo>
                <a:cubicBezTo>
                  <a:pt x="2883048" y="1019717"/>
                  <a:pt x="2868471" y="1028499"/>
                  <a:pt x="2863266" y="1031426"/>
                </a:cubicBezTo>
                <a:cubicBezTo>
                  <a:pt x="2863266" y="1025572"/>
                  <a:pt x="2873678" y="1017869"/>
                  <a:pt x="2873678" y="1014942"/>
                </a:cubicBezTo>
                <a:close/>
                <a:moveTo>
                  <a:pt x="2041131" y="1012566"/>
                </a:moveTo>
                <a:lnTo>
                  <a:pt x="2041176" y="1012899"/>
                </a:lnTo>
                <a:lnTo>
                  <a:pt x="2044296" y="1013027"/>
                </a:lnTo>
                <a:lnTo>
                  <a:pt x="2044191" y="1013010"/>
                </a:lnTo>
                <a:close/>
                <a:moveTo>
                  <a:pt x="3044048" y="1012251"/>
                </a:moveTo>
                <a:cubicBezTo>
                  <a:pt x="3037660" y="1013194"/>
                  <a:pt x="3041575" y="1014138"/>
                  <a:pt x="3041575" y="1016181"/>
                </a:cubicBezTo>
                <a:cubicBezTo>
                  <a:pt x="3034982" y="1025143"/>
                  <a:pt x="3024472" y="1030018"/>
                  <a:pt x="3029830" y="1038036"/>
                </a:cubicBezTo>
                <a:cubicBezTo>
                  <a:pt x="3037660" y="1033004"/>
                  <a:pt x="3036218" y="1024200"/>
                  <a:pt x="3046727" y="1020112"/>
                </a:cubicBezTo>
                <a:cubicBezTo>
                  <a:pt x="3047963" y="1016181"/>
                  <a:pt x="3045285" y="1014138"/>
                  <a:pt x="3044048" y="1012251"/>
                </a:cubicBezTo>
                <a:close/>
                <a:moveTo>
                  <a:pt x="2045866" y="1010639"/>
                </a:moveTo>
                <a:lnTo>
                  <a:pt x="2045924" y="1011241"/>
                </a:lnTo>
                <a:lnTo>
                  <a:pt x="2046236" y="1013107"/>
                </a:lnTo>
                <a:lnTo>
                  <a:pt x="2054321" y="1013437"/>
                </a:lnTo>
                <a:lnTo>
                  <a:pt x="2054272" y="1012722"/>
                </a:lnTo>
                <a:cubicBezTo>
                  <a:pt x="2052982" y="1010156"/>
                  <a:pt x="2049169" y="1012492"/>
                  <a:pt x="2046612" y="1011757"/>
                </a:cubicBezTo>
                <a:close/>
                <a:moveTo>
                  <a:pt x="3149013" y="1010157"/>
                </a:moveTo>
                <a:lnTo>
                  <a:pt x="3146093" y="1012420"/>
                </a:lnTo>
                <a:cubicBezTo>
                  <a:pt x="3138006" y="1016561"/>
                  <a:pt x="3128497" y="1017869"/>
                  <a:pt x="3137310" y="1023102"/>
                </a:cubicBezTo>
                <a:lnTo>
                  <a:pt x="3132924" y="1022723"/>
                </a:lnTo>
                <a:lnTo>
                  <a:pt x="3133835" y="1031306"/>
                </a:lnTo>
                <a:lnTo>
                  <a:pt x="3142213" y="1024038"/>
                </a:lnTo>
                <a:lnTo>
                  <a:pt x="3150183" y="1020164"/>
                </a:lnTo>
                <a:lnTo>
                  <a:pt x="3146126" y="1018644"/>
                </a:lnTo>
                <a:cubicBezTo>
                  <a:pt x="3145236" y="1017391"/>
                  <a:pt x="3146054" y="1015644"/>
                  <a:pt x="3147095" y="1013928"/>
                </a:cubicBezTo>
                <a:close/>
                <a:moveTo>
                  <a:pt x="2086954" y="1009051"/>
                </a:moveTo>
                <a:cubicBezTo>
                  <a:pt x="2084687" y="1008776"/>
                  <a:pt x="2083399" y="1009316"/>
                  <a:pt x="2082661" y="1010313"/>
                </a:cubicBezTo>
                <a:lnTo>
                  <a:pt x="2081932" y="1013269"/>
                </a:lnTo>
                <a:lnTo>
                  <a:pt x="2081991" y="1013287"/>
                </a:lnTo>
                <a:lnTo>
                  <a:pt x="2081923" y="1013306"/>
                </a:lnTo>
                <a:lnTo>
                  <a:pt x="2081752" y="1013996"/>
                </a:lnTo>
                <a:lnTo>
                  <a:pt x="2086847" y="1011395"/>
                </a:lnTo>
                <a:close/>
                <a:moveTo>
                  <a:pt x="3393938" y="1005236"/>
                </a:moveTo>
                <a:cubicBezTo>
                  <a:pt x="3400648" y="1009241"/>
                  <a:pt x="3401906" y="1013093"/>
                  <a:pt x="3400648" y="1018947"/>
                </a:cubicBezTo>
                <a:cubicBezTo>
                  <a:pt x="3397922" y="1015096"/>
                  <a:pt x="3391212" y="1012169"/>
                  <a:pt x="3393938" y="1005236"/>
                </a:cubicBezTo>
                <a:close/>
                <a:moveTo>
                  <a:pt x="2123550" y="1002753"/>
                </a:moveTo>
                <a:lnTo>
                  <a:pt x="2123399" y="1004238"/>
                </a:lnTo>
                <a:lnTo>
                  <a:pt x="2128537" y="1003081"/>
                </a:lnTo>
                <a:close/>
                <a:moveTo>
                  <a:pt x="2075995" y="1002318"/>
                </a:moveTo>
                <a:lnTo>
                  <a:pt x="2075900" y="1002327"/>
                </a:lnTo>
                <a:lnTo>
                  <a:pt x="2071419" y="1004232"/>
                </a:lnTo>
                <a:lnTo>
                  <a:pt x="2071788" y="1002729"/>
                </a:lnTo>
                <a:lnTo>
                  <a:pt x="2065092" y="1003385"/>
                </a:lnTo>
                <a:cubicBezTo>
                  <a:pt x="2063855" y="1003385"/>
                  <a:pt x="2065092" y="1005271"/>
                  <a:pt x="2065092" y="1005271"/>
                </a:cubicBezTo>
                <a:cubicBezTo>
                  <a:pt x="2061486" y="1005546"/>
                  <a:pt x="2059115" y="1005005"/>
                  <a:pt x="2057222" y="1004163"/>
                </a:cubicBezTo>
                <a:lnTo>
                  <a:pt x="2056215" y="1003576"/>
                </a:lnTo>
                <a:lnTo>
                  <a:pt x="2052541" y="1005724"/>
                </a:lnTo>
                <a:cubicBezTo>
                  <a:pt x="2050551" y="1006299"/>
                  <a:pt x="2048258" y="1006220"/>
                  <a:pt x="2045322" y="1004963"/>
                </a:cubicBezTo>
                <a:lnTo>
                  <a:pt x="2045435" y="1006144"/>
                </a:lnTo>
                <a:lnTo>
                  <a:pt x="2048035" y="1005998"/>
                </a:lnTo>
                <a:cubicBezTo>
                  <a:pt x="2050125" y="1006027"/>
                  <a:pt x="2052315" y="1006332"/>
                  <a:pt x="2054581" y="1007314"/>
                </a:cubicBezTo>
                <a:lnTo>
                  <a:pt x="2056660" y="1013533"/>
                </a:lnTo>
                <a:lnTo>
                  <a:pt x="2067633" y="1013983"/>
                </a:lnTo>
                <a:lnTo>
                  <a:pt x="2070630" y="1013130"/>
                </a:lnTo>
                <a:lnTo>
                  <a:pt x="2073181" y="1012582"/>
                </a:lnTo>
                <a:lnTo>
                  <a:pt x="2071908" y="1008638"/>
                </a:lnTo>
                <a:cubicBezTo>
                  <a:pt x="2072063" y="1007007"/>
                  <a:pt x="2073351" y="1005513"/>
                  <a:pt x="2076649" y="1003076"/>
                </a:cubicBezTo>
                <a:close/>
                <a:moveTo>
                  <a:pt x="2115778" y="1001943"/>
                </a:moveTo>
                <a:cubicBezTo>
                  <a:pt x="2113817" y="1002130"/>
                  <a:pt x="2112014" y="1002974"/>
                  <a:pt x="2110365" y="1005176"/>
                </a:cubicBezTo>
                <a:lnTo>
                  <a:pt x="2109673" y="1003502"/>
                </a:lnTo>
                <a:lnTo>
                  <a:pt x="2105481" y="1007802"/>
                </a:lnTo>
                <a:lnTo>
                  <a:pt x="2118030" y="1005447"/>
                </a:lnTo>
                <a:lnTo>
                  <a:pt x="2121926" y="1004570"/>
                </a:lnTo>
                <a:lnTo>
                  <a:pt x="2119510" y="1002364"/>
                </a:lnTo>
                <a:close/>
                <a:moveTo>
                  <a:pt x="2834480" y="1001245"/>
                </a:moveTo>
                <a:cubicBezTo>
                  <a:pt x="2831801" y="1006277"/>
                  <a:pt x="2823970" y="1003289"/>
                  <a:pt x="2820055" y="1004232"/>
                </a:cubicBezTo>
                <a:cubicBezTo>
                  <a:pt x="2820055" y="1010207"/>
                  <a:pt x="2823970" y="1011150"/>
                  <a:pt x="2831801" y="1011150"/>
                </a:cubicBezTo>
                <a:cubicBezTo>
                  <a:pt x="2830565" y="1006277"/>
                  <a:pt x="2838396" y="1007220"/>
                  <a:pt x="2834480" y="1001245"/>
                </a:cubicBezTo>
                <a:close/>
                <a:moveTo>
                  <a:pt x="2093398" y="1000488"/>
                </a:moveTo>
                <a:lnTo>
                  <a:pt x="2091075" y="1000647"/>
                </a:lnTo>
                <a:lnTo>
                  <a:pt x="2093704" y="1003508"/>
                </a:lnTo>
                <a:lnTo>
                  <a:pt x="2090961" y="1010527"/>
                </a:lnTo>
                <a:lnTo>
                  <a:pt x="2104598" y="1007968"/>
                </a:lnTo>
                <a:lnTo>
                  <a:pt x="2101897" y="1007225"/>
                </a:lnTo>
                <a:lnTo>
                  <a:pt x="2100751" y="1004976"/>
                </a:lnTo>
                <a:lnTo>
                  <a:pt x="2098117" y="1004016"/>
                </a:lnTo>
                <a:cubicBezTo>
                  <a:pt x="2096443" y="1004134"/>
                  <a:pt x="2095644" y="1005431"/>
                  <a:pt x="2095619" y="1004291"/>
                </a:cubicBezTo>
                <a:lnTo>
                  <a:pt x="2095917" y="1002039"/>
                </a:lnTo>
                <a:lnTo>
                  <a:pt x="2094827" y="1002087"/>
                </a:lnTo>
                <a:lnTo>
                  <a:pt x="2095001" y="1001305"/>
                </a:lnTo>
                <a:close/>
                <a:moveTo>
                  <a:pt x="2047600" y="1000107"/>
                </a:moveTo>
                <a:lnTo>
                  <a:pt x="2047687" y="1000468"/>
                </a:lnTo>
                <a:lnTo>
                  <a:pt x="2048820" y="1000408"/>
                </a:lnTo>
                <a:close/>
                <a:moveTo>
                  <a:pt x="2062868" y="999633"/>
                </a:moveTo>
                <a:lnTo>
                  <a:pt x="2062141" y="999643"/>
                </a:lnTo>
                <a:lnTo>
                  <a:pt x="2060229" y="1000974"/>
                </a:lnTo>
                <a:lnTo>
                  <a:pt x="2063952" y="1001697"/>
                </a:lnTo>
                <a:lnTo>
                  <a:pt x="2068243" y="999964"/>
                </a:lnTo>
                <a:lnTo>
                  <a:pt x="2067394" y="1000110"/>
                </a:lnTo>
                <a:cubicBezTo>
                  <a:pt x="2065804" y="1000076"/>
                  <a:pt x="2064335" y="999810"/>
                  <a:pt x="2062868" y="999633"/>
                </a:cubicBezTo>
                <a:close/>
                <a:moveTo>
                  <a:pt x="2891650" y="999463"/>
                </a:moveTo>
                <a:cubicBezTo>
                  <a:pt x="2892478" y="999426"/>
                  <a:pt x="2893357" y="999845"/>
                  <a:pt x="2894300" y="1001053"/>
                </a:cubicBezTo>
                <a:cubicBezTo>
                  <a:pt x="2889058" y="1001987"/>
                  <a:pt x="2895768" y="1004013"/>
                  <a:pt x="2891784" y="1004947"/>
                </a:cubicBezTo>
                <a:cubicBezTo>
                  <a:pt x="2889058" y="1000118"/>
                  <a:pt x="2889058" y="1008998"/>
                  <a:pt x="2891784" y="1008998"/>
                </a:cubicBezTo>
                <a:cubicBezTo>
                  <a:pt x="2891784" y="1008998"/>
                  <a:pt x="2891784" y="1008998"/>
                  <a:pt x="2887800" y="1009933"/>
                </a:cubicBezTo>
                <a:cubicBezTo>
                  <a:pt x="2886542" y="1009933"/>
                  <a:pt x="2885074" y="1009933"/>
                  <a:pt x="2885074" y="1007907"/>
                </a:cubicBezTo>
                <a:cubicBezTo>
                  <a:pt x="2889058" y="1006973"/>
                  <a:pt x="2885074" y="1006038"/>
                  <a:pt x="2885074" y="1003078"/>
                </a:cubicBezTo>
                <a:cubicBezTo>
                  <a:pt x="2887119" y="1003779"/>
                  <a:pt x="2889163" y="999573"/>
                  <a:pt x="2891650" y="999463"/>
                </a:cubicBezTo>
                <a:close/>
                <a:moveTo>
                  <a:pt x="2137772" y="999201"/>
                </a:moveTo>
                <a:lnTo>
                  <a:pt x="2130543" y="1002629"/>
                </a:lnTo>
                <a:lnTo>
                  <a:pt x="2138128" y="1000920"/>
                </a:lnTo>
                <a:close/>
                <a:moveTo>
                  <a:pt x="2107893" y="999201"/>
                </a:moveTo>
                <a:lnTo>
                  <a:pt x="2107827" y="999233"/>
                </a:lnTo>
                <a:lnTo>
                  <a:pt x="2107565" y="1000392"/>
                </a:lnTo>
                <a:lnTo>
                  <a:pt x="2109463" y="1002994"/>
                </a:lnTo>
                <a:close/>
                <a:moveTo>
                  <a:pt x="3211992" y="998258"/>
                </a:moveTo>
                <a:cubicBezTo>
                  <a:pt x="3205603" y="1000302"/>
                  <a:pt x="3200246" y="1004232"/>
                  <a:pt x="3197773" y="1008163"/>
                </a:cubicBezTo>
                <a:cubicBezTo>
                  <a:pt x="3199009" y="1010207"/>
                  <a:pt x="3215907" y="1004232"/>
                  <a:pt x="3211992" y="998258"/>
                </a:cubicBezTo>
                <a:close/>
                <a:moveTo>
                  <a:pt x="2134121" y="991102"/>
                </a:moveTo>
                <a:lnTo>
                  <a:pt x="2133341" y="991891"/>
                </a:lnTo>
                <a:cubicBezTo>
                  <a:pt x="2132517" y="993384"/>
                  <a:pt x="2132517" y="994877"/>
                  <a:pt x="2133857" y="996371"/>
                </a:cubicBezTo>
                <a:cubicBezTo>
                  <a:pt x="2135815" y="996843"/>
                  <a:pt x="2137772" y="996096"/>
                  <a:pt x="2139240" y="994858"/>
                </a:cubicBezTo>
                <a:lnTo>
                  <a:pt x="2140264" y="992991"/>
                </a:lnTo>
                <a:lnTo>
                  <a:pt x="2135832" y="992019"/>
                </a:lnTo>
                <a:close/>
                <a:moveTo>
                  <a:pt x="3153372" y="989984"/>
                </a:moveTo>
                <a:cubicBezTo>
                  <a:pt x="3158388" y="995877"/>
                  <a:pt x="3144544" y="1001614"/>
                  <a:pt x="3143140" y="998668"/>
                </a:cubicBezTo>
                <a:cubicBezTo>
                  <a:pt x="3148357" y="996807"/>
                  <a:pt x="3145748" y="990914"/>
                  <a:pt x="3153372" y="989984"/>
                </a:cubicBezTo>
                <a:close/>
                <a:moveTo>
                  <a:pt x="3218585" y="985366"/>
                </a:moveTo>
                <a:cubicBezTo>
                  <a:pt x="3217349" y="989296"/>
                  <a:pt x="3213434" y="992283"/>
                  <a:pt x="3213434" y="997315"/>
                </a:cubicBezTo>
                <a:cubicBezTo>
                  <a:pt x="3221265" y="994327"/>
                  <a:pt x="3222501" y="998258"/>
                  <a:pt x="3230331" y="993384"/>
                </a:cubicBezTo>
                <a:cubicBezTo>
                  <a:pt x="3229094" y="988352"/>
                  <a:pt x="3221265" y="990397"/>
                  <a:pt x="3218585" y="985366"/>
                </a:cubicBezTo>
                <a:close/>
                <a:moveTo>
                  <a:pt x="2886614" y="985366"/>
                </a:moveTo>
                <a:lnTo>
                  <a:pt x="2886474" y="985563"/>
                </a:lnTo>
                <a:lnTo>
                  <a:pt x="2886659" y="985366"/>
                </a:lnTo>
                <a:close/>
                <a:moveTo>
                  <a:pt x="3199009" y="982378"/>
                </a:moveTo>
                <a:cubicBezTo>
                  <a:pt x="3193858" y="986309"/>
                  <a:pt x="3191179" y="990397"/>
                  <a:pt x="3191179" y="996371"/>
                </a:cubicBezTo>
                <a:cubicBezTo>
                  <a:pt x="3196331" y="994327"/>
                  <a:pt x="3199009" y="994327"/>
                  <a:pt x="3199009" y="998258"/>
                </a:cubicBezTo>
                <a:cubicBezTo>
                  <a:pt x="3208076" y="996371"/>
                  <a:pt x="3210755" y="990397"/>
                  <a:pt x="3214670" y="985366"/>
                </a:cubicBezTo>
                <a:cubicBezTo>
                  <a:pt x="3208076" y="980491"/>
                  <a:pt x="3208076" y="993384"/>
                  <a:pt x="3200246" y="993384"/>
                </a:cubicBezTo>
                <a:cubicBezTo>
                  <a:pt x="3193858" y="993384"/>
                  <a:pt x="3200246" y="985366"/>
                  <a:pt x="3199009" y="982378"/>
                </a:cubicBezTo>
                <a:close/>
                <a:moveTo>
                  <a:pt x="3480958" y="981665"/>
                </a:moveTo>
                <a:cubicBezTo>
                  <a:pt x="3476912" y="986441"/>
                  <a:pt x="3472866" y="991371"/>
                  <a:pt x="3471588" y="998149"/>
                </a:cubicBezTo>
                <a:cubicBezTo>
                  <a:pt x="3468819" y="992295"/>
                  <a:pt x="3467541" y="981665"/>
                  <a:pt x="3480958" y="981665"/>
                </a:cubicBezTo>
                <a:close/>
                <a:moveTo>
                  <a:pt x="2869511" y="974517"/>
                </a:moveTo>
                <a:cubicBezTo>
                  <a:pt x="2861680" y="977504"/>
                  <a:pt x="2869511" y="981435"/>
                  <a:pt x="2868274" y="987409"/>
                </a:cubicBezTo>
                <a:cubicBezTo>
                  <a:pt x="2856529" y="989296"/>
                  <a:pt x="2843547" y="999201"/>
                  <a:pt x="2855292" y="1007220"/>
                </a:cubicBezTo>
                <a:cubicBezTo>
                  <a:pt x="2844783" y="1008163"/>
                  <a:pt x="2848699" y="998258"/>
                  <a:pt x="2840868" y="998258"/>
                </a:cubicBezTo>
                <a:cubicBezTo>
                  <a:pt x="2843547" y="1001245"/>
                  <a:pt x="2843547" y="1007220"/>
                  <a:pt x="2846225" y="1010207"/>
                </a:cubicBezTo>
                <a:cubicBezTo>
                  <a:pt x="2839632" y="1012251"/>
                  <a:pt x="2834480" y="1015238"/>
                  <a:pt x="2834480" y="1022156"/>
                </a:cubicBezTo>
                <a:cubicBezTo>
                  <a:pt x="2826649" y="1023099"/>
                  <a:pt x="2831801" y="1013194"/>
                  <a:pt x="2821498" y="1016181"/>
                </a:cubicBezTo>
                <a:cubicBezTo>
                  <a:pt x="2821498" y="1016181"/>
                  <a:pt x="2821498" y="1016181"/>
                  <a:pt x="2821498" y="1027030"/>
                </a:cubicBezTo>
                <a:cubicBezTo>
                  <a:pt x="2814903" y="1021213"/>
                  <a:pt x="2810988" y="1028130"/>
                  <a:pt x="2803158" y="1029074"/>
                </a:cubicBezTo>
                <a:cubicBezTo>
                  <a:pt x="2803158" y="1031118"/>
                  <a:pt x="2805837" y="1032061"/>
                  <a:pt x="2804394" y="1034105"/>
                </a:cubicBezTo>
                <a:cubicBezTo>
                  <a:pt x="2794091" y="1035992"/>
                  <a:pt x="2785025" y="1042909"/>
                  <a:pt x="2790176" y="1052972"/>
                </a:cubicBezTo>
                <a:cubicBezTo>
                  <a:pt x="2783581" y="1049041"/>
                  <a:pt x="2774515" y="1055959"/>
                  <a:pt x="2778430" y="1059890"/>
                </a:cubicBezTo>
                <a:cubicBezTo>
                  <a:pt x="2762769" y="1055959"/>
                  <a:pt x="2766684" y="1068852"/>
                  <a:pt x="2756381" y="1069795"/>
                </a:cubicBezTo>
                <a:cubicBezTo>
                  <a:pt x="2760296" y="1073725"/>
                  <a:pt x="2754938" y="1070738"/>
                  <a:pt x="2753702" y="1073725"/>
                </a:cubicBezTo>
                <a:cubicBezTo>
                  <a:pt x="2756381" y="1074826"/>
                  <a:pt x="2757617" y="1075770"/>
                  <a:pt x="2758854" y="1076713"/>
                </a:cubicBezTo>
                <a:cubicBezTo>
                  <a:pt x="2757617" y="1079700"/>
                  <a:pt x="2756381" y="1085675"/>
                  <a:pt x="2749786" y="1085675"/>
                </a:cubicBezTo>
                <a:cubicBezTo>
                  <a:pt x="2751023" y="1080801"/>
                  <a:pt x="2758854" y="1078756"/>
                  <a:pt x="2751023" y="1075770"/>
                </a:cubicBezTo>
                <a:cubicBezTo>
                  <a:pt x="2744635" y="1083788"/>
                  <a:pt x="2726295" y="1078756"/>
                  <a:pt x="2719907" y="1085675"/>
                </a:cubicBezTo>
                <a:cubicBezTo>
                  <a:pt x="2717228" y="1089762"/>
                  <a:pt x="2717228" y="1092750"/>
                  <a:pt x="2721144" y="1095580"/>
                </a:cubicBezTo>
                <a:cubicBezTo>
                  <a:pt x="2735568" y="1095580"/>
                  <a:pt x="2719907" y="1086775"/>
                  <a:pt x="2730210" y="1085675"/>
                </a:cubicBezTo>
                <a:cubicBezTo>
                  <a:pt x="2727738" y="1092750"/>
                  <a:pt x="2736805" y="1093693"/>
                  <a:pt x="2738041" y="1098567"/>
                </a:cubicBezTo>
                <a:cubicBezTo>
                  <a:pt x="2730210" y="1093693"/>
                  <a:pt x="2725059" y="1099668"/>
                  <a:pt x="2718465" y="1100611"/>
                </a:cubicBezTo>
                <a:cubicBezTo>
                  <a:pt x="2717228" y="1096680"/>
                  <a:pt x="2717228" y="1091649"/>
                  <a:pt x="2710634" y="1090706"/>
                </a:cubicBezTo>
                <a:cubicBezTo>
                  <a:pt x="2708162" y="1093693"/>
                  <a:pt x="2714550" y="1098567"/>
                  <a:pt x="2708162" y="1098567"/>
                </a:cubicBezTo>
                <a:cubicBezTo>
                  <a:pt x="2708162" y="1096680"/>
                  <a:pt x="2706719" y="1094636"/>
                  <a:pt x="2705483" y="1093693"/>
                </a:cubicBezTo>
                <a:cubicBezTo>
                  <a:pt x="2701568" y="1096680"/>
                  <a:pt x="2697653" y="1101554"/>
                  <a:pt x="2692501" y="1104541"/>
                </a:cubicBezTo>
                <a:cubicBezTo>
                  <a:pt x="2680755" y="1098567"/>
                  <a:pt x="2671688" y="1113503"/>
                  <a:pt x="2659942" y="1113503"/>
                </a:cubicBezTo>
                <a:cubicBezTo>
                  <a:pt x="2662621" y="1114447"/>
                  <a:pt x="2661179" y="1117433"/>
                  <a:pt x="2662621" y="1119478"/>
                </a:cubicBezTo>
                <a:cubicBezTo>
                  <a:pt x="2658706" y="1120421"/>
                  <a:pt x="2654791" y="1118535"/>
                  <a:pt x="2654791" y="1124508"/>
                </a:cubicBezTo>
                <a:cubicBezTo>
                  <a:pt x="2643045" y="1117433"/>
                  <a:pt x="2641808" y="1128439"/>
                  <a:pt x="2633979" y="1132370"/>
                </a:cubicBezTo>
                <a:cubicBezTo>
                  <a:pt x="2633979" y="1127496"/>
                  <a:pt x="2627384" y="1133471"/>
                  <a:pt x="2626148" y="1128439"/>
                </a:cubicBezTo>
                <a:cubicBezTo>
                  <a:pt x="2627384" y="1123408"/>
                  <a:pt x="2630063" y="1121522"/>
                  <a:pt x="2633979" y="1120421"/>
                </a:cubicBezTo>
                <a:cubicBezTo>
                  <a:pt x="2626148" y="1113503"/>
                  <a:pt x="2615638" y="1120421"/>
                  <a:pt x="2610486" y="1127496"/>
                </a:cubicBezTo>
                <a:cubicBezTo>
                  <a:pt x="2615638" y="1127496"/>
                  <a:pt x="2616875" y="1122465"/>
                  <a:pt x="2623468" y="1126396"/>
                </a:cubicBezTo>
                <a:cubicBezTo>
                  <a:pt x="2612959" y="1133471"/>
                  <a:pt x="2601420" y="1136458"/>
                  <a:pt x="2590910" y="1146363"/>
                </a:cubicBezTo>
                <a:cubicBezTo>
                  <a:pt x="2590910" y="1147307"/>
                  <a:pt x="2593589" y="1148249"/>
                  <a:pt x="2596062" y="1149350"/>
                </a:cubicBezTo>
                <a:cubicBezTo>
                  <a:pt x="2596062" y="1149350"/>
                  <a:pt x="2596062" y="1149350"/>
                  <a:pt x="2592147" y="1157212"/>
                </a:cubicBezTo>
                <a:cubicBezTo>
                  <a:pt x="2585758" y="1155324"/>
                  <a:pt x="2590910" y="1150294"/>
                  <a:pt x="2583080" y="1148249"/>
                </a:cubicBezTo>
                <a:cubicBezTo>
                  <a:pt x="2571334" y="1146363"/>
                  <a:pt x="2576486" y="1157212"/>
                  <a:pt x="2566183" y="1152338"/>
                </a:cubicBezTo>
                <a:cubicBezTo>
                  <a:pt x="2564946" y="1160199"/>
                  <a:pt x="2577928" y="1159255"/>
                  <a:pt x="2581844" y="1156268"/>
                </a:cubicBezTo>
                <a:cubicBezTo>
                  <a:pt x="2580401" y="1164287"/>
                  <a:pt x="2567419" y="1157212"/>
                  <a:pt x="2570098" y="1165230"/>
                </a:cubicBezTo>
                <a:cubicBezTo>
                  <a:pt x="2562267" y="1161299"/>
                  <a:pt x="2568861" y="1153281"/>
                  <a:pt x="2555673" y="1150294"/>
                </a:cubicBezTo>
                <a:cubicBezTo>
                  <a:pt x="2551964" y="1157212"/>
                  <a:pt x="2528473" y="1159255"/>
                  <a:pt x="2537540" y="1172148"/>
                </a:cubicBezTo>
                <a:cubicBezTo>
                  <a:pt x="2542691" y="1167117"/>
                  <a:pt x="2548049" y="1165230"/>
                  <a:pt x="2554436" y="1162243"/>
                </a:cubicBezTo>
                <a:cubicBezTo>
                  <a:pt x="2555673" y="1168217"/>
                  <a:pt x="2546607" y="1165230"/>
                  <a:pt x="2551964" y="1171204"/>
                </a:cubicBezTo>
                <a:cubicBezTo>
                  <a:pt x="2546091" y="1171204"/>
                  <a:pt x="2539240" y="1173680"/>
                  <a:pt x="2532877" y="1175902"/>
                </a:cubicBezTo>
                <a:lnTo>
                  <a:pt x="2527956" y="1177433"/>
                </a:lnTo>
                <a:lnTo>
                  <a:pt x="2528914" y="1178515"/>
                </a:lnTo>
                <a:cubicBezTo>
                  <a:pt x="2529826" y="1178879"/>
                  <a:pt x="2530911" y="1178973"/>
                  <a:pt x="2531951" y="1179162"/>
                </a:cubicBezTo>
                <a:lnTo>
                  <a:pt x="2533230" y="1179719"/>
                </a:lnTo>
                <a:lnTo>
                  <a:pt x="2539549" y="1179125"/>
                </a:lnTo>
                <a:cubicBezTo>
                  <a:pt x="2542794" y="1178358"/>
                  <a:pt x="2545370" y="1177100"/>
                  <a:pt x="2546607" y="1175135"/>
                </a:cubicBezTo>
                <a:cubicBezTo>
                  <a:pt x="2545370" y="1179065"/>
                  <a:pt x="2553200" y="1177179"/>
                  <a:pt x="2551964" y="1173091"/>
                </a:cubicBezTo>
                <a:cubicBezTo>
                  <a:pt x="2554436" y="1174192"/>
                  <a:pt x="2555673" y="1175135"/>
                  <a:pt x="2557116" y="1177179"/>
                </a:cubicBezTo>
                <a:cubicBezTo>
                  <a:pt x="2559588" y="1175135"/>
                  <a:pt x="2562267" y="1173091"/>
                  <a:pt x="2563504" y="1170104"/>
                </a:cubicBezTo>
                <a:cubicBezTo>
                  <a:pt x="2572777" y="1175135"/>
                  <a:pt x="2577928" y="1169161"/>
                  <a:pt x="2584316" y="1164287"/>
                </a:cubicBezTo>
                <a:cubicBezTo>
                  <a:pt x="2583080" y="1167117"/>
                  <a:pt x="2589673" y="1168217"/>
                  <a:pt x="2589673" y="1170104"/>
                </a:cubicBezTo>
                <a:cubicBezTo>
                  <a:pt x="2593589" y="1164287"/>
                  <a:pt x="2601420" y="1164287"/>
                  <a:pt x="2607808" y="1163186"/>
                </a:cubicBezTo>
                <a:cubicBezTo>
                  <a:pt x="2614401" y="1161299"/>
                  <a:pt x="2620789" y="1160199"/>
                  <a:pt x="2620789" y="1153281"/>
                </a:cubicBezTo>
                <a:cubicBezTo>
                  <a:pt x="2627384" y="1157212"/>
                  <a:pt x="2628620" y="1150294"/>
                  <a:pt x="2631299" y="1147307"/>
                </a:cubicBezTo>
                <a:lnTo>
                  <a:pt x="2636866" y="1149439"/>
                </a:lnTo>
                <a:lnTo>
                  <a:pt x="2636094" y="1147453"/>
                </a:lnTo>
                <a:cubicBezTo>
                  <a:pt x="2643987" y="1140573"/>
                  <a:pt x="2661018" y="1140573"/>
                  <a:pt x="2664964" y="1135571"/>
                </a:cubicBezTo>
                <a:cubicBezTo>
                  <a:pt x="2664964" y="1139049"/>
                  <a:pt x="2663498" y="1141844"/>
                  <a:pt x="2661398" y="1144309"/>
                </a:cubicBezTo>
                <a:lnTo>
                  <a:pt x="2660633" y="1145011"/>
                </a:lnTo>
                <a:lnTo>
                  <a:pt x="2663735" y="1144820"/>
                </a:lnTo>
                <a:cubicBezTo>
                  <a:pt x="2666884" y="1144457"/>
                  <a:pt x="2669730" y="1143769"/>
                  <a:pt x="2671688" y="1142275"/>
                </a:cubicBezTo>
                <a:cubicBezTo>
                  <a:pt x="2671688" y="1139445"/>
                  <a:pt x="2669009" y="1138345"/>
                  <a:pt x="2669009" y="1136458"/>
                </a:cubicBezTo>
                <a:cubicBezTo>
                  <a:pt x="2676839" y="1134414"/>
                  <a:pt x="2678075" y="1133471"/>
                  <a:pt x="2685906" y="1129383"/>
                </a:cubicBezTo>
                <a:cubicBezTo>
                  <a:pt x="2689822" y="1133471"/>
                  <a:pt x="2680755" y="1136458"/>
                  <a:pt x="2687350" y="1138345"/>
                </a:cubicBezTo>
                <a:cubicBezTo>
                  <a:pt x="2687658" y="1133863"/>
                  <a:pt x="2689681" y="1130504"/>
                  <a:pt x="2692703" y="1127874"/>
                </a:cubicBezTo>
                <a:lnTo>
                  <a:pt x="2692950" y="1127743"/>
                </a:lnTo>
                <a:lnTo>
                  <a:pt x="2693163" y="1124090"/>
                </a:lnTo>
                <a:cubicBezTo>
                  <a:pt x="2694840" y="1118631"/>
                  <a:pt x="2700061" y="1117708"/>
                  <a:pt x="2706769" y="1116159"/>
                </a:cubicBezTo>
                <a:lnTo>
                  <a:pt x="2705289" y="1121422"/>
                </a:lnTo>
                <a:lnTo>
                  <a:pt x="2717167" y="1117783"/>
                </a:lnTo>
                <a:lnTo>
                  <a:pt x="2721603" y="1115987"/>
                </a:lnTo>
                <a:lnTo>
                  <a:pt x="2716967" y="1112289"/>
                </a:lnTo>
                <a:cubicBezTo>
                  <a:pt x="2720804" y="1112289"/>
                  <a:pt x="2719592" y="1109340"/>
                  <a:pt x="2722015" y="1108409"/>
                </a:cubicBezTo>
                <a:lnTo>
                  <a:pt x="2724168" y="1110132"/>
                </a:lnTo>
                <a:lnTo>
                  <a:pt x="2723823" y="1106586"/>
                </a:lnTo>
                <a:cubicBezTo>
                  <a:pt x="2730210" y="1106586"/>
                  <a:pt x="2732890" y="1101554"/>
                  <a:pt x="2738041" y="1099668"/>
                </a:cubicBezTo>
                <a:cubicBezTo>
                  <a:pt x="2736805" y="1104541"/>
                  <a:pt x="2736805" y="1107529"/>
                  <a:pt x="2739483" y="1110516"/>
                </a:cubicBezTo>
                <a:cubicBezTo>
                  <a:pt x="2752466" y="1105564"/>
                  <a:pt x="2763489" y="1096641"/>
                  <a:pt x="2774694" y="1088583"/>
                </a:cubicBezTo>
                <a:lnTo>
                  <a:pt x="2789587" y="1079208"/>
                </a:lnTo>
                <a:lnTo>
                  <a:pt x="2786801" y="1076523"/>
                </a:lnTo>
                <a:cubicBezTo>
                  <a:pt x="2785342" y="1075643"/>
                  <a:pt x="2784010" y="1075643"/>
                  <a:pt x="2783292" y="1077676"/>
                </a:cubicBezTo>
                <a:cubicBezTo>
                  <a:pt x="2776941" y="1070641"/>
                  <a:pt x="2793742" y="1066732"/>
                  <a:pt x="2796406" y="1064857"/>
                </a:cubicBezTo>
                <a:cubicBezTo>
                  <a:pt x="2797635" y="1068765"/>
                  <a:pt x="2794972" y="1070641"/>
                  <a:pt x="2792512" y="1072673"/>
                </a:cubicBezTo>
                <a:cubicBezTo>
                  <a:pt x="2791796" y="1073689"/>
                  <a:pt x="2790822" y="1074666"/>
                  <a:pt x="2790336" y="1075898"/>
                </a:cubicBezTo>
                <a:lnTo>
                  <a:pt x="2790740" y="1078483"/>
                </a:lnTo>
                <a:lnTo>
                  <a:pt x="2791904" y="1077749"/>
                </a:lnTo>
                <a:cubicBezTo>
                  <a:pt x="2797864" y="1074757"/>
                  <a:pt x="2804136" y="1072586"/>
                  <a:pt x="2810988" y="1071839"/>
                </a:cubicBezTo>
                <a:cubicBezTo>
                  <a:pt x="2808309" y="1072782"/>
                  <a:pt x="2804394" y="1073725"/>
                  <a:pt x="2804394" y="1077813"/>
                </a:cubicBezTo>
                <a:cubicBezTo>
                  <a:pt x="2810988" y="1076713"/>
                  <a:pt x="2809752" y="1080801"/>
                  <a:pt x="2814903" y="1079700"/>
                </a:cubicBezTo>
                <a:cubicBezTo>
                  <a:pt x="2814285" y="1074748"/>
                  <a:pt x="2817222" y="1073765"/>
                  <a:pt x="2820647" y="1073647"/>
                </a:cubicBezTo>
                <a:lnTo>
                  <a:pt x="2825409" y="1073724"/>
                </a:lnTo>
                <a:lnTo>
                  <a:pt x="2827561" y="1070487"/>
                </a:lnTo>
                <a:lnTo>
                  <a:pt x="2828591" y="1069370"/>
                </a:lnTo>
                <a:lnTo>
                  <a:pt x="2828143" y="1067299"/>
                </a:lnTo>
                <a:cubicBezTo>
                  <a:pt x="2827319" y="1066061"/>
                  <a:pt x="2826649" y="1064842"/>
                  <a:pt x="2827885" y="1061934"/>
                </a:cubicBezTo>
                <a:lnTo>
                  <a:pt x="2830333" y="1062230"/>
                </a:lnTo>
                <a:lnTo>
                  <a:pt x="2830257" y="1061638"/>
                </a:lnTo>
                <a:lnTo>
                  <a:pt x="2837317" y="1062488"/>
                </a:lnTo>
                <a:lnTo>
                  <a:pt x="2841689" y="1061039"/>
                </a:lnTo>
                <a:lnTo>
                  <a:pt x="2838139" y="1058637"/>
                </a:lnTo>
                <a:lnTo>
                  <a:pt x="2840894" y="1057712"/>
                </a:lnTo>
                <a:lnTo>
                  <a:pt x="2838396" y="1055959"/>
                </a:lnTo>
                <a:cubicBezTo>
                  <a:pt x="2843186" y="1054426"/>
                  <a:pt x="2846586" y="1047322"/>
                  <a:pt x="2850247" y="1045590"/>
                </a:cubicBezTo>
                <a:lnTo>
                  <a:pt x="2851827" y="1045782"/>
                </a:lnTo>
                <a:lnTo>
                  <a:pt x="2852903" y="1044592"/>
                </a:lnTo>
                <a:cubicBezTo>
                  <a:pt x="2855491" y="1042824"/>
                  <a:pt x="2858718" y="1041315"/>
                  <a:pt x="2858001" y="1037820"/>
                </a:cubicBezTo>
                <a:cubicBezTo>
                  <a:pt x="2861894" y="1041871"/>
                  <a:pt x="2861280" y="1044373"/>
                  <a:pt x="2859204" y="1046498"/>
                </a:cubicBezTo>
                <a:lnTo>
                  <a:pt x="2853213" y="1051585"/>
                </a:lnTo>
                <a:lnTo>
                  <a:pt x="2856374" y="1052402"/>
                </a:lnTo>
                <a:cubicBezTo>
                  <a:pt x="2858178" y="1053640"/>
                  <a:pt x="2859826" y="1055880"/>
                  <a:pt x="2864360" y="1056903"/>
                </a:cubicBezTo>
                <a:cubicBezTo>
                  <a:pt x="2867038" y="1052029"/>
                  <a:pt x="2863123" y="1050928"/>
                  <a:pt x="2860444" y="1049041"/>
                </a:cubicBezTo>
                <a:cubicBezTo>
                  <a:pt x="2865596" y="1042909"/>
                  <a:pt x="2878784" y="1035992"/>
                  <a:pt x="2889087" y="1029074"/>
                </a:cubicBezTo>
                <a:cubicBezTo>
                  <a:pt x="2883936" y="1026087"/>
                  <a:pt x="2889087" y="1021213"/>
                  <a:pt x="2887851" y="1016181"/>
                </a:cubicBezTo>
                <a:cubicBezTo>
                  <a:pt x="2895681" y="1014138"/>
                  <a:pt x="2891765" y="1023099"/>
                  <a:pt x="2899596" y="1020112"/>
                </a:cubicBezTo>
                <a:cubicBezTo>
                  <a:pt x="2896917" y="1013194"/>
                  <a:pt x="2900833" y="1009263"/>
                  <a:pt x="2903512" y="1004232"/>
                </a:cubicBezTo>
                <a:cubicBezTo>
                  <a:pt x="2899596" y="1003289"/>
                  <a:pt x="2896917" y="1007220"/>
                  <a:pt x="2896917" y="1004232"/>
                </a:cubicBezTo>
                <a:cubicBezTo>
                  <a:pt x="2903512" y="1003289"/>
                  <a:pt x="2899596" y="997315"/>
                  <a:pt x="2895681" y="996371"/>
                </a:cubicBezTo>
                <a:cubicBezTo>
                  <a:pt x="2898257" y="995821"/>
                  <a:pt x="2899236" y="994052"/>
                  <a:pt x="2900550" y="992303"/>
                </a:cubicBezTo>
                <a:lnTo>
                  <a:pt x="2902338" y="991276"/>
                </a:lnTo>
                <a:lnTo>
                  <a:pt x="2899787" y="990222"/>
                </a:lnTo>
                <a:cubicBezTo>
                  <a:pt x="2889286" y="989113"/>
                  <a:pt x="2888051" y="995134"/>
                  <a:pt x="2889286" y="998145"/>
                </a:cubicBezTo>
                <a:cubicBezTo>
                  <a:pt x="2882183" y="996164"/>
                  <a:pt x="2881874" y="991926"/>
                  <a:pt x="2884627" y="987548"/>
                </a:cubicBezTo>
                <a:lnTo>
                  <a:pt x="2885081" y="987061"/>
                </a:lnTo>
                <a:lnTo>
                  <a:pt x="2883446" y="980786"/>
                </a:lnTo>
                <a:cubicBezTo>
                  <a:pt x="2882647" y="978920"/>
                  <a:pt x="2881359" y="977426"/>
                  <a:pt x="2878784" y="976404"/>
                </a:cubicBezTo>
                <a:cubicBezTo>
                  <a:pt x="2874869" y="983322"/>
                  <a:pt x="2873426" y="977504"/>
                  <a:pt x="2869511" y="974517"/>
                </a:cubicBezTo>
                <a:close/>
                <a:moveTo>
                  <a:pt x="3235448" y="970573"/>
                </a:moveTo>
                <a:cubicBezTo>
                  <a:pt x="3237354" y="972638"/>
                  <a:pt x="3237354" y="975180"/>
                  <a:pt x="3236878" y="977821"/>
                </a:cubicBezTo>
                <a:lnTo>
                  <a:pt x="3235547" y="985123"/>
                </a:lnTo>
                <a:lnTo>
                  <a:pt x="3235276" y="985397"/>
                </a:lnTo>
                <a:lnTo>
                  <a:pt x="3231612" y="979668"/>
                </a:lnTo>
                <a:cubicBezTo>
                  <a:pt x="3233192" y="976650"/>
                  <a:pt x="3236050" y="973115"/>
                  <a:pt x="3235448" y="970573"/>
                </a:cubicBezTo>
                <a:close/>
                <a:moveTo>
                  <a:pt x="3163536" y="970573"/>
                </a:moveTo>
                <a:lnTo>
                  <a:pt x="3164747" y="977772"/>
                </a:lnTo>
                <a:cubicBezTo>
                  <a:pt x="3162122" y="978732"/>
                  <a:pt x="3157073" y="980811"/>
                  <a:pt x="3155862" y="978732"/>
                </a:cubicBezTo>
                <a:cubicBezTo>
                  <a:pt x="3159699" y="976652"/>
                  <a:pt x="3159699" y="972653"/>
                  <a:pt x="3163536" y="970573"/>
                </a:cubicBezTo>
                <a:close/>
                <a:moveTo>
                  <a:pt x="3240635" y="966499"/>
                </a:moveTo>
                <a:cubicBezTo>
                  <a:pt x="3232805" y="970429"/>
                  <a:pt x="3232805" y="974517"/>
                  <a:pt x="3223737" y="974517"/>
                </a:cubicBezTo>
                <a:cubicBezTo>
                  <a:pt x="3227652" y="979391"/>
                  <a:pt x="3234247" y="981435"/>
                  <a:pt x="3230331" y="990397"/>
                </a:cubicBezTo>
                <a:lnTo>
                  <a:pt x="3235276" y="985397"/>
                </a:lnTo>
                <a:lnTo>
                  <a:pt x="3235448" y="985666"/>
                </a:lnTo>
                <a:lnTo>
                  <a:pt x="3235547" y="985123"/>
                </a:lnTo>
                <a:lnTo>
                  <a:pt x="3238883" y="981749"/>
                </a:lnTo>
                <a:cubicBezTo>
                  <a:pt x="3239038" y="977151"/>
                  <a:pt x="3238059" y="971451"/>
                  <a:pt x="3240635" y="966499"/>
                </a:cubicBezTo>
                <a:close/>
                <a:moveTo>
                  <a:pt x="2902164" y="966370"/>
                </a:moveTo>
                <a:lnTo>
                  <a:pt x="2899059" y="968783"/>
                </a:lnTo>
                <a:lnTo>
                  <a:pt x="2899229" y="971530"/>
                </a:lnTo>
                <a:lnTo>
                  <a:pt x="2899596" y="971530"/>
                </a:lnTo>
                <a:close/>
                <a:moveTo>
                  <a:pt x="2950288" y="965555"/>
                </a:moveTo>
                <a:lnTo>
                  <a:pt x="2946664" y="968337"/>
                </a:lnTo>
                <a:lnTo>
                  <a:pt x="2946270" y="967992"/>
                </a:lnTo>
                <a:cubicBezTo>
                  <a:pt x="2946734" y="966774"/>
                  <a:pt x="2948330" y="965555"/>
                  <a:pt x="2950288" y="965555"/>
                </a:cubicBezTo>
                <a:close/>
                <a:moveTo>
                  <a:pt x="2904540" y="964523"/>
                </a:moveTo>
                <a:lnTo>
                  <a:pt x="2904129" y="964842"/>
                </a:lnTo>
                <a:lnTo>
                  <a:pt x="2904603" y="964730"/>
                </a:lnTo>
                <a:close/>
                <a:moveTo>
                  <a:pt x="3515767" y="960174"/>
                </a:moveTo>
                <a:cubicBezTo>
                  <a:pt x="3522216" y="964141"/>
                  <a:pt x="3523672" y="966204"/>
                  <a:pt x="3518263" y="972235"/>
                </a:cubicBezTo>
                <a:cubicBezTo>
                  <a:pt x="3506614" y="973187"/>
                  <a:pt x="3515767" y="965252"/>
                  <a:pt x="3515767" y="960174"/>
                </a:cubicBezTo>
                <a:close/>
                <a:moveTo>
                  <a:pt x="2818818" y="954550"/>
                </a:moveTo>
                <a:cubicBezTo>
                  <a:pt x="2810988" y="953606"/>
                  <a:pt x="2812225" y="961467"/>
                  <a:pt x="2820055" y="960524"/>
                </a:cubicBezTo>
                <a:cubicBezTo>
                  <a:pt x="2822734" y="957536"/>
                  <a:pt x="2820055" y="958480"/>
                  <a:pt x="2818818" y="954550"/>
                </a:cubicBezTo>
                <a:close/>
                <a:moveTo>
                  <a:pt x="2889087" y="953606"/>
                </a:moveTo>
                <a:cubicBezTo>
                  <a:pt x="2885172" y="956593"/>
                  <a:pt x="2882235" y="959070"/>
                  <a:pt x="2879299" y="961802"/>
                </a:cubicBezTo>
                <a:lnTo>
                  <a:pt x="2874834" y="966239"/>
                </a:lnTo>
                <a:lnTo>
                  <a:pt x="2877971" y="966815"/>
                </a:lnTo>
                <a:lnTo>
                  <a:pt x="2882312" y="964395"/>
                </a:lnTo>
                <a:cubicBezTo>
                  <a:pt x="2885583" y="961546"/>
                  <a:pt x="2887851" y="958087"/>
                  <a:pt x="2889087" y="953606"/>
                </a:cubicBezTo>
                <a:close/>
                <a:moveTo>
                  <a:pt x="3377510" y="950468"/>
                </a:moveTo>
                <a:cubicBezTo>
                  <a:pt x="3389189" y="956365"/>
                  <a:pt x="3378739" y="963195"/>
                  <a:pt x="3376281" y="971110"/>
                </a:cubicBezTo>
                <a:cubicBezTo>
                  <a:pt x="3368494" y="965212"/>
                  <a:pt x="3380173" y="958228"/>
                  <a:pt x="3377510" y="950468"/>
                </a:cubicBezTo>
                <a:close/>
                <a:moveTo>
                  <a:pt x="2984286" y="947735"/>
                </a:moveTo>
                <a:cubicBezTo>
                  <a:pt x="2982229" y="948015"/>
                  <a:pt x="2981302" y="950815"/>
                  <a:pt x="2980375" y="948575"/>
                </a:cubicBezTo>
                <a:cubicBezTo>
                  <a:pt x="2976459" y="952662"/>
                  <a:pt x="2980375" y="960524"/>
                  <a:pt x="2969864" y="961467"/>
                </a:cubicBezTo>
                <a:cubicBezTo>
                  <a:pt x="2977695" y="964455"/>
                  <a:pt x="2987998" y="955493"/>
                  <a:pt x="2986762" y="948575"/>
                </a:cubicBezTo>
                <a:cubicBezTo>
                  <a:pt x="2985783" y="947828"/>
                  <a:pt x="2984972" y="947641"/>
                  <a:pt x="2984286" y="947735"/>
                </a:cubicBezTo>
                <a:close/>
                <a:moveTo>
                  <a:pt x="3404287" y="945615"/>
                </a:moveTo>
                <a:cubicBezTo>
                  <a:pt x="3411911" y="946726"/>
                  <a:pt x="3406695" y="956724"/>
                  <a:pt x="3402883" y="958628"/>
                </a:cubicBezTo>
                <a:cubicBezTo>
                  <a:pt x="3396664" y="954660"/>
                  <a:pt x="3400475" y="950693"/>
                  <a:pt x="3404287" y="945615"/>
                </a:cubicBezTo>
                <a:close/>
                <a:moveTo>
                  <a:pt x="3227652" y="945588"/>
                </a:moveTo>
                <a:cubicBezTo>
                  <a:pt x="3222501" y="949675"/>
                  <a:pt x="3223737" y="955493"/>
                  <a:pt x="3225180" y="962568"/>
                </a:cubicBezTo>
                <a:cubicBezTo>
                  <a:pt x="3232805" y="959581"/>
                  <a:pt x="3229094" y="951562"/>
                  <a:pt x="3227652" y="945588"/>
                </a:cubicBezTo>
                <a:close/>
                <a:moveTo>
                  <a:pt x="3144403" y="940714"/>
                </a:moveTo>
                <a:lnTo>
                  <a:pt x="3141683" y="941691"/>
                </a:lnTo>
                <a:lnTo>
                  <a:pt x="3136384" y="952544"/>
                </a:lnTo>
                <a:lnTo>
                  <a:pt x="3134638" y="958692"/>
                </a:lnTo>
                <a:lnTo>
                  <a:pt x="3137963" y="956711"/>
                </a:lnTo>
                <a:cubicBezTo>
                  <a:pt x="3140075" y="954864"/>
                  <a:pt x="3142342" y="953135"/>
                  <a:pt x="3146875" y="952662"/>
                </a:cubicBezTo>
                <a:cubicBezTo>
                  <a:pt x="3144403" y="945588"/>
                  <a:pt x="3144403" y="947632"/>
                  <a:pt x="3144403" y="940714"/>
                </a:cubicBezTo>
                <a:close/>
                <a:moveTo>
                  <a:pt x="1712372" y="937359"/>
                </a:moveTo>
                <a:lnTo>
                  <a:pt x="1711261" y="939324"/>
                </a:lnTo>
                <a:lnTo>
                  <a:pt x="1712784" y="938360"/>
                </a:lnTo>
                <a:close/>
                <a:moveTo>
                  <a:pt x="3511259" y="935909"/>
                </a:moveTo>
                <a:cubicBezTo>
                  <a:pt x="3512470" y="939828"/>
                  <a:pt x="3513682" y="950799"/>
                  <a:pt x="3508633" y="953778"/>
                </a:cubicBezTo>
                <a:cubicBezTo>
                  <a:pt x="3506210" y="948762"/>
                  <a:pt x="3504797" y="938887"/>
                  <a:pt x="3511259" y="935909"/>
                </a:cubicBezTo>
                <a:close/>
                <a:moveTo>
                  <a:pt x="3487161" y="935909"/>
                </a:moveTo>
                <a:cubicBezTo>
                  <a:pt x="3502774" y="939874"/>
                  <a:pt x="3484490" y="950023"/>
                  <a:pt x="3492297" y="958905"/>
                </a:cubicBezTo>
                <a:cubicBezTo>
                  <a:pt x="3489626" y="960015"/>
                  <a:pt x="3484490" y="960015"/>
                  <a:pt x="3479354" y="958905"/>
                </a:cubicBezTo>
                <a:cubicBezTo>
                  <a:pt x="3484490" y="948913"/>
                  <a:pt x="3485722" y="947010"/>
                  <a:pt x="3487161" y="935909"/>
                </a:cubicBezTo>
                <a:close/>
                <a:moveTo>
                  <a:pt x="1710819" y="933584"/>
                </a:moveTo>
                <a:lnTo>
                  <a:pt x="1710747" y="934362"/>
                </a:lnTo>
                <a:lnTo>
                  <a:pt x="1711086" y="934232"/>
                </a:lnTo>
                <a:close/>
                <a:moveTo>
                  <a:pt x="2011788" y="930779"/>
                </a:moveTo>
                <a:cubicBezTo>
                  <a:pt x="2010508" y="931037"/>
                  <a:pt x="2009887" y="932102"/>
                  <a:pt x="2009220" y="933294"/>
                </a:cubicBezTo>
                <a:lnTo>
                  <a:pt x="2009037" y="933505"/>
                </a:lnTo>
                <a:lnTo>
                  <a:pt x="2009037" y="935792"/>
                </a:lnTo>
                <a:cubicBezTo>
                  <a:pt x="2010994" y="935792"/>
                  <a:pt x="2012643" y="935557"/>
                  <a:pt x="2013802" y="934692"/>
                </a:cubicBezTo>
                <a:lnTo>
                  <a:pt x="2015018" y="931453"/>
                </a:lnTo>
                <a:close/>
                <a:moveTo>
                  <a:pt x="2927253" y="929670"/>
                </a:moveTo>
                <a:cubicBezTo>
                  <a:pt x="2943936" y="929670"/>
                  <a:pt x="2925829" y="936981"/>
                  <a:pt x="2929695" y="939906"/>
                </a:cubicBezTo>
                <a:cubicBezTo>
                  <a:pt x="2916878" y="936981"/>
                  <a:pt x="2933560" y="931782"/>
                  <a:pt x="2927253" y="929670"/>
                </a:cubicBezTo>
                <a:close/>
                <a:moveTo>
                  <a:pt x="1703617" y="929092"/>
                </a:moveTo>
                <a:cubicBezTo>
                  <a:pt x="1701814" y="929338"/>
                  <a:pt x="1700088" y="929893"/>
                  <a:pt x="1698645" y="930946"/>
                </a:cubicBezTo>
                <a:lnTo>
                  <a:pt x="1698422" y="931278"/>
                </a:lnTo>
                <a:lnTo>
                  <a:pt x="1705950" y="929909"/>
                </a:lnTo>
                <a:lnTo>
                  <a:pt x="1708146" y="929418"/>
                </a:lnTo>
                <a:close/>
                <a:moveTo>
                  <a:pt x="3207454" y="928976"/>
                </a:moveTo>
                <a:cubicBezTo>
                  <a:pt x="3207454" y="935007"/>
                  <a:pt x="3203584" y="938022"/>
                  <a:pt x="3198492" y="941990"/>
                </a:cubicBezTo>
                <a:cubicBezTo>
                  <a:pt x="3195844" y="935959"/>
                  <a:pt x="3202361" y="932944"/>
                  <a:pt x="3207454" y="928976"/>
                </a:cubicBezTo>
                <a:close/>
                <a:moveTo>
                  <a:pt x="287248" y="928976"/>
                </a:moveTo>
                <a:cubicBezTo>
                  <a:pt x="297841" y="935855"/>
                  <a:pt x="278109" y="935855"/>
                  <a:pt x="278109" y="944765"/>
                </a:cubicBezTo>
                <a:cubicBezTo>
                  <a:pt x="268971" y="942733"/>
                  <a:pt x="284756" y="933979"/>
                  <a:pt x="287248" y="928976"/>
                </a:cubicBezTo>
                <a:close/>
                <a:moveTo>
                  <a:pt x="1941613" y="928622"/>
                </a:moveTo>
                <a:cubicBezTo>
                  <a:pt x="1943585" y="928452"/>
                  <a:pt x="1946363" y="932581"/>
                  <a:pt x="1946363" y="928779"/>
                </a:cubicBezTo>
                <a:cubicBezTo>
                  <a:pt x="1948931" y="929729"/>
                  <a:pt x="1947549" y="931789"/>
                  <a:pt x="1947549" y="933849"/>
                </a:cubicBezTo>
                <a:cubicBezTo>
                  <a:pt x="1942610" y="935751"/>
                  <a:pt x="1943795" y="931789"/>
                  <a:pt x="1940042" y="930680"/>
                </a:cubicBezTo>
                <a:cubicBezTo>
                  <a:pt x="1940388" y="929214"/>
                  <a:pt x="1940955" y="928679"/>
                  <a:pt x="1941613" y="928622"/>
                </a:cubicBezTo>
                <a:close/>
                <a:moveTo>
                  <a:pt x="1788082" y="927857"/>
                </a:moveTo>
                <a:cubicBezTo>
                  <a:pt x="1785345" y="935056"/>
                  <a:pt x="1771036" y="930896"/>
                  <a:pt x="1768300" y="928976"/>
                </a:cubicBezTo>
                <a:cubicBezTo>
                  <a:pt x="1772299" y="926897"/>
                  <a:pt x="1781558" y="932016"/>
                  <a:pt x="1788082" y="927857"/>
                </a:cubicBezTo>
                <a:close/>
                <a:moveTo>
                  <a:pt x="3161762" y="927765"/>
                </a:moveTo>
                <a:lnTo>
                  <a:pt x="3154101" y="930643"/>
                </a:lnTo>
                <a:lnTo>
                  <a:pt x="3154284" y="931595"/>
                </a:lnTo>
                <a:lnTo>
                  <a:pt x="3157475" y="930858"/>
                </a:lnTo>
                <a:lnTo>
                  <a:pt x="3156942" y="932315"/>
                </a:lnTo>
                <a:lnTo>
                  <a:pt x="3160681" y="929838"/>
                </a:lnTo>
                <a:close/>
                <a:moveTo>
                  <a:pt x="2057257" y="926869"/>
                </a:moveTo>
                <a:lnTo>
                  <a:pt x="2049959" y="927925"/>
                </a:lnTo>
                <a:lnTo>
                  <a:pt x="2048218" y="929099"/>
                </a:lnTo>
                <a:lnTo>
                  <a:pt x="2055405" y="927343"/>
                </a:lnTo>
                <a:close/>
                <a:moveTo>
                  <a:pt x="3015406" y="926720"/>
                </a:moveTo>
                <a:lnTo>
                  <a:pt x="3014989" y="926864"/>
                </a:lnTo>
                <a:lnTo>
                  <a:pt x="3013833" y="928130"/>
                </a:lnTo>
                <a:lnTo>
                  <a:pt x="3012950" y="927566"/>
                </a:lnTo>
                <a:lnTo>
                  <a:pt x="3008553" y="929079"/>
                </a:lnTo>
                <a:cubicBezTo>
                  <a:pt x="3007266" y="930219"/>
                  <a:pt x="3006957" y="931752"/>
                  <a:pt x="3007575" y="933796"/>
                </a:cubicBezTo>
                <a:cubicBezTo>
                  <a:pt x="3014169" y="932695"/>
                  <a:pt x="3016848" y="930651"/>
                  <a:pt x="3015406" y="926720"/>
                </a:cubicBezTo>
                <a:close/>
                <a:moveTo>
                  <a:pt x="2522986" y="926387"/>
                </a:moveTo>
                <a:cubicBezTo>
                  <a:pt x="2521518" y="926995"/>
                  <a:pt x="2520539" y="928214"/>
                  <a:pt x="2519200" y="929708"/>
                </a:cubicBezTo>
                <a:cubicBezTo>
                  <a:pt x="2524557" y="934739"/>
                  <a:pt x="2528473" y="930651"/>
                  <a:pt x="2529709" y="926720"/>
                </a:cubicBezTo>
                <a:cubicBezTo>
                  <a:pt x="2526412" y="925777"/>
                  <a:pt x="2524454" y="925777"/>
                  <a:pt x="2522986" y="926387"/>
                </a:cubicBezTo>
                <a:close/>
                <a:moveTo>
                  <a:pt x="3383933" y="922737"/>
                </a:moveTo>
                <a:cubicBezTo>
                  <a:pt x="3398276" y="927556"/>
                  <a:pt x="3398276" y="936573"/>
                  <a:pt x="3387827" y="948233"/>
                </a:cubicBezTo>
                <a:cubicBezTo>
                  <a:pt x="3378811" y="946367"/>
                  <a:pt x="3378811" y="946367"/>
                  <a:pt x="3378811" y="946367"/>
                </a:cubicBezTo>
                <a:cubicBezTo>
                  <a:pt x="3377581" y="935485"/>
                  <a:pt x="3377581" y="932531"/>
                  <a:pt x="3383933" y="922737"/>
                </a:cubicBezTo>
                <a:close/>
                <a:moveTo>
                  <a:pt x="1846794" y="922097"/>
                </a:moveTo>
                <a:cubicBezTo>
                  <a:pt x="1848521" y="921697"/>
                  <a:pt x="1850101" y="922177"/>
                  <a:pt x="1850793" y="923697"/>
                </a:cubicBezTo>
                <a:cubicBezTo>
                  <a:pt x="1850793" y="927697"/>
                  <a:pt x="1845657" y="925777"/>
                  <a:pt x="1844472" y="928817"/>
                </a:cubicBezTo>
                <a:lnTo>
                  <a:pt x="1843314" y="926784"/>
                </a:lnTo>
                <a:lnTo>
                  <a:pt x="1826457" y="931594"/>
                </a:lnTo>
                <a:cubicBezTo>
                  <a:pt x="1827379" y="924951"/>
                  <a:pt x="1836369" y="923290"/>
                  <a:pt x="1842448" y="924121"/>
                </a:cubicBezTo>
                <a:lnTo>
                  <a:pt x="1843596" y="924504"/>
                </a:lnTo>
                <a:close/>
                <a:moveTo>
                  <a:pt x="2978909" y="922044"/>
                </a:moveTo>
                <a:cubicBezTo>
                  <a:pt x="2977632" y="927894"/>
                  <a:pt x="2985725" y="922044"/>
                  <a:pt x="2985725" y="926945"/>
                </a:cubicBezTo>
                <a:cubicBezTo>
                  <a:pt x="2982956" y="929949"/>
                  <a:pt x="2974863" y="930898"/>
                  <a:pt x="2973585" y="925996"/>
                </a:cubicBezTo>
                <a:cubicBezTo>
                  <a:pt x="2972308" y="923941"/>
                  <a:pt x="2977632" y="923941"/>
                  <a:pt x="2978909" y="922044"/>
                </a:cubicBezTo>
                <a:close/>
                <a:moveTo>
                  <a:pt x="1796835" y="920371"/>
                </a:moveTo>
                <a:cubicBezTo>
                  <a:pt x="1798564" y="919633"/>
                  <a:pt x="1800440" y="919904"/>
                  <a:pt x="1801724" y="921924"/>
                </a:cubicBezTo>
                <a:cubicBezTo>
                  <a:pt x="1801724" y="923789"/>
                  <a:pt x="1800341" y="922856"/>
                  <a:pt x="1800341" y="921924"/>
                </a:cubicBezTo>
                <a:cubicBezTo>
                  <a:pt x="1797971" y="923789"/>
                  <a:pt x="1796588" y="926741"/>
                  <a:pt x="1792834" y="924877"/>
                </a:cubicBezTo>
                <a:cubicBezTo>
                  <a:pt x="1793526" y="922856"/>
                  <a:pt x="1795106" y="921109"/>
                  <a:pt x="1796835" y="920371"/>
                </a:cubicBezTo>
                <a:close/>
                <a:moveTo>
                  <a:pt x="1965011" y="919042"/>
                </a:moveTo>
                <a:cubicBezTo>
                  <a:pt x="1967930" y="917952"/>
                  <a:pt x="1971513" y="918411"/>
                  <a:pt x="1973459" y="920324"/>
                </a:cubicBezTo>
                <a:cubicBezTo>
                  <a:pt x="1970797" y="924303"/>
                  <a:pt x="1968339" y="928130"/>
                  <a:pt x="1960558" y="927059"/>
                </a:cubicBezTo>
                <a:cubicBezTo>
                  <a:pt x="1959841" y="922773"/>
                  <a:pt x="1962094" y="920133"/>
                  <a:pt x="1965011" y="919042"/>
                </a:cubicBezTo>
                <a:close/>
                <a:moveTo>
                  <a:pt x="2076649" y="918649"/>
                </a:moveTo>
                <a:lnTo>
                  <a:pt x="2076420" y="918892"/>
                </a:lnTo>
                <a:lnTo>
                  <a:pt x="2071496" y="919592"/>
                </a:lnTo>
                <a:cubicBezTo>
                  <a:pt x="2076649" y="918649"/>
                  <a:pt x="2076649" y="918649"/>
                  <a:pt x="2076649" y="918649"/>
                </a:cubicBezTo>
                <a:close/>
                <a:moveTo>
                  <a:pt x="2583755" y="917765"/>
                </a:moveTo>
                <a:lnTo>
                  <a:pt x="2582152" y="918545"/>
                </a:lnTo>
                <a:lnTo>
                  <a:pt x="2562596" y="927514"/>
                </a:lnTo>
                <a:lnTo>
                  <a:pt x="2565809" y="927449"/>
                </a:lnTo>
                <a:cubicBezTo>
                  <a:pt x="2570762" y="926159"/>
                  <a:pt x="2575282" y="923876"/>
                  <a:pt x="2579430" y="921154"/>
                </a:cubicBezTo>
                <a:close/>
                <a:moveTo>
                  <a:pt x="3545762" y="916775"/>
                </a:moveTo>
                <a:cubicBezTo>
                  <a:pt x="3551620" y="917707"/>
                  <a:pt x="3557593" y="923575"/>
                  <a:pt x="3555755" y="928818"/>
                </a:cubicBezTo>
                <a:cubicBezTo>
                  <a:pt x="3546770" y="927705"/>
                  <a:pt x="3546770" y="927705"/>
                  <a:pt x="3546770" y="927705"/>
                </a:cubicBezTo>
                <a:cubicBezTo>
                  <a:pt x="3551875" y="920715"/>
                  <a:pt x="3544116" y="920715"/>
                  <a:pt x="3540236" y="917697"/>
                </a:cubicBezTo>
                <a:cubicBezTo>
                  <a:pt x="3541869" y="916703"/>
                  <a:pt x="3543809" y="916465"/>
                  <a:pt x="3545762" y="916775"/>
                </a:cubicBezTo>
                <a:close/>
                <a:moveTo>
                  <a:pt x="2561263" y="915342"/>
                </a:moveTo>
                <a:cubicBezTo>
                  <a:pt x="2559949" y="915322"/>
                  <a:pt x="2558971" y="915794"/>
                  <a:pt x="2559588" y="917759"/>
                </a:cubicBezTo>
                <a:cubicBezTo>
                  <a:pt x="2564946" y="920746"/>
                  <a:pt x="2566183" y="919803"/>
                  <a:pt x="2564946" y="915873"/>
                </a:cubicBezTo>
                <a:cubicBezTo>
                  <a:pt x="2564225" y="915873"/>
                  <a:pt x="2562576" y="915362"/>
                  <a:pt x="2561263" y="915342"/>
                </a:cubicBezTo>
                <a:close/>
                <a:moveTo>
                  <a:pt x="2006563" y="914886"/>
                </a:moveTo>
                <a:lnTo>
                  <a:pt x="2007143" y="918164"/>
                </a:lnTo>
                <a:lnTo>
                  <a:pt x="2009829" y="917882"/>
                </a:lnTo>
                <a:lnTo>
                  <a:pt x="2009449" y="916693"/>
                </a:lnTo>
                <a:cubicBezTo>
                  <a:pt x="2009140" y="915436"/>
                  <a:pt x="2008521" y="914414"/>
                  <a:pt x="2006563" y="914886"/>
                </a:cubicBezTo>
                <a:close/>
                <a:moveTo>
                  <a:pt x="3530032" y="913032"/>
                </a:moveTo>
                <a:cubicBezTo>
                  <a:pt x="3530032" y="930907"/>
                  <a:pt x="3526080" y="944987"/>
                  <a:pt x="3519632" y="960015"/>
                </a:cubicBezTo>
                <a:cubicBezTo>
                  <a:pt x="3512975" y="944037"/>
                  <a:pt x="3526080" y="927901"/>
                  <a:pt x="3530032" y="913032"/>
                </a:cubicBezTo>
                <a:close/>
                <a:moveTo>
                  <a:pt x="1983070" y="913000"/>
                </a:moveTo>
                <a:cubicBezTo>
                  <a:pt x="1981112" y="914493"/>
                  <a:pt x="1981421" y="915476"/>
                  <a:pt x="1981911" y="916203"/>
                </a:cubicBezTo>
                <a:lnTo>
                  <a:pt x="1981843" y="917642"/>
                </a:lnTo>
                <a:lnTo>
                  <a:pt x="1982064" y="919746"/>
                </a:lnTo>
                <a:cubicBezTo>
                  <a:pt x="1980683" y="924102"/>
                  <a:pt x="1975968" y="928789"/>
                  <a:pt x="1986788" y="929497"/>
                </a:cubicBezTo>
                <a:lnTo>
                  <a:pt x="1993630" y="914826"/>
                </a:lnTo>
                <a:lnTo>
                  <a:pt x="1993374" y="913942"/>
                </a:lnTo>
                <a:cubicBezTo>
                  <a:pt x="1988222" y="915987"/>
                  <a:pt x="1986985" y="913000"/>
                  <a:pt x="1983070" y="913000"/>
                </a:cubicBezTo>
                <a:close/>
                <a:moveTo>
                  <a:pt x="1874413" y="911645"/>
                </a:moveTo>
                <a:cubicBezTo>
                  <a:pt x="1871765" y="916764"/>
                  <a:pt x="1869118" y="921884"/>
                  <a:pt x="1862804" y="920764"/>
                </a:cubicBezTo>
                <a:cubicBezTo>
                  <a:pt x="1866674" y="916764"/>
                  <a:pt x="1869118" y="912764"/>
                  <a:pt x="1874413" y="911645"/>
                </a:cubicBezTo>
                <a:close/>
                <a:moveTo>
                  <a:pt x="3390652" y="910952"/>
                </a:moveTo>
                <a:cubicBezTo>
                  <a:pt x="3395894" y="911889"/>
                  <a:pt x="3390652" y="917826"/>
                  <a:pt x="3397363" y="917826"/>
                </a:cubicBezTo>
                <a:cubicBezTo>
                  <a:pt x="3395894" y="921887"/>
                  <a:pt x="3390652" y="921887"/>
                  <a:pt x="3383942" y="920794"/>
                </a:cubicBezTo>
                <a:cubicBezTo>
                  <a:pt x="3383942" y="915951"/>
                  <a:pt x="3386668" y="913920"/>
                  <a:pt x="3390652" y="910952"/>
                </a:cubicBezTo>
                <a:close/>
                <a:moveTo>
                  <a:pt x="1913406" y="909020"/>
                </a:moveTo>
                <a:lnTo>
                  <a:pt x="1920750" y="910769"/>
                </a:lnTo>
                <a:cubicBezTo>
                  <a:pt x="1918024" y="912824"/>
                  <a:pt x="1915298" y="917726"/>
                  <a:pt x="1912781" y="913773"/>
                </a:cubicBezTo>
                <a:lnTo>
                  <a:pt x="1912781" y="909223"/>
                </a:lnTo>
                <a:close/>
                <a:moveTo>
                  <a:pt x="2931518" y="908992"/>
                </a:moveTo>
                <a:lnTo>
                  <a:pt x="2931057" y="911551"/>
                </a:lnTo>
                <a:cubicBezTo>
                  <a:pt x="2930635" y="912502"/>
                  <a:pt x="2929837" y="913317"/>
                  <a:pt x="2928240" y="913828"/>
                </a:cubicBezTo>
                <a:cubicBezTo>
                  <a:pt x="2931434" y="915322"/>
                  <a:pt x="2934009" y="914103"/>
                  <a:pt x="2935478" y="911883"/>
                </a:cubicBezTo>
                <a:lnTo>
                  <a:pt x="2935668" y="909340"/>
                </a:lnTo>
                <a:lnTo>
                  <a:pt x="2935440" y="909321"/>
                </a:lnTo>
                <a:close/>
                <a:moveTo>
                  <a:pt x="1848550" y="906682"/>
                </a:moveTo>
                <a:lnTo>
                  <a:pt x="1847332" y="906863"/>
                </a:lnTo>
                <a:lnTo>
                  <a:pt x="1848636" y="911126"/>
                </a:lnTo>
                <a:lnTo>
                  <a:pt x="1848727" y="908755"/>
                </a:lnTo>
                <a:cubicBezTo>
                  <a:pt x="1848817" y="907891"/>
                  <a:pt x="1848863" y="907085"/>
                  <a:pt x="1848550" y="906682"/>
                </a:cubicBezTo>
                <a:close/>
                <a:moveTo>
                  <a:pt x="2079205" y="905855"/>
                </a:moveTo>
                <a:lnTo>
                  <a:pt x="2077792" y="906069"/>
                </a:lnTo>
                <a:lnTo>
                  <a:pt x="2081532" y="906842"/>
                </a:lnTo>
                <a:lnTo>
                  <a:pt x="2081583" y="906775"/>
                </a:lnTo>
                <a:close/>
                <a:moveTo>
                  <a:pt x="2011715" y="904982"/>
                </a:moveTo>
                <a:lnTo>
                  <a:pt x="2012123" y="905035"/>
                </a:lnTo>
                <a:lnTo>
                  <a:pt x="2011938" y="905194"/>
                </a:lnTo>
                <a:close/>
                <a:moveTo>
                  <a:pt x="2936070" y="903923"/>
                </a:moveTo>
                <a:cubicBezTo>
                  <a:pt x="2934113" y="904159"/>
                  <a:pt x="2933043" y="904768"/>
                  <a:pt x="2932442" y="905582"/>
                </a:cubicBezTo>
                <a:lnTo>
                  <a:pt x="2931851" y="907635"/>
                </a:lnTo>
                <a:lnTo>
                  <a:pt x="2934747" y="906099"/>
                </a:lnTo>
                <a:lnTo>
                  <a:pt x="2935968" y="905301"/>
                </a:lnTo>
                <a:close/>
                <a:moveTo>
                  <a:pt x="2017087" y="903841"/>
                </a:moveTo>
                <a:lnTo>
                  <a:pt x="2028615" y="907027"/>
                </a:lnTo>
                <a:cubicBezTo>
                  <a:pt x="2024699" y="908048"/>
                  <a:pt x="2022432" y="907066"/>
                  <a:pt x="2020165" y="906064"/>
                </a:cubicBezTo>
                <a:lnTo>
                  <a:pt x="2015437" y="905459"/>
                </a:lnTo>
                <a:lnTo>
                  <a:pt x="2015437" y="908529"/>
                </a:lnTo>
                <a:lnTo>
                  <a:pt x="2015680" y="908760"/>
                </a:lnTo>
                <a:cubicBezTo>
                  <a:pt x="2020461" y="910691"/>
                  <a:pt x="2027068" y="908244"/>
                  <a:pt x="2029851" y="911900"/>
                </a:cubicBezTo>
                <a:cubicBezTo>
                  <a:pt x="2026142" y="913000"/>
                  <a:pt x="2026142" y="916929"/>
                  <a:pt x="2023462" y="917873"/>
                </a:cubicBezTo>
                <a:cubicBezTo>
                  <a:pt x="2020784" y="915987"/>
                  <a:pt x="2020784" y="911900"/>
                  <a:pt x="2016868" y="910956"/>
                </a:cubicBezTo>
                <a:lnTo>
                  <a:pt x="2012099" y="917643"/>
                </a:lnTo>
                <a:lnTo>
                  <a:pt x="2013943" y="917450"/>
                </a:lnTo>
                <a:cubicBezTo>
                  <a:pt x="2019971" y="916330"/>
                  <a:pt x="2025845" y="915583"/>
                  <a:pt x="2028421" y="923522"/>
                </a:cubicBezTo>
                <a:cubicBezTo>
                  <a:pt x="2025948" y="917548"/>
                  <a:pt x="2036253" y="915661"/>
                  <a:pt x="2038933" y="906699"/>
                </a:cubicBezTo>
                <a:lnTo>
                  <a:pt x="2032153" y="905278"/>
                </a:lnTo>
                <a:lnTo>
                  <a:pt x="2029851" y="904982"/>
                </a:lnTo>
                <a:lnTo>
                  <a:pt x="2030090" y="904850"/>
                </a:lnTo>
                <a:close/>
                <a:moveTo>
                  <a:pt x="1989664" y="901054"/>
                </a:moveTo>
                <a:cubicBezTo>
                  <a:pt x="1989664" y="904982"/>
                  <a:pt x="1992138" y="904040"/>
                  <a:pt x="1990901" y="909070"/>
                </a:cubicBezTo>
                <a:cubicBezTo>
                  <a:pt x="1992138" y="909070"/>
                  <a:pt x="1994816" y="910013"/>
                  <a:pt x="1994816" y="907969"/>
                </a:cubicBezTo>
                <a:cubicBezTo>
                  <a:pt x="1993374" y="906083"/>
                  <a:pt x="1993374" y="901054"/>
                  <a:pt x="1989664" y="901054"/>
                </a:cubicBezTo>
                <a:close/>
                <a:moveTo>
                  <a:pt x="2000920" y="900932"/>
                </a:moveTo>
                <a:lnTo>
                  <a:pt x="2001129" y="902441"/>
                </a:lnTo>
                <a:lnTo>
                  <a:pt x="2001282" y="901564"/>
                </a:lnTo>
                <a:close/>
                <a:moveTo>
                  <a:pt x="1974001" y="900110"/>
                </a:moveTo>
                <a:cubicBezTo>
                  <a:pt x="1977917" y="906083"/>
                  <a:pt x="1974001" y="910956"/>
                  <a:pt x="1972559" y="914886"/>
                </a:cubicBezTo>
                <a:lnTo>
                  <a:pt x="1966053" y="912338"/>
                </a:lnTo>
                <a:lnTo>
                  <a:pt x="1965813" y="912479"/>
                </a:lnTo>
                <a:lnTo>
                  <a:pt x="1963035" y="911816"/>
                </a:lnTo>
                <a:lnTo>
                  <a:pt x="1961662" y="911769"/>
                </a:lnTo>
                <a:cubicBezTo>
                  <a:pt x="1960413" y="912056"/>
                  <a:pt x="1958906" y="912725"/>
                  <a:pt x="1956897" y="913942"/>
                </a:cubicBezTo>
                <a:cubicBezTo>
                  <a:pt x="1958958" y="911978"/>
                  <a:pt x="1959318" y="910760"/>
                  <a:pt x="1959164" y="909522"/>
                </a:cubicBezTo>
                <a:lnTo>
                  <a:pt x="1958374" y="905175"/>
                </a:lnTo>
                <a:lnTo>
                  <a:pt x="1958453" y="905068"/>
                </a:lnTo>
                <a:lnTo>
                  <a:pt x="1961946" y="907655"/>
                </a:lnTo>
                <a:lnTo>
                  <a:pt x="1963087" y="907721"/>
                </a:lnTo>
                <a:lnTo>
                  <a:pt x="1964873" y="904727"/>
                </a:lnTo>
                <a:lnTo>
                  <a:pt x="1963552" y="903038"/>
                </a:lnTo>
                <a:cubicBezTo>
                  <a:pt x="1962055" y="902586"/>
                  <a:pt x="1960439" y="903175"/>
                  <a:pt x="1958983" y="904355"/>
                </a:cubicBezTo>
                <a:lnTo>
                  <a:pt x="1958453" y="905068"/>
                </a:lnTo>
                <a:lnTo>
                  <a:pt x="1958339" y="904982"/>
                </a:lnTo>
                <a:lnTo>
                  <a:pt x="1958374" y="905175"/>
                </a:lnTo>
                <a:lnTo>
                  <a:pt x="1955379" y="909207"/>
                </a:lnTo>
                <a:cubicBezTo>
                  <a:pt x="1954527" y="911113"/>
                  <a:pt x="1954115" y="913156"/>
                  <a:pt x="1954424" y="914886"/>
                </a:cubicBezTo>
                <a:cubicBezTo>
                  <a:pt x="1949272" y="914886"/>
                  <a:pt x="1950508" y="909070"/>
                  <a:pt x="1943914" y="910956"/>
                </a:cubicBezTo>
                <a:cubicBezTo>
                  <a:pt x="1942676" y="913942"/>
                  <a:pt x="1945356" y="920859"/>
                  <a:pt x="1941440" y="920859"/>
                </a:cubicBezTo>
                <a:cubicBezTo>
                  <a:pt x="1941440" y="914886"/>
                  <a:pt x="1942676" y="910013"/>
                  <a:pt x="1945356" y="904982"/>
                </a:cubicBezTo>
                <a:cubicBezTo>
                  <a:pt x="1937525" y="903096"/>
                  <a:pt x="1937525" y="910956"/>
                  <a:pt x="1932372" y="910956"/>
                </a:cubicBezTo>
                <a:cubicBezTo>
                  <a:pt x="1933609" y="909070"/>
                  <a:pt x="1934845" y="907027"/>
                  <a:pt x="1930930" y="907027"/>
                </a:cubicBezTo>
                <a:cubicBezTo>
                  <a:pt x="1927014" y="907027"/>
                  <a:pt x="1934845" y="911900"/>
                  <a:pt x="1929694" y="913000"/>
                </a:cubicBezTo>
                <a:cubicBezTo>
                  <a:pt x="1925778" y="911507"/>
                  <a:pt x="1921862" y="908756"/>
                  <a:pt x="1918101" y="907498"/>
                </a:cubicBezTo>
                <a:lnTo>
                  <a:pt x="1913406" y="909020"/>
                </a:lnTo>
                <a:lnTo>
                  <a:pt x="1912781" y="908872"/>
                </a:lnTo>
                <a:lnTo>
                  <a:pt x="1912781" y="909223"/>
                </a:lnTo>
                <a:lnTo>
                  <a:pt x="1907436" y="910956"/>
                </a:lnTo>
                <a:cubicBezTo>
                  <a:pt x="1907436" y="906083"/>
                  <a:pt x="1904963" y="904982"/>
                  <a:pt x="1898368" y="906083"/>
                </a:cubicBezTo>
                <a:cubicBezTo>
                  <a:pt x="1899605" y="910956"/>
                  <a:pt x="1898368" y="911900"/>
                  <a:pt x="1894453" y="913942"/>
                </a:cubicBezTo>
                <a:cubicBezTo>
                  <a:pt x="1888064" y="907969"/>
                  <a:pt x="1856738" y="909070"/>
                  <a:pt x="1850144" y="911900"/>
                </a:cubicBezTo>
                <a:lnTo>
                  <a:pt x="1848657" y="911193"/>
                </a:lnTo>
                <a:lnTo>
                  <a:pt x="1849875" y="915174"/>
                </a:lnTo>
                <a:cubicBezTo>
                  <a:pt x="1848632" y="918183"/>
                  <a:pt x="1844694" y="918183"/>
                  <a:pt x="1843450" y="921192"/>
                </a:cubicBezTo>
                <a:cubicBezTo>
                  <a:pt x="1843450" y="920242"/>
                  <a:pt x="1843450" y="917985"/>
                  <a:pt x="1842130" y="915966"/>
                </a:cubicBezTo>
                <a:lnTo>
                  <a:pt x="1833417" y="912385"/>
                </a:lnTo>
                <a:lnTo>
                  <a:pt x="1832653" y="912705"/>
                </a:lnTo>
                <a:lnTo>
                  <a:pt x="1832128" y="912789"/>
                </a:lnTo>
                <a:lnTo>
                  <a:pt x="1830394" y="914224"/>
                </a:lnTo>
                <a:lnTo>
                  <a:pt x="1830189" y="913098"/>
                </a:lnTo>
                <a:lnTo>
                  <a:pt x="1826551" y="913680"/>
                </a:lnTo>
                <a:cubicBezTo>
                  <a:pt x="1824847" y="913491"/>
                  <a:pt x="1823559" y="912685"/>
                  <a:pt x="1822941" y="910956"/>
                </a:cubicBezTo>
                <a:cubicBezTo>
                  <a:pt x="1826857" y="910956"/>
                  <a:pt x="1829330" y="911900"/>
                  <a:pt x="1830773" y="907969"/>
                </a:cubicBezTo>
                <a:cubicBezTo>
                  <a:pt x="1825414" y="906083"/>
                  <a:pt x="1821499" y="909070"/>
                  <a:pt x="1817582" y="909070"/>
                </a:cubicBezTo>
                <a:cubicBezTo>
                  <a:pt x="1817582" y="914886"/>
                  <a:pt x="1811194" y="920859"/>
                  <a:pt x="1809752" y="914886"/>
                </a:cubicBezTo>
                <a:cubicBezTo>
                  <a:pt x="1812430" y="914886"/>
                  <a:pt x="1815110" y="915987"/>
                  <a:pt x="1815110" y="911900"/>
                </a:cubicBezTo>
                <a:cubicBezTo>
                  <a:pt x="1815110" y="911900"/>
                  <a:pt x="1815110" y="911900"/>
                  <a:pt x="1815110" y="909070"/>
                </a:cubicBezTo>
                <a:cubicBezTo>
                  <a:pt x="1805835" y="904982"/>
                  <a:pt x="1792853" y="914886"/>
                  <a:pt x="1777396" y="910956"/>
                </a:cubicBezTo>
                <a:cubicBezTo>
                  <a:pt x="1777396" y="916929"/>
                  <a:pt x="1786463" y="914886"/>
                  <a:pt x="1785021" y="922902"/>
                </a:cubicBezTo>
                <a:cubicBezTo>
                  <a:pt x="1773480" y="920388"/>
                  <a:pt x="1764104" y="919405"/>
                  <a:pt x="1754521" y="920034"/>
                </a:cubicBezTo>
                <a:lnTo>
                  <a:pt x="1722864" y="926815"/>
                </a:lnTo>
                <a:lnTo>
                  <a:pt x="1722872" y="926847"/>
                </a:lnTo>
                <a:lnTo>
                  <a:pt x="1734350" y="928699"/>
                </a:lnTo>
                <a:cubicBezTo>
                  <a:pt x="1737467" y="929584"/>
                  <a:pt x="1739786" y="930841"/>
                  <a:pt x="1741125" y="932806"/>
                </a:cubicBezTo>
                <a:cubicBezTo>
                  <a:pt x="1735870" y="932806"/>
                  <a:pt x="1731955" y="931823"/>
                  <a:pt x="1728193" y="930703"/>
                </a:cubicBezTo>
                <a:lnTo>
                  <a:pt x="1723536" y="929568"/>
                </a:lnTo>
                <a:lnTo>
                  <a:pt x="1725036" y="935712"/>
                </a:lnTo>
                <a:lnTo>
                  <a:pt x="1726466" y="935683"/>
                </a:lnTo>
                <a:lnTo>
                  <a:pt x="1725153" y="936191"/>
                </a:lnTo>
                <a:lnTo>
                  <a:pt x="1725246" y="936572"/>
                </a:lnTo>
                <a:lnTo>
                  <a:pt x="1722193" y="939775"/>
                </a:lnTo>
                <a:lnTo>
                  <a:pt x="1726803" y="940098"/>
                </a:lnTo>
                <a:cubicBezTo>
                  <a:pt x="1731295" y="939102"/>
                  <a:pt x="1730020" y="934504"/>
                  <a:pt x="1736975" y="933796"/>
                </a:cubicBezTo>
                <a:cubicBezTo>
                  <a:pt x="1736975" y="933796"/>
                  <a:pt x="1736975" y="933796"/>
                  <a:pt x="1744805" y="938670"/>
                </a:cubicBezTo>
                <a:lnTo>
                  <a:pt x="1749946" y="938268"/>
                </a:lnTo>
                <a:lnTo>
                  <a:pt x="1750431" y="937934"/>
                </a:lnTo>
                <a:cubicBezTo>
                  <a:pt x="1751631" y="937456"/>
                  <a:pt x="1752633" y="937425"/>
                  <a:pt x="1753442" y="937732"/>
                </a:cubicBezTo>
                <a:lnTo>
                  <a:pt x="1753547" y="937985"/>
                </a:lnTo>
                <a:lnTo>
                  <a:pt x="1807037" y="933796"/>
                </a:lnTo>
                <a:lnTo>
                  <a:pt x="1856310" y="930437"/>
                </a:lnTo>
                <a:lnTo>
                  <a:pt x="1855123" y="927604"/>
                </a:lnTo>
                <a:cubicBezTo>
                  <a:pt x="1854647" y="926344"/>
                  <a:pt x="1853994" y="925857"/>
                  <a:pt x="1852690" y="928944"/>
                </a:cubicBezTo>
                <a:cubicBezTo>
                  <a:pt x="1850082" y="927807"/>
                  <a:pt x="1853894" y="926831"/>
                  <a:pt x="1853894" y="923745"/>
                </a:cubicBezTo>
                <a:cubicBezTo>
                  <a:pt x="1856503" y="924882"/>
                  <a:pt x="1859110" y="922770"/>
                  <a:pt x="1856503" y="921795"/>
                </a:cubicBezTo>
                <a:cubicBezTo>
                  <a:pt x="1860314" y="921226"/>
                  <a:pt x="1862520" y="922241"/>
                  <a:pt x="1862671" y="924029"/>
                </a:cubicBezTo>
                <a:lnTo>
                  <a:pt x="1856952" y="930393"/>
                </a:lnTo>
                <a:lnTo>
                  <a:pt x="1867003" y="929708"/>
                </a:lnTo>
                <a:cubicBezTo>
                  <a:pt x="1865560" y="931752"/>
                  <a:pt x="1864324" y="934739"/>
                  <a:pt x="1868239" y="933796"/>
                </a:cubicBezTo>
                <a:cubicBezTo>
                  <a:pt x="1868239" y="933796"/>
                  <a:pt x="1868239" y="933796"/>
                  <a:pt x="1877306" y="929708"/>
                </a:cubicBezTo>
                <a:lnTo>
                  <a:pt x="1907872" y="931792"/>
                </a:lnTo>
                <a:lnTo>
                  <a:pt x="1909150" y="929482"/>
                </a:lnTo>
                <a:cubicBezTo>
                  <a:pt x="1908650" y="928662"/>
                  <a:pt x="1906924" y="927964"/>
                  <a:pt x="1903318" y="927453"/>
                </a:cubicBezTo>
                <a:cubicBezTo>
                  <a:pt x="1907955" y="925016"/>
                  <a:pt x="1913828" y="925763"/>
                  <a:pt x="1918389" y="928494"/>
                </a:cubicBezTo>
                <a:lnTo>
                  <a:pt x="1920704" y="932667"/>
                </a:lnTo>
                <a:lnTo>
                  <a:pt x="1937271" y="933796"/>
                </a:lnTo>
                <a:cubicBezTo>
                  <a:pt x="1937271" y="933796"/>
                  <a:pt x="1937271" y="933796"/>
                  <a:pt x="1950485" y="934194"/>
                </a:cubicBezTo>
                <a:lnTo>
                  <a:pt x="1961011" y="934511"/>
                </a:lnTo>
                <a:lnTo>
                  <a:pt x="1960820" y="932484"/>
                </a:lnTo>
                <a:cubicBezTo>
                  <a:pt x="1962778" y="932248"/>
                  <a:pt x="1963911" y="932690"/>
                  <a:pt x="1964594" y="933519"/>
                </a:cubicBezTo>
                <a:lnTo>
                  <a:pt x="1964949" y="934630"/>
                </a:lnTo>
                <a:lnTo>
                  <a:pt x="1968592" y="934739"/>
                </a:lnTo>
                <a:cubicBezTo>
                  <a:pt x="1968592" y="934739"/>
                  <a:pt x="1968592" y="934739"/>
                  <a:pt x="1970859" y="934739"/>
                </a:cubicBezTo>
                <a:lnTo>
                  <a:pt x="1975448" y="934739"/>
                </a:lnTo>
                <a:lnTo>
                  <a:pt x="1971805" y="933675"/>
                </a:lnTo>
                <a:cubicBezTo>
                  <a:pt x="1970622" y="932602"/>
                  <a:pt x="1969889" y="930715"/>
                  <a:pt x="1969889" y="927453"/>
                </a:cubicBezTo>
                <a:cubicBezTo>
                  <a:pt x="1980193" y="932484"/>
                  <a:pt x="1977720" y="921636"/>
                  <a:pt x="1976278" y="918649"/>
                </a:cubicBezTo>
                <a:cubicBezTo>
                  <a:pt x="1976278" y="915661"/>
                  <a:pt x="1978957" y="916605"/>
                  <a:pt x="1978957" y="918649"/>
                </a:cubicBezTo>
                <a:lnTo>
                  <a:pt x="1980940" y="916437"/>
                </a:lnTo>
                <a:lnTo>
                  <a:pt x="1978948" y="913235"/>
                </a:lnTo>
                <a:cubicBezTo>
                  <a:pt x="1978124" y="911506"/>
                  <a:pt x="1977814" y="910013"/>
                  <a:pt x="1979154" y="910013"/>
                </a:cubicBezTo>
                <a:cubicBezTo>
                  <a:pt x="1983070" y="910013"/>
                  <a:pt x="1986985" y="910013"/>
                  <a:pt x="1988222" y="906083"/>
                </a:cubicBezTo>
                <a:cubicBezTo>
                  <a:pt x="1984306" y="903096"/>
                  <a:pt x="1977917" y="901996"/>
                  <a:pt x="1974001" y="900110"/>
                </a:cubicBezTo>
                <a:close/>
                <a:moveTo>
                  <a:pt x="2899596" y="898892"/>
                </a:moveTo>
                <a:cubicBezTo>
                  <a:pt x="2895681" y="900936"/>
                  <a:pt x="2893002" y="904867"/>
                  <a:pt x="2895681" y="909898"/>
                </a:cubicBezTo>
                <a:cubicBezTo>
                  <a:pt x="2896917" y="907854"/>
                  <a:pt x="2898154" y="906910"/>
                  <a:pt x="2898154" y="904867"/>
                </a:cubicBezTo>
                <a:cubicBezTo>
                  <a:pt x="2899596" y="903923"/>
                  <a:pt x="2899596" y="904867"/>
                  <a:pt x="2900833" y="905967"/>
                </a:cubicBezTo>
                <a:cubicBezTo>
                  <a:pt x="2903512" y="904867"/>
                  <a:pt x="2900833" y="901879"/>
                  <a:pt x="2899596" y="898892"/>
                </a:cubicBezTo>
                <a:close/>
                <a:moveTo>
                  <a:pt x="2014891" y="897364"/>
                </a:moveTo>
                <a:lnTo>
                  <a:pt x="2005121" y="901996"/>
                </a:lnTo>
                <a:cubicBezTo>
                  <a:pt x="2007800" y="901996"/>
                  <a:pt x="2007800" y="903096"/>
                  <a:pt x="2009037" y="904982"/>
                </a:cubicBezTo>
                <a:cubicBezTo>
                  <a:pt x="2003884" y="904511"/>
                  <a:pt x="2002287" y="907262"/>
                  <a:pt x="2000818" y="910741"/>
                </a:cubicBezTo>
                <a:lnTo>
                  <a:pt x="1998645" y="913695"/>
                </a:lnTo>
                <a:lnTo>
                  <a:pt x="2002386" y="916373"/>
                </a:lnTo>
                <a:lnTo>
                  <a:pt x="2006770" y="909605"/>
                </a:lnTo>
                <a:lnTo>
                  <a:pt x="2011938" y="905194"/>
                </a:lnTo>
                <a:lnTo>
                  <a:pt x="2014286" y="907432"/>
                </a:lnTo>
                <a:lnTo>
                  <a:pt x="2013205" y="906201"/>
                </a:lnTo>
                <a:lnTo>
                  <a:pt x="2013500" y="905211"/>
                </a:lnTo>
                <a:lnTo>
                  <a:pt x="2012123" y="905035"/>
                </a:lnTo>
                <a:lnTo>
                  <a:pt x="2014039" y="903400"/>
                </a:lnTo>
                <a:lnTo>
                  <a:pt x="2014432" y="902081"/>
                </a:lnTo>
                <a:close/>
                <a:moveTo>
                  <a:pt x="2594825" y="895905"/>
                </a:moveTo>
                <a:cubicBezTo>
                  <a:pt x="2589673" y="895905"/>
                  <a:pt x="2583080" y="897006"/>
                  <a:pt x="2583080" y="900936"/>
                </a:cubicBezTo>
                <a:cubicBezTo>
                  <a:pt x="2592147" y="904867"/>
                  <a:pt x="2584316" y="903923"/>
                  <a:pt x="2586995" y="908954"/>
                </a:cubicBezTo>
                <a:cubicBezTo>
                  <a:pt x="2588953" y="910173"/>
                  <a:pt x="2590254" y="910714"/>
                  <a:pt x="2591188" y="910839"/>
                </a:cubicBezTo>
                <a:lnTo>
                  <a:pt x="2593104" y="910254"/>
                </a:lnTo>
                <a:lnTo>
                  <a:pt x="2596627" y="907210"/>
                </a:lnTo>
                <a:lnTo>
                  <a:pt x="2592147" y="903923"/>
                </a:lnTo>
                <a:cubicBezTo>
                  <a:pt x="2593589" y="902980"/>
                  <a:pt x="2597504" y="903923"/>
                  <a:pt x="2598740" y="904867"/>
                </a:cubicBezTo>
                <a:cubicBezTo>
                  <a:pt x="2594825" y="897949"/>
                  <a:pt x="2597504" y="899993"/>
                  <a:pt x="2594825" y="895905"/>
                </a:cubicBezTo>
                <a:close/>
                <a:moveTo>
                  <a:pt x="2063844" y="895725"/>
                </a:moveTo>
                <a:lnTo>
                  <a:pt x="2061263" y="897059"/>
                </a:lnTo>
                <a:lnTo>
                  <a:pt x="2059285" y="900981"/>
                </a:lnTo>
                <a:cubicBezTo>
                  <a:pt x="2058770" y="903713"/>
                  <a:pt x="2058409" y="906700"/>
                  <a:pt x="2057069" y="908744"/>
                </a:cubicBezTo>
                <a:lnTo>
                  <a:pt x="2058768" y="908473"/>
                </a:lnTo>
                <a:lnTo>
                  <a:pt x="2063495" y="904197"/>
                </a:lnTo>
                <a:lnTo>
                  <a:pt x="2064857" y="896421"/>
                </a:lnTo>
                <a:close/>
                <a:moveTo>
                  <a:pt x="2018658" y="895578"/>
                </a:moveTo>
                <a:lnTo>
                  <a:pt x="2016316" y="896689"/>
                </a:lnTo>
                <a:lnTo>
                  <a:pt x="2018251" y="898812"/>
                </a:lnTo>
                <a:cubicBezTo>
                  <a:pt x="2023295" y="901236"/>
                  <a:pt x="2033265" y="892982"/>
                  <a:pt x="2032337" y="902769"/>
                </a:cubicBezTo>
                <a:lnTo>
                  <a:pt x="2035224" y="901982"/>
                </a:lnTo>
                <a:lnTo>
                  <a:pt x="2037118" y="900923"/>
                </a:lnTo>
                <a:lnTo>
                  <a:pt x="2039233" y="900888"/>
                </a:lnTo>
                <a:lnTo>
                  <a:pt x="2042565" y="899978"/>
                </a:lnTo>
                <a:lnTo>
                  <a:pt x="2044700" y="897123"/>
                </a:lnTo>
                <a:lnTo>
                  <a:pt x="2032736" y="896043"/>
                </a:lnTo>
                <a:cubicBezTo>
                  <a:pt x="2028099" y="895424"/>
                  <a:pt x="2023333" y="894928"/>
                  <a:pt x="2018658" y="895578"/>
                </a:cubicBezTo>
                <a:close/>
                <a:moveTo>
                  <a:pt x="3388803" y="895006"/>
                </a:moveTo>
                <a:cubicBezTo>
                  <a:pt x="3395251" y="895006"/>
                  <a:pt x="3396707" y="898978"/>
                  <a:pt x="3401908" y="900090"/>
                </a:cubicBezTo>
                <a:cubicBezTo>
                  <a:pt x="3400660" y="905015"/>
                  <a:pt x="3395251" y="906127"/>
                  <a:pt x="3392755" y="910099"/>
                </a:cubicBezTo>
                <a:cubicBezTo>
                  <a:pt x="3384850" y="907081"/>
                  <a:pt x="3390050" y="906127"/>
                  <a:pt x="3392755" y="901043"/>
                </a:cubicBezTo>
                <a:cubicBezTo>
                  <a:pt x="3391299" y="898978"/>
                  <a:pt x="3386098" y="898978"/>
                  <a:pt x="3388803" y="895006"/>
                </a:cubicBezTo>
                <a:close/>
                <a:moveTo>
                  <a:pt x="2211000" y="892094"/>
                </a:moveTo>
                <a:cubicBezTo>
                  <a:pt x="2196574" y="896023"/>
                  <a:pt x="2183591" y="894137"/>
                  <a:pt x="2170608" y="901996"/>
                </a:cubicBezTo>
                <a:cubicBezTo>
                  <a:pt x="2170608" y="901996"/>
                  <a:pt x="2170608" y="901996"/>
                  <a:pt x="2170608" y="897123"/>
                </a:cubicBezTo>
                <a:cubicBezTo>
                  <a:pt x="2160097" y="899009"/>
                  <a:pt x="2149793" y="900110"/>
                  <a:pt x="2140725" y="901054"/>
                </a:cubicBezTo>
                <a:cubicBezTo>
                  <a:pt x="2130215" y="901054"/>
                  <a:pt x="2119910" y="900110"/>
                  <a:pt x="2109400" y="897123"/>
                </a:cubicBezTo>
                <a:cubicBezTo>
                  <a:pt x="2108164" y="904040"/>
                  <a:pt x="2102805" y="899009"/>
                  <a:pt x="2100332" y="896023"/>
                </a:cubicBezTo>
                <a:cubicBezTo>
                  <a:pt x="2098890" y="900110"/>
                  <a:pt x="2092501" y="898067"/>
                  <a:pt x="2091059" y="901996"/>
                </a:cubicBezTo>
                <a:cubicBezTo>
                  <a:pt x="2092501" y="901996"/>
                  <a:pt x="2093738" y="901996"/>
                  <a:pt x="2094974" y="904040"/>
                </a:cubicBezTo>
                <a:cubicBezTo>
                  <a:pt x="2093738" y="905062"/>
                  <a:pt x="2092449" y="903804"/>
                  <a:pt x="2091316" y="902920"/>
                </a:cubicBezTo>
                <a:lnTo>
                  <a:pt x="2090884" y="902722"/>
                </a:lnTo>
                <a:lnTo>
                  <a:pt x="2091475" y="905714"/>
                </a:lnTo>
                <a:lnTo>
                  <a:pt x="2093738" y="907027"/>
                </a:lnTo>
                <a:lnTo>
                  <a:pt x="2091718" y="906946"/>
                </a:lnTo>
                <a:lnTo>
                  <a:pt x="2091944" y="908092"/>
                </a:lnTo>
                <a:cubicBezTo>
                  <a:pt x="2091475" y="909341"/>
                  <a:pt x="2090174" y="910333"/>
                  <a:pt x="2088196" y="912872"/>
                </a:cubicBezTo>
                <a:cubicBezTo>
                  <a:pt x="2086738" y="907794"/>
                  <a:pt x="2077575" y="909857"/>
                  <a:pt x="2073619" y="907794"/>
                </a:cubicBezTo>
                <a:lnTo>
                  <a:pt x="2075810" y="906369"/>
                </a:lnTo>
                <a:lnTo>
                  <a:pt x="2073412" y="906732"/>
                </a:lnTo>
                <a:cubicBezTo>
                  <a:pt x="2071545" y="907232"/>
                  <a:pt x="2069799" y="907798"/>
                  <a:pt x="2068354" y="907991"/>
                </a:cubicBezTo>
                <a:lnTo>
                  <a:pt x="2066057" y="907312"/>
                </a:lnTo>
                <a:lnTo>
                  <a:pt x="2064907" y="908812"/>
                </a:lnTo>
                <a:lnTo>
                  <a:pt x="2064474" y="913000"/>
                </a:lnTo>
                <a:lnTo>
                  <a:pt x="2064438" y="913338"/>
                </a:lnTo>
                <a:lnTo>
                  <a:pt x="2065081" y="916762"/>
                </a:lnTo>
                <a:lnTo>
                  <a:pt x="2067504" y="924249"/>
                </a:lnTo>
                <a:lnTo>
                  <a:pt x="2073070" y="922825"/>
                </a:lnTo>
                <a:lnTo>
                  <a:pt x="2073090" y="922446"/>
                </a:lnTo>
                <a:lnTo>
                  <a:pt x="2076420" y="918892"/>
                </a:lnTo>
                <a:lnTo>
                  <a:pt x="2094605" y="916310"/>
                </a:lnTo>
                <a:cubicBezTo>
                  <a:pt x="2103390" y="915307"/>
                  <a:pt x="2112511" y="914560"/>
                  <a:pt x="2119724" y="914560"/>
                </a:cubicBezTo>
                <a:lnTo>
                  <a:pt x="2121265" y="918296"/>
                </a:lnTo>
                <a:lnTo>
                  <a:pt x="2124668" y="917626"/>
                </a:lnTo>
                <a:lnTo>
                  <a:pt x="2122197" y="914560"/>
                </a:lnTo>
                <a:cubicBezTo>
                  <a:pt x="2122815" y="911652"/>
                  <a:pt x="2124104" y="912910"/>
                  <a:pt x="2125572" y="915013"/>
                </a:cubicBezTo>
                <a:lnTo>
                  <a:pt x="2127023" y="917162"/>
                </a:lnTo>
                <a:lnTo>
                  <a:pt x="2131934" y="916195"/>
                </a:lnTo>
                <a:cubicBezTo>
                  <a:pt x="2136887" y="914189"/>
                  <a:pt x="2141189" y="911035"/>
                  <a:pt x="2144435" y="906083"/>
                </a:cubicBezTo>
                <a:cubicBezTo>
                  <a:pt x="2148350" y="907969"/>
                  <a:pt x="2151030" y="904982"/>
                  <a:pt x="2152266" y="907027"/>
                </a:cubicBezTo>
                <a:cubicBezTo>
                  <a:pt x="2151030" y="910956"/>
                  <a:pt x="2141961" y="907027"/>
                  <a:pt x="2144435" y="913000"/>
                </a:cubicBezTo>
                <a:cubicBezTo>
                  <a:pt x="2153708" y="914886"/>
                  <a:pt x="2160097" y="907027"/>
                  <a:pt x="2167928" y="904040"/>
                </a:cubicBezTo>
                <a:cubicBezTo>
                  <a:pt x="2183591" y="900110"/>
                  <a:pt x="2203169" y="907027"/>
                  <a:pt x="2211000" y="892094"/>
                </a:cubicBezTo>
                <a:close/>
                <a:moveTo>
                  <a:pt x="2894239" y="891974"/>
                </a:moveTo>
                <a:cubicBezTo>
                  <a:pt x="2889087" y="891974"/>
                  <a:pt x="2891765" y="895905"/>
                  <a:pt x="2887851" y="897006"/>
                </a:cubicBezTo>
                <a:cubicBezTo>
                  <a:pt x="2891765" y="900936"/>
                  <a:pt x="2891765" y="897949"/>
                  <a:pt x="2896917" y="897006"/>
                </a:cubicBezTo>
                <a:close/>
                <a:moveTo>
                  <a:pt x="2630761" y="891447"/>
                </a:moveTo>
                <a:lnTo>
                  <a:pt x="2618317" y="898892"/>
                </a:lnTo>
                <a:lnTo>
                  <a:pt x="2618290" y="898914"/>
                </a:lnTo>
                <a:lnTo>
                  <a:pt x="2630127" y="891956"/>
                </a:lnTo>
                <a:close/>
                <a:moveTo>
                  <a:pt x="2961873" y="890846"/>
                </a:moveTo>
                <a:cubicBezTo>
                  <a:pt x="2965743" y="893946"/>
                  <a:pt x="2958004" y="899003"/>
                  <a:pt x="2954134" y="894925"/>
                </a:cubicBezTo>
                <a:cubicBezTo>
                  <a:pt x="2956782" y="894925"/>
                  <a:pt x="2955356" y="892804"/>
                  <a:pt x="2954134" y="891825"/>
                </a:cubicBezTo>
                <a:cubicBezTo>
                  <a:pt x="2954134" y="891825"/>
                  <a:pt x="2954134" y="891825"/>
                  <a:pt x="2961873" y="890846"/>
                </a:cubicBezTo>
                <a:close/>
                <a:moveTo>
                  <a:pt x="3501113" y="889271"/>
                </a:moveTo>
                <a:cubicBezTo>
                  <a:pt x="3502656" y="889100"/>
                  <a:pt x="3502393" y="892525"/>
                  <a:pt x="3501339" y="894790"/>
                </a:cubicBezTo>
                <a:cubicBezTo>
                  <a:pt x="3508963" y="895743"/>
                  <a:pt x="3507759" y="891771"/>
                  <a:pt x="3512775" y="895743"/>
                </a:cubicBezTo>
                <a:cubicBezTo>
                  <a:pt x="3508963" y="898761"/>
                  <a:pt x="3506555" y="901780"/>
                  <a:pt x="3500135" y="900827"/>
                </a:cubicBezTo>
                <a:cubicBezTo>
                  <a:pt x="3497528" y="895743"/>
                  <a:pt x="3501339" y="896855"/>
                  <a:pt x="3498932" y="890818"/>
                </a:cubicBezTo>
                <a:cubicBezTo>
                  <a:pt x="3499885" y="889785"/>
                  <a:pt x="3500600" y="889329"/>
                  <a:pt x="3501113" y="889271"/>
                </a:cubicBezTo>
                <a:close/>
                <a:moveTo>
                  <a:pt x="3264494" y="885849"/>
                </a:moveTo>
                <a:lnTo>
                  <a:pt x="3261006" y="887095"/>
                </a:lnTo>
                <a:lnTo>
                  <a:pt x="3260437" y="889302"/>
                </a:lnTo>
                <a:lnTo>
                  <a:pt x="3259237" y="887727"/>
                </a:lnTo>
                <a:lnTo>
                  <a:pt x="3249752" y="891115"/>
                </a:lnTo>
                <a:cubicBezTo>
                  <a:pt x="3233475" y="899525"/>
                  <a:pt x="3216220" y="906954"/>
                  <a:pt x="3198631" y="913910"/>
                </a:cubicBezTo>
                <a:lnTo>
                  <a:pt x="3197209" y="914444"/>
                </a:lnTo>
                <a:lnTo>
                  <a:pt x="3197773" y="914772"/>
                </a:lnTo>
                <a:lnTo>
                  <a:pt x="3196780" y="914606"/>
                </a:lnTo>
                <a:lnTo>
                  <a:pt x="3168685" y="925163"/>
                </a:lnTo>
                <a:lnTo>
                  <a:pt x="3167894" y="927664"/>
                </a:lnTo>
                <a:cubicBezTo>
                  <a:pt x="3173045" y="924834"/>
                  <a:pt x="3173045" y="928765"/>
                  <a:pt x="3175518" y="924834"/>
                </a:cubicBezTo>
                <a:cubicBezTo>
                  <a:pt x="3179433" y="936783"/>
                  <a:pt x="3167894" y="940714"/>
                  <a:pt x="3165215" y="954550"/>
                </a:cubicBezTo>
                <a:cubicBezTo>
                  <a:pt x="3150790" y="956593"/>
                  <a:pt x="3153469" y="973416"/>
                  <a:pt x="3133893" y="977504"/>
                </a:cubicBezTo>
                <a:cubicBezTo>
                  <a:pt x="3135233" y="979941"/>
                  <a:pt x="3133636" y="981396"/>
                  <a:pt x="3132194" y="982987"/>
                </a:cubicBezTo>
                <a:lnTo>
                  <a:pt x="3131285" y="984427"/>
                </a:lnTo>
                <a:lnTo>
                  <a:pt x="3131285" y="988732"/>
                </a:lnTo>
                <a:lnTo>
                  <a:pt x="3131421" y="989296"/>
                </a:lnTo>
                <a:cubicBezTo>
                  <a:pt x="3133893" y="988352"/>
                  <a:pt x="3137808" y="987409"/>
                  <a:pt x="3139045" y="989296"/>
                </a:cubicBezTo>
                <a:cubicBezTo>
                  <a:pt x="3135490" y="990043"/>
                  <a:pt x="3133146" y="991537"/>
                  <a:pt x="3131407" y="993465"/>
                </a:cubicBezTo>
                <a:lnTo>
                  <a:pt x="3131285" y="993674"/>
                </a:lnTo>
                <a:lnTo>
                  <a:pt x="3131285" y="1007292"/>
                </a:lnTo>
                <a:lnTo>
                  <a:pt x="3131840" y="1012516"/>
                </a:lnTo>
                <a:lnTo>
                  <a:pt x="3137310" y="1014063"/>
                </a:lnTo>
                <a:cubicBezTo>
                  <a:pt x="3142463" y="1011050"/>
                  <a:pt x="3150297" y="998996"/>
                  <a:pt x="3155656" y="1001058"/>
                </a:cubicBezTo>
                <a:cubicBezTo>
                  <a:pt x="3150297" y="1004071"/>
                  <a:pt x="3150297" y="1006133"/>
                  <a:pt x="3152976" y="1007085"/>
                </a:cubicBezTo>
                <a:lnTo>
                  <a:pt x="3149745" y="1009589"/>
                </a:lnTo>
                <a:lnTo>
                  <a:pt x="3153927" y="1011929"/>
                </a:lnTo>
                <a:cubicBezTo>
                  <a:pt x="3154766" y="1012669"/>
                  <a:pt x="3155002" y="1013347"/>
                  <a:pt x="3154836" y="1014090"/>
                </a:cubicBezTo>
                <a:lnTo>
                  <a:pt x="3151005" y="1019765"/>
                </a:lnTo>
                <a:lnTo>
                  <a:pt x="3152233" y="1019168"/>
                </a:lnTo>
                <a:cubicBezTo>
                  <a:pt x="3153469" y="1022156"/>
                  <a:pt x="3149554" y="1025143"/>
                  <a:pt x="3153469" y="1025143"/>
                </a:cubicBezTo>
                <a:cubicBezTo>
                  <a:pt x="3161300" y="1020112"/>
                  <a:pt x="3163978" y="1031118"/>
                  <a:pt x="3167894" y="1023099"/>
                </a:cubicBezTo>
                <a:cubicBezTo>
                  <a:pt x="3166452" y="1020112"/>
                  <a:pt x="3160063" y="1021213"/>
                  <a:pt x="3157385" y="1018225"/>
                </a:cubicBezTo>
                <a:cubicBezTo>
                  <a:pt x="3157385" y="1008163"/>
                  <a:pt x="3167894" y="1003289"/>
                  <a:pt x="3171809" y="995271"/>
                </a:cubicBezTo>
                <a:cubicBezTo>
                  <a:pt x="3165215" y="996371"/>
                  <a:pt x="3158621" y="1000302"/>
                  <a:pt x="3157385" y="995271"/>
                </a:cubicBezTo>
                <a:cubicBezTo>
                  <a:pt x="3160063" y="990397"/>
                  <a:pt x="3167894" y="987409"/>
                  <a:pt x="3169130" y="982378"/>
                </a:cubicBezTo>
                <a:cubicBezTo>
                  <a:pt x="3169130" y="986309"/>
                  <a:pt x="3175518" y="982378"/>
                  <a:pt x="3176961" y="985366"/>
                </a:cubicBezTo>
                <a:cubicBezTo>
                  <a:pt x="3169130" y="987409"/>
                  <a:pt x="3163978" y="991340"/>
                  <a:pt x="3161300" y="996371"/>
                </a:cubicBezTo>
                <a:cubicBezTo>
                  <a:pt x="3170366" y="991340"/>
                  <a:pt x="3167894" y="988352"/>
                  <a:pt x="3174281" y="994327"/>
                </a:cubicBezTo>
                <a:lnTo>
                  <a:pt x="3185620" y="982604"/>
                </a:lnTo>
                <a:lnTo>
                  <a:pt x="3181881" y="975347"/>
                </a:lnTo>
                <a:cubicBezTo>
                  <a:pt x="3181543" y="972369"/>
                  <a:pt x="3182532" y="969391"/>
                  <a:pt x="3185236" y="966413"/>
                </a:cubicBezTo>
                <a:cubicBezTo>
                  <a:pt x="3195636" y="969391"/>
                  <a:pt x="3178579" y="974406"/>
                  <a:pt x="3190436" y="975347"/>
                </a:cubicBezTo>
                <a:lnTo>
                  <a:pt x="3188579" y="979544"/>
                </a:lnTo>
                <a:lnTo>
                  <a:pt x="3196331" y="971530"/>
                </a:lnTo>
                <a:cubicBezTo>
                  <a:pt x="3197773" y="977504"/>
                  <a:pt x="3206840" y="978448"/>
                  <a:pt x="3211992" y="972473"/>
                </a:cubicBezTo>
                <a:cubicBezTo>
                  <a:pt x="3214670" y="978448"/>
                  <a:pt x="3201688" y="977504"/>
                  <a:pt x="3204161" y="982378"/>
                </a:cubicBezTo>
                <a:cubicBezTo>
                  <a:pt x="3211992" y="983322"/>
                  <a:pt x="3222501" y="977504"/>
                  <a:pt x="3219821" y="965555"/>
                </a:cubicBezTo>
                <a:cubicBezTo>
                  <a:pt x="3210755" y="966499"/>
                  <a:pt x="3211992" y="968542"/>
                  <a:pt x="3209519" y="963511"/>
                </a:cubicBezTo>
                <a:cubicBezTo>
                  <a:pt x="3201688" y="968542"/>
                  <a:pt x="3213434" y="971530"/>
                  <a:pt x="3201688" y="975461"/>
                </a:cubicBezTo>
                <a:cubicBezTo>
                  <a:pt x="3201688" y="971530"/>
                  <a:pt x="3205603" y="968542"/>
                  <a:pt x="3201688" y="963511"/>
                </a:cubicBezTo>
                <a:cubicBezTo>
                  <a:pt x="3214670" y="952662"/>
                  <a:pt x="3232805" y="938670"/>
                  <a:pt x="3229094" y="926720"/>
                </a:cubicBezTo>
                <a:cubicBezTo>
                  <a:pt x="3235483" y="922790"/>
                  <a:pt x="3236720" y="927664"/>
                  <a:pt x="3243314" y="923734"/>
                </a:cubicBezTo>
                <a:cubicBezTo>
                  <a:pt x="3243314" y="921847"/>
                  <a:pt x="3244550" y="920746"/>
                  <a:pt x="3244550" y="918859"/>
                </a:cubicBezTo>
                <a:cubicBezTo>
                  <a:pt x="3245992" y="914772"/>
                  <a:pt x="3235483" y="915873"/>
                  <a:pt x="3242077" y="911784"/>
                </a:cubicBezTo>
                <a:cubicBezTo>
                  <a:pt x="3250887" y="910369"/>
                  <a:pt x="3263289" y="897722"/>
                  <a:pt x="3265115" y="888105"/>
                </a:cubicBezTo>
                <a:close/>
                <a:moveTo>
                  <a:pt x="2253866" y="883133"/>
                </a:moveTo>
                <a:cubicBezTo>
                  <a:pt x="2242120" y="886120"/>
                  <a:pt x="2218831" y="885177"/>
                  <a:pt x="2212236" y="897123"/>
                </a:cubicBezTo>
                <a:cubicBezTo>
                  <a:pt x="2225220" y="891150"/>
                  <a:pt x="2247477" y="898067"/>
                  <a:pt x="2253866" y="883133"/>
                </a:cubicBezTo>
                <a:close/>
                <a:moveTo>
                  <a:pt x="2593589" y="883012"/>
                </a:moveTo>
                <a:cubicBezTo>
                  <a:pt x="2598740" y="888987"/>
                  <a:pt x="2597504" y="891974"/>
                  <a:pt x="2603892" y="899993"/>
                </a:cubicBezTo>
                <a:cubicBezTo>
                  <a:pt x="2606571" y="900936"/>
                  <a:pt x="2606571" y="898892"/>
                  <a:pt x="2610486" y="899993"/>
                </a:cubicBezTo>
                <a:cubicBezTo>
                  <a:pt x="2609249" y="897006"/>
                  <a:pt x="2603892" y="895905"/>
                  <a:pt x="2603892" y="891031"/>
                </a:cubicBezTo>
                <a:cubicBezTo>
                  <a:pt x="2609249" y="891031"/>
                  <a:pt x="2607808" y="894961"/>
                  <a:pt x="2610486" y="897006"/>
                </a:cubicBezTo>
                <a:cubicBezTo>
                  <a:pt x="2615638" y="894018"/>
                  <a:pt x="2615638" y="888987"/>
                  <a:pt x="2614401" y="883956"/>
                </a:cubicBezTo>
                <a:cubicBezTo>
                  <a:pt x="2606571" y="885057"/>
                  <a:pt x="2606571" y="886000"/>
                  <a:pt x="2593589" y="883012"/>
                </a:cubicBezTo>
                <a:close/>
                <a:moveTo>
                  <a:pt x="2632535" y="879082"/>
                </a:moveTo>
                <a:cubicBezTo>
                  <a:pt x="2631299" y="879082"/>
                  <a:pt x="2631299" y="880025"/>
                  <a:pt x="2631299" y="881126"/>
                </a:cubicBezTo>
                <a:cubicBezTo>
                  <a:pt x="2631299" y="883091"/>
                  <a:pt x="2632587" y="883799"/>
                  <a:pt x="2633875" y="884526"/>
                </a:cubicBezTo>
                <a:lnTo>
                  <a:pt x="2635917" y="887314"/>
                </a:lnTo>
                <a:lnTo>
                  <a:pt x="2642303" y="882194"/>
                </a:lnTo>
                <a:lnTo>
                  <a:pt x="2639323" y="882927"/>
                </a:lnTo>
                <a:cubicBezTo>
                  <a:pt x="2637378" y="882669"/>
                  <a:pt x="2635163" y="881558"/>
                  <a:pt x="2632535" y="879082"/>
                </a:cubicBezTo>
                <a:close/>
                <a:moveTo>
                  <a:pt x="3535133" y="878291"/>
                </a:moveTo>
                <a:cubicBezTo>
                  <a:pt x="3547296" y="876288"/>
                  <a:pt x="3536601" y="887997"/>
                  <a:pt x="3537860" y="892772"/>
                </a:cubicBezTo>
                <a:cubicBezTo>
                  <a:pt x="3533874" y="889846"/>
                  <a:pt x="3533874" y="883991"/>
                  <a:pt x="3535133" y="878291"/>
                </a:cubicBezTo>
                <a:close/>
                <a:moveTo>
                  <a:pt x="3361868" y="876981"/>
                </a:moveTo>
                <a:cubicBezTo>
                  <a:pt x="3373738" y="882902"/>
                  <a:pt x="3365825" y="895676"/>
                  <a:pt x="3361868" y="904556"/>
                </a:cubicBezTo>
                <a:cubicBezTo>
                  <a:pt x="3353955" y="898636"/>
                  <a:pt x="3360619" y="886796"/>
                  <a:pt x="3361868" y="876981"/>
                </a:cubicBezTo>
                <a:close/>
                <a:moveTo>
                  <a:pt x="2306212" y="873977"/>
                </a:moveTo>
                <a:cubicBezTo>
                  <a:pt x="2304408" y="874723"/>
                  <a:pt x="2303429" y="876217"/>
                  <a:pt x="2304769" y="878260"/>
                </a:cubicBezTo>
                <a:cubicBezTo>
                  <a:pt x="2306006" y="877160"/>
                  <a:pt x="2315074" y="881247"/>
                  <a:pt x="2312601" y="874173"/>
                </a:cubicBezTo>
                <a:cubicBezTo>
                  <a:pt x="2310643" y="873230"/>
                  <a:pt x="2308015" y="873230"/>
                  <a:pt x="2306212" y="873977"/>
                </a:cubicBezTo>
                <a:close/>
                <a:moveTo>
                  <a:pt x="2628620" y="873107"/>
                </a:moveTo>
                <a:cubicBezTo>
                  <a:pt x="2623468" y="872164"/>
                  <a:pt x="2624704" y="875151"/>
                  <a:pt x="2626148" y="877038"/>
                </a:cubicBezTo>
                <a:cubicBezTo>
                  <a:pt x="2632535" y="879082"/>
                  <a:pt x="2632535" y="876094"/>
                  <a:pt x="2628620" y="873107"/>
                </a:cubicBezTo>
                <a:close/>
                <a:moveTo>
                  <a:pt x="3328008" y="872128"/>
                </a:moveTo>
                <a:cubicBezTo>
                  <a:pt x="3329219" y="878230"/>
                  <a:pt x="3324171" y="882243"/>
                  <a:pt x="3322959" y="887220"/>
                </a:cubicBezTo>
                <a:cubicBezTo>
                  <a:pt x="3320334" y="881280"/>
                  <a:pt x="3320334" y="876143"/>
                  <a:pt x="3328008" y="872128"/>
                </a:cubicBezTo>
                <a:close/>
                <a:moveTo>
                  <a:pt x="2644281" y="870121"/>
                </a:moveTo>
                <a:cubicBezTo>
                  <a:pt x="2644281" y="872164"/>
                  <a:pt x="2639130" y="874051"/>
                  <a:pt x="2645724" y="876094"/>
                </a:cubicBezTo>
                <a:cubicBezTo>
                  <a:pt x="2648506" y="877627"/>
                  <a:pt x="2648506" y="874031"/>
                  <a:pt x="2650505" y="874260"/>
                </a:cubicBezTo>
                <a:lnTo>
                  <a:pt x="2651561" y="874941"/>
                </a:lnTo>
                <a:lnTo>
                  <a:pt x="2657669" y="870625"/>
                </a:lnTo>
                <a:lnTo>
                  <a:pt x="2655586" y="871528"/>
                </a:lnTo>
                <a:cubicBezTo>
                  <a:pt x="2652769" y="871928"/>
                  <a:pt x="2649175" y="871614"/>
                  <a:pt x="2644281" y="870121"/>
                </a:cubicBezTo>
                <a:close/>
                <a:moveTo>
                  <a:pt x="2916767" y="867511"/>
                </a:moveTo>
                <a:cubicBezTo>
                  <a:pt x="2911174" y="868322"/>
                  <a:pt x="2908045" y="875544"/>
                  <a:pt x="2909900" y="880025"/>
                </a:cubicBezTo>
                <a:cubicBezTo>
                  <a:pt x="2913814" y="877038"/>
                  <a:pt x="2920409" y="873107"/>
                  <a:pt x="2923087" y="869177"/>
                </a:cubicBezTo>
                <a:cubicBezTo>
                  <a:pt x="2920769" y="867683"/>
                  <a:pt x="2918631" y="867241"/>
                  <a:pt x="2916767" y="867511"/>
                </a:cubicBezTo>
                <a:close/>
                <a:moveTo>
                  <a:pt x="3392965" y="863374"/>
                </a:moveTo>
                <a:cubicBezTo>
                  <a:pt x="3404637" y="862423"/>
                  <a:pt x="3401975" y="873357"/>
                  <a:pt x="3390303" y="871297"/>
                </a:cubicBezTo>
                <a:cubicBezTo>
                  <a:pt x="3392965" y="863374"/>
                  <a:pt x="3392965" y="863374"/>
                  <a:pt x="3392965" y="863374"/>
                </a:cubicBezTo>
                <a:close/>
                <a:moveTo>
                  <a:pt x="2356909" y="860341"/>
                </a:moveTo>
                <a:lnTo>
                  <a:pt x="2354577" y="863249"/>
                </a:lnTo>
                <a:lnTo>
                  <a:pt x="2354230" y="863327"/>
                </a:lnTo>
                <a:cubicBezTo>
                  <a:pt x="2355466" y="862384"/>
                  <a:pt x="2356909" y="862384"/>
                  <a:pt x="2356909" y="860341"/>
                </a:cubicBezTo>
                <a:close/>
                <a:moveTo>
                  <a:pt x="2707335" y="854114"/>
                </a:moveTo>
                <a:lnTo>
                  <a:pt x="2706882" y="855552"/>
                </a:lnTo>
                <a:lnTo>
                  <a:pt x="2708162" y="855184"/>
                </a:lnTo>
                <a:close/>
                <a:moveTo>
                  <a:pt x="2477200" y="849944"/>
                </a:moveTo>
                <a:cubicBezTo>
                  <a:pt x="2482322" y="855975"/>
                  <a:pt x="2469413" y="855975"/>
                  <a:pt x="2473306" y="862005"/>
                </a:cubicBezTo>
                <a:cubicBezTo>
                  <a:pt x="2471359" y="862005"/>
                  <a:pt x="2469413" y="862243"/>
                  <a:pt x="2467467" y="861985"/>
                </a:cubicBezTo>
                <a:lnTo>
                  <a:pt x="2464637" y="860534"/>
                </a:lnTo>
                <a:lnTo>
                  <a:pt x="2463254" y="864888"/>
                </a:lnTo>
                <a:cubicBezTo>
                  <a:pt x="2459752" y="869300"/>
                  <a:pt x="2451072" y="872840"/>
                  <a:pt x="2446180" y="871293"/>
                </a:cubicBezTo>
                <a:cubicBezTo>
                  <a:pt x="2446180" y="868834"/>
                  <a:pt x="2449493" y="867088"/>
                  <a:pt x="2453466" y="865461"/>
                </a:cubicBezTo>
                <a:lnTo>
                  <a:pt x="2464468" y="860447"/>
                </a:lnTo>
                <a:lnTo>
                  <a:pt x="2461626" y="858990"/>
                </a:lnTo>
                <a:cubicBezTo>
                  <a:pt x="2464291" y="852959"/>
                  <a:pt x="2475970" y="853912"/>
                  <a:pt x="2477200" y="849944"/>
                </a:cubicBezTo>
                <a:close/>
                <a:moveTo>
                  <a:pt x="2727738" y="841348"/>
                </a:moveTo>
                <a:cubicBezTo>
                  <a:pt x="2726295" y="845279"/>
                  <a:pt x="2717228" y="846222"/>
                  <a:pt x="2717228" y="851253"/>
                </a:cubicBezTo>
                <a:cubicBezTo>
                  <a:pt x="2723823" y="849209"/>
                  <a:pt x="2734126" y="845279"/>
                  <a:pt x="2727738" y="841348"/>
                </a:cubicBezTo>
                <a:close/>
                <a:moveTo>
                  <a:pt x="2941222" y="839305"/>
                </a:moveTo>
                <a:cubicBezTo>
                  <a:pt x="2933391" y="843235"/>
                  <a:pt x="2942458" y="845279"/>
                  <a:pt x="2937307" y="848266"/>
                </a:cubicBezTo>
                <a:cubicBezTo>
                  <a:pt x="2943900" y="851253"/>
                  <a:pt x="2945136" y="843235"/>
                  <a:pt x="2941222" y="839305"/>
                </a:cubicBezTo>
                <a:close/>
                <a:moveTo>
                  <a:pt x="3399248" y="831225"/>
                </a:moveTo>
                <a:cubicBezTo>
                  <a:pt x="3408276" y="838129"/>
                  <a:pt x="3393029" y="848014"/>
                  <a:pt x="3406871" y="853976"/>
                </a:cubicBezTo>
                <a:cubicBezTo>
                  <a:pt x="3404464" y="860879"/>
                  <a:pt x="3399248" y="853034"/>
                  <a:pt x="3396841" y="856957"/>
                </a:cubicBezTo>
                <a:cubicBezTo>
                  <a:pt x="3395436" y="853034"/>
                  <a:pt x="3396841" y="842052"/>
                  <a:pt x="3399248" y="831225"/>
                </a:cubicBezTo>
                <a:close/>
                <a:moveTo>
                  <a:pt x="3571924" y="830597"/>
                </a:moveTo>
                <a:cubicBezTo>
                  <a:pt x="3574421" y="831370"/>
                  <a:pt x="3574965" y="838274"/>
                  <a:pt x="3582737" y="835385"/>
                </a:cubicBezTo>
                <a:lnTo>
                  <a:pt x="3581493" y="842164"/>
                </a:lnTo>
                <a:cubicBezTo>
                  <a:pt x="3569680" y="837388"/>
                  <a:pt x="3560561" y="842164"/>
                  <a:pt x="3559318" y="832458"/>
                </a:cubicBezTo>
                <a:cubicBezTo>
                  <a:pt x="3559318" y="835385"/>
                  <a:pt x="3577555" y="836309"/>
                  <a:pt x="3568437" y="832458"/>
                </a:cubicBezTo>
                <a:cubicBezTo>
                  <a:pt x="3570043" y="830763"/>
                  <a:pt x="3571092" y="830340"/>
                  <a:pt x="3571924" y="830597"/>
                </a:cubicBezTo>
                <a:close/>
                <a:moveTo>
                  <a:pt x="2539570" y="826373"/>
                </a:moveTo>
                <a:cubicBezTo>
                  <a:pt x="2525258" y="840082"/>
                  <a:pt x="2503381" y="846002"/>
                  <a:pt x="2482527" y="853948"/>
                </a:cubicBezTo>
                <a:cubicBezTo>
                  <a:pt x="2490500" y="831358"/>
                  <a:pt x="2524031" y="840082"/>
                  <a:pt x="2539570" y="826373"/>
                </a:cubicBezTo>
                <a:close/>
                <a:moveTo>
                  <a:pt x="3380102" y="821520"/>
                </a:moveTo>
                <a:cubicBezTo>
                  <a:pt x="3372321" y="831593"/>
                  <a:pt x="3378669" y="837573"/>
                  <a:pt x="3374779" y="850479"/>
                </a:cubicBezTo>
                <a:cubicBezTo>
                  <a:pt x="3365769" y="845443"/>
                  <a:pt x="3369659" y="829546"/>
                  <a:pt x="3380102" y="821520"/>
                </a:cubicBezTo>
                <a:close/>
                <a:moveTo>
                  <a:pt x="3010094" y="821520"/>
                </a:moveTo>
                <a:cubicBezTo>
                  <a:pt x="3015233" y="823600"/>
                  <a:pt x="3025715" y="822640"/>
                  <a:pt x="3024275" y="826639"/>
                </a:cubicBezTo>
                <a:cubicBezTo>
                  <a:pt x="3019137" y="826639"/>
                  <a:pt x="3012561" y="825679"/>
                  <a:pt x="3012561" y="827599"/>
                </a:cubicBezTo>
                <a:cubicBezTo>
                  <a:pt x="3008655" y="827599"/>
                  <a:pt x="3010094" y="823600"/>
                  <a:pt x="3010094" y="821520"/>
                </a:cubicBezTo>
                <a:close/>
                <a:moveTo>
                  <a:pt x="2713191" y="820579"/>
                </a:moveTo>
                <a:cubicBezTo>
                  <a:pt x="2714645" y="820215"/>
                  <a:pt x="2716583" y="820334"/>
                  <a:pt x="2719489" y="821325"/>
                </a:cubicBezTo>
                <a:lnTo>
                  <a:pt x="2717560" y="822349"/>
                </a:lnTo>
                <a:lnTo>
                  <a:pt x="2719402" y="825429"/>
                </a:lnTo>
                <a:cubicBezTo>
                  <a:pt x="2718974" y="827537"/>
                  <a:pt x="2715691" y="829269"/>
                  <a:pt x="2712958" y="828817"/>
                </a:cubicBezTo>
                <a:lnTo>
                  <a:pt x="2711073" y="827347"/>
                </a:lnTo>
                <a:lnTo>
                  <a:pt x="2709086" y="832427"/>
                </a:lnTo>
                <a:cubicBezTo>
                  <a:pt x="2706434" y="832427"/>
                  <a:pt x="2703986" y="830365"/>
                  <a:pt x="2701334" y="831475"/>
                </a:cubicBezTo>
                <a:cubicBezTo>
                  <a:pt x="2703986" y="832427"/>
                  <a:pt x="2705210" y="833378"/>
                  <a:pt x="2703986" y="835440"/>
                </a:cubicBezTo>
                <a:cubicBezTo>
                  <a:pt x="2698886" y="837502"/>
                  <a:pt x="2698886" y="833378"/>
                  <a:pt x="2695011" y="833378"/>
                </a:cubicBezTo>
                <a:cubicBezTo>
                  <a:pt x="2696235" y="834489"/>
                  <a:pt x="2693583" y="834489"/>
                  <a:pt x="2695011" y="835440"/>
                </a:cubicBezTo>
                <a:cubicBezTo>
                  <a:pt x="2696235" y="837502"/>
                  <a:pt x="2700110" y="836391"/>
                  <a:pt x="2700110" y="839405"/>
                </a:cubicBezTo>
                <a:cubicBezTo>
                  <a:pt x="2697458" y="840356"/>
                  <a:pt x="2696235" y="841466"/>
                  <a:pt x="2695011" y="841466"/>
                </a:cubicBezTo>
                <a:cubicBezTo>
                  <a:pt x="2693583" y="836391"/>
                  <a:pt x="2689707" y="835440"/>
                  <a:pt x="2691135" y="831475"/>
                </a:cubicBezTo>
                <a:cubicBezTo>
                  <a:pt x="2698886" y="831475"/>
                  <a:pt x="2705210" y="831475"/>
                  <a:pt x="2700110" y="826400"/>
                </a:cubicBezTo>
                <a:cubicBezTo>
                  <a:pt x="2708831" y="827113"/>
                  <a:pt x="2708831" y="821672"/>
                  <a:pt x="2713191" y="820579"/>
                </a:cubicBezTo>
                <a:close/>
                <a:moveTo>
                  <a:pt x="2705521" y="815281"/>
                </a:moveTo>
                <a:cubicBezTo>
                  <a:pt x="2706764" y="819342"/>
                  <a:pt x="2704277" y="821217"/>
                  <a:pt x="2703034" y="824185"/>
                </a:cubicBezTo>
                <a:cubicBezTo>
                  <a:pt x="2700339" y="822311"/>
                  <a:pt x="2699097" y="826217"/>
                  <a:pt x="2695159" y="822311"/>
                </a:cubicBezTo>
                <a:cubicBezTo>
                  <a:pt x="2706764" y="823248"/>
                  <a:pt x="2699097" y="816374"/>
                  <a:pt x="2705521" y="815281"/>
                </a:cubicBezTo>
                <a:close/>
                <a:moveTo>
                  <a:pt x="2950288" y="811475"/>
                </a:moveTo>
                <a:cubicBezTo>
                  <a:pt x="2943900" y="813519"/>
                  <a:pt x="2942458" y="815406"/>
                  <a:pt x="2938543" y="818393"/>
                </a:cubicBezTo>
                <a:cubicBezTo>
                  <a:pt x="2941222" y="823425"/>
                  <a:pt x="2945136" y="824368"/>
                  <a:pt x="2951525" y="824368"/>
                </a:cubicBezTo>
                <a:cubicBezTo>
                  <a:pt x="2951525" y="828455"/>
                  <a:pt x="2951525" y="833330"/>
                  <a:pt x="2943900" y="835374"/>
                </a:cubicBezTo>
                <a:cubicBezTo>
                  <a:pt x="2945136" y="839305"/>
                  <a:pt x="2949052" y="837417"/>
                  <a:pt x="2951525" y="840247"/>
                </a:cubicBezTo>
                <a:cubicBezTo>
                  <a:pt x="2951525" y="831443"/>
                  <a:pt x="2958119" y="831443"/>
                  <a:pt x="2955440" y="823425"/>
                </a:cubicBezTo>
                <a:cubicBezTo>
                  <a:pt x="2955440" y="823425"/>
                  <a:pt x="2955440" y="823425"/>
                  <a:pt x="2965949" y="820437"/>
                </a:cubicBezTo>
                <a:cubicBezTo>
                  <a:pt x="2963271" y="817450"/>
                  <a:pt x="2964713" y="816506"/>
                  <a:pt x="2967186" y="814463"/>
                </a:cubicBezTo>
                <a:cubicBezTo>
                  <a:pt x="2960798" y="813519"/>
                  <a:pt x="2959355" y="822481"/>
                  <a:pt x="2952967" y="822481"/>
                </a:cubicBezTo>
                <a:cubicBezTo>
                  <a:pt x="2947816" y="817450"/>
                  <a:pt x="2954204" y="815406"/>
                  <a:pt x="2950288" y="811475"/>
                </a:cubicBezTo>
                <a:close/>
                <a:moveTo>
                  <a:pt x="578183" y="809725"/>
                </a:moveTo>
                <a:cubicBezTo>
                  <a:pt x="571588" y="814598"/>
                  <a:pt x="571588" y="819629"/>
                  <a:pt x="564993" y="820571"/>
                </a:cubicBezTo>
                <a:cubicBezTo>
                  <a:pt x="567673" y="822615"/>
                  <a:pt x="566230" y="824501"/>
                  <a:pt x="568909" y="826545"/>
                </a:cubicBezTo>
                <a:cubicBezTo>
                  <a:pt x="575504" y="820571"/>
                  <a:pt x="583335" y="814598"/>
                  <a:pt x="578183" y="809725"/>
                </a:cubicBezTo>
                <a:close/>
                <a:moveTo>
                  <a:pt x="2639130" y="809589"/>
                </a:moveTo>
                <a:cubicBezTo>
                  <a:pt x="2632535" y="808489"/>
                  <a:pt x="2635215" y="814463"/>
                  <a:pt x="2639130" y="815406"/>
                </a:cubicBezTo>
                <a:cubicBezTo>
                  <a:pt x="2646960" y="816506"/>
                  <a:pt x="2640366" y="811475"/>
                  <a:pt x="2639130" y="809589"/>
                </a:cubicBezTo>
                <a:close/>
                <a:moveTo>
                  <a:pt x="2961582" y="808881"/>
                </a:moveTo>
                <a:lnTo>
                  <a:pt x="2958248" y="810237"/>
                </a:lnTo>
                <a:cubicBezTo>
                  <a:pt x="2956780" y="811711"/>
                  <a:pt x="2956780" y="813441"/>
                  <a:pt x="2958119" y="815406"/>
                </a:cubicBezTo>
                <a:cubicBezTo>
                  <a:pt x="2960077" y="814463"/>
                  <a:pt x="2962703" y="813480"/>
                  <a:pt x="2964661" y="812124"/>
                </a:cubicBezTo>
                <a:lnTo>
                  <a:pt x="2965180" y="810990"/>
                </a:lnTo>
                <a:lnTo>
                  <a:pt x="2962766" y="808905"/>
                </a:lnTo>
                <a:close/>
                <a:moveTo>
                  <a:pt x="3545187" y="806683"/>
                </a:moveTo>
                <a:cubicBezTo>
                  <a:pt x="3564566" y="805575"/>
                  <a:pt x="3543963" y="837711"/>
                  <a:pt x="3542535" y="845626"/>
                </a:cubicBezTo>
                <a:cubicBezTo>
                  <a:pt x="3534783" y="835653"/>
                  <a:pt x="3552938" y="819664"/>
                  <a:pt x="3545187" y="806683"/>
                </a:cubicBezTo>
                <a:close/>
                <a:moveTo>
                  <a:pt x="3182112" y="803614"/>
                </a:moveTo>
                <a:cubicBezTo>
                  <a:pt x="3179433" y="804558"/>
                  <a:pt x="3179433" y="806602"/>
                  <a:pt x="3176961" y="808489"/>
                </a:cubicBezTo>
                <a:cubicBezTo>
                  <a:pt x="3176961" y="808489"/>
                  <a:pt x="3176961" y="808489"/>
                  <a:pt x="3184791" y="820437"/>
                </a:cubicBezTo>
                <a:cubicBezTo>
                  <a:pt x="3191179" y="815406"/>
                  <a:pt x="3189943" y="804558"/>
                  <a:pt x="3182112" y="803614"/>
                </a:cubicBezTo>
                <a:close/>
                <a:moveTo>
                  <a:pt x="3600000" y="802109"/>
                </a:moveTo>
                <a:lnTo>
                  <a:pt x="3600000" y="802109"/>
                </a:lnTo>
                <a:lnTo>
                  <a:pt x="3591047" y="809806"/>
                </a:lnTo>
                <a:cubicBezTo>
                  <a:pt x="3588392" y="812424"/>
                  <a:pt x="3585424" y="814646"/>
                  <a:pt x="3580218" y="815122"/>
                </a:cubicBezTo>
                <a:cubicBezTo>
                  <a:pt x="3581468" y="811630"/>
                  <a:pt x="3583758" y="808893"/>
                  <a:pt x="3587064" y="806770"/>
                </a:cubicBezTo>
                <a:close/>
                <a:moveTo>
                  <a:pt x="2716039" y="801673"/>
                </a:moveTo>
                <a:cubicBezTo>
                  <a:pt x="2726452" y="800722"/>
                  <a:pt x="2726452" y="805634"/>
                  <a:pt x="2731865" y="806743"/>
                </a:cubicBezTo>
                <a:cubicBezTo>
                  <a:pt x="2725203" y="806743"/>
                  <a:pt x="2733115" y="810705"/>
                  <a:pt x="2726452" y="811655"/>
                </a:cubicBezTo>
                <a:cubicBezTo>
                  <a:pt x="2719997" y="809754"/>
                  <a:pt x="2726452" y="806743"/>
                  <a:pt x="2721246" y="805634"/>
                </a:cubicBezTo>
                <a:cubicBezTo>
                  <a:pt x="2718539" y="805634"/>
                  <a:pt x="2716039" y="809754"/>
                  <a:pt x="2713333" y="807694"/>
                </a:cubicBezTo>
                <a:cubicBezTo>
                  <a:pt x="2717289" y="806743"/>
                  <a:pt x="2717289" y="803733"/>
                  <a:pt x="2716039" y="801673"/>
                </a:cubicBezTo>
                <a:close/>
                <a:moveTo>
                  <a:pt x="2585850" y="801377"/>
                </a:moveTo>
                <a:cubicBezTo>
                  <a:pt x="2592271" y="814257"/>
                  <a:pt x="2568868" y="808288"/>
                  <a:pt x="2558307" y="819283"/>
                </a:cubicBezTo>
                <a:cubicBezTo>
                  <a:pt x="2555615" y="817241"/>
                  <a:pt x="2558307" y="815200"/>
                  <a:pt x="2555615" y="813315"/>
                </a:cubicBezTo>
                <a:cubicBezTo>
                  <a:pt x="2553129" y="815200"/>
                  <a:pt x="2550438" y="813315"/>
                  <a:pt x="2547952" y="815200"/>
                </a:cubicBezTo>
                <a:cubicBezTo>
                  <a:pt x="2554372" y="799336"/>
                  <a:pt x="2574046" y="809388"/>
                  <a:pt x="2585850" y="801377"/>
                </a:cubicBezTo>
                <a:close/>
                <a:moveTo>
                  <a:pt x="3085299" y="799700"/>
                </a:moveTo>
                <a:lnTo>
                  <a:pt x="3082483" y="800256"/>
                </a:lnTo>
                <a:lnTo>
                  <a:pt x="3081095" y="800218"/>
                </a:lnTo>
                <a:lnTo>
                  <a:pt x="3082128" y="806637"/>
                </a:lnTo>
                <a:lnTo>
                  <a:pt x="3083870" y="802926"/>
                </a:lnTo>
                <a:close/>
                <a:moveTo>
                  <a:pt x="3525276" y="799336"/>
                </a:moveTo>
                <a:cubicBezTo>
                  <a:pt x="3526696" y="804362"/>
                  <a:pt x="3518990" y="802320"/>
                  <a:pt x="3517571" y="805304"/>
                </a:cubicBezTo>
                <a:cubicBezTo>
                  <a:pt x="3520207" y="811273"/>
                  <a:pt x="3526696" y="802320"/>
                  <a:pt x="3529129" y="808288"/>
                </a:cubicBezTo>
                <a:cubicBezTo>
                  <a:pt x="3521424" y="819283"/>
                  <a:pt x="3504797" y="799336"/>
                  <a:pt x="3525276" y="799336"/>
                </a:cubicBezTo>
                <a:close/>
                <a:moveTo>
                  <a:pt x="3287495" y="798092"/>
                </a:moveTo>
                <a:lnTo>
                  <a:pt x="3282054" y="801639"/>
                </a:lnTo>
                <a:cubicBezTo>
                  <a:pt x="3275254" y="809480"/>
                  <a:pt x="3277264" y="819180"/>
                  <a:pt x="3261653" y="824368"/>
                </a:cubicBezTo>
                <a:cubicBezTo>
                  <a:pt x="3265569" y="828455"/>
                  <a:pt x="3258975" y="829399"/>
                  <a:pt x="3260211" y="833330"/>
                </a:cubicBezTo>
                <a:cubicBezTo>
                  <a:pt x="3260211" y="833330"/>
                  <a:pt x="3260211" y="833330"/>
                  <a:pt x="3249908" y="837417"/>
                </a:cubicBezTo>
                <a:cubicBezTo>
                  <a:pt x="3250526" y="845829"/>
                  <a:pt x="3243983" y="853022"/>
                  <a:pt x="3236642" y="859351"/>
                </a:cubicBezTo>
                <a:lnTo>
                  <a:pt x="3226214" y="867920"/>
                </a:lnTo>
                <a:lnTo>
                  <a:pt x="3249417" y="860754"/>
                </a:lnTo>
                <a:lnTo>
                  <a:pt x="3295760" y="843571"/>
                </a:lnTo>
                <a:lnTo>
                  <a:pt x="3295449" y="841348"/>
                </a:lnTo>
                <a:lnTo>
                  <a:pt x="3298801" y="842444"/>
                </a:lnTo>
                <a:lnTo>
                  <a:pt x="3301728" y="841358"/>
                </a:lnTo>
                <a:lnTo>
                  <a:pt x="3303588" y="839580"/>
                </a:lnTo>
                <a:cubicBezTo>
                  <a:pt x="3304722" y="838086"/>
                  <a:pt x="3305932" y="836405"/>
                  <a:pt x="3307503" y="835157"/>
                </a:cubicBezTo>
                <a:lnTo>
                  <a:pt x="3308080" y="834984"/>
                </a:lnTo>
                <a:lnTo>
                  <a:pt x="3309304" y="829855"/>
                </a:lnTo>
                <a:cubicBezTo>
                  <a:pt x="3309449" y="822759"/>
                  <a:pt x="3304350" y="821078"/>
                  <a:pt x="3304350" y="807637"/>
                </a:cubicBezTo>
                <a:lnTo>
                  <a:pt x="3301581" y="805984"/>
                </a:lnTo>
                <a:lnTo>
                  <a:pt x="3301193" y="807775"/>
                </a:lnTo>
                <a:cubicBezTo>
                  <a:pt x="3301430" y="809137"/>
                  <a:pt x="3302407" y="810431"/>
                  <a:pt x="3304698" y="811656"/>
                </a:cubicBezTo>
                <a:cubicBezTo>
                  <a:pt x="3296784" y="812605"/>
                  <a:pt x="3301990" y="817664"/>
                  <a:pt x="3298034" y="820669"/>
                </a:cubicBezTo>
                <a:cubicBezTo>
                  <a:pt x="3291578" y="818613"/>
                  <a:pt x="3299491" y="814660"/>
                  <a:pt x="3298034" y="809758"/>
                </a:cubicBezTo>
                <a:cubicBezTo>
                  <a:pt x="3294077" y="809758"/>
                  <a:pt x="3290121" y="812605"/>
                  <a:pt x="3287622" y="808652"/>
                </a:cubicBezTo>
                <a:lnTo>
                  <a:pt x="3295733" y="802493"/>
                </a:lnTo>
                <a:lnTo>
                  <a:pt x="3290159" y="799165"/>
                </a:lnTo>
                <a:close/>
                <a:moveTo>
                  <a:pt x="3342225" y="797639"/>
                </a:moveTo>
                <a:lnTo>
                  <a:pt x="3334469" y="807597"/>
                </a:lnTo>
                <a:lnTo>
                  <a:pt x="3338664" y="810974"/>
                </a:lnTo>
                <a:lnTo>
                  <a:pt x="3345985" y="804322"/>
                </a:lnTo>
                <a:cubicBezTo>
                  <a:pt x="3347119" y="801099"/>
                  <a:pt x="3346140" y="798111"/>
                  <a:pt x="3342225" y="797639"/>
                </a:cubicBezTo>
                <a:close/>
                <a:moveTo>
                  <a:pt x="3145639" y="794653"/>
                </a:moveTo>
                <a:cubicBezTo>
                  <a:pt x="3139045" y="797639"/>
                  <a:pt x="3139045" y="802514"/>
                  <a:pt x="3135336" y="806602"/>
                </a:cubicBezTo>
                <a:cubicBezTo>
                  <a:pt x="3140488" y="807545"/>
                  <a:pt x="3149554" y="799526"/>
                  <a:pt x="3145639" y="794653"/>
                </a:cubicBezTo>
                <a:close/>
                <a:moveTo>
                  <a:pt x="3188706" y="791665"/>
                </a:moveTo>
                <a:cubicBezTo>
                  <a:pt x="3178197" y="800627"/>
                  <a:pt x="3197773" y="802514"/>
                  <a:pt x="3201688" y="813519"/>
                </a:cubicBezTo>
                <a:cubicBezTo>
                  <a:pt x="3200246" y="819494"/>
                  <a:pt x="3191179" y="823425"/>
                  <a:pt x="3191179" y="829399"/>
                </a:cubicBezTo>
                <a:cubicBezTo>
                  <a:pt x="3201688" y="829399"/>
                  <a:pt x="3197773" y="816506"/>
                  <a:pt x="3204161" y="823425"/>
                </a:cubicBezTo>
                <a:cubicBezTo>
                  <a:pt x="3210755" y="819494"/>
                  <a:pt x="3208076" y="810532"/>
                  <a:pt x="3217349" y="810532"/>
                </a:cubicBezTo>
                <a:cubicBezTo>
                  <a:pt x="3217349" y="806602"/>
                  <a:pt x="3221265" y="802514"/>
                  <a:pt x="3214670" y="801570"/>
                </a:cubicBezTo>
                <a:cubicBezTo>
                  <a:pt x="3204161" y="812419"/>
                  <a:pt x="3191179" y="799526"/>
                  <a:pt x="3188706" y="791665"/>
                </a:cubicBezTo>
                <a:close/>
                <a:moveTo>
                  <a:pt x="2745922" y="787550"/>
                </a:moveTo>
                <a:cubicBezTo>
                  <a:pt x="2748568" y="794329"/>
                  <a:pt x="2735752" y="796177"/>
                  <a:pt x="2733106" y="801107"/>
                </a:cubicBezTo>
                <a:cubicBezTo>
                  <a:pt x="2738193" y="802032"/>
                  <a:pt x="2738193" y="797256"/>
                  <a:pt x="2740837" y="801107"/>
                </a:cubicBezTo>
                <a:cubicBezTo>
                  <a:pt x="2734327" y="802032"/>
                  <a:pt x="2736972" y="804035"/>
                  <a:pt x="2729241" y="803110"/>
                </a:cubicBezTo>
                <a:cubicBezTo>
                  <a:pt x="2735752" y="797256"/>
                  <a:pt x="2721511" y="793404"/>
                  <a:pt x="2729241" y="789399"/>
                </a:cubicBezTo>
                <a:cubicBezTo>
                  <a:pt x="2730461" y="792326"/>
                  <a:pt x="2733106" y="795253"/>
                  <a:pt x="2736972" y="794329"/>
                </a:cubicBezTo>
                <a:cubicBezTo>
                  <a:pt x="2740837" y="792326"/>
                  <a:pt x="2738193" y="788474"/>
                  <a:pt x="2745922" y="787550"/>
                </a:cubicBezTo>
                <a:close/>
                <a:moveTo>
                  <a:pt x="2575288" y="787550"/>
                </a:moveTo>
                <a:cubicBezTo>
                  <a:pt x="2579245" y="787550"/>
                  <a:pt x="2583202" y="789451"/>
                  <a:pt x="2585909" y="792462"/>
                </a:cubicBezTo>
                <a:cubicBezTo>
                  <a:pt x="2581952" y="795473"/>
                  <a:pt x="2576538" y="798484"/>
                  <a:pt x="2572790" y="797533"/>
                </a:cubicBezTo>
                <a:cubicBezTo>
                  <a:pt x="2566125" y="793571"/>
                  <a:pt x="2577996" y="791511"/>
                  <a:pt x="2575288" y="787550"/>
                </a:cubicBezTo>
                <a:close/>
                <a:moveTo>
                  <a:pt x="2981611" y="785690"/>
                </a:moveTo>
                <a:cubicBezTo>
                  <a:pt x="2981611" y="785690"/>
                  <a:pt x="2981611" y="785690"/>
                  <a:pt x="2976459" y="787735"/>
                </a:cubicBezTo>
                <a:cubicBezTo>
                  <a:pt x="2981611" y="792609"/>
                  <a:pt x="2978932" y="794653"/>
                  <a:pt x="2971102" y="795596"/>
                </a:cubicBezTo>
                <a:cubicBezTo>
                  <a:pt x="2971102" y="795596"/>
                  <a:pt x="2971102" y="795596"/>
                  <a:pt x="2975017" y="801570"/>
                </a:cubicBezTo>
                <a:cubicBezTo>
                  <a:pt x="2978932" y="796539"/>
                  <a:pt x="2985526" y="792609"/>
                  <a:pt x="2981611" y="785690"/>
                </a:cubicBezTo>
                <a:close/>
                <a:moveTo>
                  <a:pt x="3255627" y="783426"/>
                </a:moveTo>
                <a:lnTo>
                  <a:pt x="3255060" y="783647"/>
                </a:lnTo>
                <a:cubicBezTo>
                  <a:pt x="3255729" y="784904"/>
                  <a:pt x="3256721" y="785602"/>
                  <a:pt x="3257851" y="785910"/>
                </a:cubicBezTo>
                <a:lnTo>
                  <a:pt x="3259436" y="785874"/>
                </a:lnTo>
                <a:close/>
                <a:moveTo>
                  <a:pt x="2606841" y="780684"/>
                </a:moveTo>
                <a:cubicBezTo>
                  <a:pt x="2604173" y="780684"/>
                  <a:pt x="2588784" y="785693"/>
                  <a:pt x="2597813" y="790703"/>
                </a:cubicBezTo>
                <a:cubicBezTo>
                  <a:pt x="2600274" y="787729"/>
                  <a:pt x="2610739" y="784754"/>
                  <a:pt x="2606841" y="780684"/>
                </a:cubicBezTo>
                <a:close/>
                <a:moveTo>
                  <a:pt x="3018084" y="777672"/>
                </a:moveTo>
                <a:cubicBezTo>
                  <a:pt x="3012726" y="775786"/>
                  <a:pt x="3010254" y="784748"/>
                  <a:pt x="3007575" y="787735"/>
                </a:cubicBezTo>
                <a:cubicBezTo>
                  <a:pt x="3015406" y="789621"/>
                  <a:pt x="3016848" y="780659"/>
                  <a:pt x="3018084" y="777672"/>
                </a:cubicBezTo>
                <a:close/>
                <a:moveTo>
                  <a:pt x="624965" y="777440"/>
                </a:moveTo>
                <a:cubicBezTo>
                  <a:pt x="623638" y="777502"/>
                  <a:pt x="622337" y="777894"/>
                  <a:pt x="621049" y="778916"/>
                </a:cubicBezTo>
                <a:cubicBezTo>
                  <a:pt x="623727" y="781903"/>
                  <a:pt x="628880" y="779859"/>
                  <a:pt x="623727" y="784889"/>
                </a:cubicBezTo>
                <a:cubicBezTo>
                  <a:pt x="621049" y="781903"/>
                  <a:pt x="618369" y="780803"/>
                  <a:pt x="614454" y="782846"/>
                </a:cubicBezTo>
                <a:cubicBezTo>
                  <a:pt x="617133" y="790863"/>
                  <a:pt x="595082" y="800765"/>
                  <a:pt x="581892" y="804696"/>
                </a:cubicBezTo>
                <a:cubicBezTo>
                  <a:pt x="585808" y="809725"/>
                  <a:pt x="587250" y="808625"/>
                  <a:pt x="588488" y="812555"/>
                </a:cubicBezTo>
                <a:cubicBezTo>
                  <a:pt x="602707" y="794792"/>
                  <a:pt x="624964" y="792749"/>
                  <a:pt x="637948" y="777816"/>
                </a:cubicBezTo>
                <a:cubicBezTo>
                  <a:pt x="633156" y="780056"/>
                  <a:pt x="628945" y="777255"/>
                  <a:pt x="624965" y="777440"/>
                </a:cubicBezTo>
                <a:close/>
                <a:moveTo>
                  <a:pt x="3109165" y="776729"/>
                </a:moveTo>
                <a:cubicBezTo>
                  <a:pt x="3100098" y="779716"/>
                  <a:pt x="3101334" y="785690"/>
                  <a:pt x="3100098" y="790722"/>
                </a:cubicBezTo>
                <a:cubicBezTo>
                  <a:pt x="3102571" y="791665"/>
                  <a:pt x="3105250" y="790722"/>
                  <a:pt x="3109165" y="788678"/>
                </a:cubicBezTo>
                <a:cubicBezTo>
                  <a:pt x="3104013" y="783647"/>
                  <a:pt x="3114317" y="781760"/>
                  <a:pt x="3109165" y="776729"/>
                </a:cubicBezTo>
                <a:close/>
                <a:moveTo>
                  <a:pt x="2795327" y="769811"/>
                </a:moveTo>
                <a:cubicBezTo>
                  <a:pt x="2792854" y="771698"/>
                  <a:pt x="2788939" y="775786"/>
                  <a:pt x="2795327" y="777672"/>
                </a:cubicBezTo>
                <a:cubicBezTo>
                  <a:pt x="2800479" y="775786"/>
                  <a:pt x="2801921" y="770754"/>
                  <a:pt x="2795327" y="769811"/>
                </a:cubicBezTo>
                <a:close/>
                <a:moveTo>
                  <a:pt x="3468626" y="767445"/>
                </a:moveTo>
                <a:cubicBezTo>
                  <a:pt x="3475047" y="767445"/>
                  <a:pt x="3475047" y="767445"/>
                  <a:pt x="3475047" y="767445"/>
                </a:cubicBezTo>
                <a:cubicBezTo>
                  <a:pt x="3476250" y="769512"/>
                  <a:pt x="3477454" y="771420"/>
                  <a:pt x="3477454" y="774441"/>
                </a:cubicBezTo>
                <a:cubicBezTo>
                  <a:pt x="3464814" y="772533"/>
                  <a:pt x="3480062" y="781597"/>
                  <a:pt x="3470031" y="784618"/>
                </a:cubicBezTo>
                <a:cubicBezTo>
                  <a:pt x="3466218" y="780484"/>
                  <a:pt x="3466218" y="770466"/>
                  <a:pt x="3468626" y="767445"/>
                </a:cubicBezTo>
                <a:close/>
                <a:moveTo>
                  <a:pt x="2646796" y="767445"/>
                </a:moveTo>
                <a:cubicBezTo>
                  <a:pt x="2659518" y="768382"/>
                  <a:pt x="2648009" y="776350"/>
                  <a:pt x="2640334" y="778381"/>
                </a:cubicBezTo>
                <a:cubicBezTo>
                  <a:pt x="2637912" y="773382"/>
                  <a:pt x="2649220" y="769476"/>
                  <a:pt x="2646796" y="767445"/>
                </a:cubicBezTo>
                <a:close/>
                <a:moveTo>
                  <a:pt x="3442879" y="764672"/>
                </a:moveTo>
                <a:cubicBezTo>
                  <a:pt x="3450972" y="764672"/>
                  <a:pt x="3448203" y="773396"/>
                  <a:pt x="3444157" y="776305"/>
                </a:cubicBezTo>
                <a:cubicBezTo>
                  <a:pt x="3437554" y="775386"/>
                  <a:pt x="3444157" y="767580"/>
                  <a:pt x="3442879" y="764672"/>
                </a:cubicBezTo>
                <a:close/>
                <a:moveTo>
                  <a:pt x="3186028" y="763837"/>
                </a:moveTo>
                <a:cubicBezTo>
                  <a:pt x="3182112" y="767767"/>
                  <a:pt x="3183348" y="772798"/>
                  <a:pt x="3182112" y="777672"/>
                </a:cubicBezTo>
                <a:cubicBezTo>
                  <a:pt x="3186028" y="773742"/>
                  <a:pt x="3192621" y="769811"/>
                  <a:pt x="3186028" y="763837"/>
                </a:cubicBezTo>
                <a:close/>
                <a:moveTo>
                  <a:pt x="2761997" y="762593"/>
                </a:moveTo>
                <a:cubicBezTo>
                  <a:pt x="2765834" y="766554"/>
                  <a:pt x="2754324" y="768455"/>
                  <a:pt x="2764623" y="771466"/>
                </a:cubicBezTo>
                <a:cubicBezTo>
                  <a:pt x="2756950" y="773526"/>
                  <a:pt x="2755738" y="766554"/>
                  <a:pt x="2749276" y="770515"/>
                </a:cubicBezTo>
                <a:cubicBezTo>
                  <a:pt x="2744228" y="764494"/>
                  <a:pt x="2756950" y="766554"/>
                  <a:pt x="2761997" y="762593"/>
                </a:cubicBezTo>
                <a:close/>
                <a:moveTo>
                  <a:pt x="3536458" y="761456"/>
                </a:moveTo>
                <a:cubicBezTo>
                  <a:pt x="3554344" y="761456"/>
                  <a:pt x="3554344" y="761456"/>
                  <a:pt x="3554344" y="761456"/>
                </a:cubicBezTo>
                <a:cubicBezTo>
                  <a:pt x="3556986" y="763501"/>
                  <a:pt x="3558206" y="766490"/>
                  <a:pt x="3555767" y="771367"/>
                </a:cubicBezTo>
                <a:cubicBezTo>
                  <a:pt x="3550482" y="769480"/>
                  <a:pt x="3555767" y="760512"/>
                  <a:pt x="3541539" y="763501"/>
                </a:cubicBezTo>
                <a:cubicBezTo>
                  <a:pt x="3554344" y="781435"/>
                  <a:pt x="3527514" y="785369"/>
                  <a:pt x="3546824" y="797325"/>
                </a:cubicBezTo>
                <a:cubicBezTo>
                  <a:pt x="3544181" y="797325"/>
                  <a:pt x="3544181" y="800314"/>
                  <a:pt x="3544181" y="801258"/>
                </a:cubicBezTo>
                <a:cubicBezTo>
                  <a:pt x="3541539" y="800314"/>
                  <a:pt x="3537677" y="799213"/>
                  <a:pt x="3532595" y="799213"/>
                </a:cubicBezTo>
                <a:cubicBezTo>
                  <a:pt x="3529953" y="781435"/>
                  <a:pt x="3537677" y="780335"/>
                  <a:pt x="3536458" y="761456"/>
                </a:cubicBezTo>
                <a:close/>
                <a:moveTo>
                  <a:pt x="713581" y="760053"/>
                </a:moveTo>
                <a:cubicBezTo>
                  <a:pt x="705750" y="763040"/>
                  <a:pt x="701834" y="766969"/>
                  <a:pt x="691324" y="766969"/>
                </a:cubicBezTo>
                <a:cubicBezTo>
                  <a:pt x="695239" y="776872"/>
                  <a:pt x="712139" y="764926"/>
                  <a:pt x="713581" y="760053"/>
                </a:cubicBezTo>
                <a:close/>
                <a:moveTo>
                  <a:pt x="3515197" y="759819"/>
                </a:moveTo>
                <a:cubicBezTo>
                  <a:pt x="3525292" y="766776"/>
                  <a:pt x="3513783" y="776737"/>
                  <a:pt x="3524082" y="784801"/>
                </a:cubicBezTo>
                <a:cubicBezTo>
                  <a:pt x="3510148" y="784801"/>
                  <a:pt x="3529129" y="788754"/>
                  <a:pt x="3522870" y="795711"/>
                </a:cubicBezTo>
                <a:cubicBezTo>
                  <a:pt x="3508735" y="791758"/>
                  <a:pt x="3516408" y="779741"/>
                  <a:pt x="3507523" y="769780"/>
                </a:cubicBezTo>
                <a:cubicBezTo>
                  <a:pt x="3521457" y="770729"/>
                  <a:pt x="3507523" y="761717"/>
                  <a:pt x="3515197" y="759819"/>
                </a:cubicBezTo>
                <a:close/>
                <a:moveTo>
                  <a:pt x="3373452" y="757460"/>
                </a:moveTo>
                <a:lnTo>
                  <a:pt x="3373153" y="760909"/>
                </a:lnTo>
                <a:lnTo>
                  <a:pt x="3377462" y="759906"/>
                </a:lnTo>
                <a:cubicBezTo>
                  <a:pt x="3376174" y="760142"/>
                  <a:pt x="3375118" y="759759"/>
                  <a:pt x="3374362" y="759113"/>
                </a:cubicBezTo>
                <a:close/>
                <a:moveTo>
                  <a:pt x="659999" y="757067"/>
                </a:moveTo>
                <a:cubicBezTo>
                  <a:pt x="653611" y="766969"/>
                  <a:pt x="640627" y="767913"/>
                  <a:pt x="635474" y="776872"/>
                </a:cubicBezTo>
                <a:cubicBezTo>
                  <a:pt x="648458" y="769956"/>
                  <a:pt x="657525" y="770899"/>
                  <a:pt x="663914" y="760996"/>
                </a:cubicBezTo>
                <a:cubicBezTo>
                  <a:pt x="663914" y="760996"/>
                  <a:pt x="663914" y="760996"/>
                  <a:pt x="659999" y="757067"/>
                </a:cubicBezTo>
                <a:close/>
                <a:moveTo>
                  <a:pt x="3282992" y="757046"/>
                </a:moveTo>
                <a:cubicBezTo>
                  <a:pt x="3284271" y="758951"/>
                  <a:pt x="3288317" y="761966"/>
                  <a:pt x="3285548" y="764029"/>
                </a:cubicBezTo>
                <a:cubicBezTo>
                  <a:pt x="3284271" y="758951"/>
                  <a:pt x="3276177" y="770059"/>
                  <a:pt x="3274900" y="764981"/>
                </a:cubicBezTo>
                <a:cubicBezTo>
                  <a:pt x="3278946" y="761966"/>
                  <a:pt x="3277456" y="758951"/>
                  <a:pt x="3282992" y="757046"/>
                </a:cubicBezTo>
                <a:close/>
                <a:moveTo>
                  <a:pt x="2624897" y="757046"/>
                </a:moveTo>
                <a:cubicBezTo>
                  <a:pt x="2628796" y="769883"/>
                  <a:pt x="2610739" y="767848"/>
                  <a:pt x="2605610" y="776770"/>
                </a:cubicBezTo>
                <a:cubicBezTo>
                  <a:pt x="2617100" y="784754"/>
                  <a:pt x="2626333" y="762994"/>
                  <a:pt x="2640491" y="757046"/>
                </a:cubicBezTo>
                <a:cubicBezTo>
                  <a:pt x="2641928" y="758925"/>
                  <a:pt x="2643159" y="763934"/>
                  <a:pt x="2639260" y="761899"/>
                </a:cubicBezTo>
                <a:cubicBezTo>
                  <a:pt x="2639260" y="764873"/>
                  <a:pt x="2643159" y="762994"/>
                  <a:pt x="2641928" y="768787"/>
                </a:cubicBezTo>
                <a:cubicBezTo>
                  <a:pt x="2618537" y="781780"/>
                  <a:pt x="2618537" y="796495"/>
                  <a:pt x="2591246" y="800565"/>
                </a:cubicBezTo>
                <a:cubicBezTo>
                  <a:pt x="2588784" y="797590"/>
                  <a:pt x="2597813" y="788668"/>
                  <a:pt x="2586117" y="789608"/>
                </a:cubicBezTo>
                <a:cubicBezTo>
                  <a:pt x="2599043" y="776770"/>
                  <a:pt x="2608072" y="764873"/>
                  <a:pt x="2624897" y="757046"/>
                </a:cubicBezTo>
                <a:close/>
                <a:moveTo>
                  <a:pt x="2767153" y="753824"/>
                </a:moveTo>
                <a:cubicBezTo>
                  <a:pt x="2767983" y="753219"/>
                  <a:pt x="2768658" y="752984"/>
                  <a:pt x="2770632" y="754468"/>
                </a:cubicBezTo>
                <a:cubicBezTo>
                  <a:pt x="2769386" y="754468"/>
                  <a:pt x="2770632" y="756499"/>
                  <a:pt x="2771878" y="757437"/>
                </a:cubicBezTo>
                <a:cubicBezTo>
                  <a:pt x="2762738" y="757437"/>
                  <a:pt x="2775824" y="762436"/>
                  <a:pt x="2766685" y="762436"/>
                </a:cubicBezTo>
                <a:cubicBezTo>
                  <a:pt x="2761492" y="758374"/>
                  <a:pt x="2773332" y="756499"/>
                  <a:pt x="2762738" y="755405"/>
                </a:cubicBezTo>
                <a:cubicBezTo>
                  <a:pt x="2765336" y="755405"/>
                  <a:pt x="2766322" y="754429"/>
                  <a:pt x="2767153" y="753824"/>
                </a:cubicBezTo>
                <a:close/>
                <a:moveTo>
                  <a:pt x="3498593" y="753580"/>
                </a:moveTo>
                <a:cubicBezTo>
                  <a:pt x="3501037" y="757488"/>
                  <a:pt x="3503685" y="766398"/>
                  <a:pt x="3498593" y="769369"/>
                </a:cubicBezTo>
                <a:cubicBezTo>
                  <a:pt x="3495945" y="766398"/>
                  <a:pt x="3492075" y="757488"/>
                  <a:pt x="3498593" y="753580"/>
                </a:cubicBezTo>
                <a:close/>
                <a:moveTo>
                  <a:pt x="2700331" y="750944"/>
                </a:moveTo>
                <a:cubicBezTo>
                  <a:pt x="2693737" y="751887"/>
                  <a:pt x="2691264" y="756919"/>
                  <a:pt x="2697653" y="758805"/>
                </a:cubicBezTo>
                <a:cubicBezTo>
                  <a:pt x="2703010" y="756919"/>
                  <a:pt x="2706719" y="754874"/>
                  <a:pt x="2700331" y="750944"/>
                </a:cubicBezTo>
                <a:close/>
                <a:moveTo>
                  <a:pt x="2999810" y="748727"/>
                </a:moveTo>
                <a:cubicBezTo>
                  <a:pt x="3006625" y="751742"/>
                  <a:pt x="3003856" y="756820"/>
                  <a:pt x="3001300" y="761740"/>
                </a:cubicBezTo>
                <a:cubicBezTo>
                  <a:pt x="2997254" y="758725"/>
                  <a:pt x="2993208" y="751742"/>
                  <a:pt x="2999810" y="748727"/>
                </a:cubicBezTo>
                <a:close/>
                <a:moveTo>
                  <a:pt x="3373668" y="748375"/>
                </a:moveTo>
                <a:lnTo>
                  <a:pt x="3374104" y="749958"/>
                </a:lnTo>
                <a:lnTo>
                  <a:pt x="3373612" y="755625"/>
                </a:lnTo>
                <a:lnTo>
                  <a:pt x="3373955" y="754931"/>
                </a:lnTo>
                <a:cubicBezTo>
                  <a:pt x="3374667" y="754659"/>
                  <a:pt x="3375813" y="754836"/>
                  <a:pt x="3377462" y="755818"/>
                </a:cubicBezTo>
                <a:cubicBezTo>
                  <a:pt x="3378080" y="753853"/>
                  <a:pt x="3377411" y="752123"/>
                  <a:pt x="3376097" y="750512"/>
                </a:cubicBezTo>
                <a:close/>
                <a:moveTo>
                  <a:pt x="3200246" y="745913"/>
                </a:moveTo>
                <a:cubicBezTo>
                  <a:pt x="3193858" y="747957"/>
                  <a:pt x="3199009" y="751887"/>
                  <a:pt x="3192621" y="753932"/>
                </a:cubicBezTo>
                <a:cubicBezTo>
                  <a:pt x="3196331" y="754874"/>
                  <a:pt x="3200246" y="752831"/>
                  <a:pt x="3204161" y="751887"/>
                </a:cubicBezTo>
                <a:cubicBezTo>
                  <a:pt x="3204161" y="751887"/>
                  <a:pt x="3204161" y="751887"/>
                  <a:pt x="3200246" y="745913"/>
                </a:cubicBezTo>
                <a:close/>
                <a:moveTo>
                  <a:pt x="2808309" y="744970"/>
                </a:moveTo>
                <a:cubicBezTo>
                  <a:pt x="2803158" y="747013"/>
                  <a:pt x="2799243" y="748900"/>
                  <a:pt x="2801921" y="752831"/>
                </a:cubicBezTo>
                <a:cubicBezTo>
                  <a:pt x="2804394" y="750944"/>
                  <a:pt x="2812225" y="748900"/>
                  <a:pt x="2808309" y="744970"/>
                </a:cubicBezTo>
                <a:close/>
                <a:moveTo>
                  <a:pt x="3309744" y="742454"/>
                </a:moveTo>
                <a:cubicBezTo>
                  <a:pt x="3306834" y="741943"/>
                  <a:pt x="3303279" y="742926"/>
                  <a:pt x="3303279" y="745913"/>
                </a:cubicBezTo>
                <a:cubicBezTo>
                  <a:pt x="3304515" y="750001"/>
                  <a:pt x="3309667" y="744970"/>
                  <a:pt x="3312346" y="747957"/>
                </a:cubicBezTo>
                <a:cubicBezTo>
                  <a:pt x="3314921" y="744970"/>
                  <a:pt x="3312655" y="742965"/>
                  <a:pt x="3309744" y="742454"/>
                </a:cubicBezTo>
                <a:close/>
                <a:moveTo>
                  <a:pt x="654847" y="742133"/>
                </a:moveTo>
                <a:cubicBezTo>
                  <a:pt x="648458" y="746063"/>
                  <a:pt x="641863" y="749050"/>
                  <a:pt x="644542" y="752980"/>
                </a:cubicBezTo>
                <a:cubicBezTo>
                  <a:pt x="649694" y="748107"/>
                  <a:pt x="652373" y="752980"/>
                  <a:pt x="657525" y="748107"/>
                </a:cubicBezTo>
                <a:cubicBezTo>
                  <a:pt x="654847" y="746063"/>
                  <a:pt x="653611" y="744177"/>
                  <a:pt x="654847" y="742133"/>
                </a:cubicBezTo>
                <a:close/>
                <a:moveTo>
                  <a:pt x="2580139" y="739715"/>
                </a:moveTo>
                <a:cubicBezTo>
                  <a:pt x="2584092" y="746914"/>
                  <a:pt x="2573690" y="747874"/>
                  <a:pt x="2569738" y="749954"/>
                </a:cubicBezTo>
                <a:cubicBezTo>
                  <a:pt x="2567034" y="745794"/>
                  <a:pt x="2577643" y="743874"/>
                  <a:pt x="2580139" y="739715"/>
                </a:cubicBezTo>
                <a:close/>
                <a:moveTo>
                  <a:pt x="3496091" y="739021"/>
                </a:moveTo>
                <a:cubicBezTo>
                  <a:pt x="3512772" y="739021"/>
                  <a:pt x="3501176" y="751096"/>
                  <a:pt x="3494869" y="754114"/>
                </a:cubicBezTo>
                <a:cubicBezTo>
                  <a:pt x="3485715" y="751096"/>
                  <a:pt x="3498734" y="745058"/>
                  <a:pt x="3496091" y="739021"/>
                </a:cubicBezTo>
                <a:close/>
                <a:moveTo>
                  <a:pt x="3281561" y="738391"/>
                </a:moveTo>
                <a:cubicBezTo>
                  <a:pt x="3279196" y="739025"/>
                  <a:pt x="3276491" y="740449"/>
                  <a:pt x="3273194" y="742926"/>
                </a:cubicBezTo>
                <a:cubicBezTo>
                  <a:pt x="3275872" y="744970"/>
                  <a:pt x="3279787" y="739938"/>
                  <a:pt x="3282467" y="742926"/>
                </a:cubicBezTo>
                <a:cubicBezTo>
                  <a:pt x="3279787" y="748900"/>
                  <a:pt x="3275872" y="751887"/>
                  <a:pt x="3268041" y="753932"/>
                </a:cubicBezTo>
                <a:cubicBezTo>
                  <a:pt x="3268660" y="756919"/>
                  <a:pt x="3266084" y="759159"/>
                  <a:pt x="3264152" y="761517"/>
                </a:cubicBezTo>
                <a:lnTo>
                  <a:pt x="3263041" y="763661"/>
                </a:lnTo>
                <a:lnTo>
                  <a:pt x="3263967" y="764876"/>
                </a:lnTo>
                <a:lnTo>
                  <a:pt x="3272760" y="769157"/>
                </a:lnTo>
                <a:lnTo>
                  <a:pt x="3278551" y="766823"/>
                </a:lnTo>
                <a:cubicBezTo>
                  <a:pt x="3279170" y="767806"/>
                  <a:pt x="3278989" y="768602"/>
                  <a:pt x="3278452" y="769307"/>
                </a:cubicBezTo>
                <a:lnTo>
                  <a:pt x="3276511" y="770983"/>
                </a:lnTo>
                <a:lnTo>
                  <a:pt x="3280069" y="772715"/>
                </a:lnTo>
                <a:lnTo>
                  <a:pt x="3280252" y="772582"/>
                </a:lnTo>
                <a:cubicBezTo>
                  <a:pt x="3280663" y="772140"/>
                  <a:pt x="3281037" y="771919"/>
                  <a:pt x="3281553" y="772182"/>
                </a:cubicBezTo>
                <a:lnTo>
                  <a:pt x="3283406" y="774340"/>
                </a:lnTo>
                <a:lnTo>
                  <a:pt x="3283797" y="774530"/>
                </a:lnTo>
                <a:lnTo>
                  <a:pt x="3291534" y="761793"/>
                </a:lnTo>
                <a:cubicBezTo>
                  <a:pt x="3295449" y="761793"/>
                  <a:pt x="3291534" y="764780"/>
                  <a:pt x="3294006" y="766823"/>
                </a:cubicBezTo>
                <a:cubicBezTo>
                  <a:pt x="3301836" y="764780"/>
                  <a:pt x="3301836" y="761793"/>
                  <a:pt x="3303279" y="758805"/>
                </a:cubicBezTo>
                <a:cubicBezTo>
                  <a:pt x="3294006" y="758805"/>
                  <a:pt x="3300600" y="756919"/>
                  <a:pt x="3297922" y="750944"/>
                </a:cubicBezTo>
                <a:cubicBezTo>
                  <a:pt x="3295449" y="750944"/>
                  <a:pt x="3292770" y="751887"/>
                  <a:pt x="3288854" y="753932"/>
                </a:cubicBezTo>
                <a:cubicBezTo>
                  <a:pt x="3287618" y="750944"/>
                  <a:pt x="3294006" y="750001"/>
                  <a:pt x="3292770" y="747013"/>
                </a:cubicBezTo>
                <a:cubicBezTo>
                  <a:pt x="3295449" y="747013"/>
                  <a:pt x="3296685" y="750001"/>
                  <a:pt x="3300600" y="747013"/>
                </a:cubicBezTo>
                <a:cubicBezTo>
                  <a:pt x="3292718" y="741707"/>
                  <a:pt x="3288661" y="736490"/>
                  <a:pt x="3281561" y="738391"/>
                </a:cubicBezTo>
                <a:close/>
                <a:moveTo>
                  <a:pt x="3003376" y="737010"/>
                </a:moveTo>
                <a:cubicBezTo>
                  <a:pt x="3000465" y="736283"/>
                  <a:pt x="2995932" y="736558"/>
                  <a:pt x="2993357" y="738052"/>
                </a:cubicBezTo>
                <a:cubicBezTo>
                  <a:pt x="2999745" y="744970"/>
                  <a:pt x="2990678" y="738995"/>
                  <a:pt x="2985526" y="741982"/>
                </a:cubicBezTo>
                <a:cubicBezTo>
                  <a:pt x="2990678" y="750944"/>
                  <a:pt x="2976459" y="754874"/>
                  <a:pt x="2980375" y="763837"/>
                </a:cubicBezTo>
                <a:cubicBezTo>
                  <a:pt x="2976459" y="762893"/>
                  <a:pt x="2973780" y="763837"/>
                  <a:pt x="2972544" y="765880"/>
                </a:cubicBezTo>
                <a:cubicBezTo>
                  <a:pt x="2977695" y="769811"/>
                  <a:pt x="2980375" y="774685"/>
                  <a:pt x="2972544" y="772798"/>
                </a:cubicBezTo>
                <a:cubicBezTo>
                  <a:pt x="2975017" y="776729"/>
                  <a:pt x="2982847" y="775786"/>
                  <a:pt x="2977695" y="783647"/>
                </a:cubicBezTo>
                <a:cubicBezTo>
                  <a:pt x="2987998" y="780659"/>
                  <a:pt x="2984290" y="774685"/>
                  <a:pt x="2977695" y="767767"/>
                </a:cubicBezTo>
                <a:cubicBezTo>
                  <a:pt x="2978932" y="763837"/>
                  <a:pt x="2986762" y="761793"/>
                  <a:pt x="2989442" y="758805"/>
                </a:cubicBezTo>
                <a:cubicBezTo>
                  <a:pt x="2989442" y="760849"/>
                  <a:pt x="2987998" y="761793"/>
                  <a:pt x="2990678" y="761793"/>
                </a:cubicBezTo>
                <a:cubicBezTo>
                  <a:pt x="2986762" y="765880"/>
                  <a:pt x="2984290" y="775786"/>
                  <a:pt x="2991914" y="779716"/>
                </a:cubicBezTo>
                <a:cubicBezTo>
                  <a:pt x="3001187" y="776729"/>
                  <a:pt x="2993357" y="770754"/>
                  <a:pt x="2994593" y="766823"/>
                </a:cubicBezTo>
                <a:cubicBezTo>
                  <a:pt x="2994593" y="766823"/>
                  <a:pt x="2994593" y="766823"/>
                  <a:pt x="3005102" y="763837"/>
                </a:cubicBezTo>
                <a:cubicBezTo>
                  <a:pt x="3003660" y="755818"/>
                  <a:pt x="3015406" y="744970"/>
                  <a:pt x="2998508" y="741039"/>
                </a:cubicBezTo>
                <a:cubicBezTo>
                  <a:pt x="3001187" y="738995"/>
                  <a:pt x="3002423" y="741039"/>
                  <a:pt x="3003660" y="741982"/>
                </a:cubicBezTo>
                <a:cubicBezTo>
                  <a:pt x="3007575" y="739467"/>
                  <a:pt x="3006287" y="737737"/>
                  <a:pt x="3003376" y="737010"/>
                </a:cubicBezTo>
                <a:close/>
                <a:moveTo>
                  <a:pt x="2779589" y="736248"/>
                </a:moveTo>
                <a:cubicBezTo>
                  <a:pt x="2794000" y="745954"/>
                  <a:pt x="2775677" y="745954"/>
                  <a:pt x="2771766" y="752733"/>
                </a:cubicBezTo>
                <a:cubicBezTo>
                  <a:pt x="2767854" y="747032"/>
                  <a:pt x="2779589" y="744105"/>
                  <a:pt x="2775677" y="737173"/>
                </a:cubicBezTo>
                <a:cubicBezTo>
                  <a:pt x="2777118" y="739176"/>
                  <a:pt x="2778354" y="738251"/>
                  <a:pt x="2779589" y="736248"/>
                </a:cubicBezTo>
                <a:close/>
                <a:moveTo>
                  <a:pt x="3093567" y="734862"/>
                </a:moveTo>
                <a:cubicBezTo>
                  <a:pt x="3103865" y="735837"/>
                  <a:pt x="3097403" y="741036"/>
                  <a:pt x="3096192" y="745098"/>
                </a:cubicBezTo>
                <a:cubicBezTo>
                  <a:pt x="3085893" y="744123"/>
                  <a:pt x="3096192" y="741036"/>
                  <a:pt x="3093567" y="734862"/>
                </a:cubicBezTo>
                <a:close/>
                <a:moveTo>
                  <a:pt x="2787684" y="725849"/>
                </a:moveTo>
                <a:cubicBezTo>
                  <a:pt x="2790463" y="727807"/>
                  <a:pt x="2794526" y="725849"/>
                  <a:pt x="2795809" y="727807"/>
                </a:cubicBezTo>
                <a:cubicBezTo>
                  <a:pt x="2786402" y="727807"/>
                  <a:pt x="2790463" y="734005"/>
                  <a:pt x="2786402" y="732048"/>
                </a:cubicBezTo>
                <a:cubicBezTo>
                  <a:pt x="2787684" y="729927"/>
                  <a:pt x="2785119" y="726828"/>
                  <a:pt x="2787684" y="725849"/>
                </a:cubicBezTo>
                <a:close/>
                <a:moveTo>
                  <a:pt x="2711301" y="722383"/>
                </a:moveTo>
                <a:cubicBezTo>
                  <a:pt x="2708736" y="727212"/>
                  <a:pt x="2704673" y="732197"/>
                  <a:pt x="2701894" y="736093"/>
                </a:cubicBezTo>
                <a:cubicBezTo>
                  <a:pt x="2700611" y="731107"/>
                  <a:pt x="2704673" y="723318"/>
                  <a:pt x="2711301" y="722383"/>
                </a:cubicBezTo>
                <a:close/>
                <a:moveTo>
                  <a:pt x="3239399" y="722172"/>
                </a:moveTo>
                <a:cubicBezTo>
                  <a:pt x="3230331" y="727046"/>
                  <a:pt x="3239399" y="735064"/>
                  <a:pt x="3235483" y="741982"/>
                </a:cubicBezTo>
                <a:cubicBezTo>
                  <a:pt x="3243314" y="736007"/>
                  <a:pt x="3238162" y="727989"/>
                  <a:pt x="3245992" y="723116"/>
                </a:cubicBezTo>
                <a:cubicBezTo>
                  <a:pt x="3244550" y="721071"/>
                  <a:pt x="3240635" y="724059"/>
                  <a:pt x="3239399" y="722172"/>
                </a:cubicBezTo>
                <a:close/>
                <a:moveTo>
                  <a:pt x="3141724" y="720128"/>
                </a:moveTo>
                <a:cubicBezTo>
                  <a:pt x="3132657" y="724059"/>
                  <a:pt x="3129978" y="729090"/>
                  <a:pt x="3133893" y="735064"/>
                </a:cubicBezTo>
                <a:cubicBezTo>
                  <a:pt x="3140488" y="730977"/>
                  <a:pt x="3144403" y="726103"/>
                  <a:pt x="3141724" y="720128"/>
                </a:cubicBezTo>
                <a:close/>
                <a:moveTo>
                  <a:pt x="3556208" y="718916"/>
                </a:moveTo>
                <a:cubicBezTo>
                  <a:pt x="3558666" y="720821"/>
                  <a:pt x="3562556" y="720821"/>
                  <a:pt x="3567881" y="720821"/>
                </a:cubicBezTo>
                <a:cubicBezTo>
                  <a:pt x="3569109" y="726852"/>
                  <a:pt x="3562556" y="726852"/>
                  <a:pt x="3561328" y="731930"/>
                </a:cubicBezTo>
                <a:cubicBezTo>
                  <a:pt x="3556208" y="729867"/>
                  <a:pt x="3554775" y="724788"/>
                  <a:pt x="3556208" y="718916"/>
                </a:cubicBezTo>
                <a:close/>
                <a:moveTo>
                  <a:pt x="2800396" y="717067"/>
                </a:moveTo>
                <a:cubicBezTo>
                  <a:pt x="2805810" y="719995"/>
                  <a:pt x="2796648" y="722922"/>
                  <a:pt x="2791233" y="721997"/>
                </a:cubicBezTo>
                <a:cubicBezTo>
                  <a:pt x="2786028" y="719070"/>
                  <a:pt x="2796648" y="716143"/>
                  <a:pt x="2800396" y="717067"/>
                </a:cubicBezTo>
                <a:close/>
                <a:moveTo>
                  <a:pt x="3266239" y="709742"/>
                </a:moveTo>
                <a:cubicBezTo>
                  <a:pt x="3263882" y="710744"/>
                  <a:pt x="3263148" y="715372"/>
                  <a:pt x="3260211" y="716197"/>
                </a:cubicBezTo>
                <a:cubicBezTo>
                  <a:pt x="3260211" y="716197"/>
                  <a:pt x="3260211" y="716197"/>
                  <a:pt x="3265569" y="723116"/>
                </a:cubicBezTo>
                <a:cubicBezTo>
                  <a:pt x="3271958" y="717141"/>
                  <a:pt x="3275872" y="725002"/>
                  <a:pt x="3278551" y="718085"/>
                </a:cubicBezTo>
                <a:cubicBezTo>
                  <a:pt x="3275872" y="712110"/>
                  <a:pt x="3268041" y="721071"/>
                  <a:pt x="3265569" y="719185"/>
                </a:cubicBezTo>
                <a:cubicBezTo>
                  <a:pt x="3265569" y="716197"/>
                  <a:pt x="3270721" y="714154"/>
                  <a:pt x="3269278" y="710223"/>
                </a:cubicBezTo>
                <a:cubicBezTo>
                  <a:pt x="3267991" y="709476"/>
                  <a:pt x="3267024" y="709408"/>
                  <a:pt x="3266239" y="709742"/>
                </a:cubicBezTo>
                <a:close/>
                <a:moveTo>
                  <a:pt x="3128097" y="705745"/>
                </a:moveTo>
                <a:cubicBezTo>
                  <a:pt x="3129308" y="711471"/>
                  <a:pt x="3112750" y="712526"/>
                  <a:pt x="3107702" y="709663"/>
                </a:cubicBezTo>
                <a:cubicBezTo>
                  <a:pt x="3111539" y="706799"/>
                  <a:pt x="3123048" y="707704"/>
                  <a:pt x="3128097" y="705745"/>
                </a:cubicBezTo>
                <a:close/>
                <a:moveTo>
                  <a:pt x="2846225" y="705192"/>
                </a:moveTo>
                <a:cubicBezTo>
                  <a:pt x="2838396" y="704248"/>
                  <a:pt x="2833244" y="711166"/>
                  <a:pt x="2835716" y="714154"/>
                </a:cubicBezTo>
                <a:cubicBezTo>
                  <a:pt x="2844783" y="712110"/>
                  <a:pt x="2839632" y="708179"/>
                  <a:pt x="2846225" y="705192"/>
                </a:cubicBezTo>
                <a:close/>
                <a:moveTo>
                  <a:pt x="3541246" y="705051"/>
                </a:moveTo>
                <a:cubicBezTo>
                  <a:pt x="3546496" y="710121"/>
                  <a:pt x="3552755" y="718045"/>
                  <a:pt x="3548919" y="726126"/>
                </a:cubicBezTo>
                <a:cubicBezTo>
                  <a:pt x="3534783" y="727077"/>
                  <a:pt x="3546496" y="711072"/>
                  <a:pt x="3531149" y="713132"/>
                </a:cubicBezTo>
                <a:cubicBezTo>
                  <a:pt x="3531149" y="711072"/>
                  <a:pt x="3534783" y="712023"/>
                  <a:pt x="3537409" y="711072"/>
                </a:cubicBezTo>
                <a:cubicBezTo>
                  <a:pt x="3541246" y="711072"/>
                  <a:pt x="3540034" y="707111"/>
                  <a:pt x="3541246" y="705051"/>
                </a:cubicBezTo>
                <a:close/>
                <a:moveTo>
                  <a:pt x="3175393" y="701760"/>
                </a:moveTo>
                <a:cubicBezTo>
                  <a:pt x="3173959" y="701576"/>
                  <a:pt x="3172324" y="701930"/>
                  <a:pt x="3170366" y="703148"/>
                </a:cubicBezTo>
                <a:cubicBezTo>
                  <a:pt x="3173045" y="707236"/>
                  <a:pt x="3176961" y="704248"/>
                  <a:pt x="3178197" y="709122"/>
                </a:cubicBezTo>
                <a:cubicBezTo>
                  <a:pt x="3175518" y="711166"/>
                  <a:pt x="3174281" y="710223"/>
                  <a:pt x="3171809" y="708179"/>
                </a:cubicBezTo>
                <a:cubicBezTo>
                  <a:pt x="3167894" y="710223"/>
                  <a:pt x="3170366" y="714154"/>
                  <a:pt x="3174281" y="717141"/>
                </a:cubicBezTo>
                <a:cubicBezTo>
                  <a:pt x="3176961" y="714154"/>
                  <a:pt x="3179433" y="717141"/>
                  <a:pt x="3180876" y="719185"/>
                </a:cubicBezTo>
                <a:cubicBezTo>
                  <a:pt x="3180876" y="719185"/>
                  <a:pt x="3180876" y="719185"/>
                  <a:pt x="3181855" y="718674"/>
                </a:cubicBezTo>
                <a:lnTo>
                  <a:pt x="3183743" y="717688"/>
                </a:lnTo>
                <a:lnTo>
                  <a:pt x="3182148" y="714339"/>
                </a:lnTo>
                <a:lnTo>
                  <a:pt x="3182000" y="713893"/>
                </a:lnTo>
                <a:lnTo>
                  <a:pt x="3178197" y="713210"/>
                </a:lnTo>
                <a:cubicBezTo>
                  <a:pt x="3176858" y="711166"/>
                  <a:pt x="3178145" y="711166"/>
                  <a:pt x="3180103" y="711166"/>
                </a:cubicBezTo>
                <a:lnTo>
                  <a:pt x="3180995" y="710859"/>
                </a:lnTo>
                <a:lnTo>
                  <a:pt x="3178474" y="703248"/>
                </a:lnTo>
                <a:close/>
                <a:moveTo>
                  <a:pt x="3245992" y="701261"/>
                </a:moveTo>
                <a:cubicBezTo>
                  <a:pt x="3240635" y="703148"/>
                  <a:pt x="3239399" y="707236"/>
                  <a:pt x="3242077" y="710223"/>
                </a:cubicBezTo>
                <a:cubicBezTo>
                  <a:pt x="3247229" y="705192"/>
                  <a:pt x="3247229" y="714154"/>
                  <a:pt x="3252380" y="709122"/>
                </a:cubicBezTo>
                <a:cubicBezTo>
                  <a:pt x="3253823" y="706135"/>
                  <a:pt x="3249908" y="701261"/>
                  <a:pt x="3245992" y="701261"/>
                </a:cubicBezTo>
                <a:close/>
                <a:moveTo>
                  <a:pt x="3390652" y="700891"/>
                </a:moveTo>
                <a:cubicBezTo>
                  <a:pt x="3397363" y="702740"/>
                  <a:pt x="3390652" y="712600"/>
                  <a:pt x="3390652" y="717376"/>
                </a:cubicBezTo>
                <a:cubicBezTo>
                  <a:pt x="3386668" y="711521"/>
                  <a:pt x="3383942" y="705667"/>
                  <a:pt x="3390652" y="700891"/>
                </a:cubicBezTo>
                <a:close/>
                <a:moveTo>
                  <a:pt x="3262890" y="698274"/>
                </a:moveTo>
                <a:cubicBezTo>
                  <a:pt x="3257738" y="700160"/>
                  <a:pt x="3255060" y="703148"/>
                  <a:pt x="3257738" y="706135"/>
                </a:cubicBezTo>
                <a:cubicBezTo>
                  <a:pt x="3261653" y="704248"/>
                  <a:pt x="3264127" y="706135"/>
                  <a:pt x="3266805" y="704248"/>
                </a:cubicBezTo>
                <a:close/>
                <a:moveTo>
                  <a:pt x="3135786" y="697425"/>
                </a:moveTo>
                <a:cubicBezTo>
                  <a:pt x="3137063" y="699505"/>
                  <a:pt x="3141110" y="702545"/>
                  <a:pt x="3138341" y="703504"/>
                </a:cubicBezTo>
                <a:cubicBezTo>
                  <a:pt x="3135786" y="702545"/>
                  <a:pt x="3131739" y="703504"/>
                  <a:pt x="3127693" y="701585"/>
                </a:cubicBezTo>
                <a:cubicBezTo>
                  <a:pt x="3133018" y="698545"/>
                  <a:pt x="3134295" y="701585"/>
                  <a:pt x="3135786" y="697425"/>
                </a:cubicBezTo>
                <a:close/>
                <a:moveTo>
                  <a:pt x="3024472" y="696230"/>
                </a:moveTo>
                <a:cubicBezTo>
                  <a:pt x="3019320" y="699218"/>
                  <a:pt x="3018084" y="702205"/>
                  <a:pt x="3018084" y="706135"/>
                </a:cubicBezTo>
                <a:cubicBezTo>
                  <a:pt x="3014169" y="708179"/>
                  <a:pt x="3015406" y="702205"/>
                  <a:pt x="3016848" y="701261"/>
                </a:cubicBezTo>
                <a:cubicBezTo>
                  <a:pt x="3008811" y="702205"/>
                  <a:pt x="3010254" y="714154"/>
                  <a:pt x="3010254" y="719185"/>
                </a:cubicBezTo>
                <a:cubicBezTo>
                  <a:pt x="2998508" y="720128"/>
                  <a:pt x="3012726" y="722172"/>
                  <a:pt x="2998508" y="724059"/>
                </a:cubicBezTo>
                <a:cubicBezTo>
                  <a:pt x="3002423" y="733964"/>
                  <a:pt x="3012726" y="733964"/>
                  <a:pt x="3011490" y="744970"/>
                </a:cubicBezTo>
                <a:cubicBezTo>
                  <a:pt x="3016848" y="741982"/>
                  <a:pt x="3020763" y="735064"/>
                  <a:pt x="3011490" y="732077"/>
                </a:cubicBezTo>
                <a:cubicBezTo>
                  <a:pt x="3027151" y="730977"/>
                  <a:pt x="3016848" y="721071"/>
                  <a:pt x="3025915" y="715097"/>
                </a:cubicBezTo>
                <a:cubicBezTo>
                  <a:pt x="3016848" y="713210"/>
                  <a:pt x="3021999" y="708179"/>
                  <a:pt x="3019320" y="704248"/>
                </a:cubicBezTo>
                <a:cubicBezTo>
                  <a:pt x="3024472" y="702205"/>
                  <a:pt x="3029830" y="700160"/>
                  <a:pt x="3024472" y="696230"/>
                </a:cubicBezTo>
                <a:close/>
                <a:moveTo>
                  <a:pt x="2814902" y="693090"/>
                </a:moveTo>
                <a:cubicBezTo>
                  <a:pt x="2814902" y="696105"/>
                  <a:pt x="2812254" y="704199"/>
                  <a:pt x="2803292" y="701184"/>
                </a:cubicBezTo>
                <a:cubicBezTo>
                  <a:pt x="2809810" y="699120"/>
                  <a:pt x="2805940" y="691186"/>
                  <a:pt x="2814902" y="693090"/>
                </a:cubicBezTo>
                <a:close/>
                <a:moveTo>
                  <a:pt x="3047963" y="692300"/>
                </a:moveTo>
                <a:cubicBezTo>
                  <a:pt x="3044048" y="693243"/>
                  <a:pt x="3045285" y="696230"/>
                  <a:pt x="3047963" y="698274"/>
                </a:cubicBezTo>
                <a:cubicBezTo>
                  <a:pt x="3047963" y="698274"/>
                  <a:pt x="3047963" y="698274"/>
                  <a:pt x="3055794" y="695287"/>
                </a:cubicBezTo>
                <a:cubicBezTo>
                  <a:pt x="3054558" y="690255"/>
                  <a:pt x="3049200" y="697173"/>
                  <a:pt x="3047963" y="692300"/>
                </a:cubicBezTo>
                <a:close/>
                <a:moveTo>
                  <a:pt x="2627815" y="691218"/>
                </a:moveTo>
                <a:cubicBezTo>
                  <a:pt x="2630440" y="696255"/>
                  <a:pt x="2617719" y="693168"/>
                  <a:pt x="2618930" y="699342"/>
                </a:cubicBezTo>
                <a:cubicBezTo>
                  <a:pt x="2612468" y="693168"/>
                  <a:pt x="2621555" y="689106"/>
                  <a:pt x="2627815" y="691218"/>
                </a:cubicBezTo>
                <a:close/>
                <a:moveTo>
                  <a:pt x="2779299" y="691186"/>
                </a:moveTo>
                <a:cubicBezTo>
                  <a:pt x="2784643" y="691186"/>
                  <a:pt x="2783204" y="693066"/>
                  <a:pt x="2788548" y="696043"/>
                </a:cubicBezTo>
                <a:cubicBezTo>
                  <a:pt x="2780737" y="701058"/>
                  <a:pt x="2779299" y="708893"/>
                  <a:pt x="2783204" y="713907"/>
                </a:cubicBezTo>
                <a:cubicBezTo>
                  <a:pt x="2780737" y="711870"/>
                  <a:pt x="2776832" y="711870"/>
                  <a:pt x="2774160" y="709989"/>
                </a:cubicBezTo>
                <a:cubicBezTo>
                  <a:pt x="2780737" y="707012"/>
                  <a:pt x="2784643" y="702938"/>
                  <a:pt x="2776832" y="696983"/>
                </a:cubicBezTo>
                <a:cubicBezTo>
                  <a:pt x="2779299" y="694163"/>
                  <a:pt x="2787108" y="698080"/>
                  <a:pt x="2784643" y="695103"/>
                </a:cubicBezTo>
                <a:cubicBezTo>
                  <a:pt x="2783204" y="693066"/>
                  <a:pt x="2771488" y="692126"/>
                  <a:pt x="2779299" y="691186"/>
                </a:cubicBezTo>
                <a:close/>
                <a:moveTo>
                  <a:pt x="3204621" y="689849"/>
                </a:moveTo>
                <a:lnTo>
                  <a:pt x="3206443" y="695209"/>
                </a:lnTo>
                <a:lnTo>
                  <a:pt x="3207197" y="692113"/>
                </a:lnTo>
                <a:close/>
                <a:moveTo>
                  <a:pt x="3019320" y="688369"/>
                </a:moveTo>
                <a:cubicBezTo>
                  <a:pt x="3012726" y="694344"/>
                  <a:pt x="3028387" y="693243"/>
                  <a:pt x="3032302" y="698274"/>
                </a:cubicBezTo>
                <a:cubicBezTo>
                  <a:pt x="3033745" y="696230"/>
                  <a:pt x="3033745" y="694344"/>
                  <a:pt x="3031066" y="692300"/>
                </a:cubicBezTo>
                <a:cubicBezTo>
                  <a:pt x="3024472" y="695287"/>
                  <a:pt x="3027151" y="687269"/>
                  <a:pt x="3019320" y="688369"/>
                </a:cubicBezTo>
                <a:close/>
                <a:moveTo>
                  <a:pt x="2626342" y="682619"/>
                </a:moveTo>
                <a:cubicBezTo>
                  <a:pt x="2627215" y="682703"/>
                  <a:pt x="2628252" y="683140"/>
                  <a:pt x="2629536" y="684156"/>
                </a:cubicBezTo>
                <a:cubicBezTo>
                  <a:pt x="2628153" y="684156"/>
                  <a:pt x="2626968" y="684156"/>
                  <a:pt x="2625783" y="686268"/>
                </a:cubicBezTo>
                <a:cubicBezTo>
                  <a:pt x="2625783" y="687243"/>
                  <a:pt x="2628153" y="689355"/>
                  <a:pt x="2625783" y="690330"/>
                </a:cubicBezTo>
                <a:cubicBezTo>
                  <a:pt x="2620647" y="690330"/>
                  <a:pt x="2623215" y="688380"/>
                  <a:pt x="2620647" y="685292"/>
                </a:cubicBezTo>
                <a:cubicBezTo>
                  <a:pt x="2622573" y="685292"/>
                  <a:pt x="2623721" y="682368"/>
                  <a:pt x="2626342" y="682619"/>
                </a:cubicBezTo>
                <a:close/>
                <a:moveTo>
                  <a:pt x="619812" y="681458"/>
                </a:moveTo>
                <a:cubicBezTo>
                  <a:pt x="613217" y="687432"/>
                  <a:pt x="610538" y="684445"/>
                  <a:pt x="606622" y="683501"/>
                </a:cubicBezTo>
                <a:cubicBezTo>
                  <a:pt x="600234" y="691518"/>
                  <a:pt x="585808" y="692461"/>
                  <a:pt x="575504" y="700320"/>
                </a:cubicBezTo>
                <a:cubicBezTo>
                  <a:pt x="578183" y="703307"/>
                  <a:pt x="579419" y="707394"/>
                  <a:pt x="576740" y="712267"/>
                </a:cubicBezTo>
                <a:cubicBezTo>
                  <a:pt x="581892" y="707394"/>
                  <a:pt x="591166" y="702364"/>
                  <a:pt x="598998" y="698434"/>
                </a:cubicBezTo>
                <a:cubicBezTo>
                  <a:pt x="608065" y="693405"/>
                  <a:pt x="615896" y="688531"/>
                  <a:pt x="619812" y="681458"/>
                </a:cubicBezTo>
                <a:close/>
                <a:moveTo>
                  <a:pt x="2851377" y="681294"/>
                </a:moveTo>
                <a:cubicBezTo>
                  <a:pt x="2844783" y="683338"/>
                  <a:pt x="2842310" y="688369"/>
                  <a:pt x="2847462" y="689312"/>
                </a:cubicBezTo>
                <a:cubicBezTo>
                  <a:pt x="2851377" y="687269"/>
                  <a:pt x="2856529" y="685381"/>
                  <a:pt x="2851377" y="681294"/>
                </a:cubicBezTo>
                <a:close/>
                <a:moveTo>
                  <a:pt x="3059709" y="679408"/>
                </a:moveTo>
                <a:cubicBezTo>
                  <a:pt x="3051879" y="681294"/>
                  <a:pt x="3060946" y="686325"/>
                  <a:pt x="3063624" y="686325"/>
                </a:cubicBezTo>
                <a:cubicBezTo>
                  <a:pt x="3068776" y="685381"/>
                  <a:pt x="3064861" y="677363"/>
                  <a:pt x="3059709" y="679408"/>
                </a:cubicBezTo>
                <a:close/>
                <a:moveTo>
                  <a:pt x="2816089" y="679400"/>
                </a:moveTo>
                <a:cubicBezTo>
                  <a:pt x="2818797" y="681302"/>
                  <a:pt x="2824003" y="679400"/>
                  <a:pt x="2826710" y="683362"/>
                </a:cubicBezTo>
                <a:cubicBezTo>
                  <a:pt x="2820046" y="684312"/>
                  <a:pt x="2826710" y="690334"/>
                  <a:pt x="2820046" y="687324"/>
                </a:cubicBezTo>
                <a:cubicBezTo>
                  <a:pt x="2821504" y="686372"/>
                  <a:pt x="2820046" y="681302"/>
                  <a:pt x="2817547" y="682411"/>
                </a:cubicBezTo>
                <a:cubicBezTo>
                  <a:pt x="2816089" y="684312"/>
                  <a:pt x="2810883" y="688432"/>
                  <a:pt x="2806927" y="685422"/>
                </a:cubicBezTo>
                <a:cubicBezTo>
                  <a:pt x="2809634" y="683362"/>
                  <a:pt x="2812133" y="681302"/>
                  <a:pt x="2816089" y="679400"/>
                </a:cubicBezTo>
                <a:close/>
                <a:moveTo>
                  <a:pt x="2737279" y="679400"/>
                </a:moveTo>
                <a:cubicBezTo>
                  <a:pt x="2738562" y="682500"/>
                  <a:pt x="2734499" y="684457"/>
                  <a:pt x="2731934" y="687556"/>
                </a:cubicBezTo>
                <a:cubicBezTo>
                  <a:pt x="2727872" y="683478"/>
                  <a:pt x="2731934" y="681357"/>
                  <a:pt x="2737279" y="679400"/>
                </a:cubicBezTo>
                <a:close/>
                <a:moveTo>
                  <a:pt x="2959355" y="678464"/>
                </a:moveTo>
                <a:cubicBezTo>
                  <a:pt x="2952967" y="680350"/>
                  <a:pt x="2956883" y="684281"/>
                  <a:pt x="2955440" y="687269"/>
                </a:cubicBezTo>
                <a:cubicBezTo>
                  <a:pt x="2963271" y="689312"/>
                  <a:pt x="2962035" y="681294"/>
                  <a:pt x="2959355" y="678464"/>
                </a:cubicBezTo>
                <a:close/>
                <a:moveTo>
                  <a:pt x="3271316" y="677960"/>
                </a:moveTo>
                <a:cubicBezTo>
                  <a:pt x="3267269" y="678543"/>
                  <a:pt x="3265105" y="684320"/>
                  <a:pt x="3268041" y="687269"/>
                </a:cubicBezTo>
                <a:cubicBezTo>
                  <a:pt x="3273194" y="684281"/>
                  <a:pt x="3271958" y="681294"/>
                  <a:pt x="3275872" y="679408"/>
                </a:cubicBezTo>
                <a:cubicBezTo>
                  <a:pt x="3274224" y="678149"/>
                  <a:pt x="3272666" y="677766"/>
                  <a:pt x="3271316" y="677960"/>
                </a:cubicBezTo>
                <a:close/>
                <a:moveTo>
                  <a:pt x="3408860" y="675906"/>
                </a:moveTo>
                <a:cubicBezTo>
                  <a:pt x="3409166" y="675542"/>
                  <a:pt x="3409777" y="675542"/>
                  <a:pt x="3410999" y="676537"/>
                </a:cubicBezTo>
                <a:cubicBezTo>
                  <a:pt x="3408555" y="679446"/>
                  <a:pt x="3408555" y="683272"/>
                  <a:pt x="3404686" y="686179"/>
                </a:cubicBezTo>
                <a:cubicBezTo>
                  <a:pt x="3403260" y="684190"/>
                  <a:pt x="3399389" y="681281"/>
                  <a:pt x="3402037" y="679446"/>
                </a:cubicBezTo>
                <a:cubicBezTo>
                  <a:pt x="3403260" y="680364"/>
                  <a:pt x="3405907" y="679446"/>
                  <a:pt x="3408555" y="677455"/>
                </a:cubicBezTo>
                <a:cubicBezTo>
                  <a:pt x="3408555" y="676996"/>
                  <a:pt x="3408555" y="676269"/>
                  <a:pt x="3408860" y="675906"/>
                </a:cubicBezTo>
                <a:close/>
                <a:moveTo>
                  <a:pt x="3256296" y="675477"/>
                </a:moveTo>
                <a:cubicBezTo>
                  <a:pt x="3249908" y="678464"/>
                  <a:pt x="3252380" y="682394"/>
                  <a:pt x="3247229" y="686325"/>
                </a:cubicBezTo>
                <a:cubicBezTo>
                  <a:pt x="3253823" y="688369"/>
                  <a:pt x="3260211" y="679408"/>
                  <a:pt x="3256296" y="675477"/>
                </a:cubicBezTo>
                <a:close/>
                <a:moveTo>
                  <a:pt x="2634764" y="670388"/>
                </a:moveTo>
                <a:cubicBezTo>
                  <a:pt x="2641341" y="675286"/>
                  <a:pt x="2634764" y="678194"/>
                  <a:pt x="2630858" y="682020"/>
                </a:cubicBezTo>
                <a:cubicBezTo>
                  <a:pt x="2626954" y="680031"/>
                  <a:pt x="2634764" y="674214"/>
                  <a:pt x="2626954" y="675286"/>
                </a:cubicBezTo>
                <a:cubicBezTo>
                  <a:pt x="2624282" y="672377"/>
                  <a:pt x="2633530" y="673295"/>
                  <a:pt x="2634764" y="670388"/>
                </a:cubicBezTo>
                <a:close/>
                <a:moveTo>
                  <a:pt x="632796" y="669669"/>
                </a:moveTo>
                <a:cubicBezTo>
                  <a:pt x="626201" y="673598"/>
                  <a:pt x="621049" y="676585"/>
                  <a:pt x="622285" y="680514"/>
                </a:cubicBezTo>
                <a:cubicBezTo>
                  <a:pt x="626201" y="680514"/>
                  <a:pt x="634032" y="673598"/>
                  <a:pt x="632796" y="669669"/>
                </a:cubicBezTo>
                <a:close/>
                <a:moveTo>
                  <a:pt x="3218585" y="665414"/>
                </a:moveTo>
                <a:cubicBezTo>
                  <a:pt x="3215907" y="668402"/>
                  <a:pt x="3210755" y="671389"/>
                  <a:pt x="3208076" y="675477"/>
                </a:cubicBezTo>
                <a:cubicBezTo>
                  <a:pt x="3208076" y="675477"/>
                  <a:pt x="3208076" y="675477"/>
                  <a:pt x="3213434" y="681294"/>
                </a:cubicBezTo>
                <a:cubicBezTo>
                  <a:pt x="3217349" y="679408"/>
                  <a:pt x="3219821" y="679408"/>
                  <a:pt x="3221265" y="681294"/>
                </a:cubicBezTo>
                <a:cubicBezTo>
                  <a:pt x="3221265" y="676420"/>
                  <a:pt x="3218585" y="670445"/>
                  <a:pt x="3218585" y="665414"/>
                </a:cubicBezTo>
                <a:close/>
                <a:moveTo>
                  <a:pt x="2751171" y="665323"/>
                </a:moveTo>
                <a:lnTo>
                  <a:pt x="2751154" y="665383"/>
                </a:lnTo>
                <a:lnTo>
                  <a:pt x="2751103" y="665382"/>
                </a:lnTo>
                <a:close/>
                <a:moveTo>
                  <a:pt x="617133" y="664638"/>
                </a:moveTo>
                <a:lnTo>
                  <a:pt x="608065" y="670612"/>
                </a:lnTo>
                <a:cubicBezTo>
                  <a:pt x="610538" y="676585"/>
                  <a:pt x="623727" y="668568"/>
                  <a:pt x="617133" y="664638"/>
                </a:cubicBezTo>
                <a:close/>
                <a:moveTo>
                  <a:pt x="3147016" y="663455"/>
                </a:moveTo>
                <a:cubicBezTo>
                  <a:pt x="3153832" y="665303"/>
                  <a:pt x="3149785" y="674084"/>
                  <a:pt x="3151063" y="679939"/>
                </a:cubicBezTo>
                <a:cubicBezTo>
                  <a:pt x="3147016" y="677012"/>
                  <a:pt x="3147016" y="677012"/>
                  <a:pt x="3140414" y="674084"/>
                </a:cubicBezTo>
                <a:cubicBezTo>
                  <a:pt x="3142970" y="668231"/>
                  <a:pt x="3149785" y="669309"/>
                  <a:pt x="3147016" y="663455"/>
                </a:cubicBezTo>
                <a:close/>
                <a:moveTo>
                  <a:pt x="3268041" y="660540"/>
                </a:moveTo>
                <a:cubicBezTo>
                  <a:pt x="3265569" y="662427"/>
                  <a:pt x="3262890" y="663528"/>
                  <a:pt x="3261653" y="662427"/>
                </a:cubicBezTo>
                <a:cubicBezTo>
                  <a:pt x="3258975" y="669502"/>
                  <a:pt x="3256296" y="672489"/>
                  <a:pt x="3261653" y="678464"/>
                </a:cubicBezTo>
                <a:cubicBezTo>
                  <a:pt x="3258975" y="672489"/>
                  <a:pt x="3270721" y="667458"/>
                  <a:pt x="3268041" y="660540"/>
                </a:cubicBezTo>
                <a:close/>
                <a:moveTo>
                  <a:pt x="2752466" y="660540"/>
                </a:moveTo>
                <a:cubicBezTo>
                  <a:pt x="2755660" y="661484"/>
                  <a:pt x="2754011" y="662977"/>
                  <a:pt x="2752543" y="664097"/>
                </a:cubicBezTo>
                <a:lnTo>
                  <a:pt x="2751171" y="665323"/>
                </a:lnTo>
                <a:close/>
                <a:moveTo>
                  <a:pt x="2669751" y="655136"/>
                </a:moveTo>
                <a:cubicBezTo>
                  <a:pt x="2674967" y="660219"/>
                  <a:pt x="2662328" y="664191"/>
                  <a:pt x="2663532" y="670228"/>
                </a:cubicBezTo>
                <a:cubicBezTo>
                  <a:pt x="2659720" y="665145"/>
                  <a:pt x="2668548" y="657201"/>
                  <a:pt x="2669751" y="655136"/>
                </a:cubicBezTo>
                <a:close/>
                <a:moveTo>
                  <a:pt x="744700" y="654736"/>
                </a:moveTo>
                <a:cubicBezTo>
                  <a:pt x="740784" y="658665"/>
                  <a:pt x="729244" y="661652"/>
                  <a:pt x="730480" y="664638"/>
                </a:cubicBezTo>
                <a:cubicBezTo>
                  <a:pt x="736869" y="664638"/>
                  <a:pt x="743463" y="658665"/>
                  <a:pt x="744700" y="654736"/>
                </a:cubicBezTo>
                <a:close/>
                <a:moveTo>
                  <a:pt x="3301836" y="653465"/>
                </a:moveTo>
                <a:cubicBezTo>
                  <a:pt x="3284939" y="657553"/>
                  <a:pt x="3286382" y="675477"/>
                  <a:pt x="3286382" y="681294"/>
                </a:cubicBezTo>
                <a:cubicBezTo>
                  <a:pt x="3282467" y="677363"/>
                  <a:pt x="3278551" y="679408"/>
                  <a:pt x="3275872" y="687269"/>
                </a:cubicBezTo>
                <a:cubicBezTo>
                  <a:pt x="3278551" y="688369"/>
                  <a:pt x="3281024" y="688369"/>
                  <a:pt x="3284939" y="686325"/>
                </a:cubicBezTo>
                <a:cubicBezTo>
                  <a:pt x="3279787" y="694344"/>
                  <a:pt x="3269278" y="706135"/>
                  <a:pt x="3275872" y="711166"/>
                </a:cubicBezTo>
                <a:cubicBezTo>
                  <a:pt x="3283703" y="704248"/>
                  <a:pt x="3283703" y="698274"/>
                  <a:pt x="3295449" y="694344"/>
                </a:cubicBezTo>
                <a:cubicBezTo>
                  <a:pt x="3296685" y="688369"/>
                  <a:pt x="3301836" y="683338"/>
                  <a:pt x="3292770" y="676420"/>
                </a:cubicBezTo>
                <a:cubicBezTo>
                  <a:pt x="3296685" y="677363"/>
                  <a:pt x="3300600" y="679408"/>
                  <a:pt x="3305752" y="678464"/>
                </a:cubicBezTo>
                <a:cubicBezTo>
                  <a:pt x="3308431" y="675477"/>
                  <a:pt x="3309667" y="672489"/>
                  <a:pt x="3309667" y="668402"/>
                </a:cubicBezTo>
                <a:cubicBezTo>
                  <a:pt x="3305752" y="666515"/>
                  <a:pt x="3303279" y="663528"/>
                  <a:pt x="3299363" y="663528"/>
                </a:cubicBezTo>
                <a:cubicBezTo>
                  <a:pt x="3301836" y="658496"/>
                  <a:pt x="3296685" y="659439"/>
                  <a:pt x="3301836" y="653465"/>
                </a:cubicBezTo>
                <a:close/>
                <a:moveTo>
                  <a:pt x="2835446" y="653056"/>
                </a:moveTo>
                <a:cubicBezTo>
                  <a:pt x="2838172" y="654144"/>
                  <a:pt x="2840688" y="654144"/>
                  <a:pt x="2842157" y="656008"/>
                </a:cubicBezTo>
                <a:cubicBezTo>
                  <a:pt x="2838172" y="658029"/>
                  <a:pt x="2836704" y="661913"/>
                  <a:pt x="2831461" y="658961"/>
                </a:cubicBezTo>
                <a:cubicBezTo>
                  <a:pt x="2834189" y="658029"/>
                  <a:pt x="2836704" y="658029"/>
                  <a:pt x="2838172" y="658029"/>
                </a:cubicBezTo>
                <a:cubicBezTo>
                  <a:pt x="2836704" y="656008"/>
                  <a:pt x="2832929" y="654144"/>
                  <a:pt x="2835446" y="653056"/>
                </a:cubicBezTo>
                <a:close/>
                <a:moveTo>
                  <a:pt x="3100821" y="646124"/>
                </a:moveTo>
                <a:cubicBezTo>
                  <a:pt x="3102045" y="650348"/>
                  <a:pt x="3095716" y="652298"/>
                  <a:pt x="3098370" y="656360"/>
                </a:cubicBezTo>
                <a:cubicBezTo>
                  <a:pt x="3089181" y="651323"/>
                  <a:pt x="3084076" y="651323"/>
                  <a:pt x="3100821" y="646124"/>
                </a:cubicBezTo>
                <a:close/>
                <a:moveTo>
                  <a:pt x="3204556" y="643972"/>
                </a:moveTo>
                <a:lnTo>
                  <a:pt x="3202844" y="649159"/>
                </a:lnTo>
                <a:lnTo>
                  <a:pt x="3205500" y="650969"/>
                </a:lnTo>
                <a:cubicBezTo>
                  <a:pt x="3207768" y="651853"/>
                  <a:pt x="3210034" y="652600"/>
                  <a:pt x="3211992" y="654566"/>
                </a:cubicBezTo>
                <a:cubicBezTo>
                  <a:pt x="3219821" y="653465"/>
                  <a:pt x="3209519" y="649534"/>
                  <a:pt x="3217349" y="648592"/>
                </a:cubicBezTo>
                <a:cubicBezTo>
                  <a:pt x="3215907" y="644661"/>
                  <a:pt x="3210755" y="649534"/>
                  <a:pt x="3208076" y="647648"/>
                </a:cubicBezTo>
                <a:close/>
                <a:moveTo>
                  <a:pt x="2683030" y="641270"/>
                </a:moveTo>
                <a:cubicBezTo>
                  <a:pt x="2686784" y="646182"/>
                  <a:pt x="2681647" y="650302"/>
                  <a:pt x="2679277" y="652204"/>
                </a:cubicBezTo>
                <a:cubicBezTo>
                  <a:pt x="2677894" y="648242"/>
                  <a:pt x="2683030" y="645232"/>
                  <a:pt x="2683030" y="641270"/>
                </a:cubicBezTo>
                <a:close/>
                <a:moveTo>
                  <a:pt x="3275872" y="639629"/>
                </a:moveTo>
                <a:lnTo>
                  <a:pt x="3271958" y="642617"/>
                </a:lnTo>
                <a:lnTo>
                  <a:pt x="3272435" y="642684"/>
                </a:lnTo>
                <a:lnTo>
                  <a:pt x="3268068" y="646567"/>
                </a:lnTo>
                <a:cubicBezTo>
                  <a:pt x="3267424" y="650281"/>
                  <a:pt x="3267424" y="654487"/>
                  <a:pt x="3264127" y="656453"/>
                </a:cubicBezTo>
                <a:cubicBezTo>
                  <a:pt x="3271958" y="660540"/>
                  <a:pt x="3271958" y="640573"/>
                  <a:pt x="3281024" y="651578"/>
                </a:cubicBezTo>
                <a:cubicBezTo>
                  <a:pt x="3286382" y="649534"/>
                  <a:pt x="3282467" y="646547"/>
                  <a:pt x="3286382" y="644661"/>
                </a:cubicBezTo>
                <a:lnTo>
                  <a:pt x="3272435" y="642684"/>
                </a:lnTo>
                <a:close/>
                <a:moveTo>
                  <a:pt x="3208506" y="635736"/>
                </a:moveTo>
                <a:lnTo>
                  <a:pt x="3207759" y="637003"/>
                </a:lnTo>
                <a:lnTo>
                  <a:pt x="3208681" y="636281"/>
                </a:lnTo>
                <a:close/>
                <a:moveTo>
                  <a:pt x="2838347" y="635316"/>
                </a:moveTo>
                <a:cubicBezTo>
                  <a:pt x="2843466" y="634338"/>
                  <a:pt x="2847357" y="634338"/>
                  <a:pt x="2851248" y="636295"/>
                </a:cubicBezTo>
                <a:cubicBezTo>
                  <a:pt x="2842238" y="638416"/>
                  <a:pt x="2851248" y="641515"/>
                  <a:pt x="2844695" y="642494"/>
                </a:cubicBezTo>
                <a:cubicBezTo>
                  <a:pt x="2836914" y="641515"/>
                  <a:pt x="2846129" y="638416"/>
                  <a:pt x="2838347" y="635316"/>
                </a:cubicBezTo>
                <a:close/>
                <a:moveTo>
                  <a:pt x="2813366" y="633515"/>
                </a:moveTo>
                <a:cubicBezTo>
                  <a:pt x="2811940" y="634652"/>
                  <a:pt x="2815810" y="641801"/>
                  <a:pt x="2808070" y="639689"/>
                </a:cubicBezTo>
                <a:cubicBezTo>
                  <a:pt x="2810719" y="638714"/>
                  <a:pt x="2804201" y="631565"/>
                  <a:pt x="2813366" y="633515"/>
                </a:cubicBezTo>
                <a:close/>
                <a:moveTo>
                  <a:pt x="3268763" y="632063"/>
                </a:moveTo>
                <a:cubicBezTo>
                  <a:pt x="3267475" y="632437"/>
                  <a:pt x="3266187" y="633183"/>
                  <a:pt x="3265569" y="633655"/>
                </a:cubicBezTo>
                <a:cubicBezTo>
                  <a:pt x="3265569" y="633655"/>
                  <a:pt x="3265569" y="633655"/>
                  <a:pt x="3269278" y="639629"/>
                </a:cubicBezTo>
                <a:cubicBezTo>
                  <a:pt x="3278551" y="635699"/>
                  <a:pt x="3269278" y="634756"/>
                  <a:pt x="3271958" y="632712"/>
                </a:cubicBezTo>
                <a:cubicBezTo>
                  <a:pt x="3271339" y="631689"/>
                  <a:pt x="3270051" y="631689"/>
                  <a:pt x="3268763" y="632063"/>
                </a:cubicBezTo>
                <a:close/>
                <a:moveTo>
                  <a:pt x="3564630" y="630438"/>
                </a:moveTo>
                <a:cubicBezTo>
                  <a:pt x="3564630" y="633457"/>
                  <a:pt x="3560739" y="634569"/>
                  <a:pt x="3560739" y="637429"/>
                </a:cubicBezTo>
                <a:cubicBezTo>
                  <a:pt x="3565859" y="636475"/>
                  <a:pt x="3567292" y="638541"/>
                  <a:pt x="3567292" y="640447"/>
                </a:cubicBezTo>
                <a:cubicBezTo>
                  <a:pt x="3556848" y="644578"/>
                  <a:pt x="3552957" y="629485"/>
                  <a:pt x="3564630" y="630438"/>
                </a:cubicBezTo>
                <a:close/>
                <a:moveTo>
                  <a:pt x="3481953" y="626712"/>
                </a:moveTo>
                <a:cubicBezTo>
                  <a:pt x="3490045" y="626712"/>
                  <a:pt x="3488767" y="632632"/>
                  <a:pt x="3488767" y="638552"/>
                </a:cubicBezTo>
                <a:cubicBezTo>
                  <a:pt x="3476628" y="640421"/>
                  <a:pt x="3477905" y="630606"/>
                  <a:pt x="3481953" y="626712"/>
                </a:cubicBezTo>
                <a:close/>
                <a:moveTo>
                  <a:pt x="2124670" y="624139"/>
                </a:moveTo>
                <a:cubicBezTo>
                  <a:pt x="2121907" y="624751"/>
                  <a:pt x="2119550" y="628878"/>
                  <a:pt x="2118468" y="631943"/>
                </a:cubicBezTo>
                <a:cubicBezTo>
                  <a:pt x="2122384" y="628799"/>
                  <a:pt x="2126299" y="632886"/>
                  <a:pt x="2127535" y="624869"/>
                </a:cubicBezTo>
                <a:cubicBezTo>
                  <a:pt x="2126557" y="624123"/>
                  <a:pt x="2125591" y="623936"/>
                  <a:pt x="2124670" y="624139"/>
                </a:cubicBezTo>
                <a:close/>
                <a:moveTo>
                  <a:pt x="1000040" y="614966"/>
                </a:moveTo>
                <a:cubicBezTo>
                  <a:pt x="993446" y="621882"/>
                  <a:pt x="985614" y="614966"/>
                  <a:pt x="983142" y="619996"/>
                </a:cubicBezTo>
                <a:cubicBezTo>
                  <a:pt x="985614" y="618896"/>
                  <a:pt x="988294" y="618896"/>
                  <a:pt x="989530" y="621882"/>
                </a:cubicBezTo>
                <a:cubicBezTo>
                  <a:pt x="997362" y="614966"/>
                  <a:pt x="1000040" y="621882"/>
                  <a:pt x="1003956" y="617010"/>
                </a:cubicBezTo>
                <a:cubicBezTo>
                  <a:pt x="1001277" y="617010"/>
                  <a:pt x="1000040" y="617010"/>
                  <a:pt x="1000040" y="614966"/>
                </a:cubicBezTo>
                <a:close/>
                <a:moveTo>
                  <a:pt x="1070316" y="611980"/>
                </a:moveTo>
                <a:cubicBezTo>
                  <a:pt x="1065163" y="612922"/>
                  <a:pt x="1061248" y="614966"/>
                  <a:pt x="1060012" y="617010"/>
                </a:cubicBezTo>
                <a:cubicBezTo>
                  <a:pt x="1061248" y="619996"/>
                  <a:pt x="1063927" y="621882"/>
                  <a:pt x="1067843" y="621882"/>
                </a:cubicBezTo>
                <a:cubicBezTo>
                  <a:pt x="1066400" y="617953"/>
                  <a:pt x="1074232" y="615909"/>
                  <a:pt x="1070316" y="611980"/>
                </a:cubicBezTo>
                <a:close/>
                <a:moveTo>
                  <a:pt x="3079229" y="611460"/>
                </a:moveTo>
                <a:cubicBezTo>
                  <a:pt x="3074182" y="616462"/>
                  <a:pt x="3089326" y="623341"/>
                  <a:pt x="3081653" y="627249"/>
                </a:cubicBezTo>
                <a:cubicBezTo>
                  <a:pt x="3079229" y="626310"/>
                  <a:pt x="3078018" y="624279"/>
                  <a:pt x="3075393" y="626310"/>
                </a:cubicBezTo>
                <a:cubicBezTo>
                  <a:pt x="3067719" y="621308"/>
                  <a:pt x="3071556" y="612398"/>
                  <a:pt x="3079229" y="611460"/>
                </a:cubicBezTo>
                <a:close/>
                <a:moveTo>
                  <a:pt x="3247448" y="610767"/>
                </a:moveTo>
                <a:cubicBezTo>
                  <a:pt x="3250157" y="612636"/>
                  <a:pt x="3234317" y="629461"/>
                  <a:pt x="3238277" y="635381"/>
                </a:cubicBezTo>
                <a:cubicBezTo>
                  <a:pt x="3227649" y="638342"/>
                  <a:pt x="3243488" y="613727"/>
                  <a:pt x="3247448" y="610767"/>
                </a:cubicBezTo>
                <a:close/>
                <a:moveTo>
                  <a:pt x="2012333" y="609779"/>
                </a:moveTo>
                <a:cubicBezTo>
                  <a:pt x="2011355" y="609268"/>
                  <a:pt x="2010376" y="608993"/>
                  <a:pt x="2009037" y="609936"/>
                </a:cubicBezTo>
                <a:cubicBezTo>
                  <a:pt x="2007800" y="617010"/>
                  <a:pt x="2014395" y="614966"/>
                  <a:pt x="2015631" y="611036"/>
                </a:cubicBezTo>
                <a:cubicBezTo>
                  <a:pt x="2014292" y="611036"/>
                  <a:pt x="2013312" y="610289"/>
                  <a:pt x="2012333" y="609779"/>
                </a:cubicBezTo>
                <a:close/>
                <a:moveTo>
                  <a:pt x="1093810" y="607107"/>
                </a:moveTo>
                <a:cubicBezTo>
                  <a:pt x="1095046" y="611036"/>
                  <a:pt x="1084742" y="611980"/>
                  <a:pt x="1085978" y="615909"/>
                </a:cubicBezTo>
                <a:cubicBezTo>
                  <a:pt x="1089894" y="615909"/>
                  <a:pt x="1091130" y="617010"/>
                  <a:pt x="1092367" y="617953"/>
                </a:cubicBezTo>
                <a:cubicBezTo>
                  <a:pt x="1100404" y="617010"/>
                  <a:pt x="1097725" y="614023"/>
                  <a:pt x="1104320" y="612922"/>
                </a:cubicBezTo>
                <a:cubicBezTo>
                  <a:pt x="1104320" y="608050"/>
                  <a:pt x="1095046" y="612922"/>
                  <a:pt x="1093810" y="608993"/>
                </a:cubicBezTo>
                <a:cubicBezTo>
                  <a:pt x="1095046" y="608050"/>
                  <a:pt x="1096282" y="607107"/>
                  <a:pt x="1093810" y="607107"/>
                </a:cubicBezTo>
                <a:close/>
                <a:moveTo>
                  <a:pt x="1119776" y="606006"/>
                </a:moveTo>
                <a:cubicBezTo>
                  <a:pt x="1114624" y="604120"/>
                  <a:pt x="1102877" y="608050"/>
                  <a:pt x="1106793" y="612922"/>
                </a:cubicBezTo>
                <a:cubicBezTo>
                  <a:pt x="1113388" y="611036"/>
                  <a:pt x="1121219" y="609936"/>
                  <a:pt x="1119776" y="606006"/>
                </a:cubicBezTo>
                <a:close/>
                <a:moveTo>
                  <a:pt x="3481179" y="604527"/>
                </a:moveTo>
                <a:cubicBezTo>
                  <a:pt x="3498231" y="607497"/>
                  <a:pt x="3481179" y="614375"/>
                  <a:pt x="3487754" y="620316"/>
                </a:cubicBezTo>
                <a:cubicBezTo>
                  <a:pt x="3478713" y="620316"/>
                  <a:pt x="3478713" y="620316"/>
                  <a:pt x="3478713" y="620316"/>
                </a:cubicBezTo>
                <a:cubicBezTo>
                  <a:pt x="3479947" y="616408"/>
                  <a:pt x="3474810" y="606560"/>
                  <a:pt x="3481179" y="604527"/>
                </a:cubicBezTo>
                <a:close/>
                <a:moveTo>
                  <a:pt x="2678647" y="604527"/>
                </a:moveTo>
                <a:cubicBezTo>
                  <a:pt x="2684047" y="615088"/>
                  <a:pt x="2667016" y="612180"/>
                  <a:pt x="2657669" y="616160"/>
                </a:cubicBezTo>
                <a:cubicBezTo>
                  <a:pt x="2655177" y="609272"/>
                  <a:pt x="2672208" y="608354"/>
                  <a:pt x="2678647" y="604527"/>
                </a:cubicBezTo>
                <a:close/>
                <a:moveTo>
                  <a:pt x="2193969" y="602448"/>
                </a:moveTo>
                <a:cubicBezTo>
                  <a:pt x="2195180" y="607567"/>
                  <a:pt x="2188718" y="606607"/>
                  <a:pt x="2186296" y="608527"/>
                </a:cubicBezTo>
                <a:cubicBezTo>
                  <a:pt x="2186296" y="603567"/>
                  <a:pt x="2190132" y="604527"/>
                  <a:pt x="2193969" y="602448"/>
                </a:cubicBezTo>
                <a:close/>
                <a:moveTo>
                  <a:pt x="2775752" y="601896"/>
                </a:moveTo>
                <a:cubicBezTo>
                  <a:pt x="2782345" y="607870"/>
                  <a:pt x="2764005" y="615731"/>
                  <a:pt x="2777194" y="619819"/>
                </a:cubicBezTo>
                <a:cubicBezTo>
                  <a:pt x="2769363" y="621706"/>
                  <a:pt x="2767920" y="625637"/>
                  <a:pt x="2770599" y="628624"/>
                </a:cubicBezTo>
                <a:cubicBezTo>
                  <a:pt x="2765447" y="629724"/>
                  <a:pt x="2767920" y="634756"/>
                  <a:pt x="2762769" y="631768"/>
                </a:cubicBezTo>
                <a:cubicBezTo>
                  <a:pt x="2769363" y="622807"/>
                  <a:pt x="2767920" y="612744"/>
                  <a:pt x="2775752" y="601896"/>
                </a:cubicBezTo>
                <a:close/>
                <a:moveTo>
                  <a:pt x="2102487" y="601754"/>
                </a:moveTo>
                <a:cubicBezTo>
                  <a:pt x="2102487" y="606460"/>
                  <a:pt x="2099971" y="605431"/>
                  <a:pt x="2098503" y="606460"/>
                </a:cubicBezTo>
                <a:cubicBezTo>
                  <a:pt x="2097244" y="601754"/>
                  <a:pt x="2099971" y="602636"/>
                  <a:pt x="2102487" y="601754"/>
                </a:cubicBezTo>
                <a:close/>
                <a:moveTo>
                  <a:pt x="2111589" y="600794"/>
                </a:moveTo>
                <a:cubicBezTo>
                  <a:pt x="2110226" y="602714"/>
                  <a:pt x="2111589" y="607833"/>
                  <a:pt x="2109057" y="607833"/>
                </a:cubicBezTo>
                <a:cubicBezTo>
                  <a:pt x="2109057" y="603834"/>
                  <a:pt x="2109057" y="599674"/>
                  <a:pt x="2111589" y="600794"/>
                </a:cubicBezTo>
                <a:close/>
                <a:moveTo>
                  <a:pt x="3551840" y="598981"/>
                </a:moveTo>
                <a:cubicBezTo>
                  <a:pt x="3549133" y="608833"/>
                  <a:pt x="3549133" y="622750"/>
                  <a:pt x="3549133" y="640421"/>
                </a:cubicBezTo>
                <a:cubicBezTo>
                  <a:pt x="3546634" y="639482"/>
                  <a:pt x="3532058" y="602890"/>
                  <a:pt x="3551840" y="598981"/>
                </a:cubicBezTo>
                <a:close/>
                <a:moveTo>
                  <a:pt x="3247142" y="597595"/>
                </a:moveTo>
                <a:cubicBezTo>
                  <a:pt x="3253958" y="599499"/>
                  <a:pt x="3252467" y="601562"/>
                  <a:pt x="3256514" y="606640"/>
                </a:cubicBezTo>
                <a:cubicBezTo>
                  <a:pt x="3247142" y="610607"/>
                  <a:pt x="3243096" y="602514"/>
                  <a:pt x="3247142" y="597595"/>
                </a:cubicBezTo>
                <a:close/>
                <a:moveTo>
                  <a:pt x="3076154" y="596901"/>
                </a:moveTo>
                <a:cubicBezTo>
                  <a:pt x="3077586" y="600881"/>
                  <a:pt x="3086597" y="605625"/>
                  <a:pt x="3078816" y="608534"/>
                </a:cubicBezTo>
                <a:cubicBezTo>
                  <a:pt x="3072263" y="604707"/>
                  <a:pt x="3077586" y="600881"/>
                  <a:pt x="3076154" y="596901"/>
                </a:cubicBezTo>
                <a:close/>
                <a:moveTo>
                  <a:pt x="1933332" y="596703"/>
                </a:moveTo>
                <a:cubicBezTo>
                  <a:pt x="1933763" y="596909"/>
                  <a:pt x="1934227" y="597597"/>
                  <a:pt x="1934845" y="599090"/>
                </a:cubicBezTo>
                <a:lnTo>
                  <a:pt x="1933291" y="596718"/>
                </a:lnTo>
                <a:close/>
                <a:moveTo>
                  <a:pt x="3284305" y="595739"/>
                </a:moveTo>
                <a:cubicBezTo>
                  <a:pt x="3282196" y="595007"/>
                  <a:pt x="3279736" y="594938"/>
                  <a:pt x="3277109" y="595921"/>
                </a:cubicBezTo>
                <a:cubicBezTo>
                  <a:pt x="3283703" y="598908"/>
                  <a:pt x="3287618" y="603940"/>
                  <a:pt x="3278551" y="602839"/>
                </a:cubicBezTo>
                <a:cubicBezTo>
                  <a:pt x="3279787" y="605826"/>
                  <a:pt x="3282467" y="609757"/>
                  <a:pt x="3288854" y="609757"/>
                </a:cubicBezTo>
                <a:cubicBezTo>
                  <a:pt x="3293800" y="606101"/>
                  <a:pt x="3290632" y="597935"/>
                  <a:pt x="3284305" y="595739"/>
                </a:cubicBezTo>
                <a:close/>
                <a:moveTo>
                  <a:pt x="2165395" y="594822"/>
                </a:moveTo>
                <a:cubicBezTo>
                  <a:pt x="2166653" y="596658"/>
                  <a:pt x="2169380" y="594822"/>
                  <a:pt x="2170638" y="600637"/>
                </a:cubicBezTo>
                <a:cubicBezTo>
                  <a:pt x="2165395" y="600637"/>
                  <a:pt x="2165395" y="606454"/>
                  <a:pt x="2161412" y="602474"/>
                </a:cubicBezTo>
                <a:cubicBezTo>
                  <a:pt x="2159944" y="596658"/>
                  <a:pt x="2167912" y="602474"/>
                  <a:pt x="2165395" y="594822"/>
                </a:cubicBezTo>
                <a:close/>
                <a:moveTo>
                  <a:pt x="1915834" y="594453"/>
                </a:moveTo>
                <a:cubicBezTo>
                  <a:pt x="1912743" y="594335"/>
                  <a:pt x="1909498" y="595081"/>
                  <a:pt x="1906200" y="597047"/>
                </a:cubicBezTo>
                <a:cubicBezTo>
                  <a:pt x="1912794" y="600033"/>
                  <a:pt x="1917947" y="599090"/>
                  <a:pt x="1924541" y="597047"/>
                </a:cubicBezTo>
                <a:cubicBezTo>
                  <a:pt x="1921863" y="595553"/>
                  <a:pt x="1918925" y="594571"/>
                  <a:pt x="1915834" y="594453"/>
                </a:cubicBezTo>
                <a:close/>
                <a:moveTo>
                  <a:pt x="1128716" y="591780"/>
                </a:moveTo>
                <a:cubicBezTo>
                  <a:pt x="1125959" y="591663"/>
                  <a:pt x="1123692" y="592645"/>
                  <a:pt x="1123692" y="596103"/>
                </a:cubicBezTo>
                <a:cubicBezTo>
                  <a:pt x="1126371" y="595160"/>
                  <a:pt x="1138118" y="597047"/>
                  <a:pt x="1136675" y="594060"/>
                </a:cubicBezTo>
                <a:cubicBezTo>
                  <a:pt x="1134718" y="593117"/>
                  <a:pt x="1131472" y="591899"/>
                  <a:pt x="1128716" y="591780"/>
                </a:cubicBezTo>
                <a:close/>
                <a:moveTo>
                  <a:pt x="2074519" y="590609"/>
                </a:moveTo>
                <a:cubicBezTo>
                  <a:pt x="2076013" y="591249"/>
                  <a:pt x="2077323" y="592528"/>
                  <a:pt x="2077953" y="593009"/>
                </a:cubicBezTo>
                <a:cubicBezTo>
                  <a:pt x="2076694" y="598128"/>
                  <a:pt x="2075436" y="589968"/>
                  <a:pt x="2069984" y="592049"/>
                </a:cubicBezTo>
                <a:cubicBezTo>
                  <a:pt x="2071347" y="589968"/>
                  <a:pt x="2073025" y="589968"/>
                  <a:pt x="2074519" y="590609"/>
                </a:cubicBezTo>
                <a:close/>
                <a:moveTo>
                  <a:pt x="3181020" y="589968"/>
                </a:moveTo>
                <a:cubicBezTo>
                  <a:pt x="3182266" y="592048"/>
                  <a:pt x="3184966" y="593008"/>
                  <a:pt x="3187459" y="593968"/>
                </a:cubicBezTo>
                <a:cubicBezTo>
                  <a:pt x="3184966" y="595088"/>
                  <a:pt x="3183513" y="597008"/>
                  <a:pt x="3183513" y="598128"/>
                </a:cubicBezTo>
                <a:cubicBezTo>
                  <a:pt x="3182266" y="595088"/>
                  <a:pt x="3173127" y="592048"/>
                  <a:pt x="3181020" y="589968"/>
                </a:cubicBezTo>
                <a:close/>
                <a:moveTo>
                  <a:pt x="748546" y="589968"/>
                </a:moveTo>
                <a:cubicBezTo>
                  <a:pt x="747283" y="595047"/>
                  <a:pt x="734026" y="598062"/>
                  <a:pt x="731290" y="602982"/>
                </a:cubicBezTo>
                <a:cubicBezTo>
                  <a:pt x="728765" y="596952"/>
                  <a:pt x="742022" y="592032"/>
                  <a:pt x="748546" y="589968"/>
                </a:cubicBezTo>
                <a:close/>
                <a:moveTo>
                  <a:pt x="1982803" y="588821"/>
                </a:moveTo>
                <a:cubicBezTo>
                  <a:pt x="1980687" y="587251"/>
                  <a:pt x="1974311" y="592645"/>
                  <a:pt x="1975238" y="594060"/>
                </a:cubicBezTo>
                <a:cubicBezTo>
                  <a:pt x="1977917" y="590130"/>
                  <a:pt x="1980390" y="593117"/>
                  <a:pt x="1983070" y="593117"/>
                </a:cubicBezTo>
                <a:cubicBezTo>
                  <a:pt x="1983739" y="590641"/>
                  <a:pt x="1983508" y="589344"/>
                  <a:pt x="1982803" y="588821"/>
                </a:cubicBezTo>
                <a:close/>
                <a:moveTo>
                  <a:pt x="2993208" y="587674"/>
                </a:moveTo>
                <a:cubicBezTo>
                  <a:pt x="2997045" y="585809"/>
                  <a:pt x="2999467" y="585809"/>
                  <a:pt x="3002092" y="587674"/>
                </a:cubicBezTo>
                <a:cubicBezTo>
                  <a:pt x="2999467" y="588761"/>
                  <a:pt x="2999467" y="594666"/>
                  <a:pt x="2995631" y="592646"/>
                </a:cubicBezTo>
                <a:cubicBezTo>
                  <a:pt x="2998256" y="589693"/>
                  <a:pt x="2997045" y="587674"/>
                  <a:pt x="2993208" y="587674"/>
                </a:cubicBezTo>
                <a:close/>
                <a:moveTo>
                  <a:pt x="2203043" y="587195"/>
                </a:moveTo>
                <a:cubicBezTo>
                  <a:pt x="2204266" y="598131"/>
                  <a:pt x="2199173" y="593132"/>
                  <a:pt x="2192656" y="594070"/>
                </a:cubicBezTo>
                <a:cubicBezTo>
                  <a:pt x="2194082" y="589226"/>
                  <a:pt x="2201821" y="591101"/>
                  <a:pt x="2203043" y="587195"/>
                </a:cubicBezTo>
                <a:close/>
                <a:moveTo>
                  <a:pt x="2223712" y="585739"/>
                </a:moveTo>
                <a:cubicBezTo>
                  <a:pt x="2225192" y="585627"/>
                  <a:pt x="2226585" y="586115"/>
                  <a:pt x="2227887" y="587834"/>
                </a:cubicBezTo>
                <a:cubicBezTo>
                  <a:pt x="2223930" y="591899"/>
                  <a:pt x="2217266" y="596745"/>
                  <a:pt x="2209562" y="592837"/>
                </a:cubicBezTo>
                <a:cubicBezTo>
                  <a:pt x="2209562" y="590805"/>
                  <a:pt x="2209562" y="588929"/>
                  <a:pt x="2208104" y="585958"/>
                </a:cubicBezTo>
                <a:cubicBezTo>
                  <a:pt x="2214039" y="591821"/>
                  <a:pt x="2219271" y="586076"/>
                  <a:pt x="2223712" y="585739"/>
                </a:cubicBezTo>
                <a:close/>
                <a:moveTo>
                  <a:pt x="1828428" y="585277"/>
                </a:moveTo>
                <a:cubicBezTo>
                  <a:pt x="1826136" y="585650"/>
                  <a:pt x="1824177" y="587143"/>
                  <a:pt x="1824177" y="590130"/>
                </a:cubicBezTo>
                <a:cubicBezTo>
                  <a:pt x="1828093" y="589187"/>
                  <a:pt x="1834688" y="593117"/>
                  <a:pt x="1834688" y="587143"/>
                </a:cubicBezTo>
                <a:cubicBezTo>
                  <a:pt x="1833348" y="585650"/>
                  <a:pt x="1830721" y="584904"/>
                  <a:pt x="1828428" y="585277"/>
                </a:cubicBezTo>
                <a:close/>
                <a:moveTo>
                  <a:pt x="1006032" y="585116"/>
                </a:moveTo>
                <a:cubicBezTo>
                  <a:pt x="1008440" y="590236"/>
                  <a:pt x="1008440" y="590236"/>
                  <a:pt x="1008440" y="590236"/>
                </a:cubicBezTo>
                <a:cubicBezTo>
                  <a:pt x="1000816" y="595355"/>
                  <a:pt x="1002220" y="585116"/>
                  <a:pt x="994597" y="589276"/>
                </a:cubicBezTo>
                <a:cubicBezTo>
                  <a:pt x="993192" y="586236"/>
                  <a:pt x="1004628" y="585116"/>
                  <a:pt x="1006032" y="585116"/>
                </a:cubicBezTo>
                <a:close/>
                <a:moveTo>
                  <a:pt x="953060" y="585116"/>
                </a:moveTo>
                <a:cubicBezTo>
                  <a:pt x="955731" y="594054"/>
                  <a:pt x="940118" y="591074"/>
                  <a:pt x="933749" y="598131"/>
                </a:cubicBezTo>
                <a:cubicBezTo>
                  <a:pt x="932311" y="592172"/>
                  <a:pt x="949157" y="590134"/>
                  <a:pt x="953060" y="585116"/>
                </a:cubicBezTo>
                <a:close/>
                <a:moveTo>
                  <a:pt x="2104791" y="584408"/>
                </a:moveTo>
                <a:cubicBezTo>
                  <a:pt x="2105928" y="584679"/>
                  <a:pt x="2107240" y="585689"/>
                  <a:pt x="2107946" y="585689"/>
                </a:cubicBezTo>
                <a:cubicBezTo>
                  <a:pt x="2106533" y="590506"/>
                  <a:pt x="2104111" y="584601"/>
                  <a:pt x="2102696" y="587554"/>
                </a:cubicBezTo>
                <a:cubicBezTo>
                  <a:pt x="2102696" y="584602"/>
                  <a:pt x="2103656" y="584136"/>
                  <a:pt x="2104791" y="584408"/>
                </a:cubicBezTo>
                <a:close/>
                <a:moveTo>
                  <a:pt x="1242295" y="583331"/>
                </a:moveTo>
                <a:cubicBezTo>
                  <a:pt x="1237091" y="583960"/>
                  <a:pt x="1231887" y="586200"/>
                  <a:pt x="1231887" y="589187"/>
                </a:cubicBezTo>
                <a:cubicBezTo>
                  <a:pt x="1240955" y="589187"/>
                  <a:pt x="1242192" y="586200"/>
                  <a:pt x="1252702" y="587143"/>
                </a:cubicBezTo>
                <a:cubicBezTo>
                  <a:pt x="1252702" y="583685"/>
                  <a:pt x="1247498" y="582703"/>
                  <a:pt x="1242295" y="583331"/>
                </a:cubicBezTo>
                <a:close/>
                <a:moveTo>
                  <a:pt x="3587220" y="583036"/>
                </a:moveTo>
                <a:cubicBezTo>
                  <a:pt x="3605456" y="583036"/>
                  <a:pt x="3588654" y="587956"/>
                  <a:pt x="3591113" y="595097"/>
                </a:cubicBezTo>
                <a:cubicBezTo>
                  <a:pt x="3584761" y="596049"/>
                  <a:pt x="3589884" y="587003"/>
                  <a:pt x="3587220" y="583036"/>
                </a:cubicBezTo>
                <a:close/>
                <a:moveTo>
                  <a:pt x="2165901" y="581649"/>
                </a:moveTo>
                <a:cubicBezTo>
                  <a:pt x="2165901" y="584618"/>
                  <a:pt x="2164689" y="587586"/>
                  <a:pt x="2167112" y="588680"/>
                </a:cubicBezTo>
                <a:cubicBezTo>
                  <a:pt x="2169737" y="592585"/>
                  <a:pt x="2163276" y="586649"/>
                  <a:pt x="2162064" y="588680"/>
                </a:cubicBezTo>
                <a:cubicBezTo>
                  <a:pt x="2160853" y="583680"/>
                  <a:pt x="2164689" y="582743"/>
                  <a:pt x="2165901" y="581649"/>
                </a:cubicBezTo>
                <a:close/>
                <a:moveTo>
                  <a:pt x="2686025" y="580263"/>
                </a:moveTo>
                <a:cubicBezTo>
                  <a:pt x="2687451" y="583273"/>
                  <a:pt x="2691320" y="586284"/>
                  <a:pt x="2688673" y="590246"/>
                </a:cubicBezTo>
                <a:cubicBezTo>
                  <a:pt x="2686025" y="590246"/>
                  <a:pt x="2683581" y="590246"/>
                  <a:pt x="2680934" y="591197"/>
                </a:cubicBezTo>
                <a:cubicBezTo>
                  <a:pt x="2679711" y="586284"/>
                  <a:pt x="2682155" y="582164"/>
                  <a:pt x="2686025" y="580263"/>
                </a:cubicBezTo>
                <a:close/>
                <a:moveTo>
                  <a:pt x="2020887" y="578400"/>
                </a:moveTo>
                <a:cubicBezTo>
                  <a:pt x="2018928" y="578027"/>
                  <a:pt x="2016970" y="578262"/>
                  <a:pt x="2015631" y="580227"/>
                </a:cubicBezTo>
                <a:cubicBezTo>
                  <a:pt x="2018310" y="580227"/>
                  <a:pt x="2023462" y="585100"/>
                  <a:pt x="2026142" y="580227"/>
                </a:cubicBezTo>
                <a:cubicBezTo>
                  <a:pt x="2024802" y="579756"/>
                  <a:pt x="2022844" y="578773"/>
                  <a:pt x="2020887" y="578400"/>
                </a:cubicBezTo>
                <a:close/>
                <a:moveTo>
                  <a:pt x="1294331" y="578183"/>
                </a:moveTo>
                <a:cubicBezTo>
                  <a:pt x="1287736" y="576297"/>
                  <a:pt x="1272279" y="579284"/>
                  <a:pt x="1272279" y="585100"/>
                </a:cubicBezTo>
                <a:cubicBezTo>
                  <a:pt x="1281348" y="582114"/>
                  <a:pt x="1285263" y="585100"/>
                  <a:pt x="1293094" y="583214"/>
                </a:cubicBezTo>
                <a:cubicBezTo>
                  <a:pt x="1291652" y="581170"/>
                  <a:pt x="1295568" y="580227"/>
                  <a:pt x="1294331" y="578183"/>
                </a:cubicBezTo>
                <a:close/>
                <a:moveTo>
                  <a:pt x="1057332" y="578183"/>
                </a:moveTo>
                <a:cubicBezTo>
                  <a:pt x="1053417" y="577240"/>
                  <a:pt x="1048265" y="579284"/>
                  <a:pt x="1045586" y="582114"/>
                </a:cubicBezTo>
                <a:cubicBezTo>
                  <a:pt x="1046822" y="589187"/>
                  <a:pt x="1061248" y="583214"/>
                  <a:pt x="1057332" y="578183"/>
                </a:cubicBezTo>
                <a:close/>
                <a:moveTo>
                  <a:pt x="1970086" y="577240"/>
                </a:moveTo>
                <a:cubicBezTo>
                  <a:pt x="1974001" y="576297"/>
                  <a:pt x="1966170" y="583214"/>
                  <a:pt x="1970086" y="584157"/>
                </a:cubicBezTo>
                <a:cubicBezTo>
                  <a:pt x="1972559" y="579284"/>
                  <a:pt x="1980390" y="585100"/>
                  <a:pt x="1980390" y="578183"/>
                </a:cubicBezTo>
                <a:cubicBezTo>
                  <a:pt x="1977917" y="578183"/>
                  <a:pt x="1972559" y="576297"/>
                  <a:pt x="1970086" y="577240"/>
                </a:cubicBezTo>
                <a:close/>
                <a:moveTo>
                  <a:pt x="2190636" y="575206"/>
                </a:moveTo>
                <a:cubicBezTo>
                  <a:pt x="2188012" y="584117"/>
                  <a:pt x="2175290" y="576300"/>
                  <a:pt x="2174079" y="589119"/>
                </a:cubicBezTo>
                <a:cubicBezTo>
                  <a:pt x="2172867" y="585055"/>
                  <a:pt x="2170242" y="587087"/>
                  <a:pt x="2169030" y="582084"/>
                </a:cubicBezTo>
                <a:cubicBezTo>
                  <a:pt x="2176704" y="584117"/>
                  <a:pt x="2175290" y="574268"/>
                  <a:pt x="2181752" y="579271"/>
                </a:cubicBezTo>
                <a:cubicBezTo>
                  <a:pt x="2181752" y="573330"/>
                  <a:pt x="2188012" y="576300"/>
                  <a:pt x="2190636" y="575206"/>
                </a:cubicBezTo>
                <a:close/>
                <a:moveTo>
                  <a:pt x="1530248" y="575001"/>
                </a:moveTo>
                <a:cubicBezTo>
                  <a:pt x="1527465" y="575472"/>
                  <a:pt x="1524837" y="576690"/>
                  <a:pt x="1523498" y="578183"/>
                </a:cubicBezTo>
                <a:cubicBezTo>
                  <a:pt x="1524735" y="580227"/>
                  <a:pt x="1540398" y="582114"/>
                  <a:pt x="1537925" y="576297"/>
                </a:cubicBezTo>
                <a:cubicBezTo>
                  <a:pt x="1535967" y="574804"/>
                  <a:pt x="1533030" y="574529"/>
                  <a:pt x="1530248" y="575001"/>
                </a:cubicBezTo>
                <a:close/>
                <a:moveTo>
                  <a:pt x="3500933" y="573330"/>
                </a:moveTo>
                <a:cubicBezTo>
                  <a:pt x="3515493" y="577228"/>
                  <a:pt x="3511540" y="595001"/>
                  <a:pt x="3515493" y="605758"/>
                </a:cubicBezTo>
                <a:cubicBezTo>
                  <a:pt x="3498437" y="604822"/>
                  <a:pt x="3508837" y="582061"/>
                  <a:pt x="3500933" y="573330"/>
                </a:cubicBezTo>
                <a:close/>
                <a:moveTo>
                  <a:pt x="3043107" y="573330"/>
                </a:moveTo>
                <a:cubicBezTo>
                  <a:pt x="3045551" y="573330"/>
                  <a:pt x="3049421" y="574254"/>
                  <a:pt x="3052068" y="577181"/>
                </a:cubicBezTo>
                <a:cubicBezTo>
                  <a:pt x="3048198" y="580109"/>
                  <a:pt x="3045551" y="578106"/>
                  <a:pt x="3043107" y="578106"/>
                </a:cubicBezTo>
                <a:cubicBezTo>
                  <a:pt x="3044329" y="579184"/>
                  <a:pt x="3043107" y="580109"/>
                  <a:pt x="3041885" y="579184"/>
                </a:cubicBezTo>
                <a:cubicBezTo>
                  <a:pt x="3045551" y="577181"/>
                  <a:pt x="3040459" y="575179"/>
                  <a:pt x="3043107" y="573330"/>
                </a:cubicBezTo>
                <a:close/>
                <a:moveTo>
                  <a:pt x="2198335" y="573330"/>
                </a:moveTo>
                <a:cubicBezTo>
                  <a:pt x="2199699" y="577283"/>
                  <a:pt x="2199699" y="580288"/>
                  <a:pt x="2198335" y="582185"/>
                </a:cubicBezTo>
                <a:cubicBezTo>
                  <a:pt x="2196745" y="580288"/>
                  <a:pt x="2199699" y="577283"/>
                  <a:pt x="2196745" y="577283"/>
                </a:cubicBezTo>
                <a:cubicBezTo>
                  <a:pt x="2195383" y="574278"/>
                  <a:pt x="2196745" y="573330"/>
                  <a:pt x="2198335" y="573330"/>
                </a:cubicBezTo>
                <a:close/>
                <a:moveTo>
                  <a:pt x="1580790" y="573311"/>
                </a:moveTo>
                <a:cubicBezTo>
                  <a:pt x="1567807" y="574254"/>
                  <a:pt x="1548229" y="571267"/>
                  <a:pt x="1543076" y="578183"/>
                </a:cubicBezTo>
                <a:cubicBezTo>
                  <a:pt x="1557296" y="577240"/>
                  <a:pt x="1561212" y="577240"/>
                  <a:pt x="1576874" y="580227"/>
                </a:cubicBezTo>
                <a:cubicBezTo>
                  <a:pt x="1582233" y="576297"/>
                  <a:pt x="1575638" y="577240"/>
                  <a:pt x="1580790" y="573311"/>
                </a:cubicBezTo>
                <a:close/>
                <a:moveTo>
                  <a:pt x="1922304" y="573288"/>
                </a:moveTo>
                <a:cubicBezTo>
                  <a:pt x="1919839" y="581125"/>
                  <a:pt x="1926206" y="571250"/>
                  <a:pt x="1924974" y="577206"/>
                </a:cubicBezTo>
                <a:cubicBezTo>
                  <a:pt x="1921072" y="583162"/>
                  <a:pt x="1908132" y="575169"/>
                  <a:pt x="1902793" y="583162"/>
                </a:cubicBezTo>
                <a:cubicBezTo>
                  <a:pt x="1901560" y="585043"/>
                  <a:pt x="1905462" y="585043"/>
                  <a:pt x="1906695" y="585043"/>
                </a:cubicBezTo>
                <a:cubicBezTo>
                  <a:pt x="1906695" y="587081"/>
                  <a:pt x="1904127" y="587081"/>
                  <a:pt x="1901868" y="585847"/>
                </a:cubicBezTo>
                <a:lnTo>
                  <a:pt x="1900426" y="584467"/>
                </a:lnTo>
                <a:lnTo>
                  <a:pt x="1899057" y="582902"/>
                </a:lnTo>
                <a:lnTo>
                  <a:pt x="1898889" y="579244"/>
                </a:lnTo>
                <a:cubicBezTo>
                  <a:pt x="1902793" y="580185"/>
                  <a:pt x="1905462" y="581125"/>
                  <a:pt x="1904230" y="574228"/>
                </a:cubicBezTo>
                <a:cubicBezTo>
                  <a:pt x="1908132" y="579244"/>
                  <a:pt x="1915937" y="575169"/>
                  <a:pt x="1922304" y="573288"/>
                </a:cubicBezTo>
                <a:close/>
                <a:moveTo>
                  <a:pt x="1939088" y="572800"/>
                </a:moveTo>
                <a:cubicBezTo>
                  <a:pt x="1940462" y="573942"/>
                  <a:pt x="1941667" y="575981"/>
                  <a:pt x="1941667" y="578020"/>
                </a:cubicBezTo>
                <a:cubicBezTo>
                  <a:pt x="1938005" y="578020"/>
                  <a:pt x="1938005" y="573942"/>
                  <a:pt x="1935498" y="572963"/>
                </a:cubicBezTo>
                <a:cubicBezTo>
                  <a:pt x="1936173" y="571413"/>
                  <a:pt x="1937716" y="571658"/>
                  <a:pt x="1939088" y="572800"/>
                </a:cubicBezTo>
                <a:close/>
                <a:moveTo>
                  <a:pt x="1896222" y="572175"/>
                </a:moveTo>
                <a:cubicBezTo>
                  <a:pt x="1895006" y="578029"/>
                  <a:pt x="1895006" y="578029"/>
                  <a:pt x="1895006" y="578029"/>
                </a:cubicBezTo>
                <a:cubicBezTo>
                  <a:pt x="1892370" y="575102"/>
                  <a:pt x="1871891" y="577105"/>
                  <a:pt x="1887301" y="575102"/>
                </a:cubicBezTo>
                <a:cubicBezTo>
                  <a:pt x="1889734" y="574178"/>
                  <a:pt x="1892370" y="571250"/>
                  <a:pt x="1896222" y="572175"/>
                </a:cubicBezTo>
                <a:close/>
                <a:moveTo>
                  <a:pt x="1815892" y="571728"/>
                </a:moveTo>
                <a:cubicBezTo>
                  <a:pt x="1821092" y="569864"/>
                  <a:pt x="1822548" y="577633"/>
                  <a:pt x="1825044" y="572816"/>
                </a:cubicBezTo>
                <a:cubicBezTo>
                  <a:pt x="1831701" y="576700"/>
                  <a:pt x="1817140" y="574681"/>
                  <a:pt x="1818596" y="578721"/>
                </a:cubicBezTo>
                <a:cubicBezTo>
                  <a:pt x="1814643" y="578721"/>
                  <a:pt x="1814643" y="575769"/>
                  <a:pt x="1815892" y="571728"/>
                </a:cubicBezTo>
                <a:close/>
                <a:moveTo>
                  <a:pt x="3082903" y="569170"/>
                </a:moveTo>
                <a:cubicBezTo>
                  <a:pt x="3086845" y="570201"/>
                  <a:pt x="3092085" y="572738"/>
                  <a:pt x="3095508" y="575374"/>
                </a:cubicBezTo>
                <a:lnTo>
                  <a:pt x="3095779" y="575682"/>
                </a:lnTo>
                <a:lnTo>
                  <a:pt x="3101136" y="574896"/>
                </a:lnTo>
                <a:cubicBezTo>
                  <a:pt x="3100828" y="576372"/>
                  <a:pt x="3099792" y="577295"/>
                  <a:pt x="3098306" y="577848"/>
                </a:cubicBezTo>
                <a:lnTo>
                  <a:pt x="3097748" y="577923"/>
                </a:lnTo>
                <a:lnTo>
                  <a:pt x="3098892" y="579226"/>
                </a:lnTo>
                <a:cubicBezTo>
                  <a:pt x="3099308" y="580418"/>
                  <a:pt x="3098880" y="581458"/>
                  <a:pt x="3097220" y="582172"/>
                </a:cubicBezTo>
                <a:cubicBezTo>
                  <a:pt x="3092032" y="577257"/>
                  <a:pt x="3094730" y="595331"/>
                  <a:pt x="3086845" y="593270"/>
                </a:cubicBezTo>
                <a:cubicBezTo>
                  <a:pt x="3088089" y="598344"/>
                  <a:pt x="3093278" y="597234"/>
                  <a:pt x="3089335" y="601356"/>
                </a:cubicBezTo>
                <a:cubicBezTo>
                  <a:pt x="3086845" y="599295"/>
                  <a:pt x="3088089" y="603259"/>
                  <a:pt x="3084148" y="604369"/>
                </a:cubicBezTo>
                <a:cubicBezTo>
                  <a:pt x="3080931" y="597789"/>
                  <a:pt x="3080620" y="592239"/>
                  <a:pt x="3081113" y="586710"/>
                </a:cubicBezTo>
                <a:lnTo>
                  <a:pt x="3082008" y="577942"/>
                </a:lnTo>
                <a:lnTo>
                  <a:pt x="3080441" y="577848"/>
                </a:lnTo>
                <a:lnTo>
                  <a:pt x="3082133" y="576713"/>
                </a:lnTo>
                <a:close/>
                <a:moveTo>
                  <a:pt x="1134202" y="568281"/>
                </a:moveTo>
                <a:cubicBezTo>
                  <a:pt x="1127608" y="566237"/>
                  <a:pt x="1121219" y="571267"/>
                  <a:pt x="1121219" y="575197"/>
                </a:cubicBezTo>
                <a:cubicBezTo>
                  <a:pt x="1127608" y="574254"/>
                  <a:pt x="1132760" y="572210"/>
                  <a:pt x="1134202" y="568281"/>
                </a:cubicBezTo>
                <a:close/>
                <a:moveTo>
                  <a:pt x="2140302" y="566874"/>
                </a:moveTo>
                <a:cubicBezTo>
                  <a:pt x="2140302" y="567828"/>
                  <a:pt x="2141560" y="568781"/>
                  <a:pt x="2141560" y="568781"/>
                </a:cubicBezTo>
                <a:lnTo>
                  <a:pt x="2140302" y="566909"/>
                </a:lnTo>
                <a:close/>
                <a:moveTo>
                  <a:pt x="2896021" y="566824"/>
                </a:moveTo>
                <a:cubicBezTo>
                  <a:pt x="2906669" y="565704"/>
                  <a:pt x="2896021" y="570824"/>
                  <a:pt x="2906669" y="571784"/>
                </a:cubicBezTo>
                <a:cubicBezTo>
                  <a:pt x="2904113" y="573864"/>
                  <a:pt x="2902623" y="574824"/>
                  <a:pt x="2902623" y="575943"/>
                </a:cubicBezTo>
                <a:cubicBezTo>
                  <a:pt x="2900067" y="570824"/>
                  <a:pt x="2893253" y="570824"/>
                  <a:pt x="2896021" y="566824"/>
                </a:cubicBezTo>
                <a:close/>
                <a:moveTo>
                  <a:pt x="1157696" y="566237"/>
                </a:moveTo>
                <a:cubicBezTo>
                  <a:pt x="1149865" y="570324"/>
                  <a:pt x="1142033" y="565294"/>
                  <a:pt x="1140591" y="572210"/>
                </a:cubicBezTo>
                <a:cubicBezTo>
                  <a:pt x="1147186" y="572210"/>
                  <a:pt x="1153781" y="570324"/>
                  <a:pt x="1157696" y="566237"/>
                </a:cubicBezTo>
                <a:close/>
                <a:moveTo>
                  <a:pt x="2139166" y="565219"/>
                </a:moveTo>
                <a:lnTo>
                  <a:pt x="2140302" y="566909"/>
                </a:lnTo>
                <a:lnTo>
                  <a:pt x="2140302" y="568781"/>
                </a:lnTo>
                <a:cubicBezTo>
                  <a:pt x="2140302" y="572911"/>
                  <a:pt x="2134850" y="569893"/>
                  <a:pt x="2133592" y="573865"/>
                </a:cubicBezTo>
                <a:cubicBezTo>
                  <a:pt x="2133592" y="573150"/>
                  <a:pt x="2136541" y="565018"/>
                  <a:pt x="2139166" y="565219"/>
                </a:cubicBezTo>
                <a:close/>
                <a:moveTo>
                  <a:pt x="1650139" y="564391"/>
                </a:moveTo>
                <a:cubicBezTo>
                  <a:pt x="1652669" y="564763"/>
                  <a:pt x="1657061" y="567910"/>
                  <a:pt x="1659963" y="567210"/>
                </a:cubicBezTo>
                <a:cubicBezTo>
                  <a:pt x="1659963" y="571095"/>
                  <a:pt x="1651002" y="568142"/>
                  <a:pt x="1648354" y="569075"/>
                </a:cubicBezTo>
                <a:cubicBezTo>
                  <a:pt x="1649577" y="567210"/>
                  <a:pt x="1651002" y="566122"/>
                  <a:pt x="1648354" y="565190"/>
                </a:cubicBezTo>
                <a:cubicBezTo>
                  <a:pt x="1648660" y="564452"/>
                  <a:pt x="1649297" y="564268"/>
                  <a:pt x="1650139" y="564391"/>
                </a:cubicBezTo>
                <a:close/>
                <a:moveTo>
                  <a:pt x="2114509" y="564318"/>
                </a:moveTo>
                <a:cubicBezTo>
                  <a:pt x="2116100" y="565293"/>
                  <a:pt x="2117463" y="570492"/>
                  <a:pt x="2118825" y="570492"/>
                </a:cubicBezTo>
                <a:cubicBezTo>
                  <a:pt x="2118825" y="574554"/>
                  <a:pt x="2117463" y="574554"/>
                  <a:pt x="2116100" y="574554"/>
                </a:cubicBezTo>
                <a:cubicBezTo>
                  <a:pt x="2114509" y="569355"/>
                  <a:pt x="2116100" y="568379"/>
                  <a:pt x="2114509" y="564318"/>
                </a:cubicBezTo>
                <a:close/>
                <a:moveTo>
                  <a:pt x="2111556" y="564318"/>
                </a:moveTo>
                <a:cubicBezTo>
                  <a:pt x="2111556" y="567278"/>
                  <a:pt x="2112919" y="570238"/>
                  <a:pt x="2114282" y="569148"/>
                </a:cubicBezTo>
                <a:cubicBezTo>
                  <a:pt x="2112919" y="571172"/>
                  <a:pt x="2114282" y="578027"/>
                  <a:pt x="2111556" y="578027"/>
                </a:cubicBezTo>
                <a:cubicBezTo>
                  <a:pt x="2109966" y="572107"/>
                  <a:pt x="2112919" y="573198"/>
                  <a:pt x="2112919" y="571172"/>
                </a:cubicBezTo>
                <a:cubicBezTo>
                  <a:pt x="2111556" y="569148"/>
                  <a:pt x="2111556" y="568212"/>
                  <a:pt x="2109966" y="566188"/>
                </a:cubicBezTo>
                <a:cubicBezTo>
                  <a:pt x="2109966" y="564318"/>
                  <a:pt x="2111556" y="565252"/>
                  <a:pt x="2111556" y="564318"/>
                </a:cubicBezTo>
                <a:close/>
                <a:moveTo>
                  <a:pt x="3007388" y="563687"/>
                </a:moveTo>
                <a:lnTo>
                  <a:pt x="3006085" y="563708"/>
                </a:lnTo>
                <a:lnTo>
                  <a:pt x="3007575" y="564161"/>
                </a:lnTo>
                <a:close/>
                <a:moveTo>
                  <a:pt x="2649757" y="559321"/>
                </a:moveTo>
                <a:cubicBezTo>
                  <a:pt x="2646047" y="563408"/>
                  <a:pt x="2648521" y="564351"/>
                  <a:pt x="2644605" y="567337"/>
                </a:cubicBezTo>
                <a:cubicBezTo>
                  <a:pt x="2653672" y="572210"/>
                  <a:pt x="2652436" y="562307"/>
                  <a:pt x="2649757" y="559321"/>
                </a:cubicBezTo>
                <a:close/>
                <a:moveTo>
                  <a:pt x="2995829" y="559130"/>
                </a:moveTo>
                <a:lnTo>
                  <a:pt x="2995694" y="559421"/>
                </a:lnTo>
                <a:lnTo>
                  <a:pt x="2995983" y="559436"/>
                </a:lnTo>
                <a:close/>
                <a:moveTo>
                  <a:pt x="2938543" y="559130"/>
                </a:moveTo>
                <a:cubicBezTo>
                  <a:pt x="2933391" y="562118"/>
                  <a:pt x="2937307" y="564161"/>
                  <a:pt x="2937307" y="567149"/>
                </a:cubicBezTo>
                <a:cubicBezTo>
                  <a:pt x="2938543" y="566049"/>
                  <a:pt x="2946373" y="564161"/>
                  <a:pt x="2938543" y="559130"/>
                </a:cubicBezTo>
                <a:close/>
                <a:moveTo>
                  <a:pt x="2125802" y="557730"/>
                </a:moveTo>
                <a:lnTo>
                  <a:pt x="2130349" y="560754"/>
                </a:lnTo>
                <a:cubicBezTo>
                  <a:pt x="2133058" y="560754"/>
                  <a:pt x="2133058" y="559812"/>
                  <a:pt x="2137018" y="560754"/>
                </a:cubicBezTo>
                <a:cubicBezTo>
                  <a:pt x="2134309" y="567665"/>
                  <a:pt x="2125139" y="569707"/>
                  <a:pt x="2119928" y="569707"/>
                </a:cubicBezTo>
                <a:cubicBezTo>
                  <a:pt x="2119928" y="563739"/>
                  <a:pt x="2129099" y="566722"/>
                  <a:pt x="2131599" y="565623"/>
                </a:cubicBezTo>
                <a:close/>
                <a:moveTo>
                  <a:pt x="3325327" y="557244"/>
                </a:moveTo>
                <a:cubicBezTo>
                  <a:pt x="3324091" y="564161"/>
                  <a:pt x="3318940" y="559130"/>
                  <a:pt x="3313582" y="563218"/>
                </a:cubicBezTo>
                <a:cubicBezTo>
                  <a:pt x="3321413" y="567149"/>
                  <a:pt x="3307194" y="570136"/>
                  <a:pt x="3312346" y="574067"/>
                </a:cubicBezTo>
                <a:cubicBezTo>
                  <a:pt x="3316261" y="567149"/>
                  <a:pt x="3335837" y="566049"/>
                  <a:pt x="3325327" y="557244"/>
                </a:cubicBezTo>
                <a:close/>
                <a:moveTo>
                  <a:pt x="2125139" y="556827"/>
                </a:moveTo>
                <a:lnTo>
                  <a:pt x="2125802" y="557730"/>
                </a:lnTo>
                <a:lnTo>
                  <a:pt x="2124886" y="557121"/>
                </a:lnTo>
                <a:close/>
                <a:moveTo>
                  <a:pt x="1275855" y="555998"/>
                </a:moveTo>
                <a:cubicBezTo>
                  <a:pt x="1275855" y="558078"/>
                  <a:pt x="1277085" y="559038"/>
                  <a:pt x="1278314" y="559038"/>
                </a:cubicBezTo>
                <a:cubicBezTo>
                  <a:pt x="1271961" y="562078"/>
                  <a:pt x="1262737" y="562078"/>
                  <a:pt x="1251259" y="564158"/>
                </a:cubicBezTo>
                <a:cubicBezTo>
                  <a:pt x="1254948" y="560158"/>
                  <a:pt x="1270526" y="560158"/>
                  <a:pt x="1275855" y="555998"/>
                </a:cubicBezTo>
                <a:close/>
                <a:moveTo>
                  <a:pt x="925972" y="555305"/>
                </a:moveTo>
                <a:cubicBezTo>
                  <a:pt x="928468" y="559132"/>
                  <a:pt x="928468" y="559132"/>
                  <a:pt x="928468" y="559132"/>
                </a:cubicBezTo>
                <a:cubicBezTo>
                  <a:pt x="924516" y="556224"/>
                  <a:pt x="912867" y="566937"/>
                  <a:pt x="911411" y="560203"/>
                </a:cubicBezTo>
                <a:close/>
                <a:moveTo>
                  <a:pt x="2121491" y="554864"/>
                </a:moveTo>
                <a:lnTo>
                  <a:pt x="2124886" y="557121"/>
                </a:lnTo>
                <a:lnTo>
                  <a:pt x="2121778" y="560734"/>
                </a:lnTo>
                <a:cubicBezTo>
                  <a:pt x="2119459" y="561225"/>
                  <a:pt x="2116489" y="561225"/>
                  <a:pt x="2114509" y="561696"/>
                </a:cubicBezTo>
                <a:cubicBezTo>
                  <a:pt x="2115239" y="558712"/>
                  <a:pt x="2118209" y="555728"/>
                  <a:pt x="2121491" y="554864"/>
                </a:cubicBezTo>
                <a:close/>
                <a:moveTo>
                  <a:pt x="2380196" y="553347"/>
                </a:moveTo>
                <a:cubicBezTo>
                  <a:pt x="2380196" y="556334"/>
                  <a:pt x="2381640" y="559321"/>
                  <a:pt x="2377724" y="561364"/>
                </a:cubicBezTo>
                <a:cubicBezTo>
                  <a:pt x="2382876" y="565294"/>
                  <a:pt x="2385555" y="559321"/>
                  <a:pt x="2384113" y="557435"/>
                </a:cubicBezTo>
                <a:cubicBezTo>
                  <a:pt x="2380196" y="558378"/>
                  <a:pt x="2384113" y="555391"/>
                  <a:pt x="2380196" y="553347"/>
                </a:cubicBezTo>
                <a:close/>
                <a:moveTo>
                  <a:pt x="2693265" y="553225"/>
                </a:moveTo>
                <a:cubicBezTo>
                  <a:pt x="2694698" y="556265"/>
                  <a:pt x="2698589" y="558345"/>
                  <a:pt x="2695927" y="561385"/>
                </a:cubicBezTo>
                <a:cubicBezTo>
                  <a:pt x="2690808" y="559305"/>
                  <a:pt x="2689375" y="563464"/>
                  <a:pt x="2684255" y="560425"/>
                </a:cubicBezTo>
                <a:cubicBezTo>
                  <a:pt x="2690808" y="559305"/>
                  <a:pt x="2694698" y="559305"/>
                  <a:pt x="2693265" y="553225"/>
                </a:cubicBezTo>
                <a:close/>
                <a:moveTo>
                  <a:pt x="2676682" y="553225"/>
                </a:moveTo>
                <a:cubicBezTo>
                  <a:pt x="2683144" y="560260"/>
                  <a:pt x="2674057" y="567138"/>
                  <a:pt x="2670220" y="569014"/>
                </a:cubicBezTo>
                <a:cubicBezTo>
                  <a:pt x="2665172" y="565106"/>
                  <a:pt x="2676682" y="559166"/>
                  <a:pt x="2676682" y="553225"/>
                </a:cubicBezTo>
                <a:close/>
                <a:moveTo>
                  <a:pt x="1295088" y="553225"/>
                </a:moveTo>
                <a:cubicBezTo>
                  <a:pt x="1293885" y="555305"/>
                  <a:pt x="1293885" y="557385"/>
                  <a:pt x="1296493" y="557385"/>
                </a:cubicBezTo>
                <a:cubicBezTo>
                  <a:pt x="1291277" y="561385"/>
                  <a:pt x="1291277" y="554345"/>
                  <a:pt x="1281245" y="559305"/>
                </a:cubicBezTo>
                <a:cubicBezTo>
                  <a:pt x="1281245" y="555305"/>
                  <a:pt x="1288869" y="554345"/>
                  <a:pt x="1295088" y="553225"/>
                </a:cubicBezTo>
                <a:close/>
                <a:moveTo>
                  <a:pt x="1279223" y="551146"/>
                </a:moveTo>
                <a:cubicBezTo>
                  <a:pt x="1270162" y="557065"/>
                  <a:pt x="1248130" y="555975"/>
                  <a:pt x="1237629" y="564855"/>
                </a:cubicBezTo>
                <a:cubicBezTo>
                  <a:pt x="1242982" y="555040"/>
                  <a:pt x="1265015" y="554106"/>
                  <a:pt x="1279223" y="551146"/>
                </a:cubicBezTo>
                <a:close/>
                <a:moveTo>
                  <a:pt x="2133927" y="549312"/>
                </a:moveTo>
                <a:cubicBezTo>
                  <a:pt x="2137864" y="550265"/>
                  <a:pt x="2139107" y="552330"/>
                  <a:pt x="2143045" y="553284"/>
                </a:cubicBezTo>
                <a:cubicBezTo>
                  <a:pt x="2144289" y="561386"/>
                  <a:pt x="2132683" y="546293"/>
                  <a:pt x="2137864" y="559321"/>
                </a:cubicBezTo>
                <a:cubicBezTo>
                  <a:pt x="2136621" y="557414"/>
                  <a:pt x="2133927" y="552330"/>
                  <a:pt x="2133927" y="549312"/>
                </a:cubicBezTo>
                <a:close/>
                <a:moveTo>
                  <a:pt x="1350628" y="549305"/>
                </a:moveTo>
                <a:cubicBezTo>
                  <a:pt x="1354570" y="548373"/>
                  <a:pt x="1355815" y="551325"/>
                  <a:pt x="1361003" y="550237"/>
                </a:cubicBezTo>
                <a:cubicBezTo>
                  <a:pt x="1355815" y="556142"/>
                  <a:pt x="1351873" y="554277"/>
                  <a:pt x="1341498" y="557230"/>
                </a:cubicBezTo>
                <a:cubicBezTo>
                  <a:pt x="1334858" y="556142"/>
                  <a:pt x="1354570" y="555209"/>
                  <a:pt x="1350628" y="549305"/>
                </a:cubicBezTo>
                <a:close/>
                <a:moveTo>
                  <a:pt x="2151083" y="549066"/>
                </a:moveTo>
                <a:cubicBezTo>
                  <a:pt x="2152447" y="553772"/>
                  <a:pt x="2149721" y="551860"/>
                  <a:pt x="2148131" y="552742"/>
                </a:cubicBezTo>
                <a:cubicBezTo>
                  <a:pt x="2148131" y="549948"/>
                  <a:pt x="2149721" y="549066"/>
                  <a:pt x="2151083" y="549066"/>
                </a:cubicBezTo>
                <a:close/>
                <a:moveTo>
                  <a:pt x="2145632" y="548373"/>
                </a:moveTo>
                <a:cubicBezTo>
                  <a:pt x="2146995" y="554452"/>
                  <a:pt x="2145632" y="554452"/>
                  <a:pt x="2144041" y="554452"/>
                </a:cubicBezTo>
                <a:cubicBezTo>
                  <a:pt x="2142679" y="551412"/>
                  <a:pt x="2142679" y="548373"/>
                  <a:pt x="2145632" y="548373"/>
                </a:cubicBezTo>
                <a:close/>
                <a:moveTo>
                  <a:pt x="1080417" y="546763"/>
                </a:moveTo>
                <a:cubicBezTo>
                  <a:pt x="1086847" y="544906"/>
                  <a:pt x="1084357" y="552641"/>
                  <a:pt x="1092032" y="548774"/>
                </a:cubicBezTo>
                <a:cubicBezTo>
                  <a:pt x="1086847" y="554652"/>
                  <a:pt x="1061957" y="563470"/>
                  <a:pt x="1054075" y="560530"/>
                </a:cubicBezTo>
                <a:cubicBezTo>
                  <a:pt x="1055526" y="556663"/>
                  <a:pt x="1059468" y="554652"/>
                  <a:pt x="1065897" y="552641"/>
                </a:cubicBezTo>
                <a:cubicBezTo>
                  <a:pt x="1056771" y="559602"/>
                  <a:pt x="1090788" y="552641"/>
                  <a:pt x="1080417" y="546763"/>
                </a:cubicBezTo>
                <a:close/>
                <a:moveTo>
                  <a:pt x="2403691" y="545488"/>
                </a:moveTo>
                <a:cubicBezTo>
                  <a:pt x="2404927" y="547374"/>
                  <a:pt x="2401217" y="549418"/>
                  <a:pt x="2399775" y="549418"/>
                </a:cubicBezTo>
                <a:cubicBezTo>
                  <a:pt x="2406370" y="555391"/>
                  <a:pt x="2407606" y="545488"/>
                  <a:pt x="2403691" y="545488"/>
                </a:cubicBezTo>
                <a:close/>
                <a:moveTo>
                  <a:pt x="3035713" y="544906"/>
                </a:moveTo>
                <a:cubicBezTo>
                  <a:pt x="3024204" y="553793"/>
                  <a:pt x="3030666" y="564550"/>
                  <a:pt x="3014107" y="577334"/>
                </a:cubicBezTo>
                <a:cubicBezTo>
                  <a:pt x="3016732" y="570474"/>
                  <a:pt x="3019155" y="544906"/>
                  <a:pt x="3035713" y="544906"/>
                </a:cubicBezTo>
                <a:close/>
                <a:moveTo>
                  <a:pt x="2158318" y="544816"/>
                </a:moveTo>
                <a:cubicBezTo>
                  <a:pt x="2159547" y="542827"/>
                  <a:pt x="2160981" y="546653"/>
                  <a:pt x="2162209" y="545734"/>
                </a:cubicBezTo>
                <a:cubicBezTo>
                  <a:pt x="2166100" y="554459"/>
                  <a:pt x="2158318" y="543745"/>
                  <a:pt x="2162209" y="550632"/>
                </a:cubicBezTo>
                <a:cubicBezTo>
                  <a:pt x="2163438" y="554459"/>
                  <a:pt x="2159547" y="551551"/>
                  <a:pt x="2159547" y="549561"/>
                </a:cubicBezTo>
                <a:cubicBezTo>
                  <a:pt x="2151766" y="553540"/>
                  <a:pt x="2155861" y="546653"/>
                  <a:pt x="2159547" y="547725"/>
                </a:cubicBezTo>
                <a:cubicBezTo>
                  <a:pt x="2159547" y="547725"/>
                  <a:pt x="2159547" y="545734"/>
                  <a:pt x="2158318" y="544816"/>
                </a:cubicBezTo>
                <a:close/>
                <a:moveTo>
                  <a:pt x="2166097" y="542532"/>
                </a:moveTo>
                <a:cubicBezTo>
                  <a:pt x="2167331" y="541929"/>
                  <a:pt x="2169208" y="542419"/>
                  <a:pt x="2171085" y="543399"/>
                </a:cubicBezTo>
                <a:cubicBezTo>
                  <a:pt x="2171085" y="544303"/>
                  <a:pt x="2171085" y="546262"/>
                  <a:pt x="2172467" y="548222"/>
                </a:cubicBezTo>
                <a:cubicBezTo>
                  <a:pt x="2167331" y="544303"/>
                  <a:pt x="2168714" y="546262"/>
                  <a:pt x="2164961" y="548222"/>
                </a:cubicBezTo>
                <a:cubicBezTo>
                  <a:pt x="2164269" y="544831"/>
                  <a:pt x="2164862" y="543135"/>
                  <a:pt x="2166097" y="542532"/>
                </a:cubicBezTo>
                <a:close/>
                <a:moveTo>
                  <a:pt x="1122929" y="541440"/>
                </a:moveTo>
                <a:cubicBezTo>
                  <a:pt x="1122929" y="549599"/>
                  <a:pt x="1110021" y="544479"/>
                  <a:pt x="1102235" y="547519"/>
                </a:cubicBezTo>
                <a:cubicBezTo>
                  <a:pt x="1103669" y="542559"/>
                  <a:pt x="1115143" y="546559"/>
                  <a:pt x="1122929" y="541440"/>
                </a:cubicBezTo>
                <a:close/>
                <a:moveTo>
                  <a:pt x="2946841" y="540942"/>
                </a:moveTo>
                <a:cubicBezTo>
                  <a:pt x="2945356" y="541070"/>
                  <a:pt x="2943489" y="541758"/>
                  <a:pt x="2941222" y="543251"/>
                </a:cubicBezTo>
                <a:cubicBezTo>
                  <a:pt x="2950288" y="545295"/>
                  <a:pt x="2937307" y="544194"/>
                  <a:pt x="2933391" y="546238"/>
                </a:cubicBezTo>
                <a:cubicBezTo>
                  <a:pt x="2934627" y="547182"/>
                  <a:pt x="2936070" y="548282"/>
                  <a:pt x="2934627" y="549225"/>
                </a:cubicBezTo>
                <a:cubicBezTo>
                  <a:pt x="2933391" y="548204"/>
                  <a:pt x="2932104" y="547968"/>
                  <a:pt x="2930815" y="547732"/>
                </a:cubicBezTo>
                <a:lnTo>
                  <a:pt x="2929221" y="547107"/>
                </a:lnTo>
                <a:lnTo>
                  <a:pt x="2929047" y="548580"/>
                </a:lnTo>
                <a:lnTo>
                  <a:pt x="2927302" y="550224"/>
                </a:lnTo>
                <a:lnTo>
                  <a:pt x="2933391" y="550169"/>
                </a:lnTo>
                <a:cubicBezTo>
                  <a:pt x="2933391" y="553156"/>
                  <a:pt x="2936070" y="560231"/>
                  <a:pt x="2942458" y="557244"/>
                </a:cubicBezTo>
                <a:cubicBezTo>
                  <a:pt x="2943797" y="556222"/>
                  <a:pt x="2941840" y="554964"/>
                  <a:pt x="2940037" y="553589"/>
                </a:cubicBezTo>
                <a:lnTo>
                  <a:pt x="2938746" y="552310"/>
                </a:lnTo>
                <a:lnTo>
                  <a:pt x="2937859" y="552083"/>
                </a:lnTo>
                <a:lnTo>
                  <a:pt x="2937936" y="551507"/>
                </a:lnTo>
                <a:lnTo>
                  <a:pt x="2937879" y="551451"/>
                </a:lnTo>
                <a:lnTo>
                  <a:pt x="2937995" y="551065"/>
                </a:lnTo>
                <a:lnTo>
                  <a:pt x="2938156" y="549854"/>
                </a:lnTo>
                <a:cubicBezTo>
                  <a:pt x="2938981" y="548188"/>
                  <a:pt x="2940312" y="546401"/>
                  <a:pt x="2937650" y="545913"/>
                </a:cubicBezTo>
                <a:cubicBezTo>
                  <a:pt x="2938981" y="545142"/>
                  <a:pt x="2940153" y="544949"/>
                  <a:pt x="2941097" y="545157"/>
                </a:cubicBezTo>
                <a:cubicBezTo>
                  <a:pt x="2942515" y="545469"/>
                  <a:pt x="2943424" y="546684"/>
                  <a:pt x="2943598" y="548202"/>
                </a:cubicBezTo>
                <a:lnTo>
                  <a:pt x="2943121" y="549421"/>
                </a:lnTo>
                <a:lnTo>
                  <a:pt x="2944956" y="548341"/>
                </a:lnTo>
                <a:cubicBezTo>
                  <a:pt x="2946734" y="546985"/>
                  <a:pt x="2948331" y="545767"/>
                  <a:pt x="2950288" y="548282"/>
                </a:cubicBezTo>
                <a:cubicBezTo>
                  <a:pt x="2952297" y="545216"/>
                  <a:pt x="2951293" y="540559"/>
                  <a:pt x="2946841" y="540942"/>
                </a:cubicBezTo>
                <a:close/>
                <a:moveTo>
                  <a:pt x="3196086" y="540053"/>
                </a:moveTo>
                <a:cubicBezTo>
                  <a:pt x="3200132" y="543023"/>
                  <a:pt x="3194808" y="546931"/>
                  <a:pt x="3202901" y="549902"/>
                </a:cubicBezTo>
                <a:cubicBezTo>
                  <a:pt x="3192253" y="555842"/>
                  <a:pt x="3189484" y="543023"/>
                  <a:pt x="3196086" y="540053"/>
                </a:cubicBezTo>
                <a:close/>
                <a:moveTo>
                  <a:pt x="1246093" y="539599"/>
                </a:moveTo>
                <a:cubicBezTo>
                  <a:pt x="1248027" y="538980"/>
                  <a:pt x="1250625" y="538980"/>
                  <a:pt x="1252559" y="539986"/>
                </a:cubicBezTo>
                <a:cubicBezTo>
                  <a:pt x="1253781" y="542927"/>
                  <a:pt x="1244820" y="553764"/>
                  <a:pt x="1243597" y="546797"/>
                </a:cubicBezTo>
                <a:lnTo>
                  <a:pt x="1248690" y="545869"/>
                </a:lnTo>
                <a:cubicBezTo>
                  <a:pt x="1248690" y="542927"/>
                  <a:pt x="1246042" y="542927"/>
                  <a:pt x="1243597" y="542927"/>
                </a:cubicBezTo>
                <a:cubicBezTo>
                  <a:pt x="1242885" y="541457"/>
                  <a:pt x="1244158" y="540218"/>
                  <a:pt x="1246093" y="539599"/>
                </a:cubicBezTo>
                <a:close/>
                <a:moveTo>
                  <a:pt x="3067322" y="537974"/>
                </a:moveTo>
                <a:cubicBezTo>
                  <a:pt x="3073876" y="541013"/>
                  <a:pt x="3063432" y="548212"/>
                  <a:pt x="3059542" y="547092"/>
                </a:cubicBezTo>
                <a:cubicBezTo>
                  <a:pt x="3060770" y="544053"/>
                  <a:pt x="3059542" y="541013"/>
                  <a:pt x="3067322" y="537974"/>
                </a:cubicBezTo>
                <a:close/>
                <a:moveTo>
                  <a:pt x="1505485" y="537974"/>
                </a:moveTo>
                <a:cubicBezTo>
                  <a:pt x="1497667" y="541013"/>
                  <a:pt x="1484705" y="548212"/>
                  <a:pt x="1472978" y="544053"/>
                </a:cubicBezTo>
                <a:cubicBezTo>
                  <a:pt x="1480796" y="540053"/>
                  <a:pt x="1496432" y="541013"/>
                  <a:pt x="1505485" y="537974"/>
                </a:cubicBezTo>
                <a:close/>
                <a:moveTo>
                  <a:pt x="1139535" y="537538"/>
                </a:moveTo>
                <a:cubicBezTo>
                  <a:pt x="1144735" y="542608"/>
                  <a:pt x="1131630" y="541499"/>
                  <a:pt x="1136830" y="545620"/>
                </a:cubicBezTo>
                <a:cubicBezTo>
                  <a:pt x="1130382" y="547521"/>
                  <a:pt x="1131630" y="541499"/>
                  <a:pt x="1127677" y="542608"/>
                </a:cubicBezTo>
                <a:cubicBezTo>
                  <a:pt x="1127677" y="536587"/>
                  <a:pt x="1131630" y="540548"/>
                  <a:pt x="1139535" y="537538"/>
                </a:cubicBezTo>
                <a:close/>
                <a:moveTo>
                  <a:pt x="1278570" y="535940"/>
                </a:moveTo>
                <a:cubicBezTo>
                  <a:pt x="1280898" y="535836"/>
                  <a:pt x="1282779" y="535894"/>
                  <a:pt x="1283764" y="536125"/>
                </a:cubicBezTo>
                <a:cubicBezTo>
                  <a:pt x="1281274" y="539976"/>
                  <a:pt x="1262807" y="541979"/>
                  <a:pt x="1257620" y="540901"/>
                </a:cubicBezTo>
                <a:cubicBezTo>
                  <a:pt x="1260577" y="538012"/>
                  <a:pt x="1271587" y="536250"/>
                  <a:pt x="1278570" y="535940"/>
                </a:cubicBezTo>
                <a:close/>
                <a:moveTo>
                  <a:pt x="2816392" y="534507"/>
                </a:moveTo>
                <a:cubicBezTo>
                  <a:pt x="2820350" y="538415"/>
                  <a:pt x="2813893" y="544355"/>
                  <a:pt x="2815143" y="548420"/>
                </a:cubicBezTo>
                <a:cubicBezTo>
                  <a:pt x="2808479" y="550296"/>
                  <a:pt x="2808479" y="547326"/>
                  <a:pt x="2800566" y="545450"/>
                </a:cubicBezTo>
                <a:cubicBezTo>
                  <a:pt x="2812437" y="543418"/>
                  <a:pt x="2808479" y="540448"/>
                  <a:pt x="2816392" y="534507"/>
                </a:cubicBezTo>
                <a:close/>
                <a:moveTo>
                  <a:pt x="3102820" y="533351"/>
                </a:moveTo>
                <a:cubicBezTo>
                  <a:pt x="3105484" y="538253"/>
                  <a:pt x="3110606" y="530347"/>
                  <a:pt x="3112040" y="535407"/>
                </a:cubicBezTo>
                <a:cubicBezTo>
                  <a:pt x="3108147" y="538253"/>
                  <a:pt x="3109377" y="540309"/>
                  <a:pt x="3102820" y="543313"/>
                </a:cubicBezTo>
                <a:cubicBezTo>
                  <a:pt x="3106712" y="546317"/>
                  <a:pt x="3104255" y="552325"/>
                  <a:pt x="3112040" y="553274"/>
                </a:cubicBezTo>
                <a:cubicBezTo>
                  <a:pt x="3112040" y="557385"/>
                  <a:pt x="3108147" y="554381"/>
                  <a:pt x="3102820" y="558333"/>
                </a:cubicBezTo>
                <a:cubicBezTo>
                  <a:pt x="3101590" y="562286"/>
                  <a:pt x="3112040" y="561338"/>
                  <a:pt x="3106712" y="566239"/>
                </a:cubicBezTo>
                <a:cubicBezTo>
                  <a:pt x="3101590" y="563393"/>
                  <a:pt x="3096468" y="566239"/>
                  <a:pt x="3091346" y="561338"/>
                </a:cubicBezTo>
                <a:cubicBezTo>
                  <a:pt x="3099132" y="552325"/>
                  <a:pt x="3093805" y="544261"/>
                  <a:pt x="3102820" y="535407"/>
                </a:cubicBezTo>
                <a:cubicBezTo>
                  <a:pt x="3101590" y="534300"/>
                  <a:pt x="3101590" y="534300"/>
                  <a:pt x="3102820" y="533351"/>
                </a:cubicBezTo>
                <a:close/>
                <a:moveTo>
                  <a:pt x="3219821" y="533346"/>
                </a:moveTo>
                <a:cubicBezTo>
                  <a:pt x="3216628" y="535311"/>
                  <a:pt x="3214052" y="539281"/>
                  <a:pt x="3213073" y="543762"/>
                </a:cubicBezTo>
                <a:lnTo>
                  <a:pt x="3215638" y="555963"/>
                </a:lnTo>
                <a:lnTo>
                  <a:pt x="3216435" y="555431"/>
                </a:lnTo>
                <a:lnTo>
                  <a:pt x="3219410" y="545236"/>
                </a:lnTo>
                <a:lnTo>
                  <a:pt x="3219434" y="544537"/>
                </a:lnTo>
                <a:lnTo>
                  <a:pt x="3219333" y="540813"/>
                </a:lnTo>
                <a:lnTo>
                  <a:pt x="3219589" y="540073"/>
                </a:lnTo>
                <a:close/>
                <a:moveTo>
                  <a:pt x="2407106" y="533044"/>
                </a:moveTo>
                <a:cubicBezTo>
                  <a:pt x="2408328" y="531041"/>
                  <a:pt x="2414845" y="536895"/>
                  <a:pt x="2414845" y="533044"/>
                </a:cubicBezTo>
                <a:cubicBezTo>
                  <a:pt x="2418715" y="535971"/>
                  <a:pt x="2412198" y="537819"/>
                  <a:pt x="2407106" y="533044"/>
                </a:cubicBezTo>
                <a:close/>
                <a:moveTo>
                  <a:pt x="2392318" y="532965"/>
                </a:moveTo>
                <a:cubicBezTo>
                  <a:pt x="2393770" y="532457"/>
                  <a:pt x="2396671" y="533229"/>
                  <a:pt x="2400541" y="536804"/>
                </a:cubicBezTo>
                <a:cubicBezTo>
                  <a:pt x="2400541" y="539891"/>
                  <a:pt x="2392802" y="533717"/>
                  <a:pt x="2392802" y="536804"/>
                </a:cubicBezTo>
                <a:cubicBezTo>
                  <a:pt x="2390867" y="535260"/>
                  <a:pt x="2390867" y="533473"/>
                  <a:pt x="2392318" y="532965"/>
                </a:cubicBezTo>
                <a:close/>
                <a:moveTo>
                  <a:pt x="2712524" y="532960"/>
                </a:moveTo>
                <a:cubicBezTo>
                  <a:pt x="2712651" y="533358"/>
                  <a:pt x="2712397" y="534155"/>
                  <a:pt x="2711889" y="535010"/>
                </a:cubicBezTo>
                <a:lnTo>
                  <a:pt x="2710004" y="537104"/>
                </a:lnTo>
                <a:lnTo>
                  <a:pt x="2711764" y="537429"/>
                </a:lnTo>
                <a:cubicBezTo>
                  <a:pt x="2714077" y="538509"/>
                  <a:pt x="2716614" y="540006"/>
                  <a:pt x="2719491" y="541111"/>
                </a:cubicBezTo>
                <a:cubicBezTo>
                  <a:pt x="2714241" y="544058"/>
                  <a:pt x="2709193" y="544058"/>
                  <a:pt x="2701519" y="539250"/>
                </a:cubicBezTo>
                <a:lnTo>
                  <a:pt x="2705056" y="536499"/>
                </a:lnTo>
                <a:lnTo>
                  <a:pt x="2704246" y="535320"/>
                </a:lnTo>
                <a:cubicBezTo>
                  <a:pt x="2705529" y="534232"/>
                  <a:pt x="2710874" y="536252"/>
                  <a:pt x="2710874" y="533299"/>
                </a:cubicBezTo>
                <a:cubicBezTo>
                  <a:pt x="2711889" y="532562"/>
                  <a:pt x="2712397" y="532562"/>
                  <a:pt x="2712524" y="532960"/>
                </a:cubicBezTo>
                <a:close/>
                <a:moveTo>
                  <a:pt x="3024247" y="532932"/>
                </a:moveTo>
                <a:cubicBezTo>
                  <a:pt x="3025139" y="532575"/>
                  <a:pt x="3025958" y="532575"/>
                  <a:pt x="3026624" y="533318"/>
                </a:cubicBezTo>
                <a:cubicBezTo>
                  <a:pt x="3021505" y="537226"/>
                  <a:pt x="3020275" y="542229"/>
                  <a:pt x="3017613" y="546137"/>
                </a:cubicBezTo>
                <a:cubicBezTo>
                  <a:pt x="3012290" y="542229"/>
                  <a:pt x="3016386" y="539258"/>
                  <a:pt x="3016386" y="535350"/>
                </a:cubicBezTo>
                <a:cubicBezTo>
                  <a:pt x="3018228" y="538281"/>
                  <a:pt x="3021569" y="534001"/>
                  <a:pt x="3024247" y="532932"/>
                </a:cubicBezTo>
                <a:close/>
                <a:moveTo>
                  <a:pt x="3279509" y="531041"/>
                </a:moveTo>
                <a:cubicBezTo>
                  <a:pt x="3287414" y="537078"/>
                  <a:pt x="3283461" y="541050"/>
                  <a:pt x="3279509" y="546134"/>
                </a:cubicBezTo>
                <a:cubicBezTo>
                  <a:pt x="3274309" y="543116"/>
                  <a:pt x="3278261" y="541050"/>
                  <a:pt x="3274309" y="539144"/>
                </a:cubicBezTo>
                <a:cubicBezTo>
                  <a:pt x="3272853" y="539144"/>
                  <a:pt x="3271604" y="541050"/>
                  <a:pt x="3270356" y="540096"/>
                </a:cubicBezTo>
                <a:cubicBezTo>
                  <a:pt x="3278261" y="538031"/>
                  <a:pt x="3274309" y="536125"/>
                  <a:pt x="3279509" y="531041"/>
                </a:cubicBezTo>
                <a:close/>
                <a:moveTo>
                  <a:pt x="1487043" y="529655"/>
                </a:moveTo>
                <a:cubicBezTo>
                  <a:pt x="1490946" y="529655"/>
                  <a:pt x="1489713" y="533668"/>
                  <a:pt x="1490946" y="536719"/>
                </a:cubicBezTo>
                <a:cubicBezTo>
                  <a:pt x="1483139" y="536719"/>
                  <a:pt x="1467526" y="544746"/>
                  <a:pt x="1470197" y="534631"/>
                </a:cubicBezTo>
                <a:cubicBezTo>
                  <a:pt x="1478004" y="535755"/>
                  <a:pt x="1488481" y="539769"/>
                  <a:pt x="1487043" y="529655"/>
                </a:cubicBezTo>
                <a:close/>
                <a:moveTo>
                  <a:pt x="1820153" y="527514"/>
                </a:moveTo>
                <a:cubicBezTo>
                  <a:pt x="1825341" y="531400"/>
                  <a:pt x="1805628" y="526582"/>
                  <a:pt x="1808325" y="534352"/>
                </a:cubicBezTo>
                <a:cubicBezTo>
                  <a:pt x="1799196" y="530468"/>
                  <a:pt x="1812269" y="525495"/>
                  <a:pt x="1820153" y="527514"/>
                </a:cubicBezTo>
                <a:close/>
                <a:moveTo>
                  <a:pt x="1769917" y="527112"/>
                </a:moveTo>
                <a:cubicBezTo>
                  <a:pt x="1768714" y="532967"/>
                  <a:pt x="1768714" y="532967"/>
                  <a:pt x="1768714" y="532967"/>
                </a:cubicBezTo>
                <a:cubicBezTo>
                  <a:pt x="1766105" y="530964"/>
                  <a:pt x="1759686" y="530964"/>
                  <a:pt x="1754670" y="530964"/>
                </a:cubicBezTo>
                <a:cubicBezTo>
                  <a:pt x="1755874" y="526188"/>
                  <a:pt x="1764902" y="528036"/>
                  <a:pt x="1769917" y="527112"/>
                </a:cubicBezTo>
                <a:close/>
                <a:moveTo>
                  <a:pt x="2654704" y="526188"/>
                </a:moveTo>
                <a:cubicBezTo>
                  <a:pt x="2671331" y="533154"/>
                  <a:pt x="2652067" y="542177"/>
                  <a:pt x="2649432" y="546134"/>
                </a:cubicBezTo>
                <a:cubicBezTo>
                  <a:pt x="2646998" y="538061"/>
                  <a:pt x="2655920" y="533154"/>
                  <a:pt x="2654704" y="526188"/>
                </a:cubicBezTo>
                <a:close/>
                <a:moveTo>
                  <a:pt x="3467281" y="523415"/>
                </a:moveTo>
                <a:cubicBezTo>
                  <a:pt x="3471093" y="523415"/>
                  <a:pt x="3471093" y="526323"/>
                  <a:pt x="3467281" y="527241"/>
                </a:cubicBezTo>
                <a:cubicBezTo>
                  <a:pt x="3469889" y="528159"/>
                  <a:pt x="3471093" y="530149"/>
                  <a:pt x="3473701" y="530149"/>
                </a:cubicBezTo>
                <a:cubicBezTo>
                  <a:pt x="3472296" y="533058"/>
                  <a:pt x="3468485" y="533976"/>
                  <a:pt x="3462266" y="535048"/>
                </a:cubicBezTo>
                <a:cubicBezTo>
                  <a:pt x="3458454" y="528159"/>
                  <a:pt x="3468485" y="528159"/>
                  <a:pt x="3467281" y="523415"/>
                </a:cubicBezTo>
                <a:close/>
                <a:moveTo>
                  <a:pt x="3339752" y="522340"/>
                </a:moveTo>
                <a:cubicBezTo>
                  <a:pt x="3334395" y="527372"/>
                  <a:pt x="3346140" y="530358"/>
                  <a:pt x="3334395" y="532402"/>
                </a:cubicBezTo>
                <a:cubicBezTo>
                  <a:pt x="3342225" y="540264"/>
                  <a:pt x="3350055" y="521397"/>
                  <a:pt x="3339752" y="522340"/>
                </a:cubicBezTo>
                <a:close/>
                <a:moveTo>
                  <a:pt x="3111109" y="521833"/>
                </a:moveTo>
                <a:cubicBezTo>
                  <a:pt x="3111574" y="521384"/>
                  <a:pt x="3111925" y="521432"/>
                  <a:pt x="3112289" y="522388"/>
                </a:cubicBezTo>
                <a:cubicBezTo>
                  <a:pt x="3105633" y="527287"/>
                  <a:pt x="3117490" y="525297"/>
                  <a:pt x="3112289" y="530194"/>
                </a:cubicBezTo>
                <a:cubicBezTo>
                  <a:pt x="3108337" y="529276"/>
                  <a:pt x="3104385" y="530194"/>
                  <a:pt x="3100432" y="528205"/>
                </a:cubicBezTo>
                <a:cubicBezTo>
                  <a:pt x="3107297" y="529008"/>
                  <a:pt x="3109715" y="523182"/>
                  <a:pt x="3111109" y="521833"/>
                </a:cubicBezTo>
                <a:close/>
                <a:moveTo>
                  <a:pt x="1132923" y="521574"/>
                </a:moveTo>
                <a:cubicBezTo>
                  <a:pt x="1128980" y="527479"/>
                  <a:pt x="1115908" y="523594"/>
                  <a:pt x="1110721" y="529499"/>
                </a:cubicBezTo>
                <a:cubicBezTo>
                  <a:pt x="1106778" y="520642"/>
                  <a:pt x="1125245" y="524526"/>
                  <a:pt x="1132923" y="521574"/>
                </a:cubicBezTo>
                <a:close/>
                <a:moveTo>
                  <a:pt x="3540938" y="520642"/>
                </a:moveTo>
                <a:cubicBezTo>
                  <a:pt x="3540938" y="530651"/>
                  <a:pt x="3540938" y="530651"/>
                  <a:pt x="3540938" y="530651"/>
                </a:cubicBezTo>
                <a:cubicBezTo>
                  <a:pt x="3538268" y="529698"/>
                  <a:pt x="3535803" y="528586"/>
                  <a:pt x="3531899" y="529698"/>
                </a:cubicBezTo>
                <a:lnTo>
                  <a:pt x="3531899" y="535735"/>
                </a:lnTo>
                <a:cubicBezTo>
                  <a:pt x="3517518" y="535735"/>
                  <a:pt x="3534364" y="521595"/>
                  <a:pt x="3540938" y="520642"/>
                </a:cubicBezTo>
                <a:close/>
                <a:moveTo>
                  <a:pt x="3071960" y="520642"/>
                </a:moveTo>
                <a:cubicBezTo>
                  <a:pt x="3078422" y="522548"/>
                  <a:pt x="3074585" y="529698"/>
                  <a:pt x="3071960" y="535735"/>
                </a:cubicBezTo>
                <a:cubicBezTo>
                  <a:pt x="3060451" y="535735"/>
                  <a:pt x="3070749" y="525567"/>
                  <a:pt x="3071960" y="520642"/>
                </a:cubicBezTo>
                <a:close/>
                <a:moveTo>
                  <a:pt x="2727174" y="520516"/>
                </a:moveTo>
                <a:cubicBezTo>
                  <a:pt x="2727812" y="522524"/>
                  <a:pt x="2723471" y="530864"/>
                  <a:pt x="2721242" y="539204"/>
                </a:cubicBezTo>
                <a:cubicBezTo>
                  <a:pt x="2710606" y="538112"/>
                  <a:pt x="2723954" y="532336"/>
                  <a:pt x="2713317" y="530308"/>
                </a:cubicBezTo>
                <a:cubicBezTo>
                  <a:pt x="2718948" y="525118"/>
                  <a:pt x="2722507" y="522153"/>
                  <a:pt x="2724615" y="520855"/>
                </a:cubicBezTo>
                <a:cubicBezTo>
                  <a:pt x="2726197" y="519882"/>
                  <a:pt x="2726963" y="519848"/>
                  <a:pt x="2727174" y="520516"/>
                </a:cubicBezTo>
                <a:close/>
                <a:moveTo>
                  <a:pt x="3496968" y="519255"/>
                </a:moveTo>
                <a:cubicBezTo>
                  <a:pt x="3504936" y="527106"/>
                  <a:pt x="3506405" y="540925"/>
                  <a:pt x="3506405" y="555842"/>
                </a:cubicBezTo>
                <a:cubicBezTo>
                  <a:pt x="3499695" y="545007"/>
                  <a:pt x="3495710" y="535114"/>
                  <a:pt x="3496968" y="519255"/>
                </a:cubicBezTo>
                <a:close/>
                <a:moveTo>
                  <a:pt x="1879409" y="515754"/>
                </a:moveTo>
                <a:cubicBezTo>
                  <a:pt x="1881352" y="516512"/>
                  <a:pt x="1883632" y="517522"/>
                  <a:pt x="1886223" y="517056"/>
                </a:cubicBezTo>
                <a:cubicBezTo>
                  <a:pt x="1881041" y="521873"/>
                  <a:pt x="1878348" y="517988"/>
                  <a:pt x="1874617" y="515968"/>
                </a:cubicBezTo>
                <a:cubicBezTo>
                  <a:pt x="1875860" y="514492"/>
                  <a:pt x="1877466" y="514997"/>
                  <a:pt x="1879409" y="515754"/>
                </a:cubicBezTo>
                <a:close/>
                <a:moveTo>
                  <a:pt x="1938013" y="514389"/>
                </a:moveTo>
                <a:cubicBezTo>
                  <a:pt x="1940543" y="515149"/>
                  <a:pt x="1943258" y="516669"/>
                  <a:pt x="1945281" y="517709"/>
                </a:cubicBezTo>
                <a:cubicBezTo>
                  <a:pt x="1942512" y="519788"/>
                  <a:pt x="1935697" y="515629"/>
                  <a:pt x="1931864" y="515629"/>
                </a:cubicBezTo>
                <a:cubicBezTo>
                  <a:pt x="1933142" y="513629"/>
                  <a:pt x="1935484" y="513629"/>
                  <a:pt x="1938013" y="514389"/>
                </a:cubicBezTo>
                <a:close/>
                <a:moveTo>
                  <a:pt x="3112160" y="510243"/>
                </a:moveTo>
                <a:lnTo>
                  <a:pt x="3117484" y="515242"/>
                </a:lnTo>
                <a:cubicBezTo>
                  <a:pt x="3113438" y="518211"/>
                  <a:pt x="3108113" y="521179"/>
                  <a:pt x="3104067" y="517273"/>
                </a:cubicBezTo>
                <a:cubicBezTo>
                  <a:pt x="3109392" y="515242"/>
                  <a:pt x="3105345" y="512274"/>
                  <a:pt x="3112160" y="510243"/>
                </a:cubicBezTo>
                <a:close/>
                <a:moveTo>
                  <a:pt x="1899883" y="510108"/>
                </a:moveTo>
                <a:cubicBezTo>
                  <a:pt x="1901474" y="510358"/>
                  <a:pt x="1903089" y="511090"/>
                  <a:pt x="1904401" y="511090"/>
                </a:cubicBezTo>
                <a:cubicBezTo>
                  <a:pt x="1902988" y="514942"/>
                  <a:pt x="1897940" y="514017"/>
                  <a:pt x="1895517" y="512014"/>
                </a:cubicBezTo>
                <a:cubicBezTo>
                  <a:pt x="1896728" y="510089"/>
                  <a:pt x="1898293" y="509857"/>
                  <a:pt x="1899883" y="510108"/>
                </a:cubicBezTo>
                <a:close/>
                <a:moveTo>
                  <a:pt x="1112971" y="510039"/>
                </a:moveTo>
                <a:cubicBezTo>
                  <a:pt x="1116429" y="509683"/>
                  <a:pt x="1119758" y="510948"/>
                  <a:pt x="1121110" y="514426"/>
                </a:cubicBezTo>
                <a:cubicBezTo>
                  <a:pt x="1117157" y="512371"/>
                  <a:pt x="1109252" y="516324"/>
                  <a:pt x="1104052" y="515375"/>
                </a:cubicBezTo>
                <a:cubicBezTo>
                  <a:pt x="1105924" y="512371"/>
                  <a:pt x="1109513" y="510395"/>
                  <a:pt x="1112971" y="510039"/>
                </a:cubicBezTo>
                <a:close/>
                <a:moveTo>
                  <a:pt x="1334650" y="508394"/>
                </a:moveTo>
                <a:cubicBezTo>
                  <a:pt x="1333402" y="512246"/>
                  <a:pt x="1325497" y="513170"/>
                  <a:pt x="1317593" y="514248"/>
                </a:cubicBezTo>
                <a:cubicBezTo>
                  <a:pt x="1324042" y="511321"/>
                  <a:pt x="1326746" y="507470"/>
                  <a:pt x="1334650" y="508394"/>
                </a:cubicBezTo>
                <a:close/>
                <a:moveTo>
                  <a:pt x="1822473" y="507220"/>
                </a:moveTo>
                <a:cubicBezTo>
                  <a:pt x="1828973" y="506083"/>
                  <a:pt x="1827715" y="510145"/>
                  <a:pt x="1834425" y="509171"/>
                </a:cubicBezTo>
                <a:cubicBezTo>
                  <a:pt x="1831699" y="516320"/>
                  <a:pt x="1827715" y="508195"/>
                  <a:pt x="1821004" y="512257"/>
                </a:cubicBezTo>
                <a:cubicBezTo>
                  <a:pt x="1822473" y="507220"/>
                  <a:pt x="1822473" y="507220"/>
                  <a:pt x="1822473" y="507220"/>
                </a:cubicBezTo>
                <a:close/>
                <a:moveTo>
                  <a:pt x="2696126" y="506083"/>
                </a:moveTo>
                <a:cubicBezTo>
                  <a:pt x="2704954" y="509052"/>
                  <a:pt x="2701142" y="514988"/>
                  <a:pt x="2697331" y="517019"/>
                </a:cubicBezTo>
                <a:cubicBezTo>
                  <a:pt x="2689707" y="512958"/>
                  <a:pt x="2701142" y="511082"/>
                  <a:pt x="2696126" y="506083"/>
                </a:cubicBezTo>
                <a:close/>
                <a:moveTo>
                  <a:pt x="1876819" y="505740"/>
                </a:moveTo>
                <a:cubicBezTo>
                  <a:pt x="1878129" y="505261"/>
                  <a:pt x="1879125" y="505759"/>
                  <a:pt x="1879859" y="508208"/>
                </a:cubicBezTo>
                <a:cubicBezTo>
                  <a:pt x="1875875" y="509127"/>
                  <a:pt x="1871891" y="514942"/>
                  <a:pt x="1871891" y="509127"/>
                </a:cubicBezTo>
                <a:cubicBezTo>
                  <a:pt x="1873883" y="507672"/>
                  <a:pt x="1875508" y="506218"/>
                  <a:pt x="1876819" y="505740"/>
                </a:cubicBezTo>
                <a:close/>
                <a:moveTo>
                  <a:pt x="3548440" y="504697"/>
                </a:moveTo>
                <a:cubicBezTo>
                  <a:pt x="3565471" y="513443"/>
                  <a:pt x="3548440" y="532343"/>
                  <a:pt x="3561525" y="544057"/>
                </a:cubicBezTo>
                <a:cubicBezTo>
                  <a:pt x="3536601" y="538121"/>
                  <a:pt x="3557579" y="520472"/>
                  <a:pt x="3548440" y="504697"/>
                </a:cubicBezTo>
                <a:close/>
                <a:moveTo>
                  <a:pt x="2729903" y="504697"/>
                </a:moveTo>
                <a:cubicBezTo>
                  <a:pt x="2737663" y="508658"/>
                  <a:pt x="2735212" y="509609"/>
                  <a:pt x="2731333" y="515631"/>
                </a:cubicBezTo>
                <a:cubicBezTo>
                  <a:pt x="2719693" y="514680"/>
                  <a:pt x="2729903" y="507707"/>
                  <a:pt x="2729903" y="504697"/>
                </a:cubicBezTo>
                <a:close/>
                <a:moveTo>
                  <a:pt x="3079887" y="503310"/>
                </a:moveTo>
                <a:cubicBezTo>
                  <a:pt x="3087511" y="503310"/>
                  <a:pt x="3078683" y="514942"/>
                  <a:pt x="3072263" y="512034"/>
                </a:cubicBezTo>
                <a:cubicBezTo>
                  <a:pt x="3073667" y="507290"/>
                  <a:pt x="3078683" y="507290"/>
                  <a:pt x="3079887" y="503310"/>
                </a:cubicBezTo>
                <a:close/>
                <a:moveTo>
                  <a:pt x="2836842" y="502617"/>
                </a:moveTo>
                <a:cubicBezTo>
                  <a:pt x="2840736" y="502617"/>
                  <a:pt x="2843399" y="504660"/>
                  <a:pt x="2847292" y="506546"/>
                </a:cubicBezTo>
                <a:cubicBezTo>
                  <a:pt x="2843399" y="509533"/>
                  <a:pt x="2842170" y="511577"/>
                  <a:pt x="2846063" y="514564"/>
                </a:cubicBezTo>
                <a:cubicBezTo>
                  <a:pt x="2843399" y="515506"/>
                  <a:pt x="2842170" y="515506"/>
                  <a:pt x="2839506" y="515506"/>
                </a:cubicBezTo>
                <a:cubicBezTo>
                  <a:pt x="2843399" y="519594"/>
                  <a:pt x="2839506" y="521480"/>
                  <a:pt x="2848521" y="521480"/>
                </a:cubicBezTo>
                <a:cubicBezTo>
                  <a:pt x="2840736" y="524467"/>
                  <a:pt x="2842170" y="527454"/>
                  <a:pt x="2842170" y="529497"/>
                </a:cubicBezTo>
                <a:cubicBezTo>
                  <a:pt x="2838277" y="524467"/>
                  <a:pt x="2840736" y="518494"/>
                  <a:pt x="2827827" y="518494"/>
                </a:cubicBezTo>
                <a:cubicBezTo>
                  <a:pt x="2831720" y="514564"/>
                  <a:pt x="2834384" y="511577"/>
                  <a:pt x="2840736" y="510477"/>
                </a:cubicBezTo>
                <a:cubicBezTo>
                  <a:pt x="2839506" y="508590"/>
                  <a:pt x="2830491" y="506546"/>
                  <a:pt x="2834384" y="504660"/>
                </a:cubicBezTo>
                <a:cubicBezTo>
                  <a:pt x="2838277" y="506546"/>
                  <a:pt x="2835613" y="503560"/>
                  <a:pt x="2836842" y="502617"/>
                </a:cubicBezTo>
                <a:close/>
                <a:moveTo>
                  <a:pt x="2672229" y="502617"/>
                </a:moveTo>
                <a:cubicBezTo>
                  <a:pt x="2672229" y="513560"/>
                  <a:pt x="2668183" y="521648"/>
                  <a:pt x="2661367" y="526723"/>
                </a:cubicBezTo>
                <a:cubicBezTo>
                  <a:pt x="2658812" y="518635"/>
                  <a:pt x="2664136" y="509595"/>
                  <a:pt x="2672229" y="502617"/>
                </a:cubicBezTo>
                <a:close/>
                <a:moveTo>
                  <a:pt x="2458398" y="502192"/>
                </a:moveTo>
                <a:cubicBezTo>
                  <a:pt x="2459849" y="501714"/>
                  <a:pt x="2462751" y="501935"/>
                  <a:pt x="2465963" y="503331"/>
                </a:cubicBezTo>
                <a:cubicBezTo>
                  <a:pt x="2464720" y="505243"/>
                  <a:pt x="2460782" y="503331"/>
                  <a:pt x="2459539" y="505243"/>
                </a:cubicBezTo>
                <a:cubicBezTo>
                  <a:pt x="2456948" y="503846"/>
                  <a:pt x="2456948" y="502669"/>
                  <a:pt x="2458398" y="502192"/>
                </a:cubicBezTo>
                <a:close/>
                <a:moveTo>
                  <a:pt x="3343667" y="500486"/>
                </a:moveTo>
                <a:cubicBezTo>
                  <a:pt x="3337074" y="503473"/>
                  <a:pt x="3340989" y="506460"/>
                  <a:pt x="3344904" y="510391"/>
                </a:cubicBezTo>
                <a:cubicBezTo>
                  <a:pt x="3348819" y="508504"/>
                  <a:pt x="3347377" y="506460"/>
                  <a:pt x="3350055" y="504574"/>
                </a:cubicBezTo>
                <a:cubicBezTo>
                  <a:pt x="3348819" y="500486"/>
                  <a:pt x="3346140" y="501587"/>
                  <a:pt x="3343667" y="500486"/>
                </a:cubicBezTo>
                <a:close/>
                <a:moveTo>
                  <a:pt x="1795250" y="499459"/>
                </a:moveTo>
                <a:cubicBezTo>
                  <a:pt x="1797780" y="499234"/>
                  <a:pt x="1801134" y="499723"/>
                  <a:pt x="1804435" y="499723"/>
                </a:cubicBezTo>
                <a:cubicBezTo>
                  <a:pt x="1804435" y="501683"/>
                  <a:pt x="1801880" y="500628"/>
                  <a:pt x="1799111" y="500628"/>
                </a:cubicBezTo>
                <a:cubicBezTo>
                  <a:pt x="1797833" y="501683"/>
                  <a:pt x="1797833" y="502587"/>
                  <a:pt x="1799111" y="502587"/>
                </a:cubicBezTo>
                <a:cubicBezTo>
                  <a:pt x="1797833" y="504546"/>
                  <a:pt x="1793786" y="503491"/>
                  <a:pt x="1791018" y="503491"/>
                </a:cubicBezTo>
                <a:cubicBezTo>
                  <a:pt x="1791018" y="500628"/>
                  <a:pt x="1792722" y="499686"/>
                  <a:pt x="1795250" y="499459"/>
                </a:cubicBezTo>
                <a:close/>
                <a:moveTo>
                  <a:pt x="1868605" y="499150"/>
                </a:moveTo>
                <a:cubicBezTo>
                  <a:pt x="1871331" y="499150"/>
                  <a:pt x="1869863" y="501154"/>
                  <a:pt x="1872590" y="501154"/>
                </a:cubicBezTo>
                <a:cubicBezTo>
                  <a:pt x="1871331" y="505929"/>
                  <a:pt x="1871331" y="505929"/>
                  <a:pt x="1871331" y="505929"/>
                </a:cubicBezTo>
                <a:cubicBezTo>
                  <a:pt x="1869863" y="504081"/>
                  <a:pt x="1867347" y="504081"/>
                  <a:pt x="1868605" y="499150"/>
                </a:cubicBezTo>
                <a:close/>
                <a:moveTo>
                  <a:pt x="1383454" y="499150"/>
                </a:moveTo>
                <a:cubicBezTo>
                  <a:pt x="1383454" y="501171"/>
                  <a:pt x="1384686" y="502103"/>
                  <a:pt x="1387356" y="502103"/>
                </a:cubicBezTo>
                <a:cubicBezTo>
                  <a:pt x="1378319" y="508007"/>
                  <a:pt x="1367845" y="505987"/>
                  <a:pt x="1357575" y="504123"/>
                </a:cubicBezTo>
                <a:cubicBezTo>
                  <a:pt x="1363943" y="499150"/>
                  <a:pt x="1374417" y="503035"/>
                  <a:pt x="1383454" y="499150"/>
                </a:cubicBezTo>
                <a:close/>
                <a:moveTo>
                  <a:pt x="1626736" y="495768"/>
                </a:moveTo>
                <a:cubicBezTo>
                  <a:pt x="1623983" y="496278"/>
                  <a:pt x="1621719" y="497296"/>
                  <a:pt x="1620381" y="498785"/>
                </a:cubicBezTo>
                <a:cubicBezTo>
                  <a:pt x="1624291" y="501762"/>
                  <a:pt x="1637259" y="500665"/>
                  <a:pt x="1636024" y="495808"/>
                </a:cubicBezTo>
                <a:cubicBezTo>
                  <a:pt x="1632731" y="495259"/>
                  <a:pt x="1629489" y="495259"/>
                  <a:pt x="1626736" y="495768"/>
                </a:cubicBezTo>
                <a:close/>
                <a:moveTo>
                  <a:pt x="1681673" y="495684"/>
                </a:moveTo>
                <a:cubicBezTo>
                  <a:pt x="1686923" y="495684"/>
                  <a:pt x="1686923" y="495684"/>
                  <a:pt x="1686923" y="495684"/>
                </a:cubicBezTo>
                <a:cubicBezTo>
                  <a:pt x="1685509" y="497549"/>
                  <a:pt x="1686923" y="497549"/>
                  <a:pt x="1688135" y="497549"/>
                </a:cubicBezTo>
                <a:cubicBezTo>
                  <a:pt x="1683086" y="499569"/>
                  <a:pt x="1677836" y="503454"/>
                  <a:pt x="1670163" y="504542"/>
                </a:cubicBezTo>
                <a:cubicBezTo>
                  <a:pt x="1670163" y="498636"/>
                  <a:pt x="1680461" y="502521"/>
                  <a:pt x="1681673" y="495684"/>
                </a:cubicBezTo>
                <a:close/>
                <a:moveTo>
                  <a:pt x="2639158" y="494298"/>
                </a:moveTo>
                <a:cubicBezTo>
                  <a:pt x="2641858" y="495417"/>
                  <a:pt x="2643104" y="495417"/>
                  <a:pt x="2643104" y="494298"/>
                </a:cubicBezTo>
                <a:cubicBezTo>
                  <a:pt x="2645805" y="495417"/>
                  <a:pt x="2645805" y="497337"/>
                  <a:pt x="2647051" y="496377"/>
                </a:cubicBezTo>
                <a:cubicBezTo>
                  <a:pt x="2652243" y="499417"/>
                  <a:pt x="2643104" y="500377"/>
                  <a:pt x="2639158" y="498457"/>
                </a:cubicBezTo>
                <a:cubicBezTo>
                  <a:pt x="2637912" y="497337"/>
                  <a:pt x="2637912" y="495417"/>
                  <a:pt x="2639158" y="494298"/>
                </a:cubicBezTo>
                <a:close/>
                <a:moveTo>
                  <a:pt x="1477017" y="494298"/>
                </a:moveTo>
                <a:cubicBezTo>
                  <a:pt x="1478228" y="501185"/>
                  <a:pt x="1478228" y="501185"/>
                  <a:pt x="1478228" y="501185"/>
                </a:cubicBezTo>
                <a:cubicBezTo>
                  <a:pt x="1478228" y="496287"/>
                  <a:pt x="1461670" y="495369"/>
                  <a:pt x="1469343" y="500114"/>
                </a:cubicBezTo>
                <a:cubicBezTo>
                  <a:pt x="1466718" y="505930"/>
                  <a:pt x="1463083" y="497206"/>
                  <a:pt x="1456622" y="499196"/>
                </a:cubicBezTo>
                <a:cubicBezTo>
                  <a:pt x="1460458" y="496287"/>
                  <a:pt x="1468132" y="494298"/>
                  <a:pt x="1477017" y="494298"/>
                </a:cubicBezTo>
                <a:close/>
                <a:moveTo>
                  <a:pt x="2763077" y="494168"/>
                </a:moveTo>
                <a:cubicBezTo>
                  <a:pt x="2769723" y="492218"/>
                  <a:pt x="2774915" y="497255"/>
                  <a:pt x="2772216" y="502455"/>
                </a:cubicBezTo>
                <a:cubicBezTo>
                  <a:pt x="2765777" y="501479"/>
                  <a:pt x="2760585" y="499367"/>
                  <a:pt x="2763077" y="494168"/>
                </a:cubicBezTo>
                <a:close/>
                <a:moveTo>
                  <a:pt x="2610807" y="493772"/>
                </a:moveTo>
                <a:cubicBezTo>
                  <a:pt x="2612043" y="496759"/>
                  <a:pt x="2610807" y="498803"/>
                  <a:pt x="2617196" y="501789"/>
                </a:cubicBezTo>
                <a:cubicBezTo>
                  <a:pt x="2618638" y="498803"/>
                  <a:pt x="2619875" y="496759"/>
                  <a:pt x="2615959" y="494716"/>
                </a:cubicBezTo>
                <a:cubicBezTo>
                  <a:pt x="2614722" y="494716"/>
                  <a:pt x="2613280" y="494716"/>
                  <a:pt x="2610807" y="493772"/>
                </a:cubicBezTo>
                <a:close/>
                <a:moveTo>
                  <a:pt x="2844732" y="492218"/>
                </a:moveTo>
                <a:cubicBezTo>
                  <a:pt x="2851249" y="495305"/>
                  <a:pt x="2847379" y="499367"/>
                  <a:pt x="2846157" y="502455"/>
                </a:cubicBezTo>
                <a:cubicBezTo>
                  <a:pt x="2847379" y="499367"/>
                  <a:pt x="2839640" y="496280"/>
                  <a:pt x="2844732" y="492218"/>
                </a:cubicBezTo>
                <a:close/>
                <a:moveTo>
                  <a:pt x="3044029" y="491252"/>
                </a:moveTo>
                <a:cubicBezTo>
                  <a:pt x="3045366" y="490894"/>
                  <a:pt x="3046820" y="490961"/>
                  <a:pt x="3048429" y="491698"/>
                </a:cubicBezTo>
                <a:cubicBezTo>
                  <a:pt x="3040537" y="493559"/>
                  <a:pt x="3039290" y="500382"/>
                  <a:pt x="3034098" y="499452"/>
                </a:cubicBezTo>
                <a:cubicBezTo>
                  <a:pt x="3037057" y="497242"/>
                  <a:pt x="3040018" y="492328"/>
                  <a:pt x="3044029" y="491252"/>
                </a:cubicBezTo>
                <a:close/>
                <a:moveTo>
                  <a:pt x="3303197" y="490831"/>
                </a:moveTo>
                <a:cubicBezTo>
                  <a:pt x="3308316" y="495762"/>
                  <a:pt x="3296644" y="499613"/>
                  <a:pt x="3297873" y="504543"/>
                </a:cubicBezTo>
                <a:cubicBezTo>
                  <a:pt x="3293982" y="499613"/>
                  <a:pt x="3295415" y="495762"/>
                  <a:pt x="3303197" y="490831"/>
                </a:cubicBezTo>
                <a:close/>
                <a:moveTo>
                  <a:pt x="1679044" y="483899"/>
                </a:moveTo>
                <a:cubicBezTo>
                  <a:pt x="1676368" y="491890"/>
                  <a:pt x="1661959" y="483899"/>
                  <a:pt x="1659490" y="486876"/>
                </a:cubicBezTo>
                <a:cubicBezTo>
                  <a:pt x="1659490" y="491890"/>
                  <a:pt x="1665871" y="490793"/>
                  <a:pt x="1672457" y="490793"/>
                </a:cubicBezTo>
                <a:cubicBezTo>
                  <a:pt x="1669781" y="491890"/>
                  <a:pt x="1668546" y="495808"/>
                  <a:pt x="1671222" y="495808"/>
                </a:cubicBezTo>
                <a:cubicBezTo>
                  <a:pt x="1660724" y="502703"/>
                  <a:pt x="1654138" y="490793"/>
                  <a:pt x="1638700" y="495808"/>
                </a:cubicBezTo>
                <a:cubicBezTo>
                  <a:pt x="1646522" y="497688"/>
                  <a:pt x="1647757" y="501762"/>
                  <a:pt x="1661959" y="502703"/>
                </a:cubicBezTo>
                <a:cubicBezTo>
                  <a:pt x="1652903" y="504739"/>
                  <a:pt x="1643846" y="504739"/>
                  <a:pt x="1636024" y="504739"/>
                </a:cubicBezTo>
                <a:cubicBezTo>
                  <a:pt x="1625527" y="503642"/>
                  <a:pt x="1615235" y="502703"/>
                  <a:pt x="1604737" y="499725"/>
                </a:cubicBezTo>
                <a:cubicBezTo>
                  <a:pt x="1616470" y="506619"/>
                  <a:pt x="1596915" y="498785"/>
                  <a:pt x="1591769" y="503642"/>
                </a:cubicBezTo>
                <a:cubicBezTo>
                  <a:pt x="1586624" y="501762"/>
                  <a:pt x="1598356" y="500665"/>
                  <a:pt x="1589299" y="497688"/>
                </a:cubicBezTo>
                <a:cubicBezTo>
                  <a:pt x="1586624" y="499725"/>
                  <a:pt x="1583948" y="501762"/>
                  <a:pt x="1581478" y="503642"/>
                </a:cubicBezTo>
                <a:cubicBezTo>
                  <a:pt x="1569745" y="496748"/>
                  <a:pt x="1551426" y="500665"/>
                  <a:pt x="1535988" y="501762"/>
                </a:cubicBezTo>
                <a:cubicBezTo>
                  <a:pt x="1543604" y="488913"/>
                  <a:pt x="1572215" y="497688"/>
                  <a:pt x="1581478" y="493770"/>
                </a:cubicBezTo>
                <a:cubicBezTo>
                  <a:pt x="1573656" y="483899"/>
                  <a:pt x="1545045" y="495808"/>
                  <a:pt x="1528167" y="489853"/>
                </a:cubicBezTo>
                <a:cubicBezTo>
                  <a:pt x="1517669" y="491890"/>
                  <a:pt x="1529402" y="496748"/>
                  <a:pt x="1522815" y="500665"/>
                </a:cubicBezTo>
                <a:cubicBezTo>
                  <a:pt x="1514993" y="498785"/>
                  <a:pt x="1503261" y="495808"/>
                  <a:pt x="1499555" y="501762"/>
                </a:cubicBezTo>
                <a:cubicBezTo>
                  <a:pt x="1492969" y="498785"/>
                  <a:pt x="1508613" y="494711"/>
                  <a:pt x="1517669" y="495808"/>
                </a:cubicBezTo>
                <a:cubicBezTo>
                  <a:pt x="1517669" y="493770"/>
                  <a:pt x="1514993" y="494711"/>
                  <a:pt x="1512523" y="493770"/>
                </a:cubicBezTo>
                <a:cubicBezTo>
                  <a:pt x="1512523" y="492830"/>
                  <a:pt x="1514993" y="492830"/>
                  <a:pt x="1517669" y="491890"/>
                </a:cubicBezTo>
                <a:cubicBezTo>
                  <a:pt x="1513759" y="489853"/>
                  <a:pt x="1505936" y="489853"/>
                  <a:pt x="1502026" y="487816"/>
                </a:cubicBezTo>
                <a:cubicBezTo>
                  <a:pt x="1534548" y="486876"/>
                  <a:pt x="1564393" y="485936"/>
                  <a:pt x="1594446" y="485936"/>
                </a:cubicBezTo>
                <a:cubicBezTo>
                  <a:pt x="1621616" y="484839"/>
                  <a:pt x="1648992" y="484839"/>
                  <a:pt x="1679044" y="483899"/>
                </a:cubicBezTo>
                <a:close/>
                <a:moveTo>
                  <a:pt x="3061145" y="476677"/>
                </a:moveTo>
                <a:cubicBezTo>
                  <a:pt x="3057099" y="481535"/>
                  <a:pt x="3053053" y="486551"/>
                  <a:pt x="3051775" y="493448"/>
                </a:cubicBezTo>
                <a:cubicBezTo>
                  <a:pt x="3049006" y="487492"/>
                  <a:pt x="3047729" y="475580"/>
                  <a:pt x="3061145" y="476677"/>
                </a:cubicBezTo>
                <a:close/>
                <a:moveTo>
                  <a:pt x="2834201" y="474886"/>
                </a:moveTo>
                <a:cubicBezTo>
                  <a:pt x="2845798" y="476946"/>
                  <a:pt x="2830336" y="489940"/>
                  <a:pt x="2830336" y="496912"/>
                </a:cubicBezTo>
                <a:cubicBezTo>
                  <a:pt x="2818740" y="490891"/>
                  <a:pt x="2838067" y="480907"/>
                  <a:pt x="2834201" y="474886"/>
                </a:cubicBezTo>
                <a:close/>
                <a:moveTo>
                  <a:pt x="3267417" y="467622"/>
                </a:moveTo>
                <a:cubicBezTo>
                  <a:pt x="3264649" y="469430"/>
                  <a:pt x="3266139" y="471389"/>
                  <a:pt x="3264649" y="473349"/>
                </a:cubicBezTo>
                <a:cubicBezTo>
                  <a:pt x="3260602" y="471389"/>
                  <a:pt x="3256555" y="473349"/>
                  <a:pt x="3254000" y="470486"/>
                </a:cubicBezTo>
                <a:cubicBezTo>
                  <a:pt x="3258046" y="467622"/>
                  <a:pt x="3263371" y="466567"/>
                  <a:pt x="3267417" y="467622"/>
                </a:cubicBezTo>
                <a:close/>
                <a:moveTo>
                  <a:pt x="2853884" y="466567"/>
                </a:moveTo>
                <a:lnTo>
                  <a:pt x="2860332" y="470486"/>
                </a:lnTo>
                <a:cubicBezTo>
                  <a:pt x="2855131" y="472294"/>
                  <a:pt x="2848475" y="473349"/>
                  <a:pt x="2843274" y="472294"/>
                </a:cubicBezTo>
                <a:cubicBezTo>
                  <a:pt x="2848475" y="470486"/>
                  <a:pt x="2853884" y="470486"/>
                  <a:pt x="2853884" y="466567"/>
                </a:cubicBezTo>
                <a:close/>
                <a:moveTo>
                  <a:pt x="2815636" y="465874"/>
                </a:moveTo>
                <a:cubicBezTo>
                  <a:pt x="2819448" y="469846"/>
                  <a:pt x="2815636" y="475883"/>
                  <a:pt x="2815636" y="480967"/>
                </a:cubicBezTo>
                <a:cubicBezTo>
                  <a:pt x="2804201" y="480013"/>
                  <a:pt x="2815636" y="470957"/>
                  <a:pt x="2815636" y="465874"/>
                </a:cubicBezTo>
                <a:close/>
                <a:moveTo>
                  <a:pt x="3016373" y="464488"/>
                </a:moveTo>
                <a:cubicBezTo>
                  <a:pt x="3020263" y="468449"/>
                  <a:pt x="3017602" y="471459"/>
                  <a:pt x="3014939" y="475421"/>
                </a:cubicBezTo>
                <a:cubicBezTo>
                  <a:pt x="3005929" y="471459"/>
                  <a:pt x="3014939" y="468449"/>
                  <a:pt x="3016373" y="464488"/>
                </a:cubicBezTo>
                <a:close/>
                <a:moveTo>
                  <a:pt x="2765423" y="461714"/>
                </a:moveTo>
                <a:cubicBezTo>
                  <a:pt x="2775824" y="464692"/>
                  <a:pt x="2758767" y="469551"/>
                  <a:pt x="2770623" y="470649"/>
                </a:cubicBezTo>
                <a:cubicBezTo>
                  <a:pt x="2766671" y="479582"/>
                  <a:pt x="2766671" y="479582"/>
                  <a:pt x="2766671" y="479582"/>
                </a:cubicBezTo>
                <a:cubicBezTo>
                  <a:pt x="2761471" y="473626"/>
                  <a:pt x="2760223" y="467670"/>
                  <a:pt x="2765423" y="461714"/>
                </a:cubicBezTo>
                <a:close/>
                <a:moveTo>
                  <a:pt x="2634978" y="461699"/>
                </a:moveTo>
                <a:cubicBezTo>
                  <a:pt x="2624369" y="462653"/>
                  <a:pt x="2627073" y="468690"/>
                  <a:pt x="2624369" y="474727"/>
                </a:cubicBezTo>
                <a:cubicBezTo>
                  <a:pt x="2619168" y="469643"/>
                  <a:pt x="2617921" y="459634"/>
                  <a:pt x="2634978" y="461699"/>
                </a:cubicBezTo>
                <a:close/>
                <a:moveTo>
                  <a:pt x="2453234" y="461062"/>
                </a:moveTo>
                <a:cubicBezTo>
                  <a:pt x="2455644" y="460828"/>
                  <a:pt x="2458695" y="461252"/>
                  <a:pt x="2462325" y="462715"/>
                </a:cubicBezTo>
                <a:cubicBezTo>
                  <a:pt x="2455802" y="462715"/>
                  <a:pt x="2451803" y="465642"/>
                  <a:pt x="2450541" y="470572"/>
                </a:cubicBezTo>
                <a:cubicBezTo>
                  <a:pt x="2444543" y="468377"/>
                  <a:pt x="2446004" y="461762"/>
                  <a:pt x="2453234" y="461062"/>
                </a:cubicBezTo>
                <a:close/>
                <a:moveTo>
                  <a:pt x="3256348" y="455475"/>
                </a:moveTo>
                <a:cubicBezTo>
                  <a:pt x="3260161" y="458485"/>
                  <a:pt x="3255145" y="462447"/>
                  <a:pt x="3252537" y="466409"/>
                </a:cubicBezTo>
                <a:cubicBezTo>
                  <a:pt x="3244913" y="462447"/>
                  <a:pt x="3252537" y="458485"/>
                  <a:pt x="3256348" y="455475"/>
                </a:cubicBezTo>
                <a:close/>
                <a:moveTo>
                  <a:pt x="3095955" y="455475"/>
                </a:moveTo>
                <a:cubicBezTo>
                  <a:pt x="3102404" y="459442"/>
                  <a:pt x="3103859" y="461505"/>
                  <a:pt x="3097202" y="467536"/>
                </a:cubicBezTo>
                <a:cubicBezTo>
                  <a:pt x="3086802" y="468488"/>
                  <a:pt x="3095955" y="460553"/>
                  <a:pt x="3095955" y="455475"/>
                </a:cubicBezTo>
                <a:close/>
                <a:moveTo>
                  <a:pt x="2721013" y="454639"/>
                </a:moveTo>
                <a:cubicBezTo>
                  <a:pt x="2722642" y="453861"/>
                  <a:pt x="2724895" y="453639"/>
                  <a:pt x="2728230" y="454644"/>
                </a:cubicBezTo>
                <a:cubicBezTo>
                  <a:pt x="2729481" y="466246"/>
                  <a:pt x="2712391" y="462379"/>
                  <a:pt x="2714891" y="469185"/>
                </a:cubicBezTo>
                <a:cubicBezTo>
                  <a:pt x="2706972" y="468257"/>
                  <a:pt x="2706972" y="468257"/>
                  <a:pt x="2706972" y="468257"/>
                </a:cubicBezTo>
                <a:cubicBezTo>
                  <a:pt x="2710932" y="458511"/>
                  <a:pt x="2710932" y="458511"/>
                  <a:pt x="2710932" y="458511"/>
                </a:cubicBezTo>
                <a:cubicBezTo>
                  <a:pt x="2716871" y="464312"/>
                  <a:pt x="2716129" y="456974"/>
                  <a:pt x="2721013" y="454639"/>
                </a:cubicBezTo>
                <a:close/>
                <a:moveTo>
                  <a:pt x="3267872" y="453634"/>
                </a:moveTo>
                <a:cubicBezTo>
                  <a:pt x="3265316" y="456586"/>
                  <a:pt x="3274687" y="459539"/>
                  <a:pt x="3265316" y="461559"/>
                </a:cubicBezTo>
                <a:cubicBezTo>
                  <a:pt x="3261270" y="459539"/>
                  <a:pt x="3262547" y="452701"/>
                  <a:pt x="3267872" y="453634"/>
                </a:cubicBezTo>
                <a:close/>
                <a:moveTo>
                  <a:pt x="2859545" y="453395"/>
                </a:moveTo>
                <a:cubicBezTo>
                  <a:pt x="2864870" y="456347"/>
                  <a:pt x="2864870" y="459300"/>
                  <a:pt x="2858055" y="462252"/>
                </a:cubicBezTo>
                <a:cubicBezTo>
                  <a:pt x="2854222" y="461319"/>
                  <a:pt x="2858055" y="459300"/>
                  <a:pt x="2851453" y="457435"/>
                </a:cubicBezTo>
                <a:cubicBezTo>
                  <a:pt x="2854222" y="456347"/>
                  <a:pt x="2856777" y="454483"/>
                  <a:pt x="2859545" y="453395"/>
                </a:cubicBezTo>
                <a:close/>
                <a:moveTo>
                  <a:pt x="2629632" y="450622"/>
                </a:moveTo>
                <a:cubicBezTo>
                  <a:pt x="2630844" y="452701"/>
                  <a:pt x="2635892" y="460861"/>
                  <a:pt x="2627008" y="458781"/>
                </a:cubicBezTo>
                <a:cubicBezTo>
                  <a:pt x="2630844" y="455741"/>
                  <a:pt x="2628219" y="454782"/>
                  <a:pt x="2629632" y="450622"/>
                </a:cubicBezTo>
                <a:close/>
                <a:moveTo>
                  <a:pt x="2579049" y="447849"/>
                </a:moveTo>
                <a:cubicBezTo>
                  <a:pt x="2582886" y="448834"/>
                  <a:pt x="2579049" y="451953"/>
                  <a:pt x="2584098" y="452939"/>
                </a:cubicBezTo>
                <a:cubicBezTo>
                  <a:pt x="2582886" y="453924"/>
                  <a:pt x="2577837" y="451953"/>
                  <a:pt x="2575213" y="450804"/>
                </a:cubicBezTo>
                <a:cubicBezTo>
                  <a:pt x="2577837" y="450804"/>
                  <a:pt x="2579049" y="449819"/>
                  <a:pt x="2579049" y="447849"/>
                </a:cubicBezTo>
                <a:close/>
                <a:moveTo>
                  <a:pt x="2957698" y="445769"/>
                </a:moveTo>
                <a:cubicBezTo>
                  <a:pt x="2969377" y="450616"/>
                  <a:pt x="2958928" y="458592"/>
                  <a:pt x="2956468" y="466410"/>
                </a:cubicBezTo>
                <a:cubicBezTo>
                  <a:pt x="2948682" y="460625"/>
                  <a:pt x="2958928" y="453588"/>
                  <a:pt x="2957698" y="445769"/>
                </a:cubicBezTo>
                <a:close/>
                <a:moveTo>
                  <a:pt x="2561346" y="442214"/>
                </a:moveTo>
                <a:cubicBezTo>
                  <a:pt x="2558667" y="442214"/>
                  <a:pt x="2554751" y="446144"/>
                  <a:pt x="2558667" y="447087"/>
                </a:cubicBezTo>
                <a:cubicBezTo>
                  <a:pt x="2559903" y="447087"/>
                  <a:pt x="2561346" y="447087"/>
                  <a:pt x="2563819" y="448187"/>
                </a:cubicBezTo>
                <a:cubicBezTo>
                  <a:pt x="2562582" y="449130"/>
                  <a:pt x="2562582" y="450073"/>
                  <a:pt x="2563819" y="450073"/>
                </a:cubicBezTo>
                <a:cubicBezTo>
                  <a:pt x="2563819" y="447087"/>
                  <a:pt x="2569177" y="448187"/>
                  <a:pt x="2569177" y="446144"/>
                </a:cubicBezTo>
                <a:cubicBezTo>
                  <a:pt x="2562582" y="445201"/>
                  <a:pt x="2565262" y="443157"/>
                  <a:pt x="2561346" y="442214"/>
                </a:cubicBezTo>
                <a:close/>
                <a:moveTo>
                  <a:pt x="2587757" y="440916"/>
                </a:moveTo>
                <a:cubicBezTo>
                  <a:pt x="2591369" y="443956"/>
                  <a:pt x="2578729" y="442996"/>
                  <a:pt x="2581338" y="446995"/>
                </a:cubicBezTo>
                <a:cubicBezTo>
                  <a:pt x="2576121" y="443956"/>
                  <a:pt x="2583745" y="440916"/>
                  <a:pt x="2587757" y="440916"/>
                </a:cubicBezTo>
                <a:close/>
                <a:moveTo>
                  <a:pt x="3021680" y="433983"/>
                </a:moveTo>
                <a:cubicBezTo>
                  <a:pt x="3029353" y="433983"/>
                  <a:pt x="3026728" y="439888"/>
                  <a:pt x="3025516" y="442840"/>
                </a:cubicBezTo>
                <a:cubicBezTo>
                  <a:pt x="3021680" y="439888"/>
                  <a:pt x="3020468" y="436936"/>
                  <a:pt x="3021680" y="433983"/>
                </a:cubicBezTo>
                <a:close/>
                <a:moveTo>
                  <a:pt x="2633823" y="433983"/>
                </a:moveTo>
                <a:cubicBezTo>
                  <a:pt x="2640425" y="441841"/>
                  <a:pt x="2636379" y="440762"/>
                  <a:pt x="2635101" y="450468"/>
                </a:cubicBezTo>
                <a:cubicBezTo>
                  <a:pt x="2627008" y="446617"/>
                  <a:pt x="2632332" y="439838"/>
                  <a:pt x="2633823" y="433983"/>
                </a:cubicBezTo>
                <a:close/>
                <a:moveTo>
                  <a:pt x="2691652" y="431996"/>
                </a:moveTo>
                <a:cubicBezTo>
                  <a:pt x="2689499" y="432486"/>
                  <a:pt x="2687528" y="433700"/>
                  <a:pt x="2685557" y="434640"/>
                </a:cubicBezTo>
                <a:cubicBezTo>
                  <a:pt x="2688254" y="438714"/>
                  <a:pt x="2697384" y="438714"/>
                  <a:pt x="2698836" y="433700"/>
                </a:cubicBezTo>
                <a:cubicBezTo>
                  <a:pt x="2696139" y="431741"/>
                  <a:pt x="2693805" y="431506"/>
                  <a:pt x="2691652" y="431996"/>
                </a:cubicBezTo>
                <a:close/>
                <a:moveTo>
                  <a:pt x="3091030" y="431210"/>
                </a:moveTo>
                <a:cubicBezTo>
                  <a:pt x="3093400" y="435129"/>
                  <a:pt x="3094783" y="446100"/>
                  <a:pt x="3089647" y="449079"/>
                </a:cubicBezTo>
                <a:cubicBezTo>
                  <a:pt x="3087277" y="444063"/>
                  <a:pt x="3085893" y="434189"/>
                  <a:pt x="3091030" y="431210"/>
                </a:cubicBezTo>
                <a:close/>
                <a:moveTo>
                  <a:pt x="3067348" y="431210"/>
                </a:moveTo>
                <a:cubicBezTo>
                  <a:pt x="3082962" y="435175"/>
                  <a:pt x="3064677" y="445325"/>
                  <a:pt x="3072484" y="454206"/>
                </a:cubicBezTo>
                <a:cubicBezTo>
                  <a:pt x="3068581" y="455316"/>
                  <a:pt x="3064677" y="455316"/>
                  <a:pt x="3059542" y="454206"/>
                </a:cubicBezTo>
                <a:cubicBezTo>
                  <a:pt x="3064677" y="444215"/>
                  <a:pt x="3064677" y="442312"/>
                  <a:pt x="3067348" y="431210"/>
                </a:cubicBezTo>
                <a:close/>
                <a:moveTo>
                  <a:pt x="2737663" y="426159"/>
                </a:moveTo>
                <a:cubicBezTo>
                  <a:pt x="2732572" y="434152"/>
                  <a:pt x="2735219" y="437131"/>
                  <a:pt x="2728702" y="442146"/>
                </a:cubicBezTo>
                <a:cubicBezTo>
                  <a:pt x="2726055" y="440108"/>
                  <a:pt x="2727480" y="424278"/>
                  <a:pt x="2737663" y="426159"/>
                </a:cubicBezTo>
                <a:close/>
                <a:moveTo>
                  <a:pt x="3360651" y="424971"/>
                </a:moveTo>
                <a:cubicBezTo>
                  <a:pt x="3369770" y="429974"/>
                  <a:pt x="3368526" y="434819"/>
                  <a:pt x="3371013" y="440760"/>
                </a:cubicBezTo>
                <a:cubicBezTo>
                  <a:pt x="3363138" y="433882"/>
                  <a:pt x="3359408" y="428879"/>
                  <a:pt x="3360651" y="424971"/>
                </a:cubicBezTo>
                <a:close/>
                <a:moveTo>
                  <a:pt x="2635535" y="424971"/>
                </a:moveTo>
                <a:cubicBezTo>
                  <a:pt x="2639520" y="424971"/>
                  <a:pt x="2642246" y="431749"/>
                  <a:pt x="2634277" y="429901"/>
                </a:cubicBezTo>
                <a:cubicBezTo>
                  <a:pt x="2638262" y="427898"/>
                  <a:pt x="2635535" y="427898"/>
                  <a:pt x="2635535" y="424971"/>
                </a:cubicBezTo>
                <a:close/>
                <a:moveTo>
                  <a:pt x="2507840" y="424971"/>
                </a:moveTo>
                <a:cubicBezTo>
                  <a:pt x="2523213" y="424971"/>
                  <a:pt x="2506405" y="432120"/>
                  <a:pt x="2509069" y="435208"/>
                </a:cubicBezTo>
                <a:cubicBezTo>
                  <a:pt x="2496156" y="432120"/>
                  <a:pt x="2514194" y="427083"/>
                  <a:pt x="2507840" y="424971"/>
                </a:cubicBezTo>
                <a:close/>
                <a:moveTo>
                  <a:pt x="2467716" y="416547"/>
                </a:moveTo>
                <a:cubicBezTo>
                  <a:pt x="2469870" y="417726"/>
                  <a:pt x="2469118" y="423145"/>
                  <a:pt x="2471976" y="420215"/>
                </a:cubicBezTo>
                <a:cubicBezTo>
                  <a:pt x="2479600" y="421153"/>
                  <a:pt x="2470773" y="424122"/>
                  <a:pt x="2470773" y="424122"/>
                </a:cubicBezTo>
                <a:cubicBezTo>
                  <a:pt x="2464354" y="423028"/>
                  <a:pt x="2470773" y="419122"/>
                  <a:pt x="2464354" y="417248"/>
                </a:cubicBezTo>
                <a:cubicBezTo>
                  <a:pt x="2465958" y="416232"/>
                  <a:pt x="2466999" y="416154"/>
                  <a:pt x="2467716" y="416547"/>
                </a:cubicBezTo>
                <a:close/>
                <a:moveTo>
                  <a:pt x="2998508" y="415113"/>
                </a:moveTo>
                <a:cubicBezTo>
                  <a:pt x="2987998" y="418100"/>
                  <a:pt x="3003660" y="421088"/>
                  <a:pt x="2993357" y="424075"/>
                </a:cubicBezTo>
                <a:cubicBezTo>
                  <a:pt x="2995829" y="425962"/>
                  <a:pt x="2999745" y="425019"/>
                  <a:pt x="2997271" y="427062"/>
                </a:cubicBezTo>
                <a:cubicBezTo>
                  <a:pt x="3003660" y="427062"/>
                  <a:pt x="3006338" y="418100"/>
                  <a:pt x="2998508" y="415113"/>
                </a:cubicBezTo>
                <a:close/>
                <a:moveTo>
                  <a:pt x="2475543" y="413186"/>
                </a:moveTo>
                <a:cubicBezTo>
                  <a:pt x="2483228" y="414305"/>
                  <a:pt x="2480735" y="418305"/>
                  <a:pt x="2476789" y="419265"/>
                </a:cubicBezTo>
                <a:cubicBezTo>
                  <a:pt x="2468896" y="418305"/>
                  <a:pt x="2471596" y="414305"/>
                  <a:pt x="2475543" y="413186"/>
                </a:cubicBezTo>
                <a:close/>
                <a:moveTo>
                  <a:pt x="3125949" y="412077"/>
                </a:moveTo>
                <a:cubicBezTo>
                  <a:pt x="3131808" y="413008"/>
                  <a:pt x="3137780" y="418876"/>
                  <a:pt x="3135943" y="424119"/>
                </a:cubicBezTo>
                <a:cubicBezTo>
                  <a:pt x="3126958" y="423006"/>
                  <a:pt x="3126958" y="423006"/>
                  <a:pt x="3126958" y="423006"/>
                </a:cubicBezTo>
                <a:cubicBezTo>
                  <a:pt x="3130837" y="416016"/>
                  <a:pt x="3124303" y="416016"/>
                  <a:pt x="3120424" y="412998"/>
                </a:cubicBezTo>
                <a:cubicBezTo>
                  <a:pt x="3122057" y="412005"/>
                  <a:pt x="3123997" y="411766"/>
                  <a:pt x="3125949" y="412077"/>
                </a:cubicBezTo>
                <a:close/>
                <a:moveTo>
                  <a:pt x="2596521" y="411799"/>
                </a:moveTo>
                <a:cubicBezTo>
                  <a:pt x="2605900" y="413859"/>
                  <a:pt x="2597980" y="420832"/>
                  <a:pt x="2595270" y="422733"/>
                </a:cubicBezTo>
                <a:cubicBezTo>
                  <a:pt x="2583391" y="419880"/>
                  <a:pt x="2597980" y="417820"/>
                  <a:pt x="2596521" y="411799"/>
                </a:cubicBezTo>
                <a:close/>
                <a:moveTo>
                  <a:pt x="2983836" y="410807"/>
                </a:moveTo>
                <a:cubicBezTo>
                  <a:pt x="2977188" y="412671"/>
                  <a:pt x="2990274" y="415624"/>
                  <a:pt x="2983836" y="418576"/>
                </a:cubicBezTo>
                <a:cubicBezTo>
                  <a:pt x="2975942" y="416712"/>
                  <a:pt x="2978435" y="409719"/>
                  <a:pt x="2983836" y="410807"/>
                </a:cubicBezTo>
                <a:close/>
                <a:moveTo>
                  <a:pt x="3360728" y="409026"/>
                </a:moveTo>
                <a:cubicBezTo>
                  <a:pt x="3367330" y="411934"/>
                  <a:pt x="3364774" y="415760"/>
                  <a:pt x="3370099" y="415760"/>
                </a:cubicBezTo>
                <a:cubicBezTo>
                  <a:pt x="3366053" y="417750"/>
                  <a:pt x="3367330" y="420658"/>
                  <a:pt x="3364774" y="419739"/>
                </a:cubicBezTo>
                <a:cubicBezTo>
                  <a:pt x="3363284" y="416832"/>
                  <a:pt x="3356682" y="416832"/>
                  <a:pt x="3360728" y="409026"/>
                </a:cubicBezTo>
                <a:close/>
                <a:moveTo>
                  <a:pt x="3110220" y="408332"/>
                </a:moveTo>
                <a:cubicBezTo>
                  <a:pt x="3110220" y="426209"/>
                  <a:pt x="3106268" y="440288"/>
                  <a:pt x="3099819" y="455316"/>
                </a:cubicBezTo>
                <a:cubicBezTo>
                  <a:pt x="3093163" y="439338"/>
                  <a:pt x="3106268" y="422253"/>
                  <a:pt x="3110220" y="408332"/>
                </a:cubicBezTo>
                <a:close/>
                <a:moveTo>
                  <a:pt x="2660421" y="408251"/>
                </a:moveTo>
                <a:cubicBezTo>
                  <a:pt x="2663666" y="408251"/>
                  <a:pt x="2667561" y="408760"/>
                  <a:pt x="2670157" y="408290"/>
                </a:cubicBezTo>
                <a:cubicBezTo>
                  <a:pt x="2666418" y="418162"/>
                  <a:pt x="2679503" y="430071"/>
                  <a:pt x="2659772" y="437906"/>
                </a:cubicBezTo>
                <a:cubicBezTo>
                  <a:pt x="2661018" y="440883"/>
                  <a:pt x="2663718" y="437906"/>
                  <a:pt x="2668910" y="439003"/>
                </a:cubicBezTo>
                <a:cubicBezTo>
                  <a:pt x="2670157" y="442920"/>
                  <a:pt x="2654579" y="442920"/>
                  <a:pt x="2661018" y="444957"/>
                </a:cubicBezTo>
                <a:cubicBezTo>
                  <a:pt x="2658526" y="447934"/>
                  <a:pt x="2657072" y="441980"/>
                  <a:pt x="2649179" y="442920"/>
                </a:cubicBezTo>
                <a:cubicBezTo>
                  <a:pt x="2647933" y="445897"/>
                  <a:pt x="2647933" y="445897"/>
                  <a:pt x="2647933" y="445897"/>
                </a:cubicBezTo>
                <a:cubicBezTo>
                  <a:pt x="2649179" y="447934"/>
                  <a:pt x="2653126" y="445897"/>
                  <a:pt x="2655825" y="449814"/>
                </a:cubicBezTo>
                <a:cubicBezTo>
                  <a:pt x="2642741" y="451852"/>
                  <a:pt x="2636094" y="441980"/>
                  <a:pt x="2646687" y="433048"/>
                </a:cubicBezTo>
                <a:cubicBezTo>
                  <a:pt x="2647933" y="433988"/>
                  <a:pt x="2650633" y="434929"/>
                  <a:pt x="2654579" y="436025"/>
                </a:cubicBezTo>
                <a:cubicBezTo>
                  <a:pt x="2661018" y="434929"/>
                  <a:pt x="2659772" y="428034"/>
                  <a:pt x="2664964" y="425997"/>
                </a:cubicBezTo>
                <a:cubicBezTo>
                  <a:pt x="2662472" y="422079"/>
                  <a:pt x="2659772" y="420199"/>
                  <a:pt x="2650633" y="421139"/>
                </a:cubicBezTo>
                <a:cubicBezTo>
                  <a:pt x="2649179" y="415185"/>
                  <a:pt x="2657072" y="415185"/>
                  <a:pt x="2662472" y="413148"/>
                </a:cubicBezTo>
                <a:cubicBezTo>
                  <a:pt x="2664964" y="408290"/>
                  <a:pt x="2651879" y="415185"/>
                  <a:pt x="2654579" y="411267"/>
                </a:cubicBezTo>
                <a:cubicBezTo>
                  <a:pt x="2654579" y="408760"/>
                  <a:pt x="2657176" y="408251"/>
                  <a:pt x="2660421" y="408251"/>
                </a:cubicBezTo>
                <a:close/>
                <a:moveTo>
                  <a:pt x="2970363" y="406253"/>
                </a:moveTo>
                <a:cubicBezTo>
                  <a:pt x="2977178" y="407190"/>
                  <a:pt x="2971640" y="413127"/>
                  <a:pt x="2978456" y="413127"/>
                </a:cubicBezTo>
                <a:cubicBezTo>
                  <a:pt x="2977178" y="417189"/>
                  <a:pt x="2971640" y="417189"/>
                  <a:pt x="2965039" y="416095"/>
                </a:cubicBezTo>
                <a:cubicBezTo>
                  <a:pt x="2965039" y="411252"/>
                  <a:pt x="2967594" y="409221"/>
                  <a:pt x="2970363" y="406253"/>
                </a:cubicBezTo>
                <a:close/>
                <a:moveTo>
                  <a:pt x="2730039" y="405112"/>
                </a:moveTo>
                <a:cubicBezTo>
                  <a:pt x="2733982" y="404000"/>
                  <a:pt x="2735434" y="412102"/>
                  <a:pt x="2737924" y="407018"/>
                </a:cubicBezTo>
                <a:cubicBezTo>
                  <a:pt x="2741867" y="408130"/>
                  <a:pt x="2739377" y="411149"/>
                  <a:pt x="2743112" y="411149"/>
                </a:cubicBezTo>
                <a:cubicBezTo>
                  <a:pt x="2737924" y="417186"/>
                  <a:pt x="2731492" y="402094"/>
                  <a:pt x="2730039" y="413055"/>
                </a:cubicBezTo>
                <a:cubicBezTo>
                  <a:pt x="2716967" y="412102"/>
                  <a:pt x="2724852" y="407018"/>
                  <a:pt x="2730039" y="405112"/>
                </a:cubicBezTo>
                <a:close/>
                <a:moveTo>
                  <a:pt x="2491495" y="403017"/>
                </a:moveTo>
                <a:cubicBezTo>
                  <a:pt x="2496511" y="402094"/>
                  <a:pt x="2504135" y="405020"/>
                  <a:pt x="2504135" y="408871"/>
                </a:cubicBezTo>
                <a:cubicBezTo>
                  <a:pt x="2495307" y="407947"/>
                  <a:pt x="2488887" y="405945"/>
                  <a:pt x="2491495" y="403017"/>
                </a:cubicBezTo>
                <a:close/>
                <a:moveTo>
                  <a:pt x="2713154" y="400013"/>
                </a:moveTo>
                <a:cubicBezTo>
                  <a:pt x="2715851" y="413958"/>
                  <a:pt x="2709212" y="429783"/>
                  <a:pt x="2701326" y="449525"/>
                </a:cubicBezTo>
                <a:cubicBezTo>
                  <a:pt x="2693442" y="465350"/>
                  <a:pt x="2687009" y="486189"/>
                  <a:pt x="2671239" y="501073"/>
                </a:cubicBezTo>
                <a:cubicBezTo>
                  <a:pt x="2663354" y="497000"/>
                  <a:pt x="2679124" y="483212"/>
                  <a:pt x="2679124" y="471304"/>
                </a:cubicBezTo>
                <a:cubicBezTo>
                  <a:pt x="2680369" y="462373"/>
                  <a:pt x="2677672" y="464410"/>
                  <a:pt x="2683067" y="457516"/>
                </a:cubicBezTo>
                <a:cubicBezTo>
                  <a:pt x="2683067" y="455479"/>
                  <a:pt x="2679124" y="445608"/>
                  <a:pt x="2675182" y="454539"/>
                </a:cubicBezTo>
                <a:cubicBezTo>
                  <a:pt x="2672485" y="444668"/>
                  <a:pt x="2690952" y="433700"/>
                  <a:pt x="2683067" y="424769"/>
                </a:cubicBezTo>
                <a:cubicBezTo>
                  <a:pt x="2690952" y="427746"/>
                  <a:pt x="2690952" y="425709"/>
                  <a:pt x="2697384" y="428686"/>
                </a:cubicBezTo>
                <a:cubicBezTo>
                  <a:pt x="2697384" y="428686"/>
                  <a:pt x="2697384" y="428686"/>
                  <a:pt x="2698836" y="422732"/>
                </a:cubicBezTo>
                <a:cubicBezTo>
                  <a:pt x="2700082" y="420852"/>
                  <a:pt x="2694894" y="420852"/>
                  <a:pt x="2690952" y="419912"/>
                </a:cubicBezTo>
                <a:cubicBezTo>
                  <a:pt x="2709212" y="418815"/>
                  <a:pt x="2705269" y="405027"/>
                  <a:pt x="2713154" y="400013"/>
                </a:cubicBezTo>
                <a:close/>
                <a:moveTo>
                  <a:pt x="2758508" y="398177"/>
                </a:moveTo>
                <a:cubicBezTo>
                  <a:pt x="2773098" y="399271"/>
                  <a:pt x="2757258" y="406145"/>
                  <a:pt x="2756008" y="408176"/>
                </a:cubicBezTo>
                <a:cubicBezTo>
                  <a:pt x="2750589" y="407083"/>
                  <a:pt x="2754549" y="397240"/>
                  <a:pt x="2758508" y="398177"/>
                </a:cubicBezTo>
                <a:close/>
                <a:moveTo>
                  <a:pt x="2520388" y="397934"/>
                </a:moveTo>
                <a:cubicBezTo>
                  <a:pt x="2530485" y="400973"/>
                  <a:pt x="2517763" y="403053"/>
                  <a:pt x="2524225" y="405133"/>
                </a:cubicBezTo>
                <a:cubicBezTo>
                  <a:pt x="2522811" y="406093"/>
                  <a:pt x="2521600" y="405133"/>
                  <a:pt x="2521600" y="405133"/>
                </a:cubicBezTo>
                <a:cubicBezTo>
                  <a:pt x="2516552" y="404013"/>
                  <a:pt x="2515341" y="405133"/>
                  <a:pt x="2508878" y="404013"/>
                </a:cubicBezTo>
                <a:cubicBezTo>
                  <a:pt x="2511503" y="400973"/>
                  <a:pt x="2518975" y="402094"/>
                  <a:pt x="2520388" y="397934"/>
                </a:cubicBezTo>
                <a:close/>
                <a:moveTo>
                  <a:pt x="2981611" y="394203"/>
                </a:moveTo>
                <a:lnTo>
                  <a:pt x="2981193" y="394404"/>
                </a:lnTo>
                <a:lnTo>
                  <a:pt x="2981562" y="394573"/>
                </a:lnTo>
                <a:close/>
                <a:moveTo>
                  <a:pt x="2995829" y="389328"/>
                </a:moveTo>
                <a:lnTo>
                  <a:pt x="3000360" y="393542"/>
                </a:lnTo>
                <a:lnTo>
                  <a:pt x="3001090" y="393032"/>
                </a:lnTo>
                <a:cubicBezTo>
                  <a:pt x="3003586" y="393969"/>
                  <a:pt x="3007539" y="396000"/>
                  <a:pt x="3006291" y="398969"/>
                </a:cubicBezTo>
                <a:lnTo>
                  <a:pt x="3002288" y="399276"/>
                </a:lnTo>
                <a:lnTo>
                  <a:pt x="3002423" y="400177"/>
                </a:lnTo>
                <a:cubicBezTo>
                  <a:pt x="3003660" y="399233"/>
                  <a:pt x="3005102" y="400177"/>
                  <a:pt x="3007575" y="399233"/>
                </a:cubicBezTo>
                <a:cubicBezTo>
                  <a:pt x="3011490" y="396246"/>
                  <a:pt x="3002423" y="391215"/>
                  <a:pt x="3010254" y="391215"/>
                </a:cubicBezTo>
                <a:cubicBezTo>
                  <a:pt x="3014169" y="398133"/>
                  <a:pt x="3006338" y="405208"/>
                  <a:pt x="3011490" y="412126"/>
                </a:cubicBezTo>
                <a:cubicBezTo>
                  <a:pt x="3014169" y="413069"/>
                  <a:pt x="3018084" y="408195"/>
                  <a:pt x="3020763" y="410082"/>
                </a:cubicBezTo>
                <a:cubicBezTo>
                  <a:pt x="3015406" y="413069"/>
                  <a:pt x="3021999" y="415113"/>
                  <a:pt x="3014169" y="418100"/>
                </a:cubicBezTo>
                <a:cubicBezTo>
                  <a:pt x="3011490" y="417157"/>
                  <a:pt x="3010254" y="415113"/>
                  <a:pt x="3007575" y="416056"/>
                </a:cubicBezTo>
                <a:cubicBezTo>
                  <a:pt x="3007575" y="420144"/>
                  <a:pt x="3011490" y="430049"/>
                  <a:pt x="3018084" y="427062"/>
                </a:cubicBezTo>
                <a:cubicBezTo>
                  <a:pt x="3011490" y="430049"/>
                  <a:pt x="3015406" y="431936"/>
                  <a:pt x="3008811" y="434924"/>
                </a:cubicBezTo>
                <a:cubicBezTo>
                  <a:pt x="3002423" y="431936"/>
                  <a:pt x="3015406" y="428005"/>
                  <a:pt x="3007575" y="425019"/>
                </a:cubicBezTo>
                <a:cubicBezTo>
                  <a:pt x="3001187" y="430993"/>
                  <a:pt x="3003660" y="433037"/>
                  <a:pt x="2991914" y="437911"/>
                </a:cubicBezTo>
                <a:cubicBezTo>
                  <a:pt x="2993357" y="439955"/>
                  <a:pt x="2994593" y="440898"/>
                  <a:pt x="2994593" y="441999"/>
                </a:cubicBezTo>
                <a:cubicBezTo>
                  <a:pt x="2999745" y="441999"/>
                  <a:pt x="2997271" y="440898"/>
                  <a:pt x="3001187" y="437911"/>
                </a:cubicBezTo>
                <a:cubicBezTo>
                  <a:pt x="3003660" y="439955"/>
                  <a:pt x="3006338" y="439955"/>
                  <a:pt x="3008811" y="439011"/>
                </a:cubicBezTo>
                <a:cubicBezTo>
                  <a:pt x="3015406" y="441999"/>
                  <a:pt x="3010254" y="445929"/>
                  <a:pt x="3014169" y="448916"/>
                </a:cubicBezTo>
                <a:cubicBezTo>
                  <a:pt x="3023235" y="446872"/>
                  <a:pt x="3015406" y="439011"/>
                  <a:pt x="3023235" y="443885"/>
                </a:cubicBezTo>
                <a:cubicBezTo>
                  <a:pt x="3021999" y="448916"/>
                  <a:pt x="3020763" y="459765"/>
                  <a:pt x="3015406" y="461809"/>
                </a:cubicBezTo>
                <a:cubicBezTo>
                  <a:pt x="3018084" y="459765"/>
                  <a:pt x="3014169" y="456778"/>
                  <a:pt x="3010254" y="454891"/>
                </a:cubicBezTo>
                <a:cubicBezTo>
                  <a:pt x="3001187" y="462752"/>
                  <a:pt x="3010254" y="473758"/>
                  <a:pt x="3002423" y="477688"/>
                </a:cubicBezTo>
                <a:cubicBezTo>
                  <a:pt x="3005102" y="479732"/>
                  <a:pt x="3007575" y="478632"/>
                  <a:pt x="3010254" y="476745"/>
                </a:cubicBezTo>
                <a:cubicBezTo>
                  <a:pt x="3016848" y="479732"/>
                  <a:pt x="3015406" y="482720"/>
                  <a:pt x="3015406" y="486650"/>
                </a:cubicBezTo>
                <a:cubicBezTo>
                  <a:pt x="3001187" y="493568"/>
                  <a:pt x="3006338" y="504574"/>
                  <a:pt x="3008811" y="516366"/>
                </a:cubicBezTo>
                <a:cubicBezTo>
                  <a:pt x="3006338" y="514479"/>
                  <a:pt x="3008811" y="508504"/>
                  <a:pt x="3002423" y="510391"/>
                </a:cubicBezTo>
                <a:cubicBezTo>
                  <a:pt x="2994593" y="514479"/>
                  <a:pt x="3006338" y="519510"/>
                  <a:pt x="3003660" y="523441"/>
                </a:cubicBezTo>
                <a:cubicBezTo>
                  <a:pt x="2999745" y="523441"/>
                  <a:pt x="2997271" y="519510"/>
                  <a:pt x="2993357" y="523441"/>
                </a:cubicBezTo>
                <a:cubicBezTo>
                  <a:pt x="2993357" y="523441"/>
                  <a:pt x="2993357" y="523441"/>
                  <a:pt x="2999745" y="527372"/>
                </a:cubicBezTo>
                <a:cubicBezTo>
                  <a:pt x="2987998" y="533346"/>
                  <a:pt x="3007575" y="540264"/>
                  <a:pt x="3005102" y="547182"/>
                </a:cubicBezTo>
                <a:cubicBezTo>
                  <a:pt x="2999229" y="549697"/>
                  <a:pt x="2997271" y="553942"/>
                  <a:pt x="2998070" y="557558"/>
                </a:cubicBezTo>
                <a:lnTo>
                  <a:pt x="2999444" y="559608"/>
                </a:lnTo>
                <a:lnTo>
                  <a:pt x="3005912" y="559932"/>
                </a:lnTo>
                <a:lnTo>
                  <a:pt x="3005798" y="559642"/>
                </a:lnTo>
                <a:cubicBezTo>
                  <a:pt x="3004999" y="558148"/>
                  <a:pt x="3004999" y="557165"/>
                  <a:pt x="3008811" y="558187"/>
                </a:cubicBezTo>
                <a:cubicBezTo>
                  <a:pt x="3005102" y="562118"/>
                  <a:pt x="3015406" y="556143"/>
                  <a:pt x="3016848" y="559130"/>
                </a:cubicBezTo>
                <a:lnTo>
                  <a:pt x="3012965" y="562405"/>
                </a:lnTo>
                <a:lnTo>
                  <a:pt x="3013899" y="563584"/>
                </a:lnTo>
                <a:lnTo>
                  <a:pt x="3011523" y="563621"/>
                </a:lnTo>
                <a:lnTo>
                  <a:pt x="3005102" y="569035"/>
                </a:lnTo>
                <a:cubicBezTo>
                  <a:pt x="3001187" y="566599"/>
                  <a:pt x="2999538" y="565616"/>
                  <a:pt x="2998534" y="564496"/>
                </a:cubicBezTo>
                <a:lnTo>
                  <a:pt x="2997790" y="563020"/>
                </a:lnTo>
                <a:lnTo>
                  <a:pt x="2996094" y="562620"/>
                </a:lnTo>
                <a:lnTo>
                  <a:pt x="2995028" y="560854"/>
                </a:lnTo>
                <a:lnTo>
                  <a:pt x="2989338" y="573084"/>
                </a:lnTo>
                <a:cubicBezTo>
                  <a:pt x="2989029" y="577565"/>
                  <a:pt x="2990678" y="581535"/>
                  <a:pt x="2994593" y="583972"/>
                </a:cubicBezTo>
                <a:cubicBezTo>
                  <a:pt x="2990678" y="581928"/>
                  <a:pt x="2985526" y="589003"/>
                  <a:pt x="2984290" y="589946"/>
                </a:cubicBezTo>
                <a:cubicBezTo>
                  <a:pt x="2995829" y="591991"/>
                  <a:pt x="2980375" y="598908"/>
                  <a:pt x="2982847" y="602839"/>
                </a:cubicBezTo>
                <a:cubicBezTo>
                  <a:pt x="2985526" y="603940"/>
                  <a:pt x="2994593" y="608813"/>
                  <a:pt x="2991914" y="610857"/>
                </a:cubicBezTo>
                <a:cubicBezTo>
                  <a:pt x="2986762" y="609757"/>
                  <a:pt x="2982847" y="608813"/>
                  <a:pt x="2977695" y="610857"/>
                </a:cubicBezTo>
                <a:cubicBezTo>
                  <a:pt x="2985526" y="617775"/>
                  <a:pt x="2967186" y="617775"/>
                  <a:pt x="2976459" y="624693"/>
                </a:cubicBezTo>
                <a:cubicBezTo>
                  <a:pt x="2977695" y="620762"/>
                  <a:pt x="2980375" y="623750"/>
                  <a:pt x="2984290" y="624693"/>
                </a:cubicBezTo>
                <a:cubicBezTo>
                  <a:pt x="2981611" y="629724"/>
                  <a:pt x="2981611" y="639629"/>
                  <a:pt x="2973780" y="632712"/>
                </a:cubicBezTo>
                <a:cubicBezTo>
                  <a:pt x="2977695" y="639629"/>
                  <a:pt x="2980375" y="650635"/>
                  <a:pt x="2971102" y="658496"/>
                </a:cubicBezTo>
                <a:cubicBezTo>
                  <a:pt x="2971102" y="658496"/>
                  <a:pt x="2971102" y="658496"/>
                  <a:pt x="2976459" y="662427"/>
                </a:cubicBezTo>
                <a:cubicBezTo>
                  <a:pt x="2969864" y="667458"/>
                  <a:pt x="2969864" y="658496"/>
                  <a:pt x="2965949" y="660540"/>
                </a:cubicBezTo>
                <a:cubicBezTo>
                  <a:pt x="2964713" y="668402"/>
                  <a:pt x="2971102" y="673433"/>
                  <a:pt x="2965949" y="682394"/>
                </a:cubicBezTo>
                <a:cubicBezTo>
                  <a:pt x="2972544" y="680350"/>
                  <a:pt x="2965949" y="677363"/>
                  <a:pt x="2972544" y="675477"/>
                </a:cubicBezTo>
                <a:cubicBezTo>
                  <a:pt x="2968628" y="680350"/>
                  <a:pt x="2973780" y="691356"/>
                  <a:pt x="2964713" y="692300"/>
                </a:cubicBezTo>
                <a:cubicBezTo>
                  <a:pt x="2967186" y="691356"/>
                  <a:pt x="2967186" y="684281"/>
                  <a:pt x="2964713" y="686325"/>
                </a:cubicBezTo>
                <a:cubicBezTo>
                  <a:pt x="2962035" y="690255"/>
                  <a:pt x="2956883" y="694344"/>
                  <a:pt x="2962035" y="700160"/>
                </a:cubicBezTo>
                <a:cubicBezTo>
                  <a:pt x="2964713" y="697173"/>
                  <a:pt x="2964713" y="693243"/>
                  <a:pt x="2969864" y="697173"/>
                </a:cubicBezTo>
                <a:cubicBezTo>
                  <a:pt x="2965949" y="700160"/>
                  <a:pt x="2968628" y="705192"/>
                  <a:pt x="2960798" y="702205"/>
                </a:cubicBezTo>
                <a:cubicBezTo>
                  <a:pt x="2971102" y="705192"/>
                  <a:pt x="2963271" y="707236"/>
                  <a:pt x="2964713" y="712110"/>
                </a:cubicBezTo>
                <a:cubicBezTo>
                  <a:pt x="2967289" y="711166"/>
                  <a:pt x="2968885" y="709948"/>
                  <a:pt x="2970663" y="708710"/>
                </a:cubicBezTo>
                <a:lnTo>
                  <a:pt x="2974380" y="706851"/>
                </a:lnTo>
                <a:lnTo>
                  <a:pt x="2975416" y="704360"/>
                </a:lnTo>
                <a:lnTo>
                  <a:pt x="2976703" y="703129"/>
                </a:lnTo>
                <a:lnTo>
                  <a:pt x="2976202" y="702086"/>
                </a:lnTo>
                <a:cubicBezTo>
                  <a:pt x="2976356" y="700986"/>
                  <a:pt x="2976356" y="699768"/>
                  <a:pt x="2973780" y="698274"/>
                </a:cubicBezTo>
                <a:cubicBezTo>
                  <a:pt x="2997271" y="694344"/>
                  <a:pt x="2976459" y="675477"/>
                  <a:pt x="2997271" y="667458"/>
                </a:cubicBezTo>
                <a:cubicBezTo>
                  <a:pt x="2991914" y="660540"/>
                  <a:pt x="3007575" y="655509"/>
                  <a:pt x="2999745" y="648592"/>
                </a:cubicBezTo>
                <a:cubicBezTo>
                  <a:pt x="3006338" y="638686"/>
                  <a:pt x="3012726" y="627680"/>
                  <a:pt x="3012726" y="616832"/>
                </a:cubicBezTo>
                <a:cubicBezTo>
                  <a:pt x="3016848" y="617775"/>
                  <a:pt x="3020763" y="614788"/>
                  <a:pt x="3024472" y="616832"/>
                </a:cubicBezTo>
                <a:cubicBezTo>
                  <a:pt x="3024472" y="613844"/>
                  <a:pt x="3029830" y="611801"/>
                  <a:pt x="3025915" y="608813"/>
                </a:cubicBezTo>
                <a:cubicBezTo>
                  <a:pt x="3032302" y="604883"/>
                  <a:pt x="3037660" y="605826"/>
                  <a:pt x="3042811" y="604883"/>
                </a:cubicBezTo>
                <a:cubicBezTo>
                  <a:pt x="3038897" y="601896"/>
                  <a:pt x="3036218" y="598908"/>
                  <a:pt x="3032302" y="597965"/>
                </a:cubicBezTo>
                <a:cubicBezTo>
                  <a:pt x="3033745" y="591991"/>
                  <a:pt x="3041575" y="589946"/>
                  <a:pt x="3044048" y="589003"/>
                </a:cubicBezTo>
                <a:cubicBezTo>
                  <a:pt x="3038897" y="586016"/>
                  <a:pt x="3036218" y="586016"/>
                  <a:pt x="3038897" y="581928"/>
                </a:cubicBezTo>
                <a:cubicBezTo>
                  <a:pt x="3046727" y="583028"/>
                  <a:pt x="3044048" y="589946"/>
                  <a:pt x="3051879" y="587902"/>
                </a:cubicBezTo>
                <a:cubicBezTo>
                  <a:pt x="3050642" y="583972"/>
                  <a:pt x="3046727" y="577054"/>
                  <a:pt x="3057030" y="577998"/>
                </a:cubicBezTo>
                <a:cubicBezTo>
                  <a:pt x="3054558" y="575010"/>
                  <a:pt x="3055794" y="573124"/>
                  <a:pt x="3054558" y="570136"/>
                </a:cubicBezTo>
                <a:cubicBezTo>
                  <a:pt x="3049200" y="571080"/>
                  <a:pt x="3045285" y="571080"/>
                  <a:pt x="3041575" y="566049"/>
                </a:cubicBezTo>
                <a:cubicBezTo>
                  <a:pt x="3046727" y="563218"/>
                  <a:pt x="3044048" y="569035"/>
                  <a:pt x="3051879" y="566049"/>
                </a:cubicBezTo>
                <a:cubicBezTo>
                  <a:pt x="3046727" y="559130"/>
                  <a:pt x="3057030" y="556143"/>
                  <a:pt x="3057030" y="548282"/>
                </a:cubicBezTo>
                <a:cubicBezTo>
                  <a:pt x="3063624" y="553156"/>
                  <a:pt x="3062388" y="555200"/>
                  <a:pt x="3070219" y="554257"/>
                </a:cubicBezTo>
                <a:cubicBezTo>
                  <a:pt x="3066303" y="556143"/>
                  <a:pt x="3074133" y="558187"/>
                  <a:pt x="3075370" y="560231"/>
                </a:cubicBezTo>
                <a:cubicBezTo>
                  <a:pt x="3071455" y="564161"/>
                  <a:pt x="3072691" y="568092"/>
                  <a:pt x="3071455" y="572023"/>
                </a:cubicBezTo>
                <a:cubicBezTo>
                  <a:pt x="3066303" y="570136"/>
                  <a:pt x="3071455" y="564161"/>
                  <a:pt x="3064861" y="566049"/>
                </a:cubicBezTo>
                <a:cubicBezTo>
                  <a:pt x="3071455" y="571080"/>
                  <a:pt x="3054558" y="576111"/>
                  <a:pt x="3067539" y="577998"/>
                </a:cubicBezTo>
                <a:cubicBezTo>
                  <a:pt x="3057030" y="584915"/>
                  <a:pt x="3054558" y="589946"/>
                  <a:pt x="3049200" y="597965"/>
                </a:cubicBezTo>
                <a:lnTo>
                  <a:pt x="3051248" y="599186"/>
                </a:lnTo>
                <a:lnTo>
                  <a:pt x="3054787" y="594686"/>
                </a:lnTo>
                <a:cubicBezTo>
                  <a:pt x="3057716" y="593704"/>
                  <a:pt x="3061981" y="593203"/>
                  <a:pt x="3066606" y="592742"/>
                </a:cubicBezTo>
                <a:lnTo>
                  <a:pt x="3051461" y="599313"/>
                </a:lnTo>
                <a:lnTo>
                  <a:pt x="3055794" y="601896"/>
                </a:lnTo>
                <a:cubicBezTo>
                  <a:pt x="3054558" y="602839"/>
                  <a:pt x="3051879" y="604883"/>
                  <a:pt x="3055794" y="605826"/>
                </a:cubicBezTo>
                <a:cubicBezTo>
                  <a:pt x="3050642" y="611801"/>
                  <a:pt x="3049200" y="602839"/>
                  <a:pt x="3045285" y="605826"/>
                </a:cubicBezTo>
                <a:cubicBezTo>
                  <a:pt x="3041575" y="609757"/>
                  <a:pt x="3045285" y="613844"/>
                  <a:pt x="3051879" y="613844"/>
                </a:cubicBezTo>
                <a:cubicBezTo>
                  <a:pt x="3047963" y="616832"/>
                  <a:pt x="3045285" y="613844"/>
                  <a:pt x="3041575" y="616832"/>
                </a:cubicBezTo>
                <a:cubicBezTo>
                  <a:pt x="3038897" y="623750"/>
                  <a:pt x="3047963" y="626737"/>
                  <a:pt x="3033745" y="632712"/>
                </a:cubicBezTo>
                <a:cubicBezTo>
                  <a:pt x="3036218" y="635699"/>
                  <a:pt x="3040133" y="632712"/>
                  <a:pt x="3041575" y="635699"/>
                </a:cubicBezTo>
                <a:cubicBezTo>
                  <a:pt x="3037660" y="641673"/>
                  <a:pt x="3036218" y="642617"/>
                  <a:pt x="3044048" y="640573"/>
                </a:cubicBezTo>
                <a:cubicBezTo>
                  <a:pt x="3044048" y="643560"/>
                  <a:pt x="3037660" y="646547"/>
                  <a:pt x="3036218" y="649534"/>
                </a:cubicBezTo>
                <a:cubicBezTo>
                  <a:pt x="3042811" y="661484"/>
                  <a:pt x="3024472" y="670445"/>
                  <a:pt x="3021999" y="678464"/>
                </a:cubicBezTo>
                <a:cubicBezTo>
                  <a:pt x="3025915" y="683338"/>
                  <a:pt x="3029830" y="690255"/>
                  <a:pt x="3037660" y="687269"/>
                </a:cubicBezTo>
                <a:cubicBezTo>
                  <a:pt x="3034982" y="684281"/>
                  <a:pt x="3031066" y="685381"/>
                  <a:pt x="3032302" y="681294"/>
                </a:cubicBezTo>
                <a:cubicBezTo>
                  <a:pt x="3036218" y="677363"/>
                  <a:pt x="3037660" y="684281"/>
                  <a:pt x="3041575" y="680350"/>
                </a:cubicBezTo>
                <a:cubicBezTo>
                  <a:pt x="3049200" y="664471"/>
                  <a:pt x="3054558" y="648592"/>
                  <a:pt x="3067539" y="632712"/>
                </a:cubicBezTo>
                <a:cubicBezTo>
                  <a:pt x="3074133" y="636642"/>
                  <a:pt x="3066303" y="639629"/>
                  <a:pt x="3068776" y="642617"/>
                </a:cubicBezTo>
                <a:cubicBezTo>
                  <a:pt x="3075370" y="644661"/>
                  <a:pt x="3075370" y="638686"/>
                  <a:pt x="3080522" y="642617"/>
                </a:cubicBezTo>
                <a:cubicBezTo>
                  <a:pt x="3078048" y="644661"/>
                  <a:pt x="3075370" y="644661"/>
                  <a:pt x="3072691" y="644661"/>
                </a:cubicBezTo>
                <a:cubicBezTo>
                  <a:pt x="3076606" y="651578"/>
                  <a:pt x="3080522" y="652522"/>
                  <a:pt x="3079285" y="658496"/>
                </a:cubicBezTo>
                <a:cubicBezTo>
                  <a:pt x="3078048" y="651578"/>
                  <a:pt x="3072691" y="656453"/>
                  <a:pt x="3067539" y="652522"/>
                </a:cubicBezTo>
                <a:cubicBezTo>
                  <a:pt x="3070219" y="651578"/>
                  <a:pt x="3075370" y="649534"/>
                  <a:pt x="3074133" y="647648"/>
                </a:cubicBezTo>
                <a:cubicBezTo>
                  <a:pt x="3070219" y="647648"/>
                  <a:pt x="3066303" y="643560"/>
                  <a:pt x="3060946" y="646547"/>
                </a:cubicBezTo>
                <a:cubicBezTo>
                  <a:pt x="3074133" y="647648"/>
                  <a:pt x="3059709" y="651578"/>
                  <a:pt x="3064861" y="657553"/>
                </a:cubicBezTo>
                <a:cubicBezTo>
                  <a:pt x="3070219" y="654566"/>
                  <a:pt x="3072691" y="662427"/>
                  <a:pt x="3074133" y="664471"/>
                </a:cubicBezTo>
                <a:cubicBezTo>
                  <a:pt x="3066303" y="673433"/>
                  <a:pt x="3068776" y="699218"/>
                  <a:pt x="3055794" y="704248"/>
                </a:cubicBezTo>
                <a:cubicBezTo>
                  <a:pt x="3058473" y="706135"/>
                  <a:pt x="3063624" y="702205"/>
                  <a:pt x="3066303" y="707236"/>
                </a:cubicBezTo>
                <a:cubicBezTo>
                  <a:pt x="3051879" y="711166"/>
                  <a:pt x="3053115" y="713210"/>
                  <a:pt x="3047963" y="720128"/>
                </a:cubicBezTo>
                <a:cubicBezTo>
                  <a:pt x="3047963" y="714154"/>
                  <a:pt x="3040133" y="714154"/>
                  <a:pt x="3045285" y="710223"/>
                </a:cubicBezTo>
                <a:cubicBezTo>
                  <a:pt x="3046727" y="712110"/>
                  <a:pt x="3047963" y="713210"/>
                  <a:pt x="3051879" y="711166"/>
                </a:cubicBezTo>
                <a:cubicBezTo>
                  <a:pt x="3049200" y="709122"/>
                  <a:pt x="3049200" y="703148"/>
                  <a:pt x="3044048" y="702205"/>
                </a:cubicBezTo>
                <a:cubicBezTo>
                  <a:pt x="3046727" y="707236"/>
                  <a:pt x="3031066" y="719185"/>
                  <a:pt x="3049200" y="724059"/>
                </a:cubicBezTo>
                <a:cubicBezTo>
                  <a:pt x="3045285" y="727989"/>
                  <a:pt x="3046727" y="732077"/>
                  <a:pt x="3042811" y="736007"/>
                </a:cubicBezTo>
                <a:cubicBezTo>
                  <a:pt x="3036218" y="732077"/>
                  <a:pt x="3041575" y="725002"/>
                  <a:pt x="3033745" y="727046"/>
                </a:cubicBezTo>
                <a:cubicBezTo>
                  <a:pt x="3027151" y="730033"/>
                  <a:pt x="3038897" y="736951"/>
                  <a:pt x="3032302" y="739938"/>
                </a:cubicBezTo>
                <a:cubicBezTo>
                  <a:pt x="3047963" y="739938"/>
                  <a:pt x="3031066" y="754874"/>
                  <a:pt x="3038897" y="757862"/>
                </a:cubicBezTo>
                <a:cubicBezTo>
                  <a:pt x="3033745" y="757862"/>
                  <a:pt x="3036218" y="755818"/>
                  <a:pt x="3032302" y="754874"/>
                </a:cubicBezTo>
                <a:cubicBezTo>
                  <a:pt x="3028387" y="757862"/>
                  <a:pt x="3024472" y="762893"/>
                  <a:pt x="3031066" y="763837"/>
                </a:cubicBezTo>
                <a:cubicBezTo>
                  <a:pt x="3021999" y="766823"/>
                  <a:pt x="3029830" y="769811"/>
                  <a:pt x="3020763" y="769811"/>
                </a:cubicBezTo>
                <a:cubicBezTo>
                  <a:pt x="3019320" y="774685"/>
                  <a:pt x="3020763" y="779716"/>
                  <a:pt x="3027151" y="780659"/>
                </a:cubicBezTo>
                <a:cubicBezTo>
                  <a:pt x="3027151" y="786634"/>
                  <a:pt x="3018084" y="778773"/>
                  <a:pt x="3018084" y="783647"/>
                </a:cubicBezTo>
                <a:cubicBezTo>
                  <a:pt x="3023235" y="784748"/>
                  <a:pt x="3027151" y="787735"/>
                  <a:pt x="3019320" y="793709"/>
                </a:cubicBezTo>
                <a:cubicBezTo>
                  <a:pt x="3016848" y="794653"/>
                  <a:pt x="3015406" y="790722"/>
                  <a:pt x="3012726" y="790722"/>
                </a:cubicBezTo>
                <a:cubicBezTo>
                  <a:pt x="3010254" y="795596"/>
                  <a:pt x="3015406" y="793709"/>
                  <a:pt x="3018084" y="795596"/>
                </a:cubicBezTo>
                <a:cubicBezTo>
                  <a:pt x="3014169" y="796539"/>
                  <a:pt x="3015406" y="798583"/>
                  <a:pt x="3011490" y="799526"/>
                </a:cubicBezTo>
                <a:cubicBezTo>
                  <a:pt x="3003660" y="799526"/>
                  <a:pt x="3015406" y="792609"/>
                  <a:pt x="3006338" y="792609"/>
                </a:cubicBezTo>
                <a:cubicBezTo>
                  <a:pt x="2999745" y="797639"/>
                  <a:pt x="3002423" y="805501"/>
                  <a:pt x="3012726" y="806602"/>
                </a:cubicBezTo>
                <a:cubicBezTo>
                  <a:pt x="3002423" y="807545"/>
                  <a:pt x="2991914" y="812419"/>
                  <a:pt x="3003660" y="815406"/>
                </a:cubicBezTo>
                <a:cubicBezTo>
                  <a:pt x="3001187" y="819494"/>
                  <a:pt x="2999745" y="816506"/>
                  <a:pt x="2994593" y="816506"/>
                </a:cubicBezTo>
                <a:cubicBezTo>
                  <a:pt x="2991914" y="831443"/>
                  <a:pt x="2981611" y="835374"/>
                  <a:pt x="2980375" y="850310"/>
                </a:cubicBezTo>
                <a:cubicBezTo>
                  <a:pt x="2973780" y="853297"/>
                  <a:pt x="2972544" y="849209"/>
                  <a:pt x="2968628" y="850310"/>
                </a:cubicBezTo>
                <a:cubicBezTo>
                  <a:pt x="2967186" y="858171"/>
                  <a:pt x="2973780" y="865246"/>
                  <a:pt x="2962035" y="865246"/>
                </a:cubicBezTo>
                <a:cubicBezTo>
                  <a:pt x="2964713" y="871063"/>
                  <a:pt x="2956883" y="873107"/>
                  <a:pt x="2960798" y="876094"/>
                </a:cubicBezTo>
                <a:cubicBezTo>
                  <a:pt x="2959355" y="875151"/>
                  <a:pt x="2956883" y="876094"/>
                  <a:pt x="2954204" y="876094"/>
                </a:cubicBezTo>
                <a:cubicBezTo>
                  <a:pt x="2956883" y="880025"/>
                  <a:pt x="2954204" y="899993"/>
                  <a:pt x="2942458" y="894961"/>
                </a:cubicBezTo>
                <a:lnTo>
                  <a:pt x="2943765" y="904608"/>
                </a:lnTo>
                <a:lnTo>
                  <a:pt x="2944058" y="904763"/>
                </a:lnTo>
                <a:lnTo>
                  <a:pt x="2943859" y="905298"/>
                </a:lnTo>
                <a:lnTo>
                  <a:pt x="2943952" y="905986"/>
                </a:lnTo>
                <a:cubicBezTo>
                  <a:pt x="2944107" y="909583"/>
                  <a:pt x="2944416" y="912806"/>
                  <a:pt x="2946373" y="914772"/>
                </a:cubicBezTo>
                <a:cubicBezTo>
                  <a:pt x="2929476" y="915873"/>
                  <a:pt x="2925561" y="941657"/>
                  <a:pt x="2917730" y="930651"/>
                </a:cubicBezTo>
                <a:cubicBezTo>
                  <a:pt x="2909900" y="933796"/>
                  <a:pt x="2923087" y="938670"/>
                  <a:pt x="2911342" y="939613"/>
                </a:cubicBezTo>
                <a:cubicBezTo>
                  <a:pt x="2904748" y="940714"/>
                  <a:pt x="2919173" y="933796"/>
                  <a:pt x="2909900" y="933796"/>
                </a:cubicBezTo>
                <a:cubicBezTo>
                  <a:pt x="2903512" y="936783"/>
                  <a:pt x="2894239" y="944645"/>
                  <a:pt x="2905984" y="948575"/>
                </a:cubicBezTo>
                <a:cubicBezTo>
                  <a:pt x="2905984" y="945588"/>
                  <a:pt x="2912578" y="939613"/>
                  <a:pt x="2915051" y="942600"/>
                </a:cubicBezTo>
                <a:cubicBezTo>
                  <a:pt x="2907427" y="948575"/>
                  <a:pt x="2900833" y="957536"/>
                  <a:pt x="2890529" y="958480"/>
                </a:cubicBezTo>
                <a:cubicBezTo>
                  <a:pt x="2889087" y="963511"/>
                  <a:pt x="2896917" y="958480"/>
                  <a:pt x="2895681" y="964455"/>
                </a:cubicBezTo>
                <a:cubicBezTo>
                  <a:pt x="2885172" y="965555"/>
                  <a:pt x="2891765" y="968542"/>
                  <a:pt x="2886614" y="971530"/>
                </a:cubicBezTo>
                <a:lnTo>
                  <a:pt x="2894110" y="971530"/>
                </a:lnTo>
                <a:lnTo>
                  <a:pt x="2893202" y="971010"/>
                </a:lnTo>
                <a:cubicBezTo>
                  <a:pt x="2890965" y="967645"/>
                  <a:pt x="2898956" y="964876"/>
                  <a:pt x="2901875" y="962638"/>
                </a:cubicBezTo>
                <a:lnTo>
                  <a:pt x="2906519" y="964281"/>
                </a:lnTo>
                <a:lnTo>
                  <a:pt x="2909208" y="963649"/>
                </a:lnTo>
                <a:lnTo>
                  <a:pt x="2916219" y="960596"/>
                </a:lnTo>
                <a:cubicBezTo>
                  <a:pt x="2905769" y="956669"/>
                  <a:pt x="2913555" y="965622"/>
                  <a:pt x="2903310" y="960596"/>
                </a:cubicBezTo>
                <a:cubicBezTo>
                  <a:pt x="2907203" y="957612"/>
                  <a:pt x="2911097" y="954627"/>
                  <a:pt x="2921341" y="956669"/>
                </a:cubicBezTo>
                <a:cubicBezTo>
                  <a:pt x="2926668" y="960596"/>
                  <a:pt x="2911097" y="963580"/>
                  <a:pt x="2924004" y="968607"/>
                </a:cubicBezTo>
                <a:cubicBezTo>
                  <a:pt x="2921444" y="968057"/>
                  <a:pt x="2915604" y="968057"/>
                  <a:pt x="2910891" y="967684"/>
                </a:cubicBezTo>
                <a:lnTo>
                  <a:pt x="2908665" y="967309"/>
                </a:lnTo>
                <a:lnTo>
                  <a:pt x="2904748" y="972473"/>
                </a:lnTo>
                <a:lnTo>
                  <a:pt x="2899332" y="973204"/>
                </a:lnTo>
                <a:lnTo>
                  <a:pt x="2899418" y="974575"/>
                </a:lnTo>
                <a:lnTo>
                  <a:pt x="2897223" y="973317"/>
                </a:lnTo>
                <a:lnTo>
                  <a:pt x="2892101" y="972964"/>
                </a:lnTo>
                <a:cubicBezTo>
                  <a:pt x="2888520" y="972709"/>
                  <a:pt x="2885893" y="972945"/>
                  <a:pt x="2885172" y="976404"/>
                </a:cubicBezTo>
                <a:cubicBezTo>
                  <a:pt x="2885172" y="978920"/>
                  <a:pt x="2886511" y="979941"/>
                  <a:pt x="2888006" y="980944"/>
                </a:cubicBezTo>
                <a:lnTo>
                  <a:pt x="2889327" y="982498"/>
                </a:lnTo>
                <a:lnTo>
                  <a:pt x="2890589" y="981143"/>
                </a:lnTo>
                <a:cubicBezTo>
                  <a:pt x="2893031" y="979149"/>
                  <a:pt x="2895772" y="977386"/>
                  <a:pt x="2898346" y="976119"/>
                </a:cubicBezTo>
                <a:cubicBezTo>
                  <a:pt x="2902259" y="977228"/>
                  <a:pt x="2906170" y="979130"/>
                  <a:pt x="2907612" y="978179"/>
                </a:cubicBezTo>
                <a:cubicBezTo>
                  <a:pt x="2916672" y="982140"/>
                  <a:pt x="2908848" y="984200"/>
                  <a:pt x="2908848" y="985151"/>
                </a:cubicBezTo>
                <a:cubicBezTo>
                  <a:pt x="2902259" y="986102"/>
                  <a:pt x="2899787" y="982140"/>
                  <a:pt x="2904935" y="981189"/>
                </a:cubicBezTo>
                <a:cubicBezTo>
                  <a:pt x="2902259" y="981189"/>
                  <a:pt x="2901024" y="982140"/>
                  <a:pt x="2895876" y="980239"/>
                </a:cubicBezTo>
                <a:cubicBezTo>
                  <a:pt x="2894434" y="983091"/>
                  <a:pt x="2898346" y="985151"/>
                  <a:pt x="2898346" y="987211"/>
                </a:cubicBezTo>
                <a:cubicBezTo>
                  <a:pt x="2906170" y="984200"/>
                  <a:pt x="2912760" y="991173"/>
                  <a:pt x="2912760" y="995134"/>
                </a:cubicBezTo>
                <a:lnTo>
                  <a:pt x="2906782" y="993044"/>
                </a:lnTo>
                <a:lnTo>
                  <a:pt x="2903512" y="995271"/>
                </a:lnTo>
                <a:cubicBezTo>
                  <a:pt x="2911342" y="993384"/>
                  <a:pt x="2907427" y="998258"/>
                  <a:pt x="2905984" y="1000302"/>
                </a:cubicBezTo>
                <a:cubicBezTo>
                  <a:pt x="2911342" y="995271"/>
                  <a:pt x="2917730" y="993384"/>
                  <a:pt x="2924324" y="995271"/>
                </a:cubicBezTo>
                <a:cubicBezTo>
                  <a:pt x="2917730" y="993384"/>
                  <a:pt x="2917730" y="1001245"/>
                  <a:pt x="2921645" y="1000302"/>
                </a:cubicBezTo>
                <a:cubicBezTo>
                  <a:pt x="2933391" y="995271"/>
                  <a:pt x="2929476" y="983322"/>
                  <a:pt x="2936070" y="977504"/>
                </a:cubicBezTo>
                <a:cubicBezTo>
                  <a:pt x="2937307" y="981435"/>
                  <a:pt x="2936070" y="987409"/>
                  <a:pt x="2945136" y="984422"/>
                </a:cubicBezTo>
                <a:cubicBezTo>
                  <a:pt x="2942561" y="980963"/>
                  <a:pt x="2940912" y="976246"/>
                  <a:pt x="2941376" y="972395"/>
                </a:cubicBezTo>
                <a:lnTo>
                  <a:pt x="2946664" y="968337"/>
                </a:lnTo>
                <a:lnTo>
                  <a:pt x="2949052" y="970429"/>
                </a:lnTo>
                <a:cubicBezTo>
                  <a:pt x="2952967" y="965555"/>
                  <a:pt x="2959355" y="961467"/>
                  <a:pt x="2960798" y="954550"/>
                </a:cubicBezTo>
                <a:cubicBezTo>
                  <a:pt x="2965949" y="953606"/>
                  <a:pt x="2969864" y="953606"/>
                  <a:pt x="2972544" y="954550"/>
                </a:cubicBezTo>
                <a:cubicBezTo>
                  <a:pt x="2973780" y="948575"/>
                  <a:pt x="2971102" y="950619"/>
                  <a:pt x="2969864" y="944645"/>
                </a:cubicBezTo>
                <a:cubicBezTo>
                  <a:pt x="2973780" y="944645"/>
                  <a:pt x="2973780" y="942600"/>
                  <a:pt x="2977695" y="941657"/>
                </a:cubicBezTo>
                <a:cubicBezTo>
                  <a:pt x="2981611" y="941657"/>
                  <a:pt x="2980375" y="944645"/>
                  <a:pt x="2982847" y="943701"/>
                </a:cubicBezTo>
                <a:cubicBezTo>
                  <a:pt x="2998508" y="934739"/>
                  <a:pt x="2994593" y="922790"/>
                  <a:pt x="3001187" y="911784"/>
                </a:cubicBezTo>
                <a:cubicBezTo>
                  <a:pt x="3003660" y="914772"/>
                  <a:pt x="3007575" y="917759"/>
                  <a:pt x="3012726" y="918859"/>
                </a:cubicBezTo>
                <a:cubicBezTo>
                  <a:pt x="3014169" y="914772"/>
                  <a:pt x="3020763" y="911784"/>
                  <a:pt x="3016848" y="905967"/>
                </a:cubicBezTo>
                <a:cubicBezTo>
                  <a:pt x="3011490" y="907854"/>
                  <a:pt x="3014169" y="917759"/>
                  <a:pt x="3007575" y="911784"/>
                </a:cubicBezTo>
                <a:cubicBezTo>
                  <a:pt x="3008811" y="905967"/>
                  <a:pt x="3016848" y="903923"/>
                  <a:pt x="3027151" y="899993"/>
                </a:cubicBezTo>
                <a:cubicBezTo>
                  <a:pt x="3024472" y="891974"/>
                  <a:pt x="3019320" y="901879"/>
                  <a:pt x="3014169" y="897949"/>
                </a:cubicBezTo>
                <a:cubicBezTo>
                  <a:pt x="3029830" y="888043"/>
                  <a:pt x="3029830" y="873107"/>
                  <a:pt x="3033745" y="862259"/>
                </a:cubicBezTo>
                <a:cubicBezTo>
                  <a:pt x="3037660" y="866190"/>
                  <a:pt x="3031066" y="866190"/>
                  <a:pt x="3032302" y="869177"/>
                </a:cubicBezTo>
                <a:cubicBezTo>
                  <a:pt x="3037248" y="866936"/>
                  <a:pt x="3038484" y="869737"/>
                  <a:pt x="3040967" y="870017"/>
                </a:cubicBezTo>
                <a:lnTo>
                  <a:pt x="3042086" y="869711"/>
                </a:lnTo>
                <a:lnTo>
                  <a:pt x="3044578" y="858321"/>
                </a:lnTo>
                <a:lnTo>
                  <a:pt x="3044599" y="857898"/>
                </a:lnTo>
                <a:lnTo>
                  <a:pt x="3044702" y="857752"/>
                </a:lnTo>
                <a:lnTo>
                  <a:pt x="3048364" y="841014"/>
                </a:lnTo>
                <a:lnTo>
                  <a:pt x="3045314" y="842161"/>
                </a:lnTo>
                <a:cubicBezTo>
                  <a:pt x="3044704" y="840677"/>
                  <a:pt x="3046026" y="838723"/>
                  <a:pt x="3047654" y="836143"/>
                </a:cubicBezTo>
                <a:lnTo>
                  <a:pt x="3051295" y="827614"/>
                </a:lnTo>
                <a:lnTo>
                  <a:pt x="3052132" y="823790"/>
                </a:lnTo>
                <a:lnTo>
                  <a:pt x="3049284" y="824411"/>
                </a:lnTo>
                <a:cubicBezTo>
                  <a:pt x="3049284" y="823469"/>
                  <a:pt x="3050722" y="823469"/>
                  <a:pt x="3051955" y="823469"/>
                </a:cubicBezTo>
                <a:cubicBezTo>
                  <a:pt x="3054624" y="817504"/>
                  <a:pt x="3046820" y="812481"/>
                  <a:pt x="3055857" y="806673"/>
                </a:cubicBezTo>
                <a:lnTo>
                  <a:pt x="3055875" y="806676"/>
                </a:lnTo>
                <a:lnTo>
                  <a:pt x="3059586" y="789715"/>
                </a:lnTo>
                <a:cubicBezTo>
                  <a:pt x="3059586" y="783742"/>
                  <a:pt x="3051756" y="777767"/>
                  <a:pt x="3067414" y="772895"/>
                </a:cubicBezTo>
                <a:cubicBezTo>
                  <a:pt x="3073286" y="778318"/>
                  <a:pt x="3077201" y="784528"/>
                  <a:pt x="3079648" y="791228"/>
                </a:cubicBezTo>
                <a:lnTo>
                  <a:pt x="3080617" y="797256"/>
                </a:lnTo>
                <a:lnTo>
                  <a:pt x="3085351" y="797256"/>
                </a:lnTo>
                <a:lnTo>
                  <a:pt x="3086380" y="797256"/>
                </a:lnTo>
                <a:lnTo>
                  <a:pt x="3087329" y="795112"/>
                </a:lnTo>
                <a:cubicBezTo>
                  <a:pt x="3088018" y="792422"/>
                  <a:pt x="3088095" y="789621"/>
                  <a:pt x="3087116" y="786634"/>
                </a:cubicBezTo>
                <a:cubicBezTo>
                  <a:pt x="3088353" y="789621"/>
                  <a:pt x="3091031" y="789621"/>
                  <a:pt x="3094946" y="789621"/>
                </a:cubicBezTo>
                <a:cubicBezTo>
                  <a:pt x="3097419" y="771698"/>
                  <a:pt x="3101334" y="774685"/>
                  <a:pt x="3113081" y="762893"/>
                </a:cubicBezTo>
                <a:cubicBezTo>
                  <a:pt x="3114317" y="765880"/>
                  <a:pt x="3116995" y="767767"/>
                  <a:pt x="3120912" y="766823"/>
                </a:cubicBezTo>
                <a:cubicBezTo>
                  <a:pt x="3114317" y="759906"/>
                  <a:pt x="3127505" y="763837"/>
                  <a:pt x="3124826" y="757862"/>
                </a:cubicBezTo>
                <a:cubicBezTo>
                  <a:pt x="3122148" y="753932"/>
                  <a:pt x="3119675" y="751887"/>
                  <a:pt x="3116995" y="751887"/>
                </a:cubicBezTo>
                <a:cubicBezTo>
                  <a:pt x="3120912" y="750001"/>
                  <a:pt x="3123590" y="747957"/>
                  <a:pt x="3123590" y="744970"/>
                </a:cubicBezTo>
                <a:cubicBezTo>
                  <a:pt x="3120912" y="742926"/>
                  <a:pt x="3116995" y="747013"/>
                  <a:pt x="3115759" y="744970"/>
                </a:cubicBezTo>
                <a:lnTo>
                  <a:pt x="3117716" y="742903"/>
                </a:lnTo>
                <a:lnTo>
                  <a:pt x="3117490" y="742911"/>
                </a:lnTo>
                <a:cubicBezTo>
                  <a:pt x="3114374" y="743027"/>
                  <a:pt x="3114374" y="743027"/>
                  <a:pt x="3114374" y="743027"/>
                </a:cubicBezTo>
                <a:cubicBezTo>
                  <a:pt x="3113387" y="741332"/>
                  <a:pt x="3114374" y="740186"/>
                  <a:pt x="3116428" y="739481"/>
                </a:cubicBezTo>
                <a:lnTo>
                  <a:pt x="3122698" y="738812"/>
                </a:lnTo>
                <a:lnTo>
                  <a:pt x="3124308" y="737541"/>
                </a:lnTo>
                <a:cubicBezTo>
                  <a:pt x="3125161" y="736627"/>
                  <a:pt x="3126166" y="735261"/>
                  <a:pt x="3127505" y="733021"/>
                </a:cubicBezTo>
                <a:cubicBezTo>
                  <a:pt x="3123590" y="733964"/>
                  <a:pt x="3118232" y="738052"/>
                  <a:pt x="3116995" y="733021"/>
                </a:cubicBezTo>
                <a:cubicBezTo>
                  <a:pt x="3132657" y="726103"/>
                  <a:pt x="3133893" y="705192"/>
                  <a:pt x="3146875" y="714154"/>
                </a:cubicBezTo>
                <a:cubicBezTo>
                  <a:pt x="3153469" y="709122"/>
                  <a:pt x="3148317" y="702205"/>
                  <a:pt x="3152233" y="697173"/>
                </a:cubicBezTo>
                <a:cubicBezTo>
                  <a:pt x="3153469" y="698274"/>
                  <a:pt x="3154706" y="701261"/>
                  <a:pt x="3157385" y="700160"/>
                </a:cubicBezTo>
                <a:cubicBezTo>
                  <a:pt x="3154706" y="693243"/>
                  <a:pt x="3167894" y="695287"/>
                  <a:pt x="3166452" y="688369"/>
                </a:cubicBezTo>
                <a:cubicBezTo>
                  <a:pt x="3160063" y="684281"/>
                  <a:pt x="3152233" y="687269"/>
                  <a:pt x="3146875" y="684281"/>
                </a:cubicBezTo>
                <a:cubicBezTo>
                  <a:pt x="3157385" y="683338"/>
                  <a:pt x="3167894" y="672489"/>
                  <a:pt x="3156148" y="669502"/>
                </a:cubicBezTo>
                <a:lnTo>
                  <a:pt x="3163257" y="654363"/>
                </a:lnTo>
                <a:lnTo>
                  <a:pt x="3163196" y="653998"/>
                </a:lnTo>
                <a:cubicBezTo>
                  <a:pt x="3162987" y="650203"/>
                  <a:pt x="3163167" y="645909"/>
                  <a:pt x="3163837" y="640682"/>
                </a:cubicBezTo>
                <a:cubicBezTo>
                  <a:pt x="3165073" y="630778"/>
                  <a:pt x="3176817" y="623861"/>
                  <a:pt x="3180732" y="616943"/>
                </a:cubicBezTo>
                <a:cubicBezTo>
                  <a:pt x="3181968" y="614900"/>
                  <a:pt x="3176817" y="612856"/>
                  <a:pt x="3178053" y="609869"/>
                </a:cubicBezTo>
                <a:cubicBezTo>
                  <a:pt x="3179341" y="607668"/>
                  <a:pt x="3181606" y="605271"/>
                  <a:pt x="3184365" y="602726"/>
                </a:cubicBezTo>
                <a:lnTo>
                  <a:pt x="3186857" y="600568"/>
                </a:lnTo>
                <a:lnTo>
                  <a:pt x="3200246" y="564161"/>
                </a:lnTo>
                <a:cubicBezTo>
                  <a:pt x="3206840" y="568092"/>
                  <a:pt x="3196331" y="571080"/>
                  <a:pt x="3200246" y="575010"/>
                </a:cubicBezTo>
                <a:cubicBezTo>
                  <a:pt x="3205603" y="575010"/>
                  <a:pt x="3201688" y="580041"/>
                  <a:pt x="3208076" y="577054"/>
                </a:cubicBezTo>
                <a:cubicBezTo>
                  <a:pt x="3206840" y="576111"/>
                  <a:pt x="3210755" y="574067"/>
                  <a:pt x="3209519" y="573124"/>
                </a:cubicBezTo>
                <a:cubicBezTo>
                  <a:pt x="3206840" y="571080"/>
                  <a:pt x="3204161" y="572023"/>
                  <a:pt x="3202925" y="569035"/>
                </a:cubicBezTo>
                <a:cubicBezTo>
                  <a:pt x="3204882" y="566599"/>
                  <a:pt x="3206531" y="566363"/>
                  <a:pt x="3207999" y="566618"/>
                </a:cubicBezTo>
                <a:lnTo>
                  <a:pt x="3209884" y="566869"/>
                </a:lnTo>
                <a:lnTo>
                  <a:pt x="3209653" y="564514"/>
                </a:lnTo>
                <a:cubicBezTo>
                  <a:pt x="3209640" y="562530"/>
                  <a:pt x="3210033" y="560604"/>
                  <a:pt x="3211485" y="558732"/>
                </a:cubicBezTo>
                <a:lnTo>
                  <a:pt x="3211655" y="558618"/>
                </a:lnTo>
                <a:lnTo>
                  <a:pt x="3208076" y="558187"/>
                </a:lnTo>
                <a:cubicBezTo>
                  <a:pt x="3201688" y="563218"/>
                  <a:pt x="3195094" y="563218"/>
                  <a:pt x="3188706" y="565105"/>
                </a:cubicBezTo>
                <a:cubicBezTo>
                  <a:pt x="3192621" y="562118"/>
                  <a:pt x="3187264" y="559130"/>
                  <a:pt x="3193858" y="556143"/>
                </a:cubicBezTo>
                <a:cubicBezTo>
                  <a:pt x="3196331" y="558187"/>
                  <a:pt x="3199009" y="563218"/>
                  <a:pt x="3202925" y="558187"/>
                </a:cubicBezTo>
                <a:cubicBezTo>
                  <a:pt x="3200246" y="550169"/>
                  <a:pt x="3218585" y="541207"/>
                  <a:pt x="3209519" y="532402"/>
                </a:cubicBezTo>
                <a:cubicBezTo>
                  <a:pt x="3215907" y="530358"/>
                  <a:pt x="3217349" y="529415"/>
                  <a:pt x="3210755" y="527372"/>
                </a:cubicBezTo>
                <a:cubicBezTo>
                  <a:pt x="3217349" y="525327"/>
                  <a:pt x="3215907" y="521397"/>
                  <a:pt x="3218585" y="518409"/>
                </a:cubicBezTo>
                <a:cubicBezTo>
                  <a:pt x="3220543" y="520925"/>
                  <a:pt x="3220543" y="523402"/>
                  <a:pt x="3220543" y="525759"/>
                </a:cubicBezTo>
                <a:lnTo>
                  <a:pt x="3222381" y="531994"/>
                </a:lnTo>
                <a:lnTo>
                  <a:pt x="3223766" y="527983"/>
                </a:lnTo>
                <a:lnTo>
                  <a:pt x="3229590" y="521676"/>
                </a:lnTo>
                <a:lnTo>
                  <a:pt x="3229662" y="521279"/>
                </a:lnTo>
                <a:cubicBezTo>
                  <a:pt x="3229352" y="517427"/>
                  <a:pt x="3227755" y="513457"/>
                  <a:pt x="3229094" y="509448"/>
                </a:cubicBezTo>
                <a:cubicBezTo>
                  <a:pt x="3238162" y="510391"/>
                  <a:pt x="3234247" y="502530"/>
                  <a:pt x="3238162" y="499542"/>
                </a:cubicBezTo>
                <a:cubicBezTo>
                  <a:pt x="3244550" y="500486"/>
                  <a:pt x="3248465" y="508504"/>
                  <a:pt x="3255060" y="505517"/>
                </a:cubicBezTo>
                <a:cubicBezTo>
                  <a:pt x="3247229" y="500486"/>
                  <a:pt x="3253823" y="495612"/>
                  <a:pt x="3252380" y="490581"/>
                </a:cubicBezTo>
                <a:cubicBezTo>
                  <a:pt x="3245992" y="485707"/>
                  <a:pt x="3247229" y="487593"/>
                  <a:pt x="3240635" y="485707"/>
                </a:cubicBezTo>
                <a:cubicBezTo>
                  <a:pt x="3248465" y="481619"/>
                  <a:pt x="3247229" y="481619"/>
                  <a:pt x="3253823" y="476745"/>
                </a:cubicBezTo>
                <a:cubicBezTo>
                  <a:pt x="3258975" y="479732"/>
                  <a:pt x="3260211" y="478632"/>
                  <a:pt x="3268041" y="479732"/>
                </a:cubicBezTo>
                <a:cubicBezTo>
                  <a:pt x="3269278" y="483663"/>
                  <a:pt x="3262890" y="487593"/>
                  <a:pt x="3269278" y="491682"/>
                </a:cubicBezTo>
                <a:cubicBezTo>
                  <a:pt x="3260623" y="499110"/>
                  <a:pt x="3261358" y="506539"/>
                  <a:pt x="3258962" y="515228"/>
                </a:cubicBezTo>
                <a:lnTo>
                  <a:pt x="3256276" y="521530"/>
                </a:lnTo>
                <a:lnTo>
                  <a:pt x="3255839" y="523547"/>
                </a:lnTo>
                <a:cubicBezTo>
                  <a:pt x="3256125" y="525713"/>
                  <a:pt x="3257838" y="527256"/>
                  <a:pt x="3262731" y="527492"/>
                </a:cubicBezTo>
                <a:lnTo>
                  <a:pt x="3260102" y="529818"/>
                </a:lnTo>
                <a:lnTo>
                  <a:pt x="3258924" y="534781"/>
                </a:lnTo>
                <a:cubicBezTo>
                  <a:pt x="3256966" y="538259"/>
                  <a:pt x="3253720" y="541758"/>
                  <a:pt x="3255060" y="545295"/>
                </a:cubicBezTo>
                <a:cubicBezTo>
                  <a:pt x="3257738" y="544194"/>
                  <a:pt x="3258975" y="543251"/>
                  <a:pt x="3261653" y="545295"/>
                </a:cubicBezTo>
                <a:cubicBezTo>
                  <a:pt x="3256708" y="547535"/>
                  <a:pt x="3259181" y="550306"/>
                  <a:pt x="3256815" y="552812"/>
                </a:cubicBezTo>
                <a:lnTo>
                  <a:pt x="3255739" y="553391"/>
                </a:lnTo>
                <a:lnTo>
                  <a:pt x="3255801" y="553921"/>
                </a:lnTo>
                <a:lnTo>
                  <a:pt x="3253611" y="561319"/>
                </a:lnTo>
                <a:lnTo>
                  <a:pt x="3257738" y="564161"/>
                </a:lnTo>
                <a:cubicBezTo>
                  <a:pt x="3251144" y="568092"/>
                  <a:pt x="3251144" y="570136"/>
                  <a:pt x="3256296" y="575010"/>
                </a:cubicBezTo>
                <a:cubicBezTo>
                  <a:pt x="3255060" y="577054"/>
                  <a:pt x="3252380" y="577054"/>
                  <a:pt x="3249908" y="577054"/>
                </a:cubicBezTo>
                <a:cubicBezTo>
                  <a:pt x="3251144" y="580041"/>
                  <a:pt x="3256296" y="583972"/>
                  <a:pt x="3253823" y="586959"/>
                </a:cubicBezTo>
                <a:cubicBezTo>
                  <a:pt x="3243932" y="586959"/>
                  <a:pt x="3247371" y="581387"/>
                  <a:pt x="3249186" y="576081"/>
                </a:cubicBezTo>
                <a:lnTo>
                  <a:pt x="3249560" y="573491"/>
                </a:lnTo>
                <a:lnTo>
                  <a:pt x="3240599" y="589209"/>
                </a:lnTo>
                <a:lnTo>
                  <a:pt x="3236533" y="595045"/>
                </a:lnTo>
                <a:lnTo>
                  <a:pt x="3238162" y="596865"/>
                </a:lnTo>
                <a:lnTo>
                  <a:pt x="3234465" y="598012"/>
                </a:lnTo>
                <a:lnTo>
                  <a:pt x="3230203" y="604130"/>
                </a:lnTo>
                <a:lnTo>
                  <a:pt x="3231233" y="605414"/>
                </a:lnTo>
                <a:cubicBezTo>
                  <a:pt x="3231568" y="606887"/>
                  <a:pt x="3231568" y="608342"/>
                  <a:pt x="3232805" y="609757"/>
                </a:cubicBezTo>
                <a:cubicBezTo>
                  <a:pt x="3231568" y="610779"/>
                  <a:pt x="3228322" y="611290"/>
                  <a:pt x="3225720" y="612037"/>
                </a:cubicBezTo>
                <a:lnTo>
                  <a:pt x="3223617" y="612984"/>
                </a:lnTo>
                <a:lnTo>
                  <a:pt x="3222580" y="614356"/>
                </a:lnTo>
                <a:lnTo>
                  <a:pt x="3222501" y="615731"/>
                </a:lnTo>
                <a:cubicBezTo>
                  <a:pt x="3227652" y="614788"/>
                  <a:pt x="3234247" y="611801"/>
                  <a:pt x="3239399" y="618718"/>
                </a:cubicBezTo>
                <a:cubicBezTo>
                  <a:pt x="3223737" y="619819"/>
                  <a:pt x="3235483" y="624693"/>
                  <a:pt x="3221265" y="626737"/>
                </a:cubicBezTo>
                <a:cubicBezTo>
                  <a:pt x="3227652" y="631768"/>
                  <a:pt x="3225180" y="630668"/>
                  <a:pt x="3227652" y="636642"/>
                </a:cubicBezTo>
                <a:cubicBezTo>
                  <a:pt x="3231568" y="633655"/>
                  <a:pt x="3227652" y="623750"/>
                  <a:pt x="3236720" y="625637"/>
                </a:cubicBezTo>
                <a:cubicBezTo>
                  <a:pt x="3236720" y="632712"/>
                  <a:pt x="3229094" y="639629"/>
                  <a:pt x="3227652" y="646547"/>
                </a:cubicBezTo>
                <a:cubicBezTo>
                  <a:pt x="3239399" y="647648"/>
                  <a:pt x="3225180" y="663528"/>
                  <a:pt x="3226416" y="671389"/>
                </a:cubicBezTo>
                <a:cubicBezTo>
                  <a:pt x="3234247" y="665414"/>
                  <a:pt x="3243314" y="647648"/>
                  <a:pt x="3256296" y="653465"/>
                </a:cubicBezTo>
                <a:cubicBezTo>
                  <a:pt x="3257738" y="650635"/>
                  <a:pt x="3257738" y="648592"/>
                  <a:pt x="3255060" y="645604"/>
                </a:cubicBezTo>
                <a:cubicBezTo>
                  <a:pt x="3252380" y="647648"/>
                  <a:pt x="3249908" y="647648"/>
                  <a:pt x="3247229" y="645604"/>
                </a:cubicBezTo>
                <a:cubicBezTo>
                  <a:pt x="3255060" y="636642"/>
                  <a:pt x="3236720" y="639629"/>
                  <a:pt x="3242077" y="630668"/>
                </a:cubicBezTo>
                <a:cubicBezTo>
                  <a:pt x="3244550" y="634756"/>
                  <a:pt x="3247229" y="637586"/>
                  <a:pt x="3251144" y="635699"/>
                </a:cubicBezTo>
                <a:cubicBezTo>
                  <a:pt x="3253823" y="633655"/>
                  <a:pt x="3255060" y="631768"/>
                  <a:pt x="3255060" y="629724"/>
                </a:cubicBezTo>
                <a:cubicBezTo>
                  <a:pt x="3255060" y="629724"/>
                  <a:pt x="3255060" y="629724"/>
                  <a:pt x="3249908" y="623750"/>
                </a:cubicBezTo>
                <a:cubicBezTo>
                  <a:pt x="3255060" y="620762"/>
                  <a:pt x="3255060" y="617775"/>
                  <a:pt x="3260211" y="613844"/>
                </a:cubicBezTo>
                <a:cubicBezTo>
                  <a:pt x="3268041" y="618718"/>
                  <a:pt x="3261653" y="621706"/>
                  <a:pt x="3265569" y="625637"/>
                </a:cubicBezTo>
                <a:cubicBezTo>
                  <a:pt x="3269278" y="623750"/>
                  <a:pt x="3270721" y="620762"/>
                  <a:pt x="3270721" y="618718"/>
                </a:cubicBezTo>
                <a:cubicBezTo>
                  <a:pt x="3270721" y="618718"/>
                  <a:pt x="3270721" y="618718"/>
                  <a:pt x="3262890" y="610857"/>
                </a:cubicBezTo>
                <a:cubicBezTo>
                  <a:pt x="3261653" y="613844"/>
                  <a:pt x="3260211" y="614788"/>
                  <a:pt x="3256296" y="612744"/>
                </a:cubicBezTo>
                <a:cubicBezTo>
                  <a:pt x="3262890" y="605826"/>
                  <a:pt x="3262890" y="597965"/>
                  <a:pt x="3266805" y="589946"/>
                </a:cubicBezTo>
                <a:cubicBezTo>
                  <a:pt x="3240635" y="577998"/>
                  <a:pt x="3282467" y="557244"/>
                  <a:pt x="3269278" y="544194"/>
                </a:cubicBezTo>
                <a:cubicBezTo>
                  <a:pt x="3273194" y="550169"/>
                  <a:pt x="3277109" y="550169"/>
                  <a:pt x="3282467" y="551269"/>
                </a:cubicBezTo>
                <a:cubicBezTo>
                  <a:pt x="3273194" y="558187"/>
                  <a:pt x="3261653" y="569035"/>
                  <a:pt x="3273194" y="574067"/>
                </a:cubicBezTo>
                <a:cubicBezTo>
                  <a:pt x="3264127" y="577998"/>
                  <a:pt x="3265569" y="581928"/>
                  <a:pt x="3265569" y="586959"/>
                </a:cubicBezTo>
                <a:cubicBezTo>
                  <a:pt x="3273194" y="586016"/>
                  <a:pt x="3268041" y="579098"/>
                  <a:pt x="3278551" y="580985"/>
                </a:cubicBezTo>
                <a:cubicBezTo>
                  <a:pt x="3265569" y="575010"/>
                  <a:pt x="3291534" y="569035"/>
                  <a:pt x="3274636" y="566049"/>
                </a:cubicBezTo>
                <a:cubicBezTo>
                  <a:pt x="3287618" y="560231"/>
                  <a:pt x="3281024" y="554257"/>
                  <a:pt x="3287618" y="547182"/>
                </a:cubicBezTo>
                <a:cubicBezTo>
                  <a:pt x="3291534" y="551269"/>
                  <a:pt x="3288854" y="554257"/>
                  <a:pt x="3295449" y="551269"/>
                </a:cubicBezTo>
                <a:cubicBezTo>
                  <a:pt x="3291534" y="548282"/>
                  <a:pt x="3300600" y="547182"/>
                  <a:pt x="3301836" y="547182"/>
                </a:cubicBezTo>
                <a:cubicBezTo>
                  <a:pt x="3294006" y="547182"/>
                  <a:pt x="3303279" y="542308"/>
                  <a:pt x="3295449" y="538219"/>
                </a:cubicBezTo>
                <a:cubicBezTo>
                  <a:pt x="3294006" y="541207"/>
                  <a:pt x="3292770" y="542308"/>
                  <a:pt x="3288854" y="540264"/>
                </a:cubicBezTo>
                <a:cubicBezTo>
                  <a:pt x="3294006" y="535390"/>
                  <a:pt x="3288854" y="530358"/>
                  <a:pt x="3299363" y="525327"/>
                </a:cubicBezTo>
                <a:cubicBezTo>
                  <a:pt x="3301836" y="526428"/>
                  <a:pt x="3304515" y="530358"/>
                  <a:pt x="3307194" y="529415"/>
                </a:cubicBezTo>
                <a:cubicBezTo>
                  <a:pt x="3308431" y="522340"/>
                  <a:pt x="3301836" y="522340"/>
                  <a:pt x="3299363" y="516366"/>
                </a:cubicBezTo>
                <a:cubicBezTo>
                  <a:pt x="3313582" y="513378"/>
                  <a:pt x="3304515" y="505517"/>
                  <a:pt x="3318940" y="501587"/>
                </a:cubicBezTo>
                <a:cubicBezTo>
                  <a:pt x="3316261" y="495612"/>
                  <a:pt x="3328007" y="487593"/>
                  <a:pt x="3328007" y="484606"/>
                </a:cubicBezTo>
                <a:cubicBezTo>
                  <a:pt x="3324091" y="487593"/>
                  <a:pt x="3333158" y="488694"/>
                  <a:pt x="3335837" y="488694"/>
                </a:cubicBezTo>
                <a:cubicBezTo>
                  <a:pt x="3335837" y="483663"/>
                  <a:pt x="3347377" y="475644"/>
                  <a:pt x="3337074" y="478632"/>
                </a:cubicBezTo>
                <a:cubicBezTo>
                  <a:pt x="3339752" y="471714"/>
                  <a:pt x="3340989" y="476745"/>
                  <a:pt x="3347377" y="474701"/>
                </a:cubicBezTo>
                <a:cubicBezTo>
                  <a:pt x="3343667" y="471714"/>
                  <a:pt x="3352735" y="468726"/>
                  <a:pt x="3350055" y="466682"/>
                </a:cubicBezTo>
                <a:cubicBezTo>
                  <a:pt x="3342225" y="464796"/>
                  <a:pt x="3346140" y="468726"/>
                  <a:pt x="3342225" y="472657"/>
                </a:cubicBezTo>
                <a:cubicBezTo>
                  <a:pt x="3335837" y="472657"/>
                  <a:pt x="3340989" y="469670"/>
                  <a:pt x="3334395" y="466682"/>
                </a:cubicBezTo>
                <a:cubicBezTo>
                  <a:pt x="3339752" y="463853"/>
                  <a:pt x="3340989" y="461809"/>
                  <a:pt x="3335837" y="458821"/>
                </a:cubicBezTo>
                <a:cubicBezTo>
                  <a:pt x="3342225" y="458821"/>
                  <a:pt x="3340989" y="449860"/>
                  <a:pt x="3348819" y="453790"/>
                </a:cubicBezTo>
                <a:cubicBezTo>
                  <a:pt x="3347377" y="455834"/>
                  <a:pt x="3335837" y="457878"/>
                  <a:pt x="3346140" y="464796"/>
                </a:cubicBezTo>
                <a:cubicBezTo>
                  <a:pt x="3351498" y="455834"/>
                  <a:pt x="3353971" y="461809"/>
                  <a:pt x="3363038" y="457878"/>
                </a:cubicBezTo>
                <a:cubicBezTo>
                  <a:pt x="3353971" y="452847"/>
                  <a:pt x="3370867" y="446872"/>
                  <a:pt x="3365716" y="441999"/>
                </a:cubicBezTo>
                <a:cubicBezTo>
                  <a:pt x="3372311" y="444986"/>
                  <a:pt x="3366953" y="447973"/>
                  <a:pt x="3373547" y="449860"/>
                </a:cubicBezTo>
                <a:cubicBezTo>
                  <a:pt x="3364480" y="454891"/>
                  <a:pt x="3365716" y="458821"/>
                  <a:pt x="3366953" y="463853"/>
                </a:cubicBezTo>
                <a:cubicBezTo>
                  <a:pt x="3369631" y="462752"/>
                  <a:pt x="3373547" y="462752"/>
                  <a:pt x="3370867" y="464796"/>
                </a:cubicBezTo>
                <a:cubicBezTo>
                  <a:pt x="3364480" y="466682"/>
                  <a:pt x="3368395" y="479732"/>
                  <a:pt x="3373547" y="485707"/>
                </a:cubicBezTo>
                <a:cubicBezTo>
                  <a:pt x="3369631" y="489637"/>
                  <a:pt x="3366953" y="486650"/>
                  <a:pt x="3363038" y="490581"/>
                </a:cubicBezTo>
                <a:cubicBezTo>
                  <a:pt x="3366953" y="495612"/>
                  <a:pt x="3366953" y="505517"/>
                  <a:pt x="3359328" y="506460"/>
                </a:cubicBezTo>
                <a:cubicBezTo>
                  <a:pt x="3351498" y="503473"/>
                  <a:pt x="3366953" y="501587"/>
                  <a:pt x="3361801" y="498599"/>
                </a:cubicBezTo>
                <a:cubicBezTo>
                  <a:pt x="3356649" y="498599"/>
                  <a:pt x="3352735" y="488694"/>
                  <a:pt x="3347377" y="493568"/>
                </a:cubicBezTo>
                <a:cubicBezTo>
                  <a:pt x="3346140" y="497498"/>
                  <a:pt x="3351498" y="494511"/>
                  <a:pt x="3353971" y="499542"/>
                </a:cubicBezTo>
                <a:cubicBezTo>
                  <a:pt x="3348819" y="502530"/>
                  <a:pt x="3353971" y="506460"/>
                  <a:pt x="3351498" y="510391"/>
                </a:cubicBezTo>
                <a:cubicBezTo>
                  <a:pt x="3347377" y="515422"/>
                  <a:pt x="3344904" y="507561"/>
                  <a:pt x="3340989" y="512435"/>
                </a:cubicBezTo>
                <a:cubicBezTo>
                  <a:pt x="3350055" y="513378"/>
                  <a:pt x="3351498" y="521397"/>
                  <a:pt x="3348819" y="525327"/>
                </a:cubicBezTo>
                <a:cubicBezTo>
                  <a:pt x="3356649" y="525327"/>
                  <a:pt x="3357886" y="526428"/>
                  <a:pt x="3361801" y="529415"/>
                </a:cubicBezTo>
                <a:cubicBezTo>
                  <a:pt x="3356649" y="536333"/>
                  <a:pt x="3361801" y="543251"/>
                  <a:pt x="3353971" y="550169"/>
                </a:cubicBezTo>
                <a:cubicBezTo>
                  <a:pt x="3350055" y="549225"/>
                  <a:pt x="3355413" y="542308"/>
                  <a:pt x="3348819" y="545295"/>
                </a:cubicBezTo>
                <a:cubicBezTo>
                  <a:pt x="3351498" y="552213"/>
                  <a:pt x="3340989" y="552213"/>
                  <a:pt x="3346140" y="560231"/>
                </a:cubicBezTo>
                <a:cubicBezTo>
                  <a:pt x="3340989" y="560231"/>
                  <a:pt x="3333158" y="571080"/>
                  <a:pt x="3335837" y="577054"/>
                </a:cubicBezTo>
                <a:cubicBezTo>
                  <a:pt x="3329243" y="581928"/>
                  <a:pt x="3326564" y="574067"/>
                  <a:pt x="3318940" y="580985"/>
                </a:cubicBezTo>
                <a:cubicBezTo>
                  <a:pt x="3328007" y="581928"/>
                  <a:pt x="3321413" y="589946"/>
                  <a:pt x="3329243" y="591991"/>
                </a:cubicBezTo>
                <a:cubicBezTo>
                  <a:pt x="3324091" y="593877"/>
                  <a:pt x="3328007" y="596865"/>
                  <a:pt x="3324091" y="598908"/>
                </a:cubicBezTo>
                <a:cubicBezTo>
                  <a:pt x="3322855" y="596865"/>
                  <a:pt x="3320176" y="593877"/>
                  <a:pt x="3317498" y="596865"/>
                </a:cubicBezTo>
                <a:cubicBezTo>
                  <a:pt x="3320176" y="598908"/>
                  <a:pt x="3317498" y="600952"/>
                  <a:pt x="3320176" y="603940"/>
                </a:cubicBezTo>
                <a:cubicBezTo>
                  <a:pt x="3315024" y="607870"/>
                  <a:pt x="3312346" y="602839"/>
                  <a:pt x="3307194" y="604883"/>
                </a:cubicBezTo>
                <a:cubicBezTo>
                  <a:pt x="3317498" y="610857"/>
                  <a:pt x="3307194" y="614788"/>
                  <a:pt x="3309667" y="620762"/>
                </a:cubicBezTo>
                <a:cubicBezTo>
                  <a:pt x="3315024" y="615731"/>
                  <a:pt x="3317498" y="611801"/>
                  <a:pt x="3321413" y="607870"/>
                </a:cubicBezTo>
                <a:cubicBezTo>
                  <a:pt x="3324091" y="616832"/>
                  <a:pt x="3309667" y="623750"/>
                  <a:pt x="3313582" y="633655"/>
                </a:cubicBezTo>
                <a:cubicBezTo>
                  <a:pt x="3320176" y="622807"/>
                  <a:pt x="3331922" y="613844"/>
                  <a:pt x="3331922" y="602839"/>
                </a:cubicBezTo>
                <a:cubicBezTo>
                  <a:pt x="3328007" y="604883"/>
                  <a:pt x="3325327" y="606927"/>
                  <a:pt x="3324091" y="603940"/>
                </a:cubicBezTo>
                <a:cubicBezTo>
                  <a:pt x="3330479" y="599851"/>
                  <a:pt x="3330479" y="601896"/>
                  <a:pt x="3334395" y="596865"/>
                </a:cubicBezTo>
                <a:cubicBezTo>
                  <a:pt x="3338310" y="597965"/>
                  <a:pt x="3340989" y="600952"/>
                  <a:pt x="3344904" y="600952"/>
                </a:cubicBezTo>
                <a:cubicBezTo>
                  <a:pt x="3330479" y="611801"/>
                  <a:pt x="3322855" y="623750"/>
                  <a:pt x="3331922" y="632712"/>
                </a:cubicBezTo>
                <a:cubicBezTo>
                  <a:pt x="3329243" y="629724"/>
                  <a:pt x="3322855" y="636642"/>
                  <a:pt x="3329243" y="638686"/>
                </a:cubicBezTo>
                <a:cubicBezTo>
                  <a:pt x="3324091" y="643560"/>
                  <a:pt x="3321413" y="635699"/>
                  <a:pt x="3316261" y="637586"/>
                </a:cubicBezTo>
                <a:cubicBezTo>
                  <a:pt x="3318940" y="640573"/>
                  <a:pt x="3313582" y="643560"/>
                  <a:pt x="3313582" y="647648"/>
                </a:cubicBezTo>
                <a:cubicBezTo>
                  <a:pt x="3317498" y="645604"/>
                  <a:pt x="3320176" y="636642"/>
                  <a:pt x="3324091" y="643560"/>
                </a:cubicBezTo>
                <a:cubicBezTo>
                  <a:pt x="3329243" y="646547"/>
                  <a:pt x="3315024" y="647648"/>
                  <a:pt x="3318940" y="650635"/>
                </a:cubicBezTo>
                <a:cubicBezTo>
                  <a:pt x="3326564" y="654566"/>
                  <a:pt x="3326564" y="652522"/>
                  <a:pt x="3328007" y="660540"/>
                </a:cubicBezTo>
                <a:cubicBezTo>
                  <a:pt x="3333158" y="655509"/>
                  <a:pt x="3335837" y="659439"/>
                  <a:pt x="3338310" y="660540"/>
                </a:cubicBezTo>
                <a:cubicBezTo>
                  <a:pt x="3330479" y="664471"/>
                  <a:pt x="3342225" y="667458"/>
                  <a:pt x="3343667" y="670445"/>
                </a:cubicBezTo>
                <a:cubicBezTo>
                  <a:pt x="3337074" y="674376"/>
                  <a:pt x="3334395" y="664471"/>
                  <a:pt x="3328007" y="668402"/>
                </a:cubicBezTo>
                <a:cubicBezTo>
                  <a:pt x="3330479" y="674376"/>
                  <a:pt x="3328007" y="679408"/>
                  <a:pt x="3325327" y="685381"/>
                </a:cubicBezTo>
                <a:cubicBezTo>
                  <a:pt x="3322855" y="681294"/>
                  <a:pt x="3325327" y="678464"/>
                  <a:pt x="3318940" y="680350"/>
                </a:cubicBezTo>
                <a:cubicBezTo>
                  <a:pt x="3317498" y="685381"/>
                  <a:pt x="3312346" y="682394"/>
                  <a:pt x="3307194" y="686325"/>
                </a:cubicBezTo>
                <a:cubicBezTo>
                  <a:pt x="3316261" y="688369"/>
                  <a:pt x="3305752" y="694344"/>
                  <a:pt x="3297922" y="697173"/>
                </a:cubicBezTo>
                <a:cubicBezTo>
                  <a:pt x="3300600" y="703148"/>
                  <a:pt x="3301836" y="708179"/>
                  <a:pt x="3308431" y="708179"/>
                </a:cubicBezTo>
                <a:cubicBezTo>
                  <a:pt x="3301836" y="714154"/>
                  <a:pt x="3296685" y="712110"/>
                  <a:pt x="3291534" y="711166"/>
                </a:cubicBezTo>
                <a:cubicBezTo>
                  <a:pt x="3299363" y="717141"/>
                  <a:pt x="3286382" y="725002"/>
                  <a:pt x="3295449" y="727989"/>
                </a:cubicBezTo>
                <a:cubicBezTo>
                  <a:pt x="3292770" y="730033"/>
                  <a:pt x="3283703" y="730977"/>
                  <a:pt x="3286382" y="733964"/>
                </a:cubicBezTo>
                <a:cubicBezTo>
                  <a:pt x="3303279" y="736951"/>
                  <a:pt x="3301836" y="713210"/>
                  <a:pt x="3316261" y="714154"/>
                </a:cubicBezTo>
                <a:cubicBezTo>
                  <a:pt x="3312346" y="721071"/>
                  <a:pt x="3305752" y="726103"/>
                  <a:pt x="3301836" y="733021"/>
                </a:cubicBezTo>
                <a:cubicBezTo>
                  <a:pt x="3317498" y="730977"/>
                  <a:pt x="3320176" y="741039"/>
                  <a:pt x="3333158" y="742926"/>
                </a:cubicBezTo>
                <a:cubicBezTo>
                  <a:pt x="3321413" y="747957"/>
                  <a:pt x="3326564" y="762893"/>
                  <a:pt x="3321413" y="775786"/>
                </a:cubicBezTo>
                <a:cubicBezTo>
                  <a:pt x="3320176" y="769811"/>
                  <a:pt x="3316261" y="768711"/>
                  <a:pt x="3315024" y="760849"/>
                </a:cubicBezTo>
                <a:cubicBezTo>
                  <a:pt x="3307812" y="765802"/>
                  <a:pt x="3301578" y="771029"/>
                  <a:pt x="3297484" y="776631"/>
                </a:cubicBezTo>
                <a:lnTo>
                  <a:pt x="3295419" y="780715"/>
                </a:lnTo>
                <a:lnTo>
                  <a:pt x="3317330" y="793803"/>
                </a:lnTo>
                <a:lnTo>
                  <a:pt x="3329887" y="803910"/>
                </a:lnTo>
                <a:lnTo>
                  <a:pt x="3339752" y="793709"/>
                </a:lnTo>
                <a:cubicBezTo>
                  <a:pt x="3335837" y="787735"/>
                  <a:pt x="3338310" y="789621"/>
                  <a:pt x="3344904" y="787735"/>
                </a:cubicBezTo>
                <a:cubicBezTo>
                  <a:pt x="3344904" y="777672"/>
                  <a:pt x="3350055" y="762893"/>
                  <a:pt x="3360565" y="759906"/>
                </a:cubicBezTo>
                <a:cubicBezTo>
                  <a:pt x="3357267" y="755897"/>
                  <a:pt x="3360513" y="751180"/>
                  <a:pt x="3365227" y="747328"/>
                </a:cubicBezTo>
                <a:lnTo>
                  <a:pt x="3368169" y="745402"/>
                </a:lnTo>
                <a:lnTo>
                  <a:pt x="3369753" y="734168"/>
                </a:lnTo>
                <a:lnTo>
                  <a:pt x="3372133" y="742808"/>
                </a:lnTo>
                <a:lnTo>
                  <a:pt x="3372764" y="742395"/>
                </a:lnTo>
                <a:cubicBezTo>
                  <a:pt x="3375221" y="741098"/>
                  <a:pt x="3377411" y="740213"/>
                  <a:pt x="3378698" y="739938"/>
                </a:cubicBezTo>
                <a:cubicBezTo>
                  <a:pt x="3376226" y="741039"/>
                  <a:pt x="3376226" y="748900"/>
                  <a:pt x="3378698" y="745913"/>
                </a:cubicBezTo>
                <a:cubicBezTo>
                  <a:pt x="3382614" y="742926"/>
                  <a:pt x="3383850" y="738995"/>
                  <a:pt x="3382614" y="735064"/>
                </a:cubicBezTo>
                <a:cubicBezTo>
                  <a:pt x="3380142" y="736951"/>
                  <a:pt x="3378698" y="738052"/>
                  <a:pt x="3377462" y="733964"/>
                </a:cubicBezTo>
                <a:cubicBezTo>
                  <a:pt x="3382614" y="729090"/>
                  <a:pt x="3380142" y="723116"/>
                  <a:pt x="3381378" y="717141"/>
                </a:cubicBezTo>
                <a:cubicBezTo>
                  <a:pt x="3386529" y="733021"/>
                  <a:pt x="3398275" y="733964"/>
                  <a:pt x="3385293" y="742926"/>
                </a:cubicBezTo>
                <a:cubicBezTo>
                  <a:pt x="3389208" y="750944"/>
                  <a:pt x="3381378" y="757862"/>
                  <a:pt x="3382614" y="765880"/>
                </a:cubicBezTo>
                <a:cubicBezTo>
                  <a:pt x="3377462" y="769811"/>
                  <a:pt x="3372311" y="765880"/>
                  <a:pt x="3370867" y="771698"/>
                </a:cubicBezTo>
                <a:lnTo>
                  <a:pt x="3370211" y="768675"/>
                </a:lnTo>
                <a:lnTo>
                  <a:pt x="3365920" y="768675"/>
                </a:lnTo>
                <a:lnTo>
                  <a:pt x="3359663" y="785612"/>
                </a:lnTo>
                <a:cubicBezTo>
                  <a:pt x="3358195" y="791940"/>
                  <a:pt x="3358504" y="797639"/>
                  <a:pt x="3363038" y="801570"/>
                </a:cubicBezTo>
                <a:cubicBezTo>
                  <a:pt x="3356649" y="805501"/>
                  <a:pt x="3355413" y="798583"/>
                  <a:pt x="3347377" y="802514"/>
                </a:cubicBezTo>
                <a:cubicBezTo>
                  <a:pt x="3351395" y="806994"/>
                  <a:pt x="3349128" y="811240"/>
                  <a:pt x="3345702" y="814974"/>
                </a:cubicBezTo>
                <a:lnTo>
                  <a:pt x="3343814" y="816797"/>
                </a:lnTo>
                <a:lnTo>
                  <a:pt x="3356475" y="835463"/>
                </a:lnTo>
                <a:cubicBezTo>
                  <a:pt x="3350913" y="842930"/>
                  <a:pt x="3343972" y="849336"/>
                  <a:pt x="3336062" y="854947"/>
                </a:cubicBezTo>
                <a:lnTo>
                  <a:pt x="3315432" y="866517"/>
                </a:lnTo>
                <a:lnTo>
                  <a:pt x="3313582" y="870121"/>
                </a:lnTo>
                <a:cubicBezTo>
                  <a:pt x="3308431" y="874051"/>
                  <a:pt x="3307194" y="870121"/>
                  <a:pt x="3301836" y="873107"/>
                </a:cubicBezTo>
                <a:cubicBezTo>
                  <a:pt x="3303279" y="878138"/>
                  <a:pt x="3303279" y="883956"/>
                  <a:pt x="3301836" y="888043"/>
                </a:cubicBezTo>
                <a:cubicBezTo>
                  <a:pt x="3298642" y="888043"/>
                  <a:pt x="3297046" y="885567"/>
                  <a:pt x="3295577" y="882836"/>
                </a:cubicBezTo>
                <a:lnTo>
                  <a:pt x="3290477" y="876570"/>
                </a:lnTo>
                <a:lnTo>
                  <a:pt x="3289251" y="877008"/>
                </a:lnTo>
                <a:lnTo>
                  <a:pt x="3285969" y="880576"/>
                </a:lnTo>
                <a:cubicBezTo>
                  <a:pt x="3285352" y="882305"/>
                  <a:pt x="3285042" y="884035"/>
                  <a:pt x="3283703" y="885057"/>
                </a:cubicBezTo>
                <a:cubicBezTo>
                  <a:pt x="3292770" y="886000"/>
                  <a:pt x="3284939" y="894018"/>
                  <a:pt x="3282467" y="895905"/>
                </a:cubicBezTo>
                <a:cubicBezTo>
                  <a:pt x="3291534" y="897006"/>
                  <a:pt x="3283703" y="902980"/>
                  <a:pt x="3287618" y="903923"/>
                </a:cubicBezTo>
                <a:cubicBezTo>
                  <a:pt x="3288854" y="903923"/>
                  <a:pt x="3290091" y="902980"/>
                  <a:pt x="3291534" y="904867"/>
                </a:cubicBezTo>
                <a:cubicBezTo>
                  <a:pt x="3283703" y="909898"/>
                  <a:pt x="3284939" y="899993"/>
                  <a:pt x="3278551" y="903923"/>
                </a:cubicBezTo>
                <a:cubicBezTo>
                  <a:pt x="3269278" y="910841"/>
                  <a:pt x="3283703" y="921847"/>
                  <a:pt x="3274636" y="925777"/>
                </a:cubicBezTo>
                <a:cubicBezTo>
                  <a:pt x="3274636" y="920746"/>
                  <a:pt x="3271958" y="918859"/>
                  <a:pt x="3268041" y="919803"/>
                </a:cubicBezTo>
                <a:cubicBezTo>
                  <a:pt x="3253823" y="928765"/>
                  <a:pt x="3266805" y="940714"/>
                  <a:pt x="3268041" y="944645"/>
                </a:cubicBezTo>
                <a:cubicBezTo>
                  <a:pt x="3265569" y="940714"/>
                  <a:pt x="3260211" y="943701"/>
                  <a:pt x="3256296" y="942600"/>
                </a:cubicBezTo>
                <a:cubicBezTo>
                  <a:pt x="3255060" y="937726"/>
                  <a:pt x="3260211" y="927664"/>
                  <a:pt x="3255060" y="926720"/>
                </a:cubicBezTo>
                <a:cubicBezTo>
                  <a:pt x="3240635" y="938670"/>
                  <a:pt x="3253823" y="942600"/>
                  <a:pt x="3249908" y="954550"/>
                </a:cubicBezTo>
                <a:cubicBezTo>
                  <a:pt x="3245992" y="956593"/>
                  <a:pt x="3244550" y="954550"/>
                  <a:pt x="3240635" y="956593"/>
                </a:cubicBezTo>
                <a:cubicBezTo>
                  <a:pt x="3242077" y="960524"/>
                  <a:pt x="3242077" y="963511"/>
                  <a:pt x="3243314" y="967442"/>
                </a:cubicBezTo>
                <a:cubicBezTo>
                  <a:pt x="3247229" y="966499"/>
                  <a:pt x="3248465" y="955493"/>
                  <a:pt x="3253823" y="959581"/>
                </a:cubicBezTo>
                <a:cubicBezTo>
                  <a:pt x="3249908" y="964455"/>
                  <a:pt x="3243314" y="969486"/>
                  <a:pt x="3242077" y="975461"/>
                </a:cubicBezTo>
                <a:cubicBezTo>
                  <a:pt x="3257738" y="961467"/>
                  <a:pt x="3268041" y="945588"/>
                  <a:pt x="3281024" y="930651"/>
                </a:cubicBezTo>
                <a:cubicBezTo>
                  <a:pt x="3282467" y="947632"/>
                  <a:pt x="3243314" y="967442"/>
                  <a:pt x="3255060" y="977504"/>
                </a:cubicBezTo>
                <a:lnTo>
                  <a:pt x="3254174" y="980515"/>
                </a:lnTo>
                <a:lnTo>
                  <a:pt x="3257393" y="983316"/>
                </a:lnTo>
                <a:cubicBezTo>
                  <a:pt x="3257936" y="988300"/>
                  <a:pt x="3249239" y="996382"/>
                  <a:pt x="3249239" y="1001611"/>
                </a:cubicBezTo>
                <a:cubicBezTo>
                  <a:pt x="3243442" y="998601"/>
                  <a:pt x="3245374" y="994599"/>
                  <a:pt x="3248273" y="990597"/>
                </a:cubicBezTo>
                <a:lnTo>
                  <a:pt x="3252115" y="985257"/>
                </a:lnTo>
                <a:lnTo>
                  <a:pt x="3247229" y="990397"/>
                </a:lnTo>
                <a:cubicBezTo>
                  <a:pt x="3247229" y="988352"/>
                  <a:pt x="3247229" y="984422"/>
                  <a:pt x="3244550" y="985366"/>
                </a:cubicBezTo>
                <a:cubicBezTo>
                  <a:pt x="3236720" y="993384"/>
                  <a:pt x="3225180" y="999201"/>
                  <a:pt x="3218585" y="1008163"/>
                </a:cubicBezTo>
                <a:cubicBezTo>
                  <a:pt x="3217349" y="1005176"/>
                  <a:pt x="3217349" y="1002188"/>
                  <a:pt x="3214670" y="1003289"/>
                </a:cubicBezTo>
                <a:cubicBezTo>
                  <a:pt x="3215907" y="1008163"/>
                  <a:pt x="3205603" y="1009263"/>
                  <a:pt x="3206840" y="1015238"/>
                </a:cubicBezTo>
                <a:cubicBezTo>
                  <a:pt x="3210755" y="1013194"/>
                  <a:pt x="3211992" y="1009263"/>
                  <a:pt x="3218585" y="1008163"/>
                </a:cubicBezTo>
                <a:cubicBezTo>
                  <a:pt x="3217349" y="1019168"/>
                  <a:pt x="3211992" y="1023099"/>
                  <a:pt x="3215907" y="1034105"/>
                </a:cubicBezTo>
                <a:cubicBezTo>
                  <a:pt x="3205603" y="1038979"/>
                  <a:pt x="3217349" y="1039922"/>
                  <a:pt x="3200246" y="1049041"/>
                </a:cubicBezTo>
                <a:cubicBezTo>
                  <a:pt x="3201688" y="1061934"/>
                  <a:pt x="3176961" y="1076713"/>
                  <a:pt x="3163978" y="1088662"/>
                </a:cubicBezTo>
                <a:cubicBezTo>
                  <a:pt x="3163978" y="1086775"/>
                  <a:pt x="3163978" y="1082687"/>
                  <a:pt x="3161300" y="1082687"/>
                </a:cubicBezTo>
                <a:cubicBezTo>
                  <a:pt x="3161300" y="1084731"/>
                  <a:pt x="3160063" y="1085675"/>
                  <a:pt x="3156148" y="1086775"/>
                </a:cubicBezTo>
                <a:cubicBezTo>
                  <a:pt x="3162536" y="1088662"/>
                  <a:pt x="3161300" y="1096680"/>
                  <a:pt x="3150790" y="1099668"/>
                </a:cubicBezTo>
                <a:cubicBezTo>
                  <a:pt x="3148317" y="1100611"/>
                  <a:pt x="3148317" y="1096680"/>
                  <a:pt x="3145639" y="1096680"/>
                </a:cubicBezTo>
                <a:cubicBezTo>
                  <a:pt x="3145639" y="1101554"/>
                  <a:pt x="3149554" y="1099668"/>
                  <a:pt x="3145639" y="1104541"/>
                </a:cubicBezTo>
                <a:cubicBezTo>
                  <a:pt x="3140488" y="1106586"/>
                  <a:pt x="3140488" y="1102655"/>
                  <a:pt x="3139045" y="1102655"/>
                </a:cubicBezTo>
                <a:cubicBezTo>
                  <a:pt x="3137808" y="1106586"/>
                  <a:pt x="3141724" y="1105642"/>
                  <a:pt x="3140488" y="1109572"/>
                </a:cubicBezTo>
                <a:lnTo>
                  <a:pt x="3137437" y="1112213"/>
                </a:lnTo>
                <a:lnTo>
                  <a:pt x="3135833" y="1118878"/>
                </a:lnTo>
                <a:cubicBezTo>
                  <a:pt x="3135005" y="1122840"/>
                  <a:pt x="3134529" y="1127006"/>
                  <a:pt x="3135198" y="1131486"/>
                </a:cubicBezTo>
                <a:cubicBezTo>
                  <a:pt x="3133756" y="1136517"/>
                  <a:pt x="3124691" y="1129443"/>
                  <a:pt x="3122013" y="1133530"/>
                </a:cubicBezTo>
                <a:cubicBezTo>
                  <a:pt x="3125927" y="1142334"/>
                  <a:pt x="3124691" y="1149408"/>
                  <a:pt x="3122013" y="1157269"/>
                </a:cubicBezTo>
                <a:cubicBezTo>
                  <a:pt x="3118099" y="1165286"/>
                  <a:pt x="3111711" y="1172204"/>
                  <a:pt x="3105119" y="1179121"/>
                </a:cubicBezTo>
                <a:cubicBezTo>
                  <a:pt x="3093375" y="1193112"/>
                  <a:pt x="3076480" y="1203959"/>
                  <a:pt x="3072565" y="1218894"/>
                </a:cubicBezTo>
                <a:cubicBezTo>
                  <a:pt x="3063500" y="1223925"/>
                  <a:pt x="3052992" y="1228798"/>
                  <a:pt x="3043927" y="1235715"/>
                </a:cubicBezTo>
                <a:lnTo>
                  <a:pt x="3033756" y="1244025"/>
                </a:lnTo>
                <a:lnTo>
                  <a:pt x="3034043" y="1244228"/>
                </a:lnTo>
                <a:cubicBezTo>
                  <a:pt x="3035005" y="1246525"/>
                  <a:pt x="3034641" y="1249203"/>
                  <a:pt x="3032664" y="1251192"/>
                </a:cubicBezTo>
                <a:lnTo>
                  <a:pt x="3029179" y="1247765"/>
                </a:lnTo>
                <a:lnTo>
                  <a:pt x="3023637" y="1252293"/>
                </a:lnTo>
                <a:lnTo>
                  <a:pt x="3024093" y="1256038"/>
                </a:lnTo>
                <a:cubicBezTo>
                  <a:pt x="3025349" y="1259942"/>
                  <a:pt x="3027086" y="1262248"/>
                  <a:pt x="3023709" y="1260705"/>
                </a:cubicBezTo>
                <a:lnTo>
                  <a:pt x="3017208" y="1256993"/>
                </a:lnTo>
                <a:lnTo>
                  <a:pt x="2995432" y="1271284"/>
                </a:lnTo>
                <a:cubicBezTo>
                  <a:pt x="2986960" y="1276000"/>
                  <a:pt x="2978204" y="1279498"/>
                  <a:pt x="2968520" y="1280520"/>
                </a:cubicBezTo>
                <a:cubicBezTo>
                  <a:pt x="2960691" y="1285393"/>
                  <a:pt x="2951419" y="1289480"/>
                  <a:pt x="2942354" y="1294354"/>
                </a:cubicBezTo>
                <a:cubicBezTo>
                  <a:pt x="2934525" y="1298442"/>
                  <a:pt x="2925460" y="1302372"/>
                  <a:pt x="2916394" y="1306302"/>
                </a:cubicBezTo>
                <a:cubicBezTo>
                  <a:pt x="2907329" y="1310232"/>
                  <a:pt x="2898058" y="1315262"/>
                  <a:pt x="2890434" y="1318250"/>
                </a:cubicBezTo>
                <a:cubicBezTo>
                  <a:pt x="2881163" y="1322180"/>
                  <a:pt x="2872097" y="1325167"/>
                  <a:pt x="2864268" y="1329097"/>
                </a:cubicBezTo>
                <a:cubicBezTo>
                  <a:pt x="2859117" y="1331141"/>
                  <a:pt x="2853967" y="1333971"/>
                  <a:pt x="2848611" y="1337901"/>
                </a:cubicBezTo>
                <a:cubicBezTo>
                  <a:pt x="2843459" y="1341988"/>
                  <a:pt x="2839545" y="1344818"/>
                  <a:pt x="2835630" y="1348905"/>
                </a:cubicBezTo>
                <a:cubicBezTo>
                  <a:pt x="2826565" y="1356766"/>
                  <a:pt x="2817499" y="1364783"/>
                  <a:pt x="2806992" y="1370757"/>
                </a:cubicBezTo>
                <a:cubicBezTo>
                  <a:pt x="2800399" y="1373744"/>
                  <a:pt x="2783504" y="1372644"/>
                  <a:pt x="2775675" y="1374687"/>
                </a:cubicBezTo>
                <a:cubicBezTo>
                  <a:pt x="2769288" y="1376731"/>
                  <a:pt x="2763931" y="1382705"/>
                  <a:pt x="2758781" y="1382705"/>
                </a:cubicBezTo>
                <a:cubicBezTo>
                  <a:pt x="2752291" y="1382705"/>
                  <a:pt x="2746612" y="1380464"/>
                  <a:pt x="2741255" y="1377198"/>
                </a:cubicBezTo>
                <a:lnTo>
                  <a:pt x="2726680" y="1366292"/>
                </a:lnTo>
                <a:lnTo>
                  <a:pt x="2726484" y="1366338"/>
                </a:lnTo>
                <a:cubicBezTo>
                  <a:pt x="2724564" y="1366428"/>
                  <a:pt x="2723087" y="1365989"/>
                  <a:pt x="2722420" y="1364739"/>
                </a:cubicBezTo>
                <a:lnTo>
                  <a:pt x="2723847" y="1364377"/>
                </a:lnTo>
                <a:lnTo>
                  <a:pt x="2713594" y="1357862"/>
                </a:lnTo>
                <a:lnTo>
                  <a:pt x="2701980" y="1357889"/>
                </a:lnTo>
                <a:cubicBezTo>
                  <a:pt x="2694149" y="1359008"/>
                  <a:pt x="2688586" y="1361761"/>
                  <a:pt x="2689822" y="1367735"/>
                </a:cubicBezTo>
                <a:cubicBezTo>
                  <a:pt x="2681992" y="1364747"/>
                  <a:pt x="2680755" y="1373709"/>
                  <a:pt x="2672924" y="1370722"/>
                </a:cubicBezTo>
                <a:cubicBezTo>
                  <a:pt x="2672924" y="1366948"/>
                  <a:pt x="2679531" y="1366005"/>
                  <a:pt x="2680662" y="1364973"/>
                </a:cubicBezTo>
                <a:lnTo>
                  <a:pt x="2679780" y="1364071"/>
                </a:lnTo>
                <a:lnTo>
                  <a:pt x="2675129" y="1364370"/>
                </a:lnTo>
                <a:lnTo>
                  <a:pt x="2670065" y="1365022"/>
                </a:lnTo>
                <a:lnTo>
                  <a:pt x="2662970" y="1370455"/>
                </a:lnTo>
                <a:lnTo>
                  <a:pt x="2660483" y="1368953"/>
                </a:lnTo>
                <a:lnTo>
                  <a:pt x="2662625" y="1365173"/>
                </a:lnTo>
                <a:lnTo>
                  <a:pt x="2658289" y="1365452"/>
                </a:lnTo>
                <a:lnTo>
                  <a:pt x="2654219" y="1365010"/>
                </a:lnTo>
                <a:lnTo>
                  <a:pt x="2648763" y="1372058"/>
                </a:lnTo>
                <a:cubicBezTo>
                  <a:pt x="2642427" y="1378151"/>
                  <a:pt x="2633979" y="1383143"/>
                  <a:pt x="2626148" y="1385658"/>
                </a:cubicBezTo>
                <a:cubicBezTo>
                  <a:pt x="2632535" y="1379684"/>
                  <a:pt x="2618317" y="1381571"/>
                  <a:pt x="2616875" y="1382671"/>
                </a:cubicBezTo>
                <a:cubicBezTo>
                  <a:pt x="2615638" y="1390532"/>
                  <a:pt x="2596062" y="1388646"/>
                  <a:pt x="2586995" y="1390532"/>
                </a:cubicBezTo>
                <a:cubicBezTo>
                  <a:pt x="2588437" y="1388646"/>
                  <a:pt x="2593589" y="1384558"/>
                  <a:pt x="2590910" y="1383614"/>
                </a:cubicBezTo>
                <a:cubicBezTo>
                  <a:pt x="2580401" y="1382671"/>
                  <a:pt x="2581844" y="1395563"/>
                  <a:pt x="2574013" y="1395563"/>
                </a:cubicBezTo>
                <a:cubicBezTo>
                  <a:pt x="2575249" y="1386602"/>
                  <a:pt x="2564946" y="1397607"/>
                  <a:pt x="2561031" y="1397607"/>
                </a:cubicBezTo>
                <a:cubicBezTo>
                  <a:pt x="2564946" y="1393519"/>
                  <a:pt x="2553200" y="1393519"/>
                  <a:pt x="2550522" y="1391633"/>
                </a:cubicBezTo>
                <a:cubicBezTo>
                  <a:pt x="2548049" y="1394620"/>
                  <a:pt x="2544133" y="1393519"/>
                  <a:pt x="2541455" y="1396507"/>
                </a:cubicBezTo>
                <a:cubicBezTo>
                  <a:pt x="2546607" y="1394620"/>
                  <a:pt x="2553200" y="1394620"/>
                  <a:pt x="2550522" y="1399494"/>
                </a:cubicBezTo>
                <a:cubicBezTo>
                  <a:pt x="2541455" y="1398551"/>
                  <a:pt x="2530945" y="1399494"/>
                  <a:pt x="2534860" y="1406412"/>
                </a:cubicBezTo>
                <a:cubicBezTo>
                  <a:pt x="2525793" y="1406412"/>
                  <a:pt x="2537540" y="1401538"/>
                  <a:pt x="2529709" y="1400438"/>
                </a:cubicBezTo>
                <a:cubicBezTo>
                  <a:pt x="2523114" y="1409399"/>
                  <a:pt x="2523114" y="1402481"/>
                  <a:pt x="2516726" y="1404525"/>
                </a:cubicBezTo>
                <a:cubicBezTo>
                  <a:pt x="2512811" y="1408456"/>
                  <a:pt x="2515490" y="1410499"/>
                  <a:pt x="2516726" y="1412387"/>
                </a:cubicBezTo>
                <a:cubicBezTo>
                  <a:pt x="2516726" y="1406412"/>
                  <a:pt x="2532388" y="1410499"/>
                  <a:pt x="2538776" y="1408456"/>
                </a:cubicBezTo>
                <a:cubicBezTo>
                  <a:pt x="2533624" y="1411443"/>
                  <a:pt x="2540218" y="1412387"/>
                  <a:pt x="2537540" y="1416317"/>
                </a:cubicBezTo>
                <a:cubicBezTo>
                  <a:pt x="2534243" y="1416317"/>
                  <a:pt x="2531306" y="1416317"/>
                  <a:pt x="2528550" y="1416828"/>
                </a:cubicBezTo>
                <a:lnTo>
                  <a:pt x="2520754" y="1420354"/>
                </a:lnTo>
                <a:lnTo>
                  <a:pt x="2538653" y="1419102"/>
                </a:lnTo>
                <a:cubicBezTo>
                  <a:pt x="2542569" y="1422090"/>
                  <a:pt x="2542569" y="1427121"/>
                  <a:pt x="2540096" y="1431051"/>
                </a:cubicBezTo>
                <a:cubicBezTo>
                  <a:pt x="2540096" y="1431051"/>
                  <a:pt x="2540096" y="1431051"/>
                  <a:pt x="2546484" y="1430107"/>
                </a:cubicBezTo>
                <a:cubicBezTo>
                  <a:pt x="2547927" y="1423190"/>
                  <a:pt x="2542569" y="1423190"/>
                  <a:pt x="2541333" y="1419102"/>
                </a:cubicBezTo>
                <a:cubicBezTo>
                  <a:pt x="2542569" y="1413285"/>
                  <a:pt x="2546484" y="1424133"/>
                  <a:pt x="2549164" y="1425076"/>
                </a:cubicBezTo>
                <a:cubicBezTo>
                  <a:pt x="2555552" y="1423190"/>
                  <a:pt x="2560911" y="1421146"/>
                  <a:pt x="2567299" y="1419102"/>
                </a:cubicBezTo>
                <a:cubicBezTo>
                  <a:pt x="2563384" y="1433095"/>
                  <a:pt x="2579046" y="1421146"/>
                  <a:pt x="2588320" y="1425076"/>
                </a:cubicBezTo>
                <a:cubicBezTo>
                  <a:pt x="2584198" y="1434038"/>
                  <a:pt x="2573894" y="1425076"/>
                  <a:pt x="2571214" y="1437025"/>
                </a:cubicBezTo>
                <a:cubicBezTo>
                  <a:pt x="2558231" y="1435139"/>
                  <a:pt x="2553079" y="1435139"/>
                  <a:pt x="2542569" y="1442057"/>
                </a:cubicBezTo>
                <a:cubicBezTo>
                  <a:pt x="2546484" y="1448974"/>
                  <a:pt x="2551843" y="1438126"/>
                  <a:pt x="2554315" y="1443000"/>
                </a:cubicBezTo>
                <a:cubicBezTo>
                  <a:pt x="2551843" y="1463910"/>
                  <a:pt x="2560911" y="1456992"/>
                  <a:pt x="2575130" y="1443000"/>
                </a:cubicBezTo>
                <a:cubicBezTo>
                  <a:pt x="2566062" y="1451962"/>
                  <a:pt x="2572658" y="1461866"/>
                  <a:pt x="2579046" y="1467841"/>
                </a:cubicBezTo>
                <a:cubicBezTo>
                  <a:pt x="2569978" y="1470828"/>
                  <a:pt x="2569978" y="1463910"/>
                  <a:pt x="2566062" y="1459980"/>
                </a:cubicBezTo>
                <a:cubicBezTo>
                  <a:pt x="2562147" y="1464854"/>
                  <a:pt x="2560911" y="1470828"/>
                  <a:pt x="2554315" y="1472871"/>
                </a:cubicBezTo>
                <a:cubicBezTo>
                  <a:pt x="2549164" y="1472871"/>
                  <a:pt x="2553079" y="1462967"/>
                  <a:pt x="2546484" y="1464854"/>
                </a:cubicBezTo>
                <a:cubicBezTo>
                  <a:pt x="2540096" y="1468941"/>
                  <a:pt x="2542569" y="1485764"/>
                  <a:pt x="2529586" y="1481833"/>
                </a:cubicBezTo>
                <a:cubicBezTo>
                  <a:pt x="2529586" y="1478846"/>
                  <a:pt x="2537417" y="1480733"/>
                  <a:pt x="2536180" y="1476802"/>
                </a:cubicBezTo>
                <a:cubicBezTo>
                  <a:pt x="2525669" y="1472871"/>
                  <a:pt x="2525669" y="1479790"/>
                  <a:pt x="2526906" y="1486707"/>
                </a:cubicBezTo>
                <a:cubicBezTo>
                  <a:pt x="2517839" y="1487651"/>
                  <a:pt x="2520518" y="1483720"/>
                  <a:pt x="2521754" y="1478846"/>
                </a:cubicBezTo>
                <a:cubicBezTo>
                  <a:pt x="2519075" y="1484821"/>
                  <a:pt x="2508771" y="1484821"/>
                  <a:pt x="2506091" y="1490637"/>
                </a:cubicBezTo>
                <a:cubicBezTo>
                  <a:pt x="2507534" y="1493625"/>
                  <a:pt x="2512686" y="1492682"/>
                  <a:pt x="2516602" y="1492682"/>
                </a:cubicBezTo>
                <a:cubicBezTo>
                  <a:pt x="2513923" y="1495669"/>
                  <a:pt x="2512686" y="1499599"/>
                  <a:pt x="2506091" y="1500700"/>
                </a:cubicBezTo>
                <a:lnTo>
                  <a:pt x="2509488" y="1504427"/>
                </a:lnTo>
                <a:lnTo>
                  <a:pt x="2515630" y="1503011"/>
                </a:lnTo>
                <a:lnTo>
                  <a:pt x="2515649" y="1502953"/>
                </a:lnTo>
                <a:cubicBezTo>
                  <a:pt x="2516307" y="1502060"/>
                  <a:pt x="2516966" y="1501305"/>
                  <a:pt x="2516966" y="1499796"/>
                </a:cubicBezTo>
                <a:cubicBezTo>
                  <a:pt x="2520109" y="1499319"/>
                  <a:pt x="2522036" y="1500073"/>
                  <a:pt x="2524139" y="1500709"/>
                </a:cubicBezTo>
                <a:lnTo>
                  <a:pt x="2524361" y="1500715"/>
                </a:lnTo>
                <a:lnTo>
                  <a:pt x="2534335" y="1495268"/>
                </a:lnTo>
                <a:lnTo>
                  <a:pt x="2534081" y="1494644"/>
                </a:lnTo>
                <a:cubicBezTo>
                  <a:pt x="2533184" y="1493440"/>
                  <a:pt x="2531962" y="1492944"/>
                  <a:pt x="2530006" y="1493683"/>
                </a:cubicBezTo>
                <a:cubicBezTo>
                  <a:pt x="2523418" y="1489796"/>
                  <a:pt x="2535152" y="1484977"/>
                  <a:pt x="2540505" y="1487775"/>
                </a:cubicBezTo>
                <a:lnTo>
                  <a:pt x="2541542" y="1490618"/>
                </a:lnTo>
                <a:lnTo>
                  <a:pt x="2550176" y="1484227"/>
                </a:lnTo>
                <a:lnTo>
                  <a:pt x="2549206" y="1480725"/>
                </a:lnTo>
                <a:cubicBezTo>
                  <a:pt x="2540285" y="1477771"/>
                  <a:pt x="2549206" y="1490519"/>
                  <a:pt x="2540285" y="1487565"/>
                </a:cubicBezTo>
                <a:cubicBezTo>
                  <a:pt x="2538865" y="1478859"/>
                  <a:pt x="2538865" y="1478859"/>
                  <a:pt x="2538865" y="1478859"/>
                </a:cubicBezTo>
                <a:cubicBezTo>
                  <a:pt x="2545353" y="1479792"/>
                  <a:pt x="2545353" y="1473885"/>
                  <a:pt x="2551842" y="1475906"/>
                </a:cubicBezTo>
                <a:lnTo>
                  <a:pt x="2554282" y="1481090"/>
                </a:lnTo>
                <a:lnTo>
                  <a:pt x="2562227" y="1474986"/>
                </a:lnTo>
                <a:cubicBezTo>
                  <a:pt x="2566142" y="1479074"/>
                  <a:pt x="2571293" y="1482061"/>
                  <a:pt x="2575207" y="1485048"/>
                </a:cubicBezTo>
                <a:cubicBezTo>
                  <a:pt x="2573250" y="1489017"/>
                  <a:pt x="2570482" y="1492240"/>
                  <a:pt x="2567227" y="1494949"/>
                </a:cubicBezTo>
                <a:lnTo>
                  <a:pt x="2563179" y="1497483"/>
                </a:lnTo>
                <a:lnTo>
                  <a:pt x="2563197" y="1497515"/>
                </a:lnTo>
                <a:lnTo>
                  <a:pt x="2563104" y="1497530"/>
                </a:lnTo>
                <a:lnTo>
                  <a:pt x="2556329" y="1501771"/>
                </a:lnTo>
                <a:lnTo>
                  <a:pt x="2545336" y="1506606"/>
                </a:lnTo>
                <a:lnTo>
                  <a:pt x="2544417" y="1510472"/>
                </a:lnTo>
                <a:lnTo>
                  <a:pt x="2541551" y="1508271"/>
                </a:lnTo>
                <a:lnTo>
                  <a:pt x="2533589" y="1511773"/>
                </a:lnTo>
                <a:cubicBezTo>
                  <a:pt x="2527717" y="1514760"/>
                  <a:pt x="2522206" y="1518494"/>
                  <a:pt x="2514892" y="1520990"/>
                </a:cubicBezTo>
                <a:lnTo>
                  <a:pt x="2510951" y="1521793"/>
                </a:lnTo>
                <a:lnTo>
                  <a:pt x="2511450" y="1522554"/>
                </a:lnTo>
                <a:cubicBezTo>
                  <a:pt x="2516602" y="1521453"/>
                  <a:pt x="2520518" y="1520510"/>
                  <a:pt x="2522990" y="1517523"/>
                </a:cubicBezTo>
                <a:cubicBezTo>
                  <a:pt x="2526906" y="1517523"/>
                  <a:pt x="2522990" y="1527427"/>
                  <a:pt x="2533500" y="1522554"/>
                </a:cubicBezTo>
                <a:cubicBezTo>
                  <a:pt x="2530204" y="1526955"/>
                  <a:pt x="2530204" y="1529904"/>
                  <a:pt x="2530384" y="1533009"/>
                </a:cubicBezTo>
                <a:lnTo>
                  <a:pt x="2529824" y="1536143"/>
                </a:lnTo>
                <a:lnTo>
                  <a:pt x="2534280" y="1536573"/>
                </a:lnTo>
                <a:lnTo>
                  <a:pt x="2536786" y="1536271"/>
                </a:lnTo>
                <a:lnTo>
                  <a:pt x="2536780" y="1536267"/>
                </a:lnTo>
                <a:cubicBezTo>
                  <a:pt x="2538329" y="1532525"/>
                  <a:pt x="2551425" y="1525043"/>
                  <a:pt x="2541603" y="1517561"/>
                </a:cubicBezTo>
                <a:cubicBezTo>
                  <a:pt x="2544928" y="1521599"/>
                  <a:pt x="2548515" y="1525083"/>
                  <a:pt x="2551606" y="1529061"/>
                </a:cubicBezTo>
                <a:lnTo>
                  <a:pt x="2555712" y="1537496"/>
                </a:lnTo>
                <a:lnTo>
                  <a:pt x="2561754" y="1538524"/>
                </a:lnTo>
                <a:lnTo>
                  <a:pt x="2565779" y="1526818"/>
                </a:lnTo>
                <a:cubicBezTo>
                  <a:pt x="2575989" y="1531664"/>
                  <a:pt x="2579869" y="1527755"/>
                  <a:pt x="2595387" y="1525880"/>
                </a:cubicBezTo>
                <a:cubicBezTo>
                  <a:pt x="2596817" y="1530726"/>
                  <a:pt x="2594162" y="1532758"/>
                  <a:pt x="2587832" y="1533696"/>
                </a:cubicBezTo>
                <a:cubicBezTo>
                  <a:pt x="2587832" y="1535729"/>
                  <a:pt x="2589057" y="1535729"/>
                  <a:pt x="2590283" y="1535729"/>
                </a:cubicBezTo>
                <a:cubicBezTo>
                  <a:pt x="2587015" y="1534712"/>
                  <a:pt x="2581553" y="1535923"/>
                  <a:pt x="2575938" y="1537526"/>
                </a:cubicBezTo>
                <a:lnTo>
                  <a:pt x="2568210" y="1539623"/>
                </a:lnTo>
                <a:lnTo>
                  <a:pt x="2572280" y="1540316"/>
                </a:lnTo>
                <a:cubicBezTo>
                  <a:pt x="2581343" y="1541416"/>
                  <a:pt x="2591642" y="1541416"/>
                  <a:pt x="2602146" y="1541416"/>
                </a:cubicBezTo>
                <a:cubicBezTo>
                  <a:pt x="2624184" y="1540316"/>
                  <a:pt x="2646429" y="1539373"/>
                  <a:pt x="2668467" y="1536386"/>
                </a:cubicBezTo>
                <a:cubicBezTo>
                  <a:pt x="2715428" y="1531356"/>
                  <a:pt x="2763419" y="1522554"/>
                  <a:pt x="2813058" y="1515481"/>
                </a:cubicBezTo>
                <a:cubicBezTo>
                  <a:pt x="2819442" y="1524440"/>
                  <a:pt x="2810380" y="1527427"/>
                  <a:pt x="2806467" y="1532457"/>
                </a:cubicBezTo>
                <a:cubicBezTo>
                  <a:pt x="2786900" y="1534343"/>
                  <a:pt x="2771246" y="1540316"/>
                  <a:pt x="2755798" y="1547389"/>
                </a:cubicBezTo>
                <a:lnTo>
                  <a:pt x="2744330" y="1551152"/>
                </a:lnTo>
                <a:lnTo>
                  <a:pt x="2746269" y="1553312"/>
                </a:lnTo>
                <a:cubicBezTo>
                  <a:pt x="2746702" y="1555444"/>
                  <a:pt x="2746171" y="1557783"/>
                  <a:pt x="2744732" y="1559272"/>
                </a:cubicBezTo>
                <a:cubicBezTo>
                  <a:pt x="2739684" y="1560384"/>
                  <a:pt x="2739684" y="1554347"/>
                  <a:pt x="2732011" y="1557365"/>
                </a:cubicBezTo>
                <a:lnTo>
                  <a:pt x="2732158" y="1555145"/>
                </a:lnTo>
                <a:lnTo>
                  <a:pt x="2731365" y="1555406"/>
                </a:lnTo>
                <a:lnTo>
                  <a:pt x="2718493" y="1556783"/>
                </a:lnTo>
                <a:lnTo>
                  <a:pt x="2729482" y="1560017"/>
                </a:lnTo>
                <a:cubicBezTo>
                  <a:pt x="2711027" y="1563949"/>
                  <a:pt x="2684901" y="1581878"/>
                  <a:pt x="2669142" y="1573857"/>
                </a:cubicBezTo>
                <a:cubicBezTo>
                  <a:pt x="2668520" y="1572363"/>
                  <a:pt x="2668832" y="1571380"/>
                  <a:pt x="2669298" y="1570396"/>
                </a:cubicBezTo>
                <a:lnTo>
                  <a:pt x="2669955" y="1568309"/>
                </a:lnTo>
                <a:lnTo>
                  <a:pt x="2668796" y="1568530"/>
                </a:lnTo>
                <a:cubicBezTo>
                  <a:pt x="2631123" y="1572863"/>
                  <a:pt x="2590149" y="1562165"/>
                  <a:pt x="2557863" y="1562165"/>
                </a:cubicBezTo>
                <a:cubicBezTo>
                  <a:pt x="2549417" y="1557764"/>
                  <a:pt x="2537368" y="1555052"/>
                  <a:pt x="2524006" y="1553814"/>
                </a:cubicBezTo>
                <a:lnTo>
                  <a:pt x="2507334" y="1554010"/>
                </a:lnTo>
                <a:lnTo>
                  <a:pt x="2503660" y="1555182"/>
                </a:lnTo>
                <a:cubicBezTo>
                  <a:pt x="2501493" y="1556258"/>
                  <a:pt x="2499600" y="1557811"/>
                  <a:pt x="2498260" y="1560287"/>
                </a:cubicBezTo>
                <a:lnTo>
                  <a:pt x="2492454" y="1554186"/>
                </a:lnTo>
                <a:lnTo>
                  <a:pt x="2484004" y="1554285"/>
                </a:lnTo>
                <a:lnTo>
                  <a:pt x="2485277" y="1561230"/>
                </a:lnTo>
                <a:cubicBezTo>
                  <a:pt x="2472294" y="1565160"/>
                  <a:pt x="2463226" y="1556356"/>
                  <a:pt x="2455394" y="1570192"/>
                </a:cubicBezTo>
                <a:cubicBezTo>
                  <a:pt x="2452716" y="1568148"/>
                  <a:pt x="2450243" y="1566261"/>
                  <a:pt x="2448799" y="1563274"/>
                </a:cubicBezTo>
                <a:cubicBezTo>
                  <a:pt x="2420154" y="1567204"/>
                  <a:pt x="2400782" y="1571135"/>
                  <a:pt x="2379761" y="1574122"/>
                </a:cubicBezTo>
                <a:cubicBezTo>
                  <a:pt x="2360389" y="1576165"/>
                  <a:pt x="2339368" y="1578210"/>
                  <a:pt x="2312165" y="1577109"/>
                </a:cubicBezTo>
                <a:cubicBezTo>
                  <a:pt x="2313402" y="1573179"/>
                  <a:pt x="2312165" y="1569248"/>
                  <a:pt x="2308249" y="1568148"/>
                </a:cubicBezTo>
                <a:cubicBezTo>
                  <a:pt x="2300418" y="1571135"/>
                  <a:pt x="2312165" y="1576165"/>
                  <a:pt x="2309486" y="1582140"/>
                </a:cubicBezTo>
                <a:cubicBezTo>
                  <a:pt x="2265178" y="1575223"/>
                  <a:pt x="2230143" y="1582140"/>
                  <a:pt x="2185835" y="1581197"/>
                </a:cubicBezTo>
                <a:cubicBezTo>
                  <a:pt x="2184392" y="1585127"/>
                  <a:pt x="2185835" y="1587014"/>
                  <a:pt x="2189750" y="1588115"/>
                </a:cubicBezTo>
                <a:cubicBezTo>
                  <a:pt x="2185835" y="1591102"/>
                  <a:pt x="2184392" y="1589058"/>
                  <a:pt x="2175324" y="1590001"/>
                </a:cubicBezTo>
                <a:cubicBezTo>
                  <a:pt x="2180477" y="1583084"/>
                  <a:pt x="2179240" y="1583084"/>
                  <a:pt x="2172851" y="1580096"/>
                </a:cubicBezTo>
                <a:cubicBezTo>
                  <a:pt x="2168936" y="1581197"/>
                  <a:pt x="2168936" y="1586071"/>
                  <a:pt x="2167493" y="1589058"/>
                </a:cubicBezTo>
                <a:cubicBezTo>
                  <a:pt x="2163577" y="1588115"/>
                  <a:pt x="2162340" y="1585127"/>
                  <a:pt x="2165020" y="1580096"/>
                </a:cubicBezTo>
                <a:cubicBezTo>
                  <a:pt x="2165020" y="1580096"/>
                  <a:pt x="2165020" y="1580096"/>
                  <a:pt x="2128543" y="1577109"/>
                </a:cubicBezTo>
                <a:cubicBezTo>
                  <a:pt x="2128543" y="1586071"/>
                  <a:pt x="2136374" y="1581197"/>
                  <a:pt x="2138847" y="1587014"/>
                </a:cubicBezTo>
                <a:cubicBezTo>
                  <a:pt x="2128543" y="1595032"/>
                  <a:pt x="2127101" y="1590001"/>
                  <a:pt x="2125864" y="1583084"/>
                </a:cubicBezTo>
                <a:cubicBezTo>
                  <a:pt x="2123184" y="1577109"/>
                  <a:pt x="2120712" y="1570192"/>
                  <a:pt x="2108965" y="1574122"/>
                </a:cubicBezTo>
                <a:cubicBezTo>
                  <a:pt x="2106286" y="1582140"/>
                  <a:pt x="2116796" y="1580096"/>
                  <a:pt x="2119475" y="1584184"/>
                </a:cubicBezTo>
                <a:cubicBezTo>
                  <a:pt x="2117517" y="1585914"/>
                  <a:pt x="2116448" y="1587328"/>
                  <a:pt x="2115908" y="1588618"/>
                </a:cubicBezTo>
                <a:lnTo>
                  <a:pt x="2115735" y="1590211"/>
                </a:lnTo>
                <a:lnTo>
                  <a:pt x="2126060" y="1593207"/>
                </a:lnTo>
                <a:cubicBezTo>
                  <a:pt x="2123485" y="1595447"/>
                  <a:pt x="2121309" y="1596449"/>
                  <a:pt x="2119371" y="1596676"/>
                </a:cubicBezTo>
                <a:lnTo>
                  <a:pt x="2115527" y="1595807"/>
                </a:lnTo>
                <a:lnTo>
                  <a:pt x="2115559" y="1601950"/>
                </a:lnTo>
                <a:cubicBezTo>
                  <a:pt x="2118032" y="1600063"/>
                  <a:pt x="2121948" y="1601007"/>
                  <a:pt x="2123184" y="1598020"/>
                </a:cubicBezTo>
                <a:cubicBezTo>
                  <a:pt x="2123184" y="1601950"/>
                  <a:pt x="2121948" y="1602894"/>
                  <a:pt x="2121948" y="1603994"/>
                </a:cubicBezTo>
                <a:cubicBezTo>
                  <a:pt x="2121948" y="1603994"/>
                  <a:pt x="2121948" y="1603994"/>
                  <a:pt x="2131016" y="1602894"/>
                </a:cubicBezTo>
                <a:cubicBezTo>
                  <a:pt x="2124628" y="1611855"/>
                  <a:pt x="2111644" y="1605881"/>
                  <a:pt x="2103813" y="1610912"/>
                </a:cubicBezTo>
                <a:cubicBezTo>
                  <a:pt x="2101133" y="1609968"/>
                  <a:pt x="2105049" y="1603994"/>
                  <a:pt x="2101133" y="1603994"/>
                </a:cubicBezTo>
                <a:cubicBezTo>
                  <a:pt x="2081556" y="1610912"/>
                  <a:pt x="2052909" y="1610912"/>
                  <a:pt x="2036011" y="1601950"/>
                </a:cubicBezTo>
                <a:cubicBezTo>
                  <a:pt x="2036011" y="1592988"/>
                  <a:pt x="2043842" y="1604937"/>
                  <a:pt x="2047757" y="1598020"/>
                </a:cubicBezTo>
                <a:cubicBezTo>
                  <a:pt x="2046521" y="1594089"/>
                  <a:pt x="2041162" y="1594089"/>
                  <a:pt x="2041162" y="1588115"/>
                </a:cubicBezTo>
                <a:cubicBezTo>
                  <a:pt x="2032095" y="1594089"/>
                  <a:pt x="2029416" y="1590001"/>
                  <a:pt x="2016433" y="1590001"/>
                </a:cubicBezTo>
                <a:cubicBezTo>
                  <a:pt x="2020347" y="1592045"/>
                  <a:pt x="2032095" y="1597076"/>
                  <a:pt x="2017875" y="1597076"/>
                </a:cubicBezTo>
                <a:cubicBezTo>
                  <a:pt x="2017875" y="1601950"/>
                  <a:pt x="2023027" y="1601950"/>
                  <a:pt x="2020347" y="1608868"/>
                </a:cubicBezTo>
                <a:cubicBezTo>
                  <a:pt x="2016433" y="1605881"/>
                  <a:pt x="2013959" y="1602894"/>
                  <a:pt x="2011280" y="1598963"/>
                </a:cubicBezTo>
                <a:cubicBezTo>
                  <a:pt x="2006128" y="1600063"/>
                  <a:pt x="2007365" y="1607925"/>
                  <a:pt x="2000770" y="1605881"/>
                </a:cubicBezTo>
                <a:cubicBezTo>
                  <a:pt x="2000770" y="1605881"/>
                  <a:pt x="2000770" y="1605881"/>
                  <a:pt x="2002212" y="1597076"/>
                </a:cubicBezTo>
                <a:cubicBezTo>
                  <a:pt x="1991702" y="1598963"/>
                  <a:pt x="1986550" y="1597076"/>
                  <a:pt x="1979955" y="1602894"/>
                </a:cubicBezTo>
                <a:cubicBezTo>
                  <a:pt x="1964499" y="1604937"/>
                  <a:pt x="1966972" y="1592045"/>
                  <a:pt x="1951310" y="1598963"/>
                </a:cubicBezTo>
                <a:cubicBezTo>
                  <a:pt x="1948836" y="1594089"/>
                  <a:pt x="1952752" y="1595976"/>
                  <a:pt x="1952752" y="1589058"/>
                </a:cubicBezTo>
                <a:cubicBezTo>
                  <a:pt x="1944921" y="1590001"/>
                  <a:pt x="1938326" y="1592045"/>
                  <a:pt x="1937090" y="1598963"/>
                </a:cubicBezTo>
                <a:cubicBezTo>
                  <a:pt x="1931937" y="1582140"/>
                  <a:pt x="1913596" y="1598020"/>
                  <a:pt x="1899170" y="1592988"/>
                </a:cubicBezTo>
                <a:cubicBezTo>
                  <a:pt x="1899170" y="1595032"/>
                  <a:pt x="1899170" y="1595976"/>
                  <a:pt x="1899170" y="1598020"/>
                </a:cubicBezTo>
                <a:cubicBezTo>
                  <a:pt x="1899170" y="1602894"/>
                  <a:pt x="1907001" y="1598020"/>
                  <a:pt x="1909680" y="1598963"/>
                </a:cubicBezTo>
                <a:cubicBezTo>
                  <a:pt x="1907104" y="1601479"/>
                  <a:pt x="1906795" y="1602461"/>
                  <a:pt x="1906641" y="1603562"/>
                </a:cubicBezTo>
                <a:lnTo>
                  <a:pt x="1906438" y="1604071"/>
                </a:lnTo>
                <a:lnTo>
                  <a:pt x="1915521" y="1603296"/>
                </a:lnTo>
                <a:lnTo>
                  <a:pt x="1915873" y="1601612"/>
                </a:lnTo>
                <a:cubicBezTo>
                  <a:pt x="1916054" y="1600738"/>
                  <a:pt x="1916054" y="1600738"/>
                  <a:pt x="1916054" y="1600738"/>
                </a:cubicBezTo>
                <a:cubicBezTo>
                  <a:pt x="1925207" y="1598673"/>
                  <a:pt x="1925207" y="1600738"/>
                  <a:pt x="1933112" y="1598673"/>
                </a:cubicBezTo>
                <a:lnTo>
                  <a:pt x="1933953" y="1601724"/>
                </a:lnTo>
                <a:lnTo>
                  <a:pt x="1939809" y="1601225"/>
                </a:lnTo>
                <a:lnTo>
                  <a:pt x="1937131" y="1606592"/>
                </a:lnTo>
                <a:lnTo>
                  <a:pt x="1944968" y="1600738"/>
                </a:lnTo>
                <a:cubicBezTo>
                  <a:pt x="1947465" y="1601691"/>
                  <a:pt x="1944968" y="1607729"/>
                  <a:pt x="1948921" y="1607729"/>
                </a:cubicBezTo>
                <a:cubicBezTo>
                  <a:pt x="1947569" y="1610747"/>
                  <a:pt x="1943617" y="1612019"/>
                  <a:pt x="1939846" y="1611641"/>
                </a:cubicBezTo>
                <a:lnTo>
                  <a:pt x="1936035" y="1608787"/>
                </a:lnTo>
                <a:lnTo>
                  <a:pt x="1932862" y="1615147"/>
                </a:lnTo>
                <a:cubicBezTo>
                  <a:pt x="1924730" y="1625552"/>
                  <a:pt x="1913180" y="1626850"/>
                  <a:pt x="1899427" y="1632038"/>
                </a:cubicBezTo>
                <a:cubicBezTo>
                  <a:pt x="1893039" y="1629994"/>
                  <a:pt x="1886447" y="1629051"/>
                  <a:pt x="1882532" y="1624020"/>
                </a:cubicBezTo>
                <a:lnTo>
                  <a:pt x="1839580" y="1631345"/>
                </a:lnTo>
                <a:lnTo>
                  <a:pt x="1839405" y="1631823"/>
                </a:lnTo>
                <a:lnTo>
                  <a:pt x="1838783" y="1631482"/>
                </a:lnTo>
                <a:lnTo>
                  <a:pt x="1836330" y="1631900"/>
                </a:lnTo>
                <a:lnTo>
                  <a:pt x="1825907" y="1633643"/>
                </a:lnTo>
                <a:lnTo>
                  <a:pt x="1824979" y="1635753"/>
                </a:lnTo>
                <a:lnTo>
                  <a:pt x="1822228" y="1634258"/>
                </a:lnTo>
                <a:lnTo>
                  <a:pt x="1808064" y="1636627"/>
                </a:lnTo>
                <a:lnTo>
                  <a:pt x="1808080" y="1636696"/>
                </a:lnTo>
                <a:cubicBezTo>
                  <a:pt x="1804164" y="1637796"/>
                  <a:pt x="1800249" y="1637796"/>
                  <a:pt x="1796333" y="1638740"/>
                </a:cubicBezTo>
                <a:cubicBezTo>
                  <a:pt x="1796333" y="1642670"/>
                  <a:pt x="1797776" y="1645658"/>
                  <a:pt x="1801691" y="1644714"/>
                </a:cubicBezTo>
                <a:cubicBezTo>
                  <a:pt x="1797776" y="1650217"/>
                  <a:pt x="1795147" y="1648212"/>
                  <a:pt x="1792521" y="1644223"/>
                </a:cubicBezTo>
                <a:lnTo>
                  <a:pt x="1789587" y="1639372"/>
                </a:lnTo>
                <a:lnTo>
                  <a:pt x="1773667" y="1640833"/>
                </a:lnTo>
                <a:lnTo>
                  <a:pt x="1775519" y="1641727"/>
                </a:lnTo>
                <a:cubicBezTo>
                  <a:pt x="1783350" y="1646601"/>
                  <a:pt x="1765420" y="1640784"/>
                  <a:pt x="1773251" y="1644714"/>
                </a:cubicBezTo>
                <a:cubicBezTo>
                  <a:pt x="1772169" y="1649903"/>
                  <a:pt x="1769001" y="1644479"/>
                  <a:pt x="1765832" y="1642305"/>
                </a:cubicBezTo>
                <a:lnTo>
                  <a:pt x="1763127" y="1641799"/>
                </a:lnTo>
                <a:lnTo>
                  <a:pt x="1762769" y="1641832"/>
                </a:lnTo>
                <a:lnTo>
                  <a:pt x="1763694" y="1645343"/>
                </a:lnTo>
                <a:cubicBezTo>
                  <a:pt x="1765317" y="1646719"/>
                  <a:pt x="1767275" y="1648723"/>
                  <a:pt x="1766657" y="1652733"/>
                </a:cubicBezTo>
                <a:cubicBezTo>
                  <a:pt x="1763977" y="1652733"/>
                  <a:pt x="1763977" y="1653676"/>
                  <a:pt x="1763977" y="1655720"/>
                </a:cubicBezTo>
                <a:cubicBezTo>
                  <a:pt x="1762020" y="1654226"/>
                  <a:pt x="1760731" y="1651946"/>
                  <a:pt x="1759778" y="1649176"/>
                </a:cubicBezTo>
                <a:lnTo>
                  <a:pt x="1758182" y="1642253"/>
                </a:lnTo>
                <a:lnTo>
                  <a:pt x="1751291" y="1642885"/>
                </a:lnTo>
                <a:lnTo>
                  <a:pt x="1746975" y="1642797"/>
                </a:lnTo>
                <a:lnTo>
                  <a:pt x="1747078" y="1644714"/>
                </a:lnTo>
                <a:cubicBezTo>
                  <a:pt x="1748315" y="1647701"/>
                  <a:pt x="1749758" y="1641727"/>
                  <a:pt x="1750994" y="1645658"/>
                </a:cubicBezTo>
                <a:cubicBezTo>
                  <a:pt x="1751612" y="1651160"/>
                  <a:pt x="1746099" y="1646208"/>
                  <a:pt x="1740921" y="1642847"/>
                </a:cubicBezTo>
                <a:lnTo>
                  <a:pt x="1740391" y="1642662"/>
                </a:lnTo>
                <a:lnTo>
                  <a:pt x="1732918" y="1642509"/>
                </a:lnTo>
                <a:lnTo>
                  <a:pt x="1732565" y="1643055"/>
                </a:lnTo>
                <a:cubicBezTo>
                  <a:pt x="1732304" y="1644506"/>
                  <a:pt x="1732369" y="1646621"/>
                  <a:pt x="1732859" y="1649589"/>
                </a:cubicBezTo>
                <a:cubicBezTo>
                  <a:pt x="1726264" y="1649589"/>
                  <a:pt x="1721112" y="1645658"/>
                  <a:pt x="1713280" y="1649589"/>
                </a:cubicBezTo>
                <a:cubicBezTo>
                  <a:pt x="1714517" y="1651632"/>
                  <a:pt x="1715754" y="1652733"/>
                  <a:pt x="1714517" y="1653676"/>
                </a:cubicBezTo>
                <a:cubicBezTo>
                  <a:pt x="1721112" y="1657606"/>
                  <a:pt x="1718432" y="1658550"/>
                  <a:pt x="1727500" y="1667511"/>
                </a:cubicBezTo>
                <a:cubicBezTo>
                  <a:pt x="1723585" y="1667511"/>
                  <a:pt x="1717196" y="1657606"/>
                  <a:pt x="1715754" y="1665625"/>
                </a:cubicBezTo>
                <a:cubicBezTo>
                  <a:pt x="1714517" y="1661537"/>
                  <a:pt x="1711838" y="1656663"/>
                  <a:pt x="1708129" y="1657606"/>
                </a:cubicBezTo>
                <a:cubicBezTo>
                  <a:pt x="1706685" y="1658550"/>
                  <a:pt x="1709365" y="1663581"/>
                  <a:pt x="1710601" y="1666568"/>
                </a:cubicBezTo>
                <a:cubicBezTo>
                  <a:pt x="1706685" y="1664524"/>
                  <a:pt x="1701534" y="1663581"/>
                  <a:pt x="1706685" y="1667511"/>
                </a:cubicBezTo>
                <a:cubicBezTo>
                  <a:pt x="1701534" y="1673486"/>
                  <a:pt x="1694939" y="1658550"/>
                  <a:pt x="1693703" y="1654619"/>
                </a:cubicBezTo>
                <a:cubicBezTo>
                  <a:pt x="1685871" y="1666568"/>
                  <a:pt x="1702770" y="1673486"/>
                  <a:pt x="1708129" y="1686378"/>
                </a:cubicBezTo>
                <a:cubicBezTo>
                  <a:pt x="1704213" y="1683390"/>
                  <a:pt x="1702770" y="1688422"/>
                  <a:pt x="1706685" y="1689365"/>
                </a:cubicBezTo>
                <a:cubicBezTo>
                  <a:pt x="1702770" y="1700370"/>
                  <a:pt x="1701534" y="1679460"/>
                  <a:pt x="1694939" y="1683390"/>
                </a:cubicBezTo>
                <a:cubicBezTo>
                  <a:pt x="1693703" y="1696440"/>
                  <a:pt x="1704213" y="1701314"/>
                  <a:pt x="1698854" y="1705244"/>
                </a:cubicBezTo>
                <a:cubicBezTo>
                  <a:pt x="1705449" y="1711219"/>
                  <a:pt x="1713280" y="1700370"/>
                  <a:pt x="1719669" y="1712319"/>
                </a:cubicBezTo>
                <a:cubicBezTo>
                  <a:pt x="1719669" y="1717193"/>
                  <a:pt x="1711838" y="1712319"/>
                  <a:pt x="1709365" y="1707288"/>
                </a:cubicBezTo>
                <a:cubicBezTo>
                  <a:pt x="1705449" y="1710275"/>
                  <a:pt x="1709365" y="1719237"/>
                  <a:pt x="1702770" y="1719237"/>
                </a:cubicBezTo>
                <a:cubicBezTo>
                  <a:pt x="1700297" y="1712319"/>
                  <a:pt x="1697618" y="1714206"/>
                  <a:pt x="1696382" y="1708231"/>
                </a:cubicBezTo>
                <a:cubicBezTo>
                  <a:pt x="1694939" y="1715306"/>
                  <a:pt x="1700297" y="1727098"/>
                  <a:pt x="1696382" y="1730085"/>
                </a:cubicBezTo>
                <a:cubicBezTo>
                  <a:pt x="1696382" y="1724111"/>
                  <a:pt x="1694939" y="1720180"/>
                  <a:pt x="1689787" y="1721123"/>
                </a:cubicBezTo>
                <a:cubicBezTo>
                  <a:pt x="1688551" y="1719237"/>
                  <a:pt x="1692465" y="1713263"/>
                  <a:pt x="1693703" y="1717193"/>
                </a:cubicBezTo>
                <a:cubicBezTo>
                  <a:pt x="1693703" y="1716250"/>
                  <a:pt x="1692465" y="1712319"/>
                  <a:pt x="1693703" y="1712319"/>
                </a:cubicBezTo>
                <a:cubicBezTo>
                  <a:pt x="1692465" y="1706345"/>
                  <a:pt x="1689787" y="1709332"/>
                  <a:pt x="1687314" y="1704301"/>
                </a:cubicBezTo>
                <a:cubicBezTo>
                  <a:pt x="1684634" y="1704301"/>
                  <a:pt x="1689787" y="1715306"/>
                  <a:pt x="1691023" y="1710275"/>
                </a:cubicBezTo>
                <a:cubicBezTo>
                  <a:pt x="1692465" y="1717193"/>
                  <a:pt x="1684634" y="1712319"/>
                  <a:pt x="1683398" y="1711219"/>
                </a:cubicBezTo>
                <a:cubicBezTo>
                  <a:pt x="1684634" y="1701314"/>
                  <a:pt x="1671651" y="1705244"/>
                  <a:pt x="1671651" y="1698327"/>
                </a:cubicBezTo>
                <a:cubicBezTo>
                  <a:pt x="1668972" y="1700370"/>
                  <a:pt x="1666293" y="1695339"/>
                  <a:pt x="1662378" y="1698327"/>
                </a:cubicBezTo>
                <a:cubicBezTo>
                  <a:pt x="1671651" y="1702257"/>
                  <a:pt x="1671651" y="1707288"/>
                  <a:pt x="1679482" y="1715306"/>
                </a:cubicBezTo>
                <a:cubicBezTo>
                  <a:pt x="1678040" y="1717193"/>
                  <a:pt x="1676803" y="1718136"/>
                  <a:pt x="1674124" y="1719237"/>
                </a:cubicBezTo>
                <a:cubicBezTo>
                  <a:pt x="1676803" y="1715306"/>
                  <a:pt x="1671651" y="1714206"/>
                  <a:pt x="1671651" y="1710275"/>
                </a:cubicBezTo>
                <a:cubicBezTo>
                  <a:pt x="1668972" y="1707288"/>
                  <a:pt x="1663820" y="1707288"/>
                  <a:pt x="1663820" y="1710275"/>
                </a:cubicBezTo>
                <a:cubicBezTo>
                  <a:pt x="1666293" y="1716250"/>
                  <a:pt x="1667736" y="1713263"/>
                  <a:pt x="1670209" y="1715306"/>
                </a:cubicBezTo>
                <a:cubicBezTo>
                  <a:pt x="1671651" y="1723168"/>
                  <a:pt x="1658462" y="1714206"/>
                  <a:pt x="1663820" y="1723168"/>
                </a:cubicBezTo>
                <a:cubicBezTo>
                  <a:pt x="1654546" y="1718136"/>
                  <a:pt x="1653309" y="1725211"/>
                  <a:pt x="1641563" y="1727098"/>
                </a:cubicBezTo>
                <a:cubicBezTo>
                  <a:pt x="1640326" y="1725211"/>
                  <a:pt x="1643005" y="1725211"/>
                  <a:pt x="1643005" y="1724111"/>
                </a:cubicBezTo>
                <a:cubicBezTo>
                  <a:pt x="1641563" y="1722224"/>
                  <a:pt x="1640326" y="1723168"/>
                  <a:pt x="1639090" y="1723168"/>
                </a:cubicBezTo>
                <a:cubicBezTo>
                  <a:pt x="1636410" y="1716250"/>
                  <a:pt x="1645478" y="1724111"/>
                  <a:pt x="1646921" y="1720180"/>
                </a:cubicBezTo>
                <a:cubicBezTo>
                  <a:pt x="1646921" y="1720180"/>
                  <a:pt x="1646921" y="1720180"/>
                  <a:pt x="1644242" y="1716250"/>
                </a:cubicBezTo>
                <a:cubicBezTo>
                  <a:pt x="1640326" y="1713263"/>
                  <a:pt x="1636410" y="1717193"/>
                  <a:pt x="1631259" y="1711219"/>
                </a:cubicBezTo>
                <a:cubicBezTo>
                  <a:pt x="1633732" y="1718136"/>
                  <a:pt x="1641563" y="1731186"/>
                  <a:pt x="1650837" y="1736060"/>
                </a:cubicBezTo>
                <a:cubicBezTo>
                  <a:pt x="1648157" y="1737160"/>
                  <a:pt x="1641563" y="1735117"/>
                  <a:pt x="1646921" y="1738103"/>
                </a:cubicBezTo>
                <a:cubicBezTo>
                  <a:pt x="1649394" y="1743135"/>
                  <a:pt x="1640326" y="1734173"/>
                  <a:pt x="1637647" y="1735117"/>
                </a:cubicBezTo>
                <a:cubicBezTo>
                  <a:pt x="1640326" y="1738103"/>
                  <a:pt x="1644242" y="1741090"/>
                  <a:pt x="1645478" y="1741090"/>
                </a:cubicBezTo>
                <a:cubicBezTo>
                  <a:pt x="1646921" y="1745964"/>
                  <a:pt x="1639090" y="1747065"/>
                  <a:pt x="1645478" y="1754926"/>
                </a:cubicBezTo>
                <a:cubicBezTo>
                  <a:pt x="1644242" y="1754926"/>
                  <a:pt x="1641563" y="1750996"/>
                  <a:pt x="1643005" y="1750996"/>
                </a:cubicBezTo>
                <a:cubicBezTo>
                  <a:pt x="1639090" y="1747065"/>
                  <a:pt x="1637647" y="1753039"/>
                  <a:pt x="1633732" y="1745021"/>
                </a:cubicBezTo>
                <a:cubicBezTo>
                  <a:pt x="1632495" y="1740147"/>
                  <a:pt x="1636410" y="1745021"/>
                  <a:pt x="1639090" y="1742034"/>
                </a:cubicBezTo>
                <a:cubicBezTo>
                  <a:pt x="1636410" y="1739047"/>
                  <a:pt x="1635174" y="1740147"/>
                  <a:pt x="1632495" y="1737160"/>
                </a:cubicBezTo>
                <a:cubicBezTo>
                  <a:pt x="1627342" y="1737160"/>
                  <a:pt x="1635174" y="1745964"/>
                  <a:pt x="1628579" y="1742034"/>
                </a:cubicBezTo>
                <a:cubicBezTo>
                  <a:pt x="1635174" y="1751939"/>
                  <a:pt x="1637647" y="1757913"/>
                  <a:pt x="1631259" y="1756970"/>
                </a:cubicBezTo>
                <a:cubicBezTo>
                  <a:pt x="1624664" y="1750996"/>
                  <a:pt x="1625900" y="1747065"/>
                  <a:pt x="1625900" y="1743135"/>
                </a:cubicBezTo>
                <a:cubicBezTo>
                  <a:pt x="1624664" y="1742034"/>
                  <a:pt x="1621984" y="1741090"/>
                  <a:pt x="1620748" y="1738103"/>
                </a:cubicBezTo>
                <a:cubicBezTo>
                  <a:pt x="1623428" y="1743135"/>
                  <a:pt x="1623428" y="1745964"/>
                  <a:pt x="1624664" y="1750053"/>
                </a:cubicBezTo>
                <a:cubicBezTo>
                  <a:pt x="1621984" y="1750996"/>
                  <a:pt x="1618069" y="1745964"/>
                  <a:pt x="1614359" y="1742034"/>
                </a:cubicBezTo>
                <a:cubicBezTo>
                  <a:pt x="1616833" y="1745964"/>
                  <a:pt x="1619511" y="1751939"/>
                  <a:pt x="1611681" y="1748952"/>
                </a:cubicBezTo>
                <a:cubicBezTo>
                  <a:pt x="1614359" y="1751939"/>
                  <a:pt x="1618069" y="1756027"/>
                  <a:pt x="1619511" y="1754926"/>
                </a:cubicBezTo>
                <a:cubicBezTo>
                  <a:pt x="1624664" y="1760900"/>
                  <a:pt x="1616833" y="1756970"/>
                  <a:pt x="1614359" y="1753039"/>
                </a:cubicBezTo>
                <a:cubicBezTo>
                  <a:pt x="1612917" y="1753983"/>
                  <a:pt x="1620748" y="1761844"/>
                  <a:pt x="1612917" y="1756970"/>
                </a:cubicBezTo>
                <a:cubicBezTo>
                  <a:pt x="1614359" y="1757913"/>
                  <a:pt x="1628579" y="1767975"/>
                  <a:pt x="1625900" y="1771906"/>
                </a:cubicBezTo>
                <a:cubicBezTo>
                  <a:pt x="1631259" y="1776780"/>
                  <a:pt x="1632495" y="1770963"/>
                  <a:pt x="1636410" y="1772850"/>
                </a:cubicBezTo>
                <a:cubicBezTo>
                  <a:pt x="1637647" y="1771906"/>
                  <a:pt x="1635174" y="1768919"/>
                  <a:pt x="1631259" y="1764988"/>
                </a:cubicBezTo>
                <a:cubicBezTo>
                  <a:pt x="1636410" y="1767975"/>
                  <a:pt x="1635174" y="1767975"/>
                  <a:pt x="1636410" y="1764988"/>
                </a:cubicBezTo>
                <a:cubicBezTo>
                  <a:pt x="1643005" y="1771906"/>
                  <a:pt x="1637647" y="1772850"/>
                  <a:pt x="1648157" y="1780867"/>
                </a:cubicBezTo>
                <a:cubicBezTo>
                  <a:pt x="1646921" y="1783855"/>
                  <a:pt x="1640326" y="1775836"/>
                  <a:pt x="1640326" y="1773792"/>
                </a:cubicBezTo>
                <a:cubicBezTo>
                  <a:pt x="1637647" y="1777880"/>
                  <a:pt x="1639090" y="1778824"/>
                  <a:pt x="1639090" y="1782754"/>
                </a:cubicBezTo>
                <a:cubicBezTo>
                  <a:pt x="1641563" y="1784798"/>
                  <a:pt x="1643005" y="1783855"/>
                  <a:pt x="1645478" y="1786842"/>
                </a:cubicBezTo>
                <a:cubicBezTo>
                  <a:pt x="1641563" y="1787786"/>
                  <a:pt x="1636410" y="1785741"/>
                  <a:pt x="1636410" y="1790772"/>
                </a:cubicBezTo>
                <a:cubicBezTo>
                  <a:pt x="1635174" y="1786842"/>
                  <a:pt x="1636410" y="1787786"/>
                  <a:pt x="1629816" y="1783855"/>
                </a:cubicBezTo>
                <a:cubicBezTo>
                  <a:pt x="1633732" y="1787786"/>
                  <a:pt x="1629816" y="1788729"/>
                  <a:pt x="1636410" y="1793759"/>
                </a:cubicBezTo>
                <a:cubicBezTo>
                  <a:pt x="1633732" y="1792659"/>
                  <a:pt x="1629816" y="1789672"/>
                  <a:pt x="1625900" y="1786842"/>
                </a:cubicBezTo>
                <a:cubicBezTo>
                  <a:pt x="1624664" y="1791716"/>
                  <a:pt x="1618069" y="1792659"/>
                  <a:pt x="1609001" y="1789672"/>
                </a:cubicBezTo>
                <a:cubicBezTo>
                  <a:pt x="1609001" y="1791716"/>
                  <a:pt x="1620748" y="1797690"/>
                  <a:pt x="1621984" y="1794703"/>
                </a:cubicBezTo>
                <a:cubicBezTo>
                  <a:pt x="1628579" y="1801621"/>
                  <a:pt x="1619511" y="1801621"/>
                  <a:pt x="1611681" y="1793759"/>
                </a:cubicBezTo>
                <a:cubicBezTo>
                  <a:pt x="1609001" y="1795646"/>
                  <a:pt x="1606528" y="1796747"/>
                  <a:pt x="1607764" y="1799734"/>
                </a:cubicBezTo>
                <a:cubicBezTo>
                  <a:pt x="1614359" y="1801621"/>
                  <a:pt x="1607764" y="1796747"/>
                  <a:pt x="1615595" y="1800678"/>
                </a:cubicBezTo>
                <a:cubicBezTo>
                  <a:pt x="1618069" y="1806652"/>
                  <a:pt x="1612917" y="1810582"/>
                  <a:pt x="1603849" y="1813569"/>
                </a:cubicBezTo>
                <a:cubicBezTo>
                  <a:pt x="1593339" y="1805708"/>
                  <a:pt x="1607764" y="1807595"/>
                  <a:pt x="1606528" y="1801621"/>
                </a:cubicBezTo>
                <a:cubicBezTo>
                  <a:pt x="1592103" y="1794703"/>
                  <a:pt x="1601170" y="1793759"/>
                  <a:pt x="1593339" y="1788729"/>
                </a:cubicBezTo>
                <a:cubicBezTo>
                  <a:pt x="1594781" y="1794703"/>
                  <a:pt x="1589630" y="1787786"/>
                  <a:pt x="1586950" y="1791716"/>
                </a:cubicBezTo>
                <a:cubicBezTo>
                  <a:pt x="1597254" y="1795646"/>
                  <a:pt x="1598697" y="1800678"/>
                  <a:pt x="1601170" y="1805708"/>
                </a:cubicBezTo>
                <a:cubicBezTo>
                  <a:pt x="1594781" y="1802721"/>
                  <a:pt x="1592103" y="1805708"/>
                  <a:pt x="1588186" y="1807595"/>
                </a:cubicBezTo>
                <a:cubicBezTo>
                  <a:pt x="1593339" y="1808696"/>
                  <a:pt x="1599933" y="1813569"/>
                  <a:pt x="1603849" y="1813569"/>
                </a:cubicBezTo>
                <a:cubicBezTo>
                  <a:pt x="1612917" y="1813569"/>
                  <a:pt x="1605085" y="1819544"/>
                  <a:pt x="1614359" y="1824575"/>
                </a:cubicBezTo>
                <a:cubicBezTo>
                  <a:pt x="1611681" y="1825519"/>
                  <a:pt x="1605085" y="1820487"/>
                  <a:pt x="1602613" y="1821588"/>
                </a:cubicBezTo>
                <a:cubicBezTo>
                  <a:pt x="1599933" y="1818600"/>
                  <a:pt x="1605085" y="1820487"/>
                  <a:pt x="1603849" y="1817500"/>
                </a:cubicBezTo>
                <a:cubicBezTo>
                  <a:pt x="1596018" y="1813569"/>
                  <a:pt x="1596018" y="1821588"/>
                  <a:pt x="1596018" y="1824575"/>
                </a:cubicBezTo>
                <a:cubicBezTo>
                  <a:pt x="1601170" y="1827562"/>
                  <a:pt x="1594781" y="1820487"/>
                  <a:pt x="1599933" y="1820487"/>
                </a:cubicBezTo>
                <a:cubicBezTo>
                  <a:pt x="1609001" y="1829449"/>
                  <a:pt x="1603849" y="1830549"/>
                  <a:pt x="1602613" y="1836366"/>
                </a:cubicBezTo>
                <a:cubicBezTo>
                  <a:pt x="1598697" y="1834480"/>
                  <a:pt x="1593339" y="1830549"/>
                  <a:pt x="1592103" y="1831492"/>
                </a:cubicBezTo>
                <a:cubicBezTo>
                  <a:pt x="1588186" y="1829449"/>
                  <a:pt x="1597254" y="1830549"/>
                  <a:pt x="1586950" y="1825519"/>
                </a:cubicBezTo>
                <a:cubicBezTo>
                  <a:pt x="1585714" y="1826462"/>
                  <a:pt x="1585714" y="1828505"/>
                  <a:pt x="1584271" y="1829449"/>
                </a:cubicBezTo>
                <a:cubicBezTo>
                  <a:pt x="1580355" y="1830549"/>
                  <a:pt x="1581798" y="1824575"/>
                  <a:pt x="1572524" y="1822531"/>
                </a:cubicBezTo>
                <a:cubicBezTo>
                  <a:pt x="1581798" y="1831492"/>
                  <a:pt x="1576439" y="1829449"/>
                  <a:pt x="1586950" y="1837467"/>
                </a:cubicBezTo>
                <a:cubicBezTo>
                  <a:pt x="1585714" y="1839354"/>
                  <a:pt x="1584271" y="1843441"/>
                  <a:pt x="1583034" y="1845328"/>
                </a:cubicBezTo>
                <a:cubicBezTo>
                  <a:pt x="1580355" y="1848315"/>
                  <a:pt x="1577882" y="1849416"/>
                  <a:pt x="1568608" y="1846429"/>
                </a:cubicBezTo>
                <a:cubicBezTo>
                  <a:pt x="1567372" y="1848315"/>
                  <a:pt x="1579119" y="1851302"/>
                  <a:pt x="1583034" y="1853347"/>
                </a:cubicBezTo>
                <a:cubicBezTo>
                  <a:pt x="1579119" y="1854290"/>
                  <a:pt x="1572524" y="1855390"/>
                  <a:pt x="1568608" y="1851302"/>
                </a:cubicBezTo>
                <a:cubicBezTo>
                  <a:pt x="1567372" y="1853347"/>
                  <a:pt x="1571288" y="1856333"/>
                  <a:pt x="1564693" y="1855390"/>
                </a:cubicBezTo>
                <a:cubicBezTo>
                  <a:pt x="1556862" y="1853347"/>
                  <a:pt x="1559541" y="1851302"/>
                  <a:pt x="1553152" y="1849416"/>
                </a:cubicBezTo>
                <a:cubicBezTo>
                  <a:pt x="1550473" y="1852403"/>
                  <a:pt x="1559541" y="1855390"/>
                  <a:pt x="1566135" y="1858378"/>
                </a:cubicBezTo>
                <a:cubicBezTo>
                  <a:pt x="1575203" y="1862308"/>
                  <a:pt x="1563456" y="1853347"/>
                  <a:pt x="1570051" y="1857277"/>
                </a:cubicBezTo>
                <a:cubicBezTo>
                  <a:pt x="1577882" y="1858378"/>
                  <a:pt x="1572524" y="1863252"/>
                  <a:pt x="1567372" y="1860264"/>
                </a:cubicBezTo>
                <a:cubicBezTo>
                  <a:pt x="1568608" y="1863252"/>
                  <a:pt x="1572524" y="1865295"/>
                  <a:pt x="1572524" y="1867182"/>
                </a:cubicBezTo>
                <a:cubicBezTo>
                  <a:pt x="1570051" y="1871269"/>
                  <a:pt x="1560777" y="1868282"/>
                  <a:pt x="1556862" y="1870169"/>
                </a:cubicBezTo>
                <a:cubicBezTo>
                  <a:pt x="1563456" y="1870169"/>
                  <a:pt x="1573967" y="1874257"/>
                  <a:pt x="1572524" y="1872213"/>
                </a:cubicBezTo>
                <a:cubicBezTo>
                  <a:pt x="1581798" y="1873156"/>
                  <a:pt x="1575203" y="1882118"/>
                  <a:pt x="1568608" y="1882118"/>
                </a:cubicBezTo>
                <a:cubicBezTo>
                  <a:pt x="1563456" y="1880231"/>
                  <a:pt x="1575203" y="1880231"/>
                  <a:pt x="1568608" y="1876144"/>
                </a:cubicBezTo>
                <a:cubicBezTo>
                  <a:pt x="1559541" y="1877244"/>
                  <a:pt x="1571288" y="1887149"/>
                  <a:pt x="1556862" y="1885105"/>
                </a:cubicBezTo>
                <a:cubicBezTo>
                  <a:pt x="1556862" y="1889035"/>
                  <a:pt x="1567372" y="1887149"/>
                  <a:pt x="1568608" y="1890136"/>
                </a:cubicBezTo>
                <a:cubicBezTo>
                  <a:pt x="1563456" y="1890136"/>
                  <a:pt x="1559541" y="1891080"/>
                  <a:pt x="1554388" y="1892023"/>
                </a:cubicBezTo>
                <a:cubicBezTo>
                  <a:pt x="1560777" y="1894066"/>
                  <a:pt x="1554388" y="1897997"/>
                  <a:pt x="1563456" y="1900041"/>
                </a:cubicBezTo>
                <a:cubicBezTo>
                  <a:pt x="1554388" y="1906959"/>
                  <a:pt x="1546558" y="1909002"/>
                  <a:pt x="1547794" y="1917964"/>
                </a:cubicBezTo>
                <a:cubicBezTo>
                  <a:pt x="1546558" y="1916864"/>
                  <a:pt x="1542642" y="1914977"/>
                  <a:pt x="1537489" y="1913876"/>
                </a:cubicBezTo>
                <a:cubicBezTo>
                  <a:pt x="1553152" y="1925825"/>
                  <a:pt x="1532338" y="1938717"/>
                  <a:pt x="1526979" y="1949723"/>
                </a:cubicBezTo>
                <a:cubicBezTo>
                  <a:pt x="1526979" y="1952710"/>
                  <a:pt x="1537489" y="1952710"/>
                  <a:pt x="1525743" y="1953654"/>
                </a:cubicBezTo>
                <a:cubicBezTo>
                  <a:pt x="1525743" y="1954596"/>
                  <a:pt x="1528422" y="1955697"/>
                  <a:pt x="1526979" y="1956641"/>
                </a:cubicBezTo>
                <a:cubicBezTo>
                  <a:pt x="1530895" y="1956641"/>
                  <a:pt x="1532338" y="1955697"/>
                  <a:pt x="1534810" y="1954596"/>
                </a:cubicBezTo>
                <a:cubicBezTo>
                  <a:pt x="1534810" y="1959627"/>
                  <a:pt x="1520384" y="1967646"/>
                  <a:pt x="1533574" y="1974563"/>
                </a:cubicBezTo>
                <a:cubicBezTo>
                  <a:pt x="1525743" y="1976450"/>
                  <a:pt x="1515232" y="1982425"/>
                  <a:pt x="1524300" y="1989500"/>
                </a:cubicBezTo>
                <a:cubicBezTo>
                  <a:pt x="1510080" y="1993430"/>
                  <a:pt x="1506164" y="2013240"/>
                  <a:pt x="1506164" y="2025188"/>
                </a:cubicBezTo>
                <a:cubicBezTo>
                  <a:pt x="1502249" y="2024245"/>
                  <a:pt x="1502249" y="2022202"/>
                  <a:pt x="1498333" y="2021258"/>
                </a:cubicBezTo>
                <a:cubicBezTo>
                  <a:pt x="1498333" y="2026132"/>
                  <a:pt x="1493181" y="2027233"/>
                  <a:pt x="1490502" y="2031163"/>
                </a:cubicBezTo>
                <a:cubicBezTo>
                  <a:pt x="1491945" y="2033207"/>
                  <a:pt x="1494418" y="2031163"/>
                  <a:pt x="1499776" y="2032107"/>
                </a:cubicBezTo>
                <a:cubicBezTo>
                  <a:pt x="1507401" y="2041068"/>
                  <a:pt x="1484113" y="2050973"/>
                  <a:pt x="1484113" y="2063865"/>
                </a:cubicBezTo>
                <a:cubicBezTo>
                  <a:pt x="1477518" y="2061978"/>
                  <a:pt x="1473603" y="2061978"/>
                  <a:pt x="1469687" y="2062922"/>
                </a:cubicBezTo>
                <a:cubicBezTo>
                  <a:pt x="1473603" y="2068896"/>
                  <a:pt x="1461856" y="2069996"/>
                  <a:pt x="1472366" y="2072984"/>
                </a:cubicBezTo>
                <a:cubicBezTo>
                  <a:pt x="1470924" y="2076915"/>
                  <a:pt x="1463299" y="2073927"/>
                  <a:pt x="1461856" y="2076915"/>
                </a:cubicBezTo>
                <a:cubicBezTo>
                  <a:pt x="1463299" y="2080846"/>
                  <a:pt x="1470924" y="2073927"/>
                  <a:pt x="1478755" y="2076915"/>
                </a:cubicBezTo>
                <a:cubicBezTo>
                  <a:pt x="1472366" y="2080846"/>
                  <a:pt x="1478755" y="2081788"/>
                  <a:pt x="1473603" y="2086819"/>
                </a:cubicBezTo>
                <a:cubicBezTo>
                  <a:pt x="1454025" y="2075814"/>
                  <a:pt x="1459383" y="2099712"/>
                  <a:pt x="1451551" y="2106629"/>
                </a:cubicBezTo>
                <a:cubicBezTo>
                  <a:pt x="1454025" y="2103642"/>
                  <a:pt x="1464535" y="2106629"/>
                  <a:pt x="1468451" y="2102698"/>
                </a:cubicBezTo>
                <a:cubicBezTo>
                  <a:pt x="1472366" y="2103642"/>
                  <a:pt x="1467008" y="2104743"/>
                  <a:pt x="1463299" y="2104743"/>
                </a:cubicBezTo>
                <a:cubicBezTo>
                  <a:pt x="1457940" y="2116692"/>
                  <a:pt x="1470924" y="2116692"/>
                  <a:pt x="1455468" y="2120622"/>
                </a:cubicBezTo>
                <a:cubicBezTo>
                  <a:pt x="1455468" y="2123609"/>
                  <a:pt x="1459383" y="2120622"/>
                  <a:pt x="1464535" y="2121565"/>
                </a:cubicBezTo>
                <a:cubicBezTo>
                  <a:pt x="1464535" y="2129584"/>
                  <a:pt x="1455468" y="2128483"/>
                  <a:pt x="1451551" y="2132571"/>
                </a:cubicBezTo>
                <a:cubicBezTo>
                  <a:pt x="1456704" y="2134457"/>
                  <a:pt x="1467008" y="2141375"/>
                  <a:pt x="1448873" y="2142476"/>
                </a:cubicBezTo>
                <a:cubicBezTo>
                  <a:pt x="1450109" y="2143419"/>
                  <a:pt x="1454025" y="2151437"/>
                  <a:pt x="1443721" y="2148450"/>
                </a:cubicBezTo>
                <a:cubicBezTo>
                  <a:pt x="1443721" y="2152380"/>
                  <a:pt x="1450109" y="2152380"/>
                  <a:pt x="1450109" y="2156311"/>
                </a:cubicBezTo>
                <a:cubicBezTo>
                  <a:pt x="1456704" y="2157412"/>
                  <a:pt x="1454025" y="2150337"/>
                  <a:pt x="1455468" y="2148450"/>
                </a:cubicBezTo>
                <a:cubicBezTo>
                  <a:pt x="1474839" y="2153323"/>
                  <a:pt x="1482671" y="2148450"/>
                  <a:pt x="1498333" y="2151437"/>
                </a:cubicBezTo>
                <a:cubicBezTo>
                  <a:pt x="1485968" y="2156389"/>
                  <a:pt x="1471645" y="2160084"/>
                  <a:pt x="1457322" y="2163916"/>
                </a:cubicBezTo>
                <a:lnTo>
                  <a:pt x="1419515" y="2176182"/>
                </a:lnTo>
                <a:lnTo>
                  <a:pt x="1419399" y="2178443"/>
                </a:lnTo>
                <a:lnTo>
                  <a:pt x="1420420" y="2178848"/>
                </a:lnTo>
                <a:cubicBezTo>
                  <a:pt x="1426062" y="2178302"/>
                  <a:pt x="1434601" y="2173290"/>
                  <a:pt x="1430737" y="2182252"/>
                </a:cubicBezTo>
                <a:cubicBezTo>
                  <a:pt x="1435889" y="2181151"/>
                  <a:pt x="1434653" y="2177221"/>
                  <a:pt x="1443721" y="2180209"/>
                </a:cubicBezTo>
                <a:cubicBezTo>
                  <a:pt x="1446193" y="2174234"/>
                  <a:pt x="1439805" y="2174234"/>
                  <a:pt x="1446193" y="2171247"/>
                </a:cubicBezTo>
                <a:cubicBezTo>
                  <a:pt x="1452788" y="2172190"/>
                  <a:pt x="1451551" y="2176278"/>
                  <a:pt x="1448873" y="2180209"/>
                </a:cubicBezTo>
                <a:cubicBezTo>
                  <a:pt x="1452788" y="2179265"/>
                  <a:pt x="1467008" y="2175178"/>
                  <a:pt x="1470924" y="2180209"/>
                </a:cubicBezTo>
                <a:cubicBezTo>
                  <a:pt x="1477518" y="2178165"/>
                  <a:pt x="1489265" y="2171247"/>
                  <a:pt x="1495860" y="2176278"/>
                </a:cubicBezTo>
                <a:cubicBezTo>
                  <a:pt x="1493181" y="2180209"/>
                  <a:pt x="1491945" y="2184139"/>
                  <a:pt x="1486587" y="2187126"/>
                </a:cubicBezTo>
                <a:cubicBezTo>
                  <a:pt x="1465772" y="2186183"/>
                  <a:pt x="1460620" y="2196088"/>
                  <a:pt x="1443721" y="2190113"/>
                </a:cubicBezTo>
                <a:cubicBezTo>
                  <a:pt x="1437126" y="2195145"/>
                  <a:pt x="1429294" y="2195145"/>
                  <a:pt x="1420226" y="2195145"/>
                </a:cubicBezTo>
                <a:cubicBezTo>
                  <a:pt x="1421206" y="2196638"/>
                  <a:pt x="1421206" y="2198250"/>
                  <a:pt x="1420797" y="2199888"/>
                </a:cubicBezTo>
                <a:lnTo>
                  <a:pt x="1420499" y="2200664"/>
                </a:lnTo>
                <a:lnTo>
                  <a:pt x="1421602" y="2212372"/>
                </a:lnTo>
                <a:lnTo>
                  <a:pt x="1420946" y="2212374"/>
                </a:lnTo>
                <a:lnTo>
                  <a:pt x="1421463" y="2212911"/>
                </a:lnTo>
                <a:cubicBezTo>
                  <a:pt x="1428058" y="2211024"/>
                  <a:pt x="1420226" y="2205993"/>
                  <a:pt x="1428058" y="2203006"/>
                </a:cubicBezTo>
                <a:cubicBezTo>
                  <a:pt x="1439805" y="2201118"/>
                  <a:pt x="1454025" y="2214011"/>
                  <a:pt x="1460620" y="2205993"/>
                </a:cubicBezTo>
                <a:cubicBezTo>
                  <a:pt x="1470924" y="2208037"/>
                  <a:pt x="1459383" y="2209923"/>
                  <a:pt x="1460620" y="2215898"/>
                </a:cubicBezTo>
                <a:cubicBezTo>
                  <a:pt x="1444957" y="2215898"/>
                  <a:pt x="1437126" y="2211967"/>
                  <a:pt x="1429294" y="2220929"/>
                </a:cubicBezTo>
                <a:cubicBezTo>
                  <a:pt x="1425379" y="2217941"/>
                  <a:pt x="1430737" y="2217941"/>
                  <a:pt x="1424143" y="2214954"/>
                </a:cubicBezTo>
                <a:cubicBezTo>
                  <a:pt x="1417548" y="2219985"/>
                  <a:pt x="1406007" y="2220929"/>
                  <a:pt x="1399412" y="2226903"/>
                </a:cubicBezTo>
                <a:cubicBezTo>
                  <a:pt x="1400648" y="2228947"/>
                  <a:pt x="1408479" y="2227847"/>
                  <a:pt x="1413632" y="2231934"/>
                </a:cubicBezTo>
                <a:cubicBezTo>
                  <a:pt x="1409717" y="2235865"/>
                  <a:pt x="1406007" y="2240739"/>
                  <a:pt x="1416312" y="2242782"/>
                </a:cubicBezTo>
                <a:cubicBezTo>
                  <a:pt x="1422906" y="2242782"/>
                  <a:pt x="1420226" y="2234764"/>
                  <a:pt x="1422906" y="2232878"/>
                </a:cubicBezTo>
                <a:cubicBezTo>
                  <a:pt x="1435889" y="2224859"/>
                  <a:pt x="1447636" y="2239795"/>
                  <a:pt x="1454025" y="2229890"/>
                </a:cubicBezTo>
                <a:cubicBezTo>
                  <a:pt x="1455468" y="2234764"/>
                  <a:pt x="1460620" y="2236808"/>
                  <a:pt x="1470924" y="2234764"/>
                </a:cubicBezTo>
                <a:cubicBezTo>
                  <a:pt x="1469687" y="2236808"/>
                  <a:pt x="1468451" y="2239795"/>
                  <a:pt x="1472366" y="2239795"/>
                </a:cubicBezTo>
                <a:cubicBezTo>
                  <a:pt x="1456704" y="2246713"/>
                  <a:pt x="1390345" y="2246713"/>
                  <a:pt x="1420226" y="2262592"/>
                </a:cubicBezTo>
                <a:cubicBezTo>
                  <a:pt x="1431974" y="2259762"/>
                  <a:pt x="1438568" y="2261649"/>
                  <a:pt x="1450109" y="2266680"/>
                </a:cubicBezTo>
                <a:cubicBezTo>
                  <a:pt x="1456704" y="2263693"/>
                  <a:pt x="1470924" y="2257719"/>
                  <a:pt x="1481435" y="2263693"/>
                </a:cubicBezTo>
                <a:cubicBezTo>
                  <a:pt x="1454025" y="2283503"/>
                  <a:pt x="1387665" y="2267623"/>
                  <a:pt x="1373239" y="2291520"/>
                </a:cubicBezTo>
                <a:cubicBezTo>
                  <a:pt x="1373239" y="2295451"/>
                  <a:pt x="1384987" y="2294509"/>
                  <a:pt x="1386428" y="2298439"/>
                </a:cubicBezTo>
                <a:cubicBezTo>
                  <a:pt x="1404565" y="2291520"/>
                  <a:pt x="1446193" y="2297495"/>
                  <a:pt x="1467008" y="2293407"/>
                </a:cubicBezTo>
                <a:cubicBezTo>
                  <a:pt x="1459383" y="2307400"/>
                  <a:pt x="1434653" y="2292464"/>
                  <a:pt x="1426822" y="2307400"/>
                </a:cubicBezTo>
                <a:cubicBezTo>
                  <a:pt x="1404565" y="2304413"/>
                  <a:pt x="1394260" y="2312274"/>
                  <a:pt x="1372003" y="2310387"/>
                </a:cubicBezTo>
                <a:cubicBezTo>
                  <a:pt x="1370766" y="2313375"/>
                  <a:pt x="1374682" y="2314318"/>
                  <a:pt x="1372003" y="2317305"/>
                </a:cubicBezTo>
                <a:cubicBezTo>
                  <a:pt x="1369530" y="2316362"/>
                  <a:pt x="1370766" y="2313375"/>
                  <a:pt x="1364172" y="2313375"/>
                </a:cubicBezTo>
                <a:cubicBezTo>
                  <a:pt x="1359020" y="2318248"/>
                  <a:pt x="1349952" y="2320292"/>
                  <a:pt x="1348715" y="2328153"/>
                </a:cubicBezTo>
                <a:cubicBezTo>
                  <a:pt x="1369530" y="2333184"/>
                  <a:pt x="1379834" y="2322179"/>
                  <a:pt x="1396733" y="2330197"/>
                </a:cubicBezTo>
                <a:cubicBezTo>
                  <a:pt x="1409717" y="2323280"/>
                  <a:pt x="1421463" y="2325166"/>
                  <a:pt x="1439805" y="2330197"/>
                </a:cubicBezTo>
                <a:cubicBezTo>
                  <a:pt x="1426822" y="2343089"/>
                  <a:pt x="1377155" y="2345133"/>
                  <a:pt x="1366851" y="2341203"/>
                </a:cubicBezTo>
                <a:cubicBezTo>
                  <a:pt x="1360256" y="2341203"/>
                  <a:pt x="1359020" y="2345133"/>
                  <a:pt x="1356341" y="2348120"/>
                </a:cubicBezTo>
                <a:cubicBezTo>
                  <a:pt x="1342120" y="2339159"/>
                  <a:pt x="1310795" y="2352994"/>
                  <a:pt x="1302964" y="2342146"/>
                </a:cubicBezTo>
                <a:cubicBezTo>
                  <a:pt x="1295133" y="2348120"/>
                  <a:pt x="1296576" y="2346076"/>
                  <a:pt x="1287302" y="2343089"/>
                </a:cubicBezTo>
                <a:lnTo>
                  <a:pt x="1280840" y="2347141"/>
                </a:lnTo>
                <a:lnTo>
                  <a:pt x="1271542" y="2367467"/>
                </a:lnTo>
                <a:lnTo>
                  <a:pt x="1280553" y="2365709"/>
                </a:lnTo>
                <a:cubicBezTo>
                  <a:pt x="1283798" y="2365729"/>
                  <a:pt x="1286065" y="2366987"/>
                  <a:pt x="1286065" y="2370917"/>
                </a:cubicBezTo>
                <a:cubicBezTo>
                  <a:pt x="1289981" y="2369974"/>
                  <a:pt x="1292660" y="2366987"/>
                  <a:pt x="1293897" y="2364000"/>
                </a:cubicBezTo>
                <a:cubicBezTo>
                  <a:pt x="1304407" y="2363056"/>
                  <a:pt x="1299048" y="2368874"/>
                  <a:pt x="1304407" y="2369974"/>
                </a:cubicBezTo>
                <a:cubicBezTo>
                  <a:pt x="1312238" y="2369974"/>
                  <a:pt x="1301728" y="2366987"/>
                  <a:pt x="1309559" y="2364943"/>
                </a:cubicBezTo>
                <a:cubicBezTo>
                  <a:pt x="1315947" y="2364943"/>
                  <a:pt x="1310795" y="2370917"/>
                  <a:pt x="1315947" y="2370917"/>
                </a:cubicBezTo>
                <a:cubicBezTo>
                  <a:pt x="1305643" y="2378936"/>
                  <a:pt x="1295133" y="2375006"/>
                  <a:pt x="1283386" y="2379879"/>
                </a:cubicBezTo>
                <a:cubicBezTo>
                  <a:pt x="1280913" y="2373905"/>
                  <a:pt x="1275761" y="2378936"/>
                  <a:pt x="1270402" y="2375006"/>
                </a:cubicBezTo>
                <a:cubicBezTo>
                  <a:pt x="1273082" y="2377836"/>
                  <a:pt x="1271845" y="2381923"/>
                  <a:pt x="1270402" y="2386797"/>
                </a:cubicBezTo>
                <a:cubicBezTo>
                  <a:pt x="1264529" y="2383809"/>
                  <a:pt x="1259995" y="2383338"/>
                  <a:pt x="1255951" y="2383102"/>
                </a:cubicBezTo>
                <a:lnTo>
                  <a:pt x="1253331" y="2382583"/>
                </a:lnTo>
                <a:lnTo>
                  <a:pt x="1243683" y="2390057"/>
                </a:lnTo>
                <a:lnTo>
                  <a:pt x="1227559" y="2398019"/>
                </a:lnTo>
                <a:lnTo>
                  <a:pt x="1228354" y="2398373"/>
                </a:lnTo>
                <a:cubicBezTo>
                  <a:pt x="1240089" y="2400217"/>
                  <a:pt x="1254808" y="2394685"/>
                  <a:pt x="1272425" y="2394685"/>
                </a:cubicBezTo>
                <a:cubicBezTo>
                  <a:pt x="1277577" y="2394685"/>
                  <a:pt x="1277577" y="2398587"/>
                  <a:pt x="1280049" y="2398587"/>
                </a:cubicBezTo>
                <a:cubicBezTo>
                  <a:pt x="1304980" y="2400617"/>
                  <a:pt x="1337535" y="2389691"/>
                  <a:pt x="1349280" y="2390784"/>
                </a:cubicBezTo>
                <a:cubicBezTo>
                  <a:pt x="1359582" y="2391720"/>
                  <a:pt x="1355668" y="2394685"/>
                  <a:pt x="1370091" y="2389691"/>
                </a:cubicBezTo>
                <a:cubicBezTo>
                  <a:pt x="1368648" y="2398587"/>
                  <a:pt x="1356904" y="2398587"/>
                  <a:pt x="1359582" y="2410449"/>
                </a:cubicBezTo>
                <a:cubicBezTo>
                  <a:pt x="1350517" y="2410449"/>
                  <a:pt x="1358346" y="2402489"/>
                  <a:pt x="1351753" y="2401553"/>
                </a:cubicBezTo>
                <a:cubicBezTo>
                  <a:pt x="1342687" y="2402489"/>
                  <a:pt x="1334857" y="2410449"/>
                  <a:pt x="1327027" y="2405455"/>
                </a:cubicBezTo>
                <a:cubicBezTo>
                  <a:pt x="1320434" y="2405455"/>
                  <a:pt x="1329706" y="2411385"/>
                  <a:pt x="1321876" y="2413414"/>
                </a:cubicBezTo>
                <a:cubicBezTo>
                  <a:pt x="1310132" y="2407483"/>
                  <a:pt x="1312810" y="2418409"/>
                  <a:pt x="1302302" y="2419346"/>
                </a:cubicBezTo>
                <a:cubicBezTo>
                  <a:pt x="1293236" y="2418409"/>
                  <a:pt x="1295708" y="2413414"/>
                  <a:pt x="1291793" y="2410449"/>
                </a:cubicBezTo>
                <a:cubicBezTo>
                  <a:pt x="1287879" y="2419346"/>
                  <a:pt x="1258002" y="2408420"/>
                  <a:pt x="1255323" y="2408420"/>
                </a:cubicBezTo>
                <a:cubicBezTo>
                  <a:pt x="1242652" y="2408420"/>
                  <a:pt x="1222678" y="2410703"/>
                  <a:pt x="1217308" y="2403877"/>
                </a:cubicBezTo>
                <a:lnTo>
                  <a:pt x="1217414" y="2400326"/>
                </a:lnTo>
                <a:lnTo>
                  <a:pt x="1205722" y="2402830"/>
                </a:lnTo>
                <a:cubicBezTo>
                  <a:pt x="1201807" y="2408803"/>
                  <a:pt x="1203249" y="2413834"/>
                  <a:pt x="1190063" y="2415878"/>
                </a:cubicBezTo>
                <a:cubicBezTo>
                  <a:pt x="1179762" y="2405817"/>
                  <a:pt x="1171933" y="2412891"/>
                  <a:pt x="1152360" y="2407860"/>
                </a:cubicBezTo>
                <a:lnTo>
                  <a:pt x="1152441" y="2406330"/>
                </a:lnTo>
                <a:lnTo>
                  <a:pt x="1151831" y="2406133"/>
                </a:lnTo>
                <a:cubicBezTo>
                  <a:pt x="1150076" y="2405036"/>
                  <a:pt x="1148772" y="2403629"/>
                  <a:pt x="1147963" y="2402158"/>
                </a:cubicBezTo>
                <a:lnTo>
                  <a:pt x="1149326" y="2394811"/>
                </a:lnTo>
                <a:lnTo>
                  <a:pt x="1137873" y="2390519"/>
                </a:lnTo>
                <a:cubicBezTo>
                  <a:pt x="1130148" y="2388602"/>
                  <a:pt x="1121559" y="2387069"/>
                  <a:pt x="1112853" y="2385379"/>
                </a:cubicBezTo>
                <a:lnTo>
                  <a:pt x="1090479" y="2380087"/>
                </a:lnTo>
                <a:lnTo>
                  <a:pt x="1084595" y="2380484"/>
                </a:lnTo>
                <a:lnTo>
                  <a:pt x="1084536" y="2380647"/>
                </a:lnTo>
                <a:cubicBezTo>
                  <a:pt x="1083734" y="2382725"/>
                  <a:pt x="1083541" y="2381045"/>
                  <a:pt x="1076741" y="2381045"/>
                </a:cubicBezTo>
                <a:cubicBezTo>
                  <a:pt x="1076741" y="2381045"/>
                  <a:pt x="1076741" y="2381045"/>
                  <a:pt x="1087044" y="2392051"/>
                </a:cubicBezTo>
                <a:cubicBezTo>
                  <a:pt x="1081892" y="2395038"/>
                  <a:pt x="1080656" y="2398025"/>
                  <a:pt x="1083129" y="2401955"/>
                </a:cubicBezTo>
                <a:cubicBezTo>
                  <a:pt x="1090959" y="2401012"/>
                  <a:pt x="1085808" y="2398025"/>
                  <a:pt x="1088486" y="2395981"/>
                </a:cubicBezTo>
                <a:cubicBezTo>
                  <a:pt x="1092196" y="2401012"/>
                  <a:pt x="1096111" y="2401955"/>
                  <a:pt x="1100232" y="2401955"/>
                </a:cubicBezTo>
                <a:cubicBezTo>
                  <a:pt x="1097554" y="2404943"/>
                  <a:pt x="1102705" y="2408873"/>
                  <a:pt x="1093638" y="2410917"/>
                </a:cubicBezTo>
                <a:cubicBezTo>
                  <a:pt x="1089723" y="2408873"/>
                  <a:pt x="1087044" y="2405886"/>
                  <a:pt x="1080656" y="2409974"/>
                </a:cubicBezTo>
                <a:cubicBezTo>
                  <a:pt x="1088486" y="2414848"/>
                  <a:pt x="1096111" y="2420822"/>
                  <a:pt x="1102705" y="2425853"/>
                </a:cubicBezTo>
                <a:cubicBezTo>
                  <a:pt x="1088486" y="2428840"/>
                  <a:pt x="1114451" y="2436702"/>
                  <a:pt x="1101468" y="2439689"/>
                </a:cubicBezTo>
                <a:cubicBezTo>
                  <a:pt x="1094875" y="2438746"/>
                  <a:pt x="1098790" y="2434816"/>
                  <a:pt x="1090959" y="2435759"/>
                </a:cubicBezTo>
                <a:cubicBezTo>
                  <a:pt x="1096111" y="2433715"/>
                  <a:pt x="1089723" y="2429784"/>
                  <a:pt x="1090959" y="2427740"/>
                </a:cubicBezTo>
                <a:cubicBezTo>
                  <a:pt x="1088486" y="2428840"/>
                  <a:pt x="1085808" y="2427740"/>
                  <a:pt x="1081892" y="2429784"/>
                </a:cubicBezTo>
                <a:cubicBezTo>
                  <a:pt x="1081892" y="2429784"/>
                  <a:pt x="1081892" y="2429784"/>
                  <a:pt x="1089723" y="2436702"/>
                </a:cubicBezTo>
                <a:cubicBezTo>
                  <a:pt x="1077977" y="2436702"/>
                  <a:pt x="1087044" y="2443620"/>
                  <a:pt x="1081892" y="2447708"/>
                </a:cubicBezTo>
                <a:cubicBezTo>
                  <a:pt x="1074062" y="2438746"/>
                  <a:pt x="1083129" y="2427740"/>
                  <a:pt x="1062317" y="2423810"/>
                </a:cubicBezTo>
                <a:cubicBezTo>
                  <a:pt x="1054486" y="2431828"/>
                  <a:pt x="1081892" y="2449594"/>
                  <a:pt x="1055928" y="2451639"/>
                </a:cubicBezTo>
                <a:cubicBezTo>
                  <a:pt x="1054486" y="2454625"/>
                  <a:pt x="1058401" y="2456669"/>
                  <a:pt x="1061080" y="2459657"/>
                </a:cubicBezTo>
                <a:cubicBezTo>
                  <a:pt x="1063759" y="2458557"/>
                  <a:pt x="1066232" y="2456669"/>
                  <a:pt x="1067674" y="2458557"/>
                </a:cubicBezTo>
                <a:cubicBezTo>
                  <a:pt x="1059844" y="2472549"/>
                  <a:pt x="1070147" y="2489372"/>
                  <a:pt x="1059844" y="2503365"/>
                </a:cubicBezTo>
                <a:cubicBezTo>
                  <a:pt x="1062317" y="2502265"/>
                  <a:pt x="1064995" y="2505252"/>
                  <a:pt x="1067674" y="2505252"/>
                </a:cubicBezTo>
                <a:cubicBezTo>
                  <a:pt x="1059844" y="2507296"/>
                  <a:pt x="1067674" y="2511226"/>
                  <a:pt x="1062317" y="2514213"/>
                </a:cubicBezTo>
                <a:cubicBezTo>
                  <a:pt x="1057165" y="2510283"/>
                  <a:pt x="1061080" y="2506352"/>
                  <a:pt x="1053250" y="2508239"/>
                </a:cubicBezTo>
                <a:cubicBezTo>
                  <a:pt x="1052013" y="2514213"/>
                  <a:pt x="1049334" y="2520188"/>
                  <a:pt x="1050571" y="2526162"/>
                </a:cubicBezTo>
                <a:cubicBezTo>
                  <a:pt x="1046655" y="2530093"/>
                  <a:pt x="1044183" y="2527106"/>
                  <a:pt x="1040268" y="2530093"/>
                </a:cubicBezTo>
                <a:cubicBezTo>
                  <a:pt x="1042741" y="2531193"/>
                  <a:pt x="1045419" y="2531193"/>
                  <a:pt x="1046655" y="2533081"/>
                </a:cubicBezTo>
                <a:cubicBezTo>
                  <a:pt x="1042741" y="2535125"/>
                  <a:pt x="1038825" y="2534181"/>
                  <a:pt x="1034910" y="2537011"/>
                </a:cubicBezTo>
                <a:cubicBezTo>
                  <a:pt x="1038825" y="2542042"/>
                  <a:pt x="1036352" y="2542042"/>
                  <a:pt x="1041504" y="2544086"/>
                </a:cubicBezTo>
                <a:cubicBezTo>
                  <a:pt x="1034910" y="2545973"/>
                  <a:pt x="1029758" y="2542985"/>
                  <a:pt x="1023370" y="2545029"/>
                </a:cubicBezTo>
                <a:cubicBezTo>
                  <a:pt x="1024606" y="2548960"/>
                  <a:pt x="1028521" y="2553991"/>
                  <a:pt x="1021928" y="2556978"/>
                </a:cubicBezTo>
                <a:cubicBezTo>
                  <a:pt x="1021928" y="2556978"/>
                  <a:pt x="1021928" y="2556978"/>
                  <a:pt x="1019455" y="2554934"/>
                </a:cubicBezTo>
                <a:cubicBezTo>
                  <a:pt x="1018012" y="2554934"/>
                  <a:pt x="1016776" y="2555878"/>
                  <a:pt x="1016776" y="2554934"/>
                </a:cubicBezTo>
                <a:cubicBezTo>
                  <a:pt x="1023370" y="2552891"/>
                  <a:pt x="1021928" y="2545973"/>
                  <a:pt x="1016776" y="2547073"/>
                </a:cubicBezTo>
                <a:cubicBezTo>
                  <a:pt x="1015539" y="2554934"/>
                  <a:pt x="1014097" y="2559966"/>
                  <a:pt x="1020691" y="2566884"/>
                </a:cubicBezTo>
                <a:cubicBezTo>
                  <a:pt x="1011624" y="2566884"/>
                  <a:pt x="1016776" y="2571915"/>
                  <a:pt x="1008945" y="2571915"/>
                </a:cubicBezTo>
                <a:cubicBezTo>
                  <a:pt x="1012860" y="2571915"/>
                  <a:pt x="1016776" y="2574903"/>
                  <a:pt x="1012860" y="2577889"/>
                </a:cubicBezTo>
                <a:cubicBezTo>
                  <a:pt x="1007709" y="2572858"/>
                  <a:pt x="1001115" y="2571915"/>
                  <a:pt x="993284" y="2575846"/>
                </a:cubicBezTo>
                <a:cubicBezTo>
                  <a:pt x="993284" y="2570814"/>
                  <a:pt x="993284" y="2566884"/>
                  <a:pt x="992048" y="2562953"/>
                </a:cubicBezTo>
                <a:cubicBezTo>
                  <a:pt x="986897" y="2564840"/>
                  <a:pt x="984218" y="2558865"/>
                  <a:pt x="979066" y="2563897"/>
                </a:cubicBezTo>
                <a:cubicBezTo>
                  <a:pt x="989369" y="2569871"/>
                  <a:pt x="988133" y="2575846"/>
                  <a:pt x="988133" y="2583707"/>
                </a:cubicBezTo>
                <a:cubicBezTo>
                  <a:pt x="994727" y="2583707"/>
                  <a:pt x="1005030" y="2587794"/>
                  <a:pt x="998642" y="2592669"/>
                </a:cubicBezTo>
                <a:cubicBezTo>
                  <a:pt x="994727" y="2589681"/>
                  <a:pt x="997200" y="2587794"/>
                  <a:pt x="992048" y="2584807"/>
                </a:cubicBezTo>
                <a:cubicBezTo>
                  <a:pt x="986897" y="2584807"/>
                  <a:pt x="981539" y="2588738"/>
                  <a:pt x="981539" y="2590782"/>
                </a:cubicBezTo>
                <a:cubicBezTo>
                  <a:pt x="982981" y="2591725"/>
                  <a:pt x="993284" y="2590782"/>
                  <a:pt x="989369" y="2595656"/>
                </a:cubicBezTo>
                <a:cubicBezTo>
                  <a:pt x="988133" y="2593769"/>
                  <a:pt x="979066" y="2593769"/>
                  <a:pt x="982981" y="2596756"/>
                </a:cubicBezTo>
                <a:cubicBezTo>
                  <a:pt x="985454" y="2600687"/>
                  <a:pt x="992048" y="2597700"/>
                  <a:pt x="994727" y="2603674"/>
                </a:cubicBezTo>
                <a:cubicBezTo>
                  <a:pt x="990811" y="2605718"/>
                  <a:pt x="980302" y="2604617"/>
                  <a:pt x="982981" y="2607605"/>
                </a:cubicBezTo>
                <a:cubicBezTo>
                  <a:pt x="986897" y="2606661"/>
                  <a:pt x="998642" y="2610592"/>
                  <a:pt x="995963" y="2614523"/>
                </a:cubicBezTo>
                <a:cubicBezTo>
                  <a:pt x="989369" y="2616566"/>
                  <a:pt x="990811" y="2611535"/>
                  <a:pt x="986897" y="2612636"/>
                </a:cubicBezTo>
                <a:cubicBezTo>
                  <a:pt x="990811" y="2616566"/>
                  <a:pt x="976387" y="2613580"/>
                  <a:pt x="981539" y="2616566"/>
                </a:cubicBezTo>
                <a:cubicBezTo>
                  <a:pt x="994727" y="2614523"/>
                  <a:pt x="997200" y="2629459"/>
                  <a:pt x="990811" y="2634490"/>
                </a:cubicBezTo>
                <a:cubicBezTo>
                  <a:pt x="994727" y="2636377"/>
                  <a:pt x="999879" y="2636377"/>
                  <a:pt x="1003793" y="2636377"/>
                </a:cubicBezTo>
                <a:cubicBezTo>
                  <a:pt x="998642" y="2639364"/>
                  <a:pt x="999879" y="2642351"/>
                  <a:pt x="1006473" y="2641408"/>
                </a:cubicBezTo>
                <a:cubicBezTo>
                  <a:pt x="1002557" y="2644395"/>
                  <a:pt x="1006473" y="2647382"/>
                  <a:pt x="1001115" y="2649426"/>
                </a:cubicBezTo>
                <a:cubicBezTo>
                  <a:pt x="993284" y="2646439"/>
                  <a:pt x="988133" y="2635433"/>
                  <a:pt x="988133" y="2629459"/>
                </a:cubicBezTo>
                <a:cubicBezTo>
                  <a:pt x="986897" y="2630402"/>
                  <a:pt x="985454" y="2629459"/>
                  <a:pt x="982981" y="2629459"/>
                </a:cubicBezTo>
                <a:cubicBezTo>
                  <a:pt x="990811" y="2648326"/>
                  <a:pt x="981539" y="2658231"/>
                  <a:pt x="994727" y="2678198"/>
                </a:cubicBezTo>
                <a:cubicBezTo>
                  <a:pt x="988133" y="2679142"/>
                  <a:pt x="990811" y="2682129"/>
                  <a:pt x="985454" y="2684173"/>
                </a:cubicBezTo>
                <a:cubicBezTo>
                  <a:pt x="976387" y="2677255"/>
                  <a:pt x="979066" y="2665149"/>
                  <a:pt x="963405" y="2659332"/>
                </a:cubicBezTo>
                <a:cubicBezTo>
                  <a:pt x="963405" y="2659332"/>
                  <a:pt x="963405" y="2659332"/>
                  <a:pt x="959489" y="2660275"/>
                </a:cubicBezTo>
                <a:cubicBezTo>
                  <a:pt x="967320" y="2673167"/>
                  <a:pt x="984218" y="2687160"/>
                  <a:pt x="967320" y="2698009"/>
                </a:cubicBezTo>
                <a:cubicBezTo>
                  <a:pt x="969999" y="2709014"/>
                  <a:pt x="976387" y="2724894"/>
                  <a:pt x="963405" y="2730869"/>
                </a:cubicBezTo>
                <a:cubicBezTo>
                  <a:pt x="967320" y="2730869"/>
                  <a:pt x="968557" y="2733856"/>
                  <a:pt x="966084" y="2735743"/>
                </a:cubicBezTo>
                <a:cubicBezTo>
                  <a:pt x="963405" y="2732755"/>
                  <a:pt x="960726" y="2730869"/>
                  <a:pt x="955574" y="2733856"/>
                </a:cubicBezTo>
                <a:cubicBezTo>
                  <a:pt x="955574" y="2736843"/>
                  <a:pt x="952895" y="2739674"/>
                  <a:pt x="946507" y="2741717"/>
                </a:cubicBezTo>
                <a:cubicBezTo>
                  <a:pt x="948980" y="2744704"/>
                  <a:pt x="946507" y="2747691"/>
                  <a:pt x="952895" y="2745647"/>
                </a:cubicBezTo>
                <a:cubicBezTo>
                  <a:pt x="952895" y="2744704"/>
                  <a:pt x="950422" y="2742660"/>
                  <a:pt x="951659" y="2741717"/>
                </a:cubicBezTo>
                <a:cubicBezTo>
                  <a:pt x="960726" y="2742660"/>
                  <a:pt x="955574" y="2750679"/>
                  <a:pt x="963405" y="2755710"/>
                </a:cubicBezTo>
                <a:cubicBezTo>
                  <a:pt x="942592" y="2756653"/>
                  <a:pt x="941149" y="2771589"/>
                  <a:pt x="930846" y="2780551"/>
                </a:cubicBezTo>
                <a:cubicBezTo>
                  <a:pt x="927549" y="2779058"/>
                  <a:pt x="924304" y="2780041"/>
                  <a:pt x="921058" y="2781770"/>
                </a:cubicBezTo>
                <a:lnTo>
                  <a:pt x="911276" y="2787466"/>
                </a:lnTo>
                <a:lnTo>
                  <a:pt x="911265" y="2787466"/>
                </a:lnTo>
                <a:lnTo>
                  <a:pt x="886388" y="2773653"/>
                </a:lnTo>
                <a:cubicBezTo>
                  <a:pt x="880051" y="2766559"/>
                  <a:pt x="875518" y="2757597"/>
                  <a:pt x="872324" y="2748635"/>
                </a:cubicBezTo>
                <a:cubicBezTo>
                  <a:pt x="880154" y="2748635"/>
                  <a:pt x="877475" y="2752723"/>
                  <a:pt x="882627" y="2752723"/>
                </a:cubicBezTo>
                <a:cubicBezTo>
                  <a:pt x="889222" y="2746748"/>
                  <a:pt x="876239" y="2742660"/>
                  <a:pt x="881391" y="2734799"/>
                </a:cubicBezTo>
                <a:cubicBezTo>
                  <a:pt x="855220" y="2730869"/>
                  <a:pt x="876239" y="2700996"/>
                  <a:pt x="864493" y="2691091"/>
                </a:cubicBezTo>
                <a:cubicBezTo>
                  <a:pt x="878712" y="2679142"/>
                  <a:pt x="872324" y="2660275"/>
                  <a:pt x="866966" y="2652257"/>
                </a:cubicBezTo>
                <a:cubicBezTo>
                  <a:pt x="865730" y="2655243"/>
                  <a:pt x="870882" y="2664206"/>
                  <a:pt x="860578" y="2663262"/>
                </a:cubicBezTo>
                <a:cubicBezTo>
                  <a:pt x="859136" y="2654301"/>
                  <a:pt x="864493" y="2647382"/>
                  <a:pt x="856663" y="2640465"/>
                </a:cubicBezTo>
                <a:cubicBezTo>
                  <a:pt x="861814" y="2632446"/>
                  <a:pt x="864493" y="2618610"/>
                  <a:pt x="853984" y="2616566"/>
                </a:cubicBezTo>
                <a:cubicBezTo>
                  <a:pt x="856663" y="2610592"/>
                  <a:pt x="857899" y="2617510"/>
                  <a:pt x="863051" y="2613580"/>
                </a:cubicBezTo>
                <a:cubicBezTo>
                  <a:pt x="863051" y="2607605"/>
                  <a:pt x="851305" y="2601630"/>
                  <a:pt x="859136" y="2596756"/>
                </a:cubicBezTo>
                <a:cubicBezTo>
                  <a:pt x="863051" y="2598643"/>
                  <a:pt x="853984" y="2604617"/>
                  <a:pt x="861814" y="2603674"/>
                </a:cubicBezTo>
                <a:cubicBezTo>
                  <a:pt x="864493" y="2598643"/>
                  <a:pt x="870882" y="2589681"/>
                  <a:pt x="857899" y="2591725"/>
                </a:cubicBezTo>
                <a:cubicBezTo>
                  <a:pt x="865730" y="2579776"/>
                  <a:pt x="864493" y="2565940"/>
                  <a:pt x="864493" y="2552891"/>
                </a:cubicBezTo>
                <a:cubicBezTo>
                  <a:pt x="852748" y="2550061"/>
                  <a:pt x="843680" y="2536068"/>
                  <a:pt x="843680" y="2528207"/>
                </a:cubicBezTo>
                <a:cubicBezTo>
                  <a:pt x="837086" y="2528207"/>
                  <a:pt x="830492" y="2528207"/>
                  <a:pt x="824104" y="2530093"/>
                </a:cubicBezTo>
                <a:cubicBezTo>
                  <a:pt x="824104" y="2532137"/>
                  <a:pt x="825341" y="2534181"/>
                  <a:pt x="828020" y="2537011"/>
                </a:cubicBezTo>
                <a:cubicBezTo>
                  <a:pt x="833171" y="2535125"/>
                  <a:pt x="837086" y="2535125"/>
                  <a:pt x="841002" y="2538112"/>
                </a:cubicBezTo>
                <a:cubicBezTo>
                  <a:pt x="837086" y="2545029"/>
                  <a:pt x="833171" y="2551948"/>
                  <a:pt x="837086" y="2558865"/>
                </a:cubicBezTo>
                <a:cubicBezTo>
                  <a:pt x="834407" y="2560909"/>
                  <a:pt x="831934" y="2559966"/>
                  <a:pt x="828020" y="2560909"/>
                </a:cubicBezTo>
                <a:cubicBezTo>
                  <a:pt x="837086" y="2563897"/>
                  <a:pt x="829256" y="2565940"/>
                  <a:pt x="831934" y="2569871"/>
                </a:cubicBezTo>
                <a:cubicBezTo>
                  <a:pt x="834407" y="2569871"/>
                  <a:pt x="835850" y="2568927"/>
                  <a:pt x="837086" y="2569871"/>
                </a:cubicBezTo>
                <a:cubicBezTo>
                  <a:pt x="833171" y="2570814"/>
                  <a:pt x="831934" y="2572858"/>
                  <a:pt x="830492" y="2574903"/>
                </a:cubicBezTo>
                <a:cubicBezTo>
                  <a:pt x="826577" y="2569871"/>
                  <a:pt x="824104" y="2558865"/>
                  <a:pt x="813595" y="2560909"/>
                </a:cubicBezTo>
                <a:cubicBezTo>
                  <a:pt x="815038" y="2570814"/>
                  <a:pt x="825341" y="2575846"/>
                  <a:pt x="818952" y="2583707"/>
                </a:cubicBezTo>
                <a:cubicBezTo>
                  <a:pt x="813595" y="2586694"/>
                  <a:pt x="812358" y="2579776"/>
                  <a:pt x="807207" y="2583707"/>
                </a:cubicBezTo>
                <a:cubicBezTo>
                  <a:pt x="803292" y="2588738"/>
                  <a:pt x="809680" y="2595656"/>
                  <a:pt x="801849" y="2600687"/>
                </a:cubicBezTo>
                <a:cubicBezTo>
                  <a:pt x="799376" y="2597700"/>
                  <a:pt x="796698" y="2594712"/>
                  <a:pt x="791546" y="2596756"/>
                </a:cubicBezTo>
                <a:cubicBezTo>
                  <a:pt x="786394" y="2600687"/>
                  <a:pt x="795461" y="2605718"/>
                  <a:pt x="783716" y="2609649"/>
                </a:cubicBezTo>
                <a:cubicBezTo>
                  <a:pt x="784952" y="2610592"/>
                  <a:pt x="787631" y="2609649"/>
                  <a:pt x="788867" y="2611535"/>
                </a:cubicBezTo>
                <a:cubicBezTo>
                  <a:pt x="778564" y="2616566"/>
                  <a:pt x="777121" y="2622541"/>
                  <a:pt x="778564" y="2629459"/>
                </a:cubicBezTo>
                <a:cubicBezTo>
                  <a:pt x="765581" y="2633390"/>
                  <a:pt x="770734" y="2639364"/>
                  <a:pt x="761460" y="2644395"/>
                </a:cubicBezTo>
                <a:cubicBezTo>
                  <a:pt x="749921" y="2618610"/>
                  <a:pt x="762903" y="2593769"/>
                  <a:pt x="748478" y="2566884"/>
                </a:cubicBezTo>
                <a:cubicBezTo>
                  <a:pt x="756308" y="2559966"/>
                  <a:pt x="751157" y="2551004"/>
                  <a:pt x="744563" y="2542042"/>
                </a:cubicBezTo>
                <a:cubicBezTo>
                  <a:pt x="755072" y="2536068"/>
                  <a:pt x="753630" y="2523176"/>
                  <a:pt x="739411" y="2518144"/>
                </a:cubicBezTo>
                <a:cubicBezTo>
                  <a:pt x="742090" y="2525219"/>
                  <a:pt x="752394" y="2532137"/>
                  <a:pt x="746005" y="2538112"/>
                </a:cubicBezTo>
                <a:cubicBezTo>
                  <a:pt x="740648" y="2527106"/>
                  <a:pt x="730345" y="2516257"/>
                  <a:pt x="738175" y="2506352"/>
                </a:cubicBezTo>
                <a:cubicBezTo>
                  <a:pt x="730345" y="2508239"/>
                  <a:pt x="729108" y="2500378"/>
                  <a:pt x="730345" y="2496290"/>
                </a:cubicBezTo>
                <a:cubicBezTo>
                  <a:pt x="735496" y="2499277"/>
                  <a:pt x="738175" y="2507296"/>
                  <a:pt x="744563" y="2507296"/>
                </a:cubicBezTo>
                <a:cubicBezTo>
                  <a:pt x="743327" y="2498334"/>
                  <a:pt x="727666" y="2495346"/>
                  <a:pt x="725193" y="2486385"/>
                </a:cubicBezTo>
                <a:cubicBezTo>
                  <a:pt x="729108" y="2484499"/>
                  <a:pt x="731581" y="2485442"/>
                  <a:pt x="734260" y="2483397"/>
                </a:cubicBezTo>
                <a:cubicBezTo>
                  <a:pt x="734260" y="2479466"/>
                  <a:pt x="729108" y="2470505"/>
                  <a:pt x="738175" y="2473493"/>
                </a:cubicBezTo>
                <a:cubicBezTo>
                  <a:pt x="736732" y="2472549"/>
                  <a:pt x="738175" y="2471449"/>
                  <a:pt x="736732" y="2470505"/>
                </a:cubicBezTo>
                <a:cubicBezTo>
                  <a:pt x="731581" y="2469562"/>
                  <a:pt x="727666" y="2464530"/>
                  <a:pt x="722514" y="2464530"/>
                </a:cubicBezTo>
                <a:cubicBezTo>
                  <a:pt x="721277" y="2465474"/>
                  <a:pt x="721277" y="2466575"/>
                  <a:pt x="721277" y="2468461"/>
                </a:cubicBezTo>
                <a:cubicBezTo>
                  <a:pt x="723750" y="2471449"/>
                  <a:pt x="727666" y="2469562"/>
                  <a:pt x="730345" y="2473493"/>
                </a:cubicBezTo>
                <a:cubicBezTo>
                  <a:pt x="719836" y="2475536"/>
                  <a:pt x="734260" y="2479466"/>
                  <a:pt x="729108" y="2481511"/>
                </a:cubicBezTo>
                <a:cubicBezTo>
                  <a:pt x="719836" y="2476480"/>
                  <a:pt x="726429" y="2476480"/>
                  <a:pt x="721277" y="2470505"/>
                </a:cubicBezTo>
                <a:cubicBezTo>
                  <a:pt x="715920" y="2469562"/>
                  <a:pt x="709532" y="2473493"/>
                  <a:pt x="710768" y="2477423"/>
                </a:cubicBezTo>
                <a:cubicBezTo>
                  <a:pt x="706854" y="2473493"/>
                  <a:pt x="702938" y="2468461"/>
                  <a:pt x="696344" y="2471449"/>
                </a:cubicBezTo>
                <a:cubicBezTo>
                  <a:pt x="705617" y="2477423"/>
                  <a:pt x="725193" y="2491416"/>
                  <a:pt x="709532" y="2495346"/>
                </a:cubicBezTo>
                <a:cubicBezTo>
                  <a:pt x="710768" y="2498334"/>
                  <a:pt x="712005" y="2501321"/>
                  <a:pt x="712005" y="2505252"/>
                </a:cubicBezTo>
                <a:cubicBezTo>
                  <a:pt x="714684" y="2504308"/>
                  <a:pt x="717363" y="2504308"/>
                  <a:pt x="719836" y="2504308"/>
                </a:cubicBezTo>
                <a:cubicBezTo>
                  <a:pt x="715920" y="2507296"/>
                  <a:pt x="713447" y="2509183"/>
                  <a:pt x="714684" y="2512170"/>
                </a:cubicBezTo>
                <a:cubicBezTo>
                  <a:pt x="727666" y="2542985"/>
                  <a:pt x="722514" y="2576789"/>
                  <a:pt x="719836" y="2601630"/>
                </a:cubicBezTo>
                <a:cubicBezTo>
                  <a:pt x="709532" y="2592669"/>
                  <a:pt x="709532" y="2589681"/>
                  <a:pt x="702938" y="2582764"/>
                </a:cubicBezTo>
                <a:cubicBezTo>
                  <a:pt x="701702" y="2589681"/>
                  <a:pt x="701702" y="2596756"/>
                  <a:pt x="701702" y="2603674"/>
                </a:cubicBezTo>
                <a:cubicBezTo>
                  <a:pt x="699023" y="2605718"/>
                  <a:pt x="688719" y="2607605"/>
                  <a:pt x="691192" y="2609649"/>
                </a:cubicBezTo>
                <a:cubicBezTo>
                  <a:pt x="702938" y="2612636"/>
                  <a:pt x="684804" y="2620497"/>
                  <a:pt x="695107" y="2626472"/>
                </a:cubicBezTo>
                <a:cubicBezTo>
                  <a:pt x="687277" y="2628516"/>
                  <a:pt x="692634" y="2631502"/>
                  <a:pt x="688719" y="2636377"/>
                </a:cubicBezTo>
                <a:cubicBezTo>
                  <a:pt x="684804" y="2633390"/>
                  <a:pt x="688719" y="2630402"/>
                  <a:pt x="684804" y="2627415"/>
                </a:cubicBezTo>
                <a:cubicBezTo>
                  <a:pt x="679446" y="2629459"/>
                  <a:pt x="674295" y="2628516"/>
                  <a:pt x="673058" y="2632446"/>
                </a:cubicBezTo>
                <a:cubicBezTo>
                  <a:pt x="659870" y="2620497"/>
                  <a:pt x="653482" y="2606661"/>
                  <a:pt x="644415" y="2591725"/>
                </a:cubicBezTo>
                <a:cubicBezTo>
                  <a:pt x="639057" y="2581820"/>
                  <a:pt x="626075" y="2560909"/>
                  <a:pt x="629991" y="2550061"/>
                </a:cubicBezTo>
                <a:cubicBezTo>
                  <a:pt x="614330" y="2536068"/>
                  <a:pt x="615772" y="2514213"/>
                  <a:pt x="615772" y="2498334"/>
                </a:cubicBezTo>
                <a:cubicBezTo>
                  <a:pt x="605262" y="2485442"/>
                  <a:pt x="606499" y="2470505"/>
                  <a:pt x="605262" y="2455569"/>
                </a:cubicBezTo>
                <a:cubicBezTo>
                  <a:pt x="607941" y="2456669"/>
                  <a:pt x="609178" y="2456669"/>
                  <a:pt x="611857" y="2455569"/>
                </a:cubicBezTo>
                <a:cubicBezTo>
                  <a:pt x="607941" y="2450695"/>
                  <a:pt x="613093" y="2439689"/>
                  <a:pt x="602584" y="2440633"/>
                </a:cubicBezTo>
                <a:cubicBezTo>
                  <a:pt x="602584" y="2440633"/>
                  <a:pt x="602584" y="2440633"/>
                  <a:pt x="613093" y="2435759"/>
                </a:cubicBezTo>
                <a:cubicBezTo>
                  <a:pt x="609178" y="2417835"/>
                  <a:pt x="601348" y="2399912"/>
                  <a:pt x="581771" y="2384032"/>
                </a:cubicBezTo>
                <a:cubicBezTo>
                  <a:pt x="587129" y="2378057"/>
                  <a:pt x="585686" y="2371140"/>
                  <a:pt x="575383" y="2368152"/>
                </a:cubicBezTo>
                <a:cubicBezTo>
                  <a:pt x="594959" y="2352272"/>
                  <a:pt x="601348" y="2329475"/>
                  <a:pt x="594959" y="2314539"/>
                </a:cubicBezTo>
                <a:cubicBezTo>
                  <a:pt x="591044" y="2316583"/>
                  <a:pt x="597432" y="2319570"/>
                  <a:pt x="592280" y="2320513"/>
                </a:cubicBezTo>
                <a:cubicBezTo>
                  <a:pt x="585686" y="2317526"/>
                  <a:pt x="587129" y="2315483"/>
                  <a:pt x="579299" y="2312494"/>
                </a:cubicBezTo>
                <a:cubicBezTo>
                  <a:pt x="579299" y="2309508"/>
                  <a:pt x="584450" y="2306521"/>
                  <a:pt x="578062" y="2302590"/>
                </a:cubicBezTo>
                <a:cubicBezTo>
                  <a:pt x="584450" y="2299603"/>
                  <a:pt x="588366" y="2296615"/>
                  <a:pt x="587129" y="2292684"/>
                </a:cubicBezTo>
                <a:cubicBezTo>
                  <a:pt x="581771" y="2293628"/>
                  <a:pt x="578062" y="2289697"/>
                  <a:pt x="574147" y="2286710"/>
                </a:cubicBezTo>
                <a:cubicBezTo>
                  <a:pt x="594959" y="2265799"/>
                  <a:pt x="600111" y="2243945"/>
                  <a:pt x="589602" y="2219104"/>
                </a:cubicBezTo>
                <a:cubicBezTo>
                  <a:pt x="602584" y="2215173"/>
                  <a:pt x="587129" y="2206212"/>
                  <a:pt x="589602" y="2201338"/>
                </a:cubicBezTo>
                <a:cubicBezTo>
                  <a:pt x="571468" y="2200237"/>
                  <a:pt x="588366" y="2178383"/>
                  <a:pt x="566110" y="2183414"/>
                </a:cubicBezTo>
                <a:cubicBezTo>
                  <a:pt x="597432" y="2158572"/>
                  <a:pt x="570231" y="2117851"/>
                  <a:pt x="583214" y="2096941"/>
                </a:cubicBezTo>
                <a:cubicBezTo>
                  <a:pt x="575383" y="2089080"/>
                  <a:pt x="574147" y="2073200"/>
                  <a:pt x="579299" y="2063137"/>
                </a:cubicBezTo>
                <a:cubicBezTo>
                  <a:pt x="570231" y="2044270"/>
                  <a:pt x="576620" y="2027448"/>
                  <a:pt x="581771" y="2010467"/>
                </a:cubicBezTo>
                <a:cubicBezTo>
                  <a:pt x="576620" y="1994587"/>
                  <a:pt x="579299" y="1986726"/>
                  <a:pt x="574147" y="1972734"/>
                </a:cubicBezTo>
                <a:cubicBezTo>
                  <a:pt x="578062" y="1969746"/>
                  <a:pt x="585686" y="1972734"/>
                  <a:pt x="584450" y="1968803"/>
                </a:cubicBezTo>
                <a:cubicBezTo>
                  <a:pt x="571468" y="1965815"/>
                  <a:pt x="576620" y="1951823"/>
                  <a:pt x="578062" y="1943961"/>
                </a:cubicBezTo>
                <a:cubicBezTo>
                  <a:pt x="579299" y="1946005"/>
                  <a:pt x="580535" y="1949936"/>
                  <a:pt x="583214" y="1948835"/>
                </a:cubicBezTo>
                <a:cubicBezTo>
                  <a:pt x="575383" y="1934999"/>
                  <a:pt x="578062" y="1913146"/>
                  <a:pt x="591044" y="1901197"/>
                </a:cubicBezTo>
                <a:cubicBezTo>
                  <a:pt x="591044" y="1905127"/>
                  <a:pt x="600111" y="1925095"/>
                  <a:pt x="584450" y="1922108"/>
                </a:cubicBezTo>
                <a:cubicBezTo>
                  <a:pt x="584450" y="1929025"/>
                  <a:pt x="591044" y="1937044"/>
                  <a:pt x="592280" y="1943961"/>
                </a:cubicBezTo>
                <a:cubicBezTo>
                  <a:pt x="596196" y="1943018"/>
                  <a:pt x="596196" y="1940031"/>
                  <a:pt x="600111" y="1938930"/>
                </a:cubicBezTo>
                <a:cubicBezTo>
                  <a:pt x="604026" y="1943961"/>
                  <a:pt x="593517" y="1951823"/>
                  <a:pt x="602584" y="1953866"/>
                </a:cubicBezTo>
                <a:cubicBezTo>
                  <a:pt x="602584" y="1946949"/>
                  <a:pt x="610414" y="1934999"/>
                  <a:pt x="597432" y="1929025"/>
                </a:cubicBezTo>
                <a:cubicBezTo>
                  <a:pt x="609178" y="1922108"/>
                  <a:pt x="609847" y="1911927"/>
                  <a:pt x="610028" y="1901236"/>
                </a:cubicBezTo>
                <a:lnTo>
                  <a:pt x="610935" y="1889355"/>
                </a:lnTo>
                <a:lnTo>
                  <a:pt x="610705" y="1889143"/>
                </a:lnTo>
                <a:lnTo>
                  <a:pt x="611016" y="1888293"/>
                </a:lnTo>
                <a:lnTo>
                  <a:pt x="611255" y="1885159"/>
                </a:lnTo>
                <a:lnTo>
                  <a:pt x="618292" y="1872827"/>
                </a:lnTo>
                <a:lnTo>
                  <a:pt x="599130" y="1869286"/>
                </a:lnTo>
                <a:lnTo>
                  <a:pt x="599719" y="1873677"/>
                </a:lnTo>
                <a:lnTo>
                  <a:pt x="598679" y="1877649"/>
                </a:lnTo>
                <a:lnTo>
                  <a:pt x="605030" y="1877298"/>
                </a:lnTo>
                <a:cubicBezTo>
                  <a:pt x="601120" y="1885032"/>
                  <a:pt x="607704" y="1887972"/>
                  <a:pt x="607704" y="1893850"/>
                </a:cubicBezTo>
                <a:cubicBezTo>
                  <a:pt x="604412" y="1891916"/>
                  <a:pt x="600503" y="1891916"/>
                  <a:pt x="596285" y="1892284"/>
                </a:cubicBezTo>
                <a:lnTo>
                  <a:pt x="593375" y="1892424"/>
                </a:lnTo>
                <a:lnTo>
                  <a:pt x="591903" y="1898705"/>
                </a:lnTo>
                <a:lnTo>
                  <a:pt x="589446" y="1892613"/>
                </a:lnTo>
                <a:lnTo>
                  <a:pt x="583015" y="1892922"/>
                </a:lnTo>
                <a:cubicBezTo>
                  <a:pt x="581575" y="1886115"/>
                  <a:pt x="575197" y="1882093"/>
                  <a:pt x="575197" y="1875287"/>
                </a:cubicBezTo>
                <a:cubicBezTo>
                  <a:pt x="583015" y="1877298"/>
                  <a:pt x="592067" y="1879154"/>
                  <a:pt x="590834" y="1886115"/>
                </a:cubicBezTo>
                <a:cubicBezTo>
                  <a:pt x="594382" y="1885845"/>
                  <a:pt x="596067" y="1885032"/>
                  <a:pt x="596842" y="1883998"/>
                </a:cubicBezTo>
                <a:lnTo>
                  <a:pt x="597272" y="1881297"/>
                </a:lnTo>
                <a:lnTo>
                  <a:pt x="591169" y="1884836"/>
                </a:lnTo>
                <a:cubicBezTo>
                  <a:pt x="598951" y="1877047"/>
                  <a:pt x="589737" y="1865207"/>
                  <a:pt x="597517" y="1857261"/>
                </a:cubicBezTo>
                <a:lnTo>
                  <a:pt x="598939" y="1867862"/>
                </a:lnTo>
                <a:lnTo>
                  <a:pt x="600422" y="1859674"/>
                </a:lnTo>
                <a:cubicBezTo>
                  <a:pt x="601221" y="1856589"/>
                  <a:pt x="602509" y="1853877"/>
                  <a:pt x="605085" y="1852384"/>
                </a:cubicBezTo>
                <a:cubicBezTo>
                  <a:pt x="605085" y="1851283"/>
                  <a:pt x="602405" y="1850340"/>
                  <a:pt x="603849" y="1848295"/>
                </a:cubicBezTo>
                <a:cubicBezTo>
                  <a:pt x="601169" y="1848295"/>
                  <a:pt x="601169" y="1850340"/>
                  <a:pt x="599933" y="1852384"/>
                </a:cubicBezTo>
                <a:cubicBezTo>
                  <a:pt x="592101" y="1849396"/>
                  <a:pt x="605085" y="1845309"/>
                  <a:pt x="607765" y="1843421"/>
                </a:cubicBezTo>
                <a:cubicBezTo>
                  <a:pt x="592101" y="1840434"/>
                  <a:pt x="581590" y="1835403"/>
                  <a:pt x="565926" y="1840434"/>
                </a:cubicBezTo>
                <a:cubicBezTo>
                  <a:pt x="565926" y="1847352"/>
                  <a:pt x="570048" y="1852384"/>
                  <a:pt x="564689" y="1857257"/>
                </a:cubicBezTo>
                <a:cubicBezTo>
                  <a:pt x="537484" y="1854270"/>
                  <a:pt x="519141" y="1840434"/>
                  <a:pt x="491730" y="1832416"/>
                </a:cubicBezTo>
                <a:cubicBezTo>
                  <a:pt x="487813" y="1834460"/>
                  <a:pt x="490493" y="1846409"/>
                  <a:pt x="494409" y="1850340"/>
                </a:cubicBezTo>
                <a:cubicBezTo>
                  <a:pt x="489256" y="1856314"/>
                  <a:pt x="476272" y="1856314"/>
                  <a:pt x="472356" y="1863231"/>
                </a:cubicBezTo>
                <a:cubicBezTo>
                  <a:pt x="457928" y="1862288"/>
                  <a:pt x="460608" y="1861187"/>
                  <a:pt x="448861" y="1862288"/>
                </a:cubicBezTo>
                <a:cubicBezTo>
                  <a:pt x="441029" y="1853327"/>
                  <a:pt x="426601" y="1847352"/>
                  <a:pt x="421449" y="1837448"/>
                </a:cubicBezTo>
                <a:cubicBezTo>
                  <a:pt x="422686" y="1833360"/>
                  <a:pt x="430518" y="1834460"/>
                  <a:pt x="431960" y="1830529"/>
                </a:cubicBezTo>
                <a:cubicBezTo>
                  <a:pt x="426601" y="1825498"/>
                  <a:pt x="424128" y="1813550"/>
                  <a:pt x="431960" y="1807576"/>
                </a:cubicBezTo>
                <a:cubicBezTo>
                  <a:pt x="418769" y="1810562"/>
                  <a:pt x="416296" y="1797670"/>
                  <a:pt x="422686" y="1791696"/>
                </a:cubicBezTo>
                <a:cubicBezTo>
                  <a:pt x="408464" y="1798614"/>
                  <a:pt x="391564" y="1792640"/>
                  <a:pt x="386412" y="1807576"/>
                </a:cubicBezTo>
                <a:cubicBezTo>
                  <a:pt x="396717" y="1802701"/>
                  <a:pt x="395481" y="1807576"/>
                  <a:pt x="384969" y="1809619"/>
                </a:cubicBezTo>
                <a:cubicBezTo>
                  <a:pt x="386412" y="1812606"/>
                  <a:pt x="388885" y="1809619"/>
                  <a:pt x="394037" y="1810562"/>
                </a:cubicBezTo>
                <a:cubicBezTo>
                  <a:pt x="394037" y="1813550"/>
                  <a:pt x="390121" y="1813550"/>
                  <a:pt x="390121" y="1815594"/>
                </a:cubicBezTo>
                <a:cubicBezTo>
                  <a:pt x="394037" y="1820467"/>
                  <a:pt x="403312" y="1823454"/>
                  <a:pt x="411144" y="1826442"/>
                </a:cubicBezTo>
                <a:cubicBezTo>
                  <a:pt x="405785" y="1829429"/>
                  <a:pt x="401870" y="1834460"/>
                  <a:pt x="401870" y="1841378"/>
                </a:cubicBezTo>
                <a:cubicBezTo>
                  <a:pt x="386412" y="1840434"/>
                  <a:pt x="392801" y="1826442"/>
                  <a:pt x="377137" y="1830529"/>
                </a:cubicBezTo>
                <a:cubicBezTo>
                  <a:pt x="377137" y="1825498"/>
                  <a:pt x="379817" y="1818581"/>
                  <a:pt x="370748" y="1818581"/>
                </a:cubicBezTo>
                <a:cubicBezTo>
                  <a:pt x="377137" y="1817481"/>
                  <a:pt x="373221" y="1807576"/>
                  <a:pt x="379817" y="1807576"/>
                </a:cubicBezTo>
                <a:cubicBezTo>
                  <a:pt x="374664" y="1805689"/>
                  <a:pt x="369305" y="1802701"/>
                  <a:pt x="362916" y="1800658"/>
                </a:cubicBezTo>
                <a:cubicBezTo>
                  <a:pt x="365389" y="1796727"/>
                  <a:pt x="378579" y="1800658"/>
                  <a:pt x="384969" y="1800658"/>
                </a:cubicBezTo>
                <a:cubicBezTo>
                  <a:pt x="388885" y="1798614"/>
                  <a:pt x="390121" y="1793740"/>
                  <a:pt x="395481" y="1793740"/>
                </a:cubicBezTo>
                <a:lnTo>
                  <a:pt x="385059" y="1785134"/>
                </a:lnTo>
                <a:lnTo>
                  <a:pt x="385074" y="1785113"/>
                </a:lnTo>
                <a:lnTo>
                  <a:pt x="385016" y="1785098"/>
                </a:lnTo>
                <a:lnTo>
                  <a:pt x="376750" y="1778273"/>
                </a:lnTo>
                <a:cubicBezTo>
                  <a:pt x="368120" y="1774795"/>
                  <a:pt x="359000" y="1771336"/>
                  <a:pt x="355084" y="1762925"/>
                </a:cubicBezTo>
                <a:cubicBezTo>
                  <a:pt x="347252" y="1763868"/>
                  <a:pt x="352405" y="1773773"/>
                  <a:pt x="346016" y="1773773"/>
                </a:cubicBezTo>
                <a:cubicBezTo>
                  <a:pt x="346016" y="1776760"/>
                  <a:pt x="351169" y="1774873"/>
                  <a:pt x="352405" y="1772829"/>
                </a:cubicBezTo>
                <a:cubicBezTo>
                  <a:pt x="361474" y="1772829"/>
                  <a:pt x="343336" y="1777861"/>
                  <a:pt x="353642" y="1778804"/>
                </a:cubicBezTo>
                <a:cubicBezTo>
                  <a:pt x="352405" y="1782734"/>
                  <a:pt x="342100" y="1779748"/>
                  <a:pt x="340657" y="1783835"/>
                </a:cubicBezTo>
                <a:cubicBezTo>
                  <a:pt x="336741" y="1775817"/>
                  <a:pt x="327673" y="1778804"/>
                  <a:pt x="312009" y="1775817"/>
                </a:cubicBezTo>
                <a:cubicBezTo>
                  <a:pt x="313452" y="1767956"/>
                  <a:pt x="308093" y="1763868"/>
                  <a:pt x="293872" y="1764968"/>
                </a:cubicBezTo>
                <a:cubicBezTo>
                  <a:pt x="293872" y="1756007"/>
                  <a:pt x="278208" y="1754906"/>
                  <a:pt x="283361" y="1744058"/>
                </a:cubicBezTo>
                <a:cubicBezTo>
                  <a:pt x="283361" y="1744058"/>
                  <a:pt x="283361" y="1744058"/>
                  <a:pt x="267697" y="1743115"/>
                </a:cubicBezTo>
                <a:cubicBezTo>
                  <a:pt x="266461" y="1738084"/>
                  <a:pt x="263782" y="1732109"/>
                  <a:pt x="267697" y="1723148"/>
                </a:cubicBezTo>
                <a:cubicBezTo>
                  <a:pt x="271613" y="1721104"/>
                  <a:pt x="278208" y="1722204"/>
                  <a:pt x="286040" y="1723148"/>
                </a:cubicBezTo>
                <a:cubicBezTo>
                  <a:pt x="283361" y="1727079"/>
                  <a:pt x="284804" y="1730065"/>
                  <a:pt x="286040" y="1733052"/>
                </a:cubicBezTo>
                <a:cubicBezTo>
                  <a:pt x="291193" y="1733052"/>
                  <a:pt x="297788" y="1725192"/>
                  <a:pt x="295109" y="1733052"/>
                </a:cubicBezTo>
                <a:cubicBezTo>
                  <a:pt x="300261" y="1732109"/>
                  <a:pt x="302941" y="1729122"/>
                  <a:pt x="304177" y="1724091"/>
                </a:cubicBezTo>
                <a:cubicBezTo>
                  <a:pt x="302941" y="1721104"/>
                  <a:pt x="300261" y="1725192"/>
                  <a:pt x="295109" y="1723148"/>
                </a:cubicBezTo>
                <a:cubicBezTo>
                  <a:pt x="310773" y="1716230"/>
                  <a:pt x="279445" y="1714186"/>
                  <a:pt x="292636" y="1707268"/>
                </a:cubicBezTo>
                <a:cubicBezTo>
                  <a:pt x="286040" y="1708291"/>
                  <a:pt x="282433" y="1708055"/>
                  <a:pt x="280321" y="1706561"/>
                </a:cubicBezTo>
                <a:lnTo>
                  <a:pt x="279193" y="1703780"/>
                </a:lnTo>
                <a:lnTo>
                  <a:pt x="272494" y="1704995"/>
                </a:lnTo>
                <a:lnTo>
                  <a:pt x="271974" y="1708762"/>
                </a:lnTo>
                <a:cubicBezTo>
                  <a:pt x="271974" y="1712496"/>
                  <a:pt x="272335" y="1716230"/>
                  <a:pt x="269140" y="1719217"/>
                </a:cubicBezTo>
                <a:cubicBezTo>
                  <a:pt x="264554" y="1716977"/>
                  <a:pt x="262996" y="1713312"/>
                  <a:pt x="262809" y="1709010"/>
                </a:cubicBezTo>
                <a:lnTo>
                  <a:pt x="263122" y="1706694"/>
                </a:lnTo>
                <a:lnTo>
                  <a:pt x="253804" y="1708384"/>
                </a:lnTo>
                <a:cubicBezTo>
                  <a:pt x="249888" y="1712471"/>
                  <a:pt x="260398" y="1709485"/>
                  <a:pt x="256483" y="1713414"/>
                </a:cubicBezTo>
                <a:cubicBezTo>
                  <a:pt x="240820" y="1719387"/>
                  <a:pt x="234226" y="1723317"/>
                  <a:pt x="214647" y="1720331"/>
                </a:cubicBezTo>
                <a:cubicBezTo>
                  <a:pt x="202901" y="1728347"/>
                  <a:pt x="197748" y="1740294"/>
                  <a:pt x="182086" y="1744223"/>
                </a:cubicBezTo>
                <a:cubicBezTo>
                  <a:pt x="186001" y="1730234"/>
                  <a:pt x="196512" y="1717344"/>
                  <a:pt x="204343" y="1707441"/>
                </a:cubicBezTo>
                <a:cubicBezTo>
                  <a:pt x="206816" y="1704454"/>
                  <a:pt x="200428" y="1704454"/>
                  <a:pt x="200428" y="1702411"/>
                </a:cubicBezTo>
                <a:cubicBezTo>
                  <a:pt x="191360" y="1702411"/>
                  <a:pt x="189917" y="1702411"/>
                  <a:pt x="188681" y="1698481"/>
                </a:cubicBezTo>
                <a:cubicBezTo>
                  <a:pt x="179613" y="1697538"/>
                  <a:pt x="178170" y="1706498"/>
                  <a:pt x="169103" y="1701467"/>
                </a:cubicBezTo>
                <a:cubicBezTo>
                  <a:pt x="170339" y="1706498"/>
                  <a:pt x="165186" y="1707441"/>
                  <a:pt x="161272" y="1709485"/>
                </a:cubicBezTo>
                <a:cubicBezTo>
                  <a:pt x="160034" y="1713414"/>
                  <a:pt x="165186" y="1716401"/>
                  <a:pt x="165186" y="1720331"/>
                </a:cubicBezTo>
                <a:cubicBezTo>
                  <a:pt x="160034" y="1721274"/>
                  <a:pt x="158798" y="1719387"/>
                  <a:pt x="156119" y="1719387"/>
                </a:cubicBezTo>
                <a:cubicBezTo>
                  <a:pt x="140457" y="1729290"/>
                  <a:pt x="123558" y="1738250"/>
                  <a:pt x="102743" y="1745167"/>
                </a:cubicBezTo>
                <a:cubicBezTo>
                  <a:pt x="102743" y="1748153"/>
                  <a:pt x="102743" y="1752083"/>
                  <a:pt x="98827" y="1753183"/>
                </a:cubicBezTo>
                <a:cubicBezTo>
                  <a:pt x="80485" y="1741237"/>
                  <a:pt x="124794" y="1733220"/>
                  <a:pt x="127473" y="1718287"/>
                </a:cubicBezTo>
                <a:cubicBezTo>
                  <a:pt x="120878" y="1714357"/>
                  <a:pt x="114490" y="1718287"/>
                  <a:pt x="110574" y="1714357"/>
                </a:cubicBezTo>
                <a:cubicBezTo>
                  <a:pt x="111811" y="1712471"/>
                  <a:pt x="126236" y="1708384"/>
                  <a:pt x="111811" y="1707441"/>
                </a:cubicBezTo>
                <a:cubicBezTo>
                  <a:pt x="113047" y="1703511"/>
                  <a:pt x="120878" y="1704454"/>
                  <a:pt x="122321" y="1700525"/>
                </a:cubicBezTo>
                <a:cubicBezTo>
                  <a:pt x="128710" y="1701467"/>
                  <a:pt x="119642" y="1704454"/>
                  <a:pt x="120878" y="1706498"/>
                </a:cubicBezTo>
                <a:cubicBezTo>
                  <a:pt x="131389" y="1706498"/>
                  <a:pt x="129947" y="1699581"/>
                  <a:pt x="129947" y="1695494"/>
                </a:cubicBezTo>
                <a:cubicBezTo>
                  <a:pt x="144372" y="1692508"/>
                  <a:pt x="154882" y="1694552"/>
                  <a:pt x="169103" y="1690621"/>
                </a:cubicBezTo>
                <a:cubicBezTo>
                  <a:pt x="173018" y="1692508"/>
                  <a:pt x="173018" y="1695494"/>
                  <a:pt x="176934" y="1696595"/>
                </a:cubicBezTo>
                <a:cubicBezTo>
                  <a:pt x="184765" y="1692508"/>
                  <a:pt x="179613" y="1684648"/>
                  <a:pt x="171782" y="1683548"/>
                </a:cubicBezTo>
                <a:cubicBezTo>
                  <a:pt x="180849" y="1679618"/>
                  <a:pt x="183528" y="1668772"/>
                  <a:pt x="195275" y="1666729"/>
                </a:cubicBezTo>
                <a:cubicBezTo>
                  <a:pt x="212175" y="1666729"/>
                  <a:pt x="217326" y="1671758"/>
                  <a:pt x="227631" y="1673645"/>
                </a:cubicBezTo>
                <a:cubicBezTo>
                  <a:pt x="236905" y="1671758"/>
                  <a:pt x="240820" y="1665785"/>
                  <a:pt x="244736" y="1659812"/>
                </a:cubicBezTo>
                <a:cubicBezTo>
                  <a:pt x="251228" y="1660048"/>
                  <a:pt x="256174" y="1658486"/>
                  <a:pt x="260370" y="1655963"/>
                </a:cubicBezTo>
                <a:lnTo>
                  <a:pt x="268149" y="1649247"/>
                </a:lnTo>
                <a:lnTo>
                  <a:pt x="262287" y="1635261"/>
                </a:lnTo>
                <a:cubicBezTo>
                  <a:pt x="259195" y="1616926"/>
                  <a:pt x="266770" y="1593283"/>
                  <a:pt x="279445" y="1570172"/>
                </a:cubicBezTo>
                <a:cubicBezTo>
                  <a:pt x="273056" y="1569229"/>
                  <a:pt x="278208" y="1580077"/>
                  <a:pt x="269140" y="1575203"/>
                </a:cubicBezTo>
                <a:cubicBezTo>
                  <a:pt x="273056" y="1562154"/>
                  <a:pt x="273056" y="1552249"/>
                  <a:pt x="273056" y="1535426"/>
                </a:cubicBezTo>
                <a:cubicBezTo>
                  <a:pt x="275529" y="1537313"/>
                  <a:pt x="279445" y="1539356"/>
                  <a:pt x="286040" y="1539356"/>
                </a:cubicBezTo>
                <a:cubicBezTo>
                  <a:pt x="286040" y="1539356"/>
                  <a:pt x="286040" y="1539356"/>
                  <a:pt x="287277" y="1535426"/>
                </a:cubicBezTo>
                <a:cubicBezTo>
                  <a:pt x="287277" y="1528508"/>
                  <a:pt x="280887" y="1536369"/>
                  <a:pt x="275529" y="1533382"/>
                </a:cubicBezTo>
                <a:cubicBezTo>
                  <a:pt x="278208" y="1527408"/>
                  <a:pt x="288719" y="1531338"/>
                  <a:pt x="293872" y="1527408"/>
                </a:cubicBezTo>
                <a:cubicBezTo>
                  <a:pt x="293563" y="1525442"/>
                  <a:pt x="292597" y="1524401"/>
                  <a:pt x="291280" y="1523819"/>
                </a:cubicBezTo>
                <a:lnTo>
                  <a:pt x="288273" y="1523286"/>
                </a:lnTo>
                <a:lnTo>
                  <a:pt x="278534" y="1527615"/>
                </a:lnTo>
                <a:cubicBezTo>
                  <a:pt x="222479" y="1532645"/>
                  <a:pt x="196512" y="1538619"/>
                  <a:pt x="145815" y="1539561"/>
                </a:cubicBezTo>
                <a:cubicBezTo>
                  <a:pt x="141899" y="1539561"/>
                  <a:pt x="143136" y="1543491"/>
                  <a:pt x="140457" y="1544592"/>
                </a:cubicBezTo>
                <a:cubicBezTo>
                  <a:pt x="136541" y="1541605"/>
                  <a:pt x="127473" y="1541605"/>
                  <a:pt x="128710" y="1537518"/>
                </a:cubicBezTo>
                <a:cubicBezTo>
                  <a:pt x="124794" y="1537518"/>
                  <a:pt x="126236" y="1541605"/>
                  <a:pt x="122321" y="1541605"/>
                </a:cubicBezTo>
                <a:cubicBezTo>
                  <a:pt x="113047" y="1533588"/>
                  <a:pt x="100063" y="1534531"/>
                  <a:pt x="81928" y="1534531"/>
                </a:cubicBezTo>
                <a:cubicBezTo>
                  <a:pt x="80485" y="1532645"/>
                  <a:pt x="80485" y="1530601"/>
                  <a:pt x="80485" y="1528715"/>
                </a:cubicBezTo>
                <a:cubicBezTo>
                  <a:pt x="59671" y="1533588"/>
                  <a:pt x="54519" y="1519755"/>
                  <a:pt x="33704" y="1522742"/>
                </a:cubicBezTo>
                <a:cubicBezTo>
                  <a:pt x="42772" y="1491932"/>
                  <a:pt x="-5453" y="1474013"/>
                  <a:pt x="5059" y="1442261"/>
                </a:cubicBezTo>
                <a:cubicBezTo>
                  <a:pt x="16805" y="1443203"/>
                  <a:pt x="21957" y="1437230"/>
                  <a:pt x="28552" y="1434243"/>
                </a:cubicBezTo>
                <a:cubicBezTo>
                  <a:pt x="41535" y="1451221"/>
                  <a:pt x="46688" y="1471970"/>
                  <a:pt x="61113" y="1487845"/>
                </a:cubicBezTo>
                <a:cubicBezTo>
                  <a:pt x="67502" y="1489889"/>
                  <a:pt x="71418" y="1486903"/>
                  <a:pt x="74097" y="1485016"/>
                </a:cubicBezTo>
                <a:cubicBezTo>
                  <a:pt x="75334" y="1482029"/>
                  <a:pt x="63587" y="1485016"/>
                  <a:pt x="68945" y="1479986"/>
                </a:cubicBezTo>
                <a:cubicBezTo>
                  <a:pt x="93675" y="1483916"/>
                  <a:pt x="80485" y="1458136"/>
                  <a:pt x="83165" y="1447134"/>
                </a:cubicBezTo>
                <a:cubicBezTo>
                  <a:pt x="85844" y="1444147"/>
                  <a:pt x="92233" y="1444147"/>
                  <a:pt x="94911" y="1441317"/>
                </a:cubicBezTo>
                <a:cubicBezTo>
                  <a:pt x="89759" y="1432357"/>
                  <a:pt x="92233" y="1418368"/>
                  <a:pt x="100063" y="1412394"/>
                </a:cubicBezTo>
                <a:cubicBezTo>
                  <a:pt x="97591" y="1404534"/>
                  <a:pt x="96149" y="1395574"/>
                  <a:pt x="97591" y="1386615"/>
                </a:cubicBezTo>
                <a:cubicBezTo>
                  <a:pt x="98827" y="1378598"/>
                  <a:pt x="101507" y="1370738"/>
                  <a:pt x="110574" y="1365708"/>
                </a:cubicBezTo>
                <a:cubicBezTo>
                  <a:pt x="97591" y="1382685"/>
                  <a:pt x="98827" y="1403435"/>
                  <a:pt x="109338" y="1417424"/>
                </a:cubicBezTo>
                <a:cubicBezTo>
                  <a:pt x="122321" y="1414438"/>
                  <a:pt x="111811" y="1405478"/>
                  <a:pt x="113047" y="1399505"/>
                </a:cubicBezTo>
                <a:cubicBezTo>
                  <a:pt x="119642" y="1402491"/>
                  <a:pt x="120878" y="1407521"/>
                  <a:pt x="120878" y="1409408"/>
                </a:cubicBezTo>
                <a:cubicBezTo>
                  <a:pt x="137983" y="1406421"/>
                  <a:pt x="122321" y="1397618"/>
                  <a:pt x="120878" y="1391645"/>
                </a:cubicBezTo>
                <a:cubicBezTo>
                  <a:pt x="139220" y="1385672"/>
                  <a:pt x="139220" y="1367752"/>
                  <a:pt x="135305" y="1359735"/>
                </a:cubicBezTo>
                <a:cubicBezTo>
                  <a:pt x="129947" y="1361778"/>
                  <a:pt x="127473" y="1363822"/>
                  <a:pt x="122321" y="1364765"/>
                </a:cubicBezTo>
                <a:cubicBezTo>
                  <a:pt x="119642" y="1361778"/>
                  <a:pt x="118405" y="1359735"/>
                  <a:pt x="115726" y="1356749"/>
                </a:cubicBezTo>
                <a:cubicBezTo>
                  <a:pt x="110574" y="1357849"/>
                  <a:pt x="106658" y="1359735"/>
                  <a:pt x="105422" y="1364765"/>
                </a:cubicBezTo>
                <a:cubicBezTo>
                  <a:pt x="96149" y="1358792"/>
                  <a:pt x="88317" y="1367752"/>
                  <a:pt x="81928" y="1372625"/>
                </a:cubicBezTo>
                <a:cubicBezTo>
                  <a:pt x="72860" y="1369795"/>
                  <a:pt x="89759" y="1360836"/>
                  <a:pt x="92233" y="1364765"/>
                </a:cubicBezTo>
                <a:cubicBezTo>
                  <a:pt x="93675" y="1361778"/>
                  <a:pt x="92233" y="1358792"/>
                  <a:pt x="90996" y="1361778"/>
                </a:cubicBezTo>
                <a:cubicBezTo>
                  <a:pt x="88317" y="1360836"/>
                  <a:pt x="89759" y="1356749"/>
                  <a:pt x="92233" y="1356749"/>
                </a:cubicBezTo>
                <a:cubicBezTo>
                  <a:pt x="88317" y="1354863"/>
                  <a:pt x="83165" y="1350932"/>
                  <a:pt x="70182" y="1351876"/>
                </a:cubicBezTo>
                <a:cubicBezTo>
                  <a:pt x="78013" y="1341973"/>
                  <a:pt x="58435" y="1336943"/>
                  <a:pt x="61113" y="1326254"/>
                </a:cubicBezTo>
                <a:cubicBezTo>
                  <a:pt x="55755" y="1322167"/>
                  <a:pt x="50603" y="1330184"/>
                  <a:pt x="50603" y="1326254"/>
                </a:cubicBezTo>
                <a:cubicBezTo>
                  <a:pt x="50603" y="1323267"/>
                  <a:pt x="53282" y="1323267"/>
                  <a:pt x="55755" y="1323267"/>
                </a:cubicBezTo>
                <a:cubicBezTo>
                  <a:pt x="57198" y="1312264"/>
                  <a:pt x="61113" y="1307234"/>
                  <a:pt x="62350" y="1296388"/>
                </a:cubicBezTo>
                <a:cubicBezTo>
                  <a:pt x="57198" y="1289471"/>
                  <a:pt x="46688" y="1283498"/>
                  <a:pt x="55755" y="1269508"/>
                </a:cubicBezTo>
                <a:cubicBezTo>
                  <a:pt x="42772" y="1267622"/>
                  <a:pt x="40299" y="1271551"/>
                  <a:pt x="28552" y="1266521"/>
                </a:cubicBezTo>
                <a:cubicBezTo>
                  <a:pt x="25873" y="1253632"/>
                  <a:pt x="38857" y="1240742"/>
                  <a:pt x="52046" y="1225809"/>
                </a:cubicBezTo>
                <a:cubicBezTo>
                  <a:pt x="63587" y="1211033"/>
                  <a:pt x="71418" y="1197986"/>
                  <a:pt x="55755" y="1187140"/>
                </a:cubicBezTo>
                <a:cubicBezTo>
                  <a:pt x="65029" y="1182110"/>
                  <a:pt x="70182" y="1184153"/>
                  <a:pt x="75334" y="1190126"/>
                </a:cubicBezTo>
                <a:cubicBezTo>
                  <a:pt x="103980" y="1166234"/>
                  <a:pt x="135305" y="1128508"/>
                  <a:pt x="152203" y="1097699"/>
                </a:cubicBezTo>
                <a:cubicBezTo>
                  <a:pt x="147051" y="1098642"/>
                  <a:pt x="139220" y="1095655"/>
                  <a:pt x="133862" y="1101629"/>
                </a:cubicBezTo>
                <a:cubicBezTo>
                  <a:pt x="129947" y="1093768"/>
                  <a:pt x="122321" y="1097699"/>
                  <a:pt x="111811" y="1094712"/>
                </a:cubicBezTo>
                <a:cubicBezTo>
                  <a:pt x="118405" y="1091726"/>
                  <a:pt x="124794" y="1086853"/>
                  <a:pt x="129947" y="1080880"/>
                </a:cubicBezTo>
                <a:cubicBezTo>
                  <a:pt x="131389" y="1082766"/>
                  <a:pt x="133862" y="1087795"/>
                  <a:pt x="137983" y="1080880"/>
                </a:cubicBezTo>
                <a:cubicBezTo>
                  <a:pt x="139220" y="1082766"/>
                  <a:pt x="140457" y="1085752"/>
                  <a:pt x="139220" y="1088739"/>
                </a:cubicBezTo>
                <a:cubicBezTo>
                  <a:pt x="144372" y="1084809"/>
                  <a:pt x="144372" y="1082766"/>
                  <a:pt x="150967" y="1077893"/>
                </a:cubicBezTo>
                <a:cubicBezTo>
                  <a:pt x="153440" y="1073806"/>
                  <a:pt x="145815" y="1073806"/>
                  <a:pt x="145815" y="1070819"/>
                </a:cubicBezTo>
                <a:cubicBezTo>
                  <a:pt x="150967" y="1065946"/>
                  <a:pt x="156119" y="1065003"/>
                  <a:pt x="161272" y="1068933"/>
                </a:cubicBezTo>
                <a:cubicBezTo>
                  <a:pt x="163950" y="1059973"/>
                  <a:pt x="165186" y="1065003"/>
                  <a:pt x="171782" y="1062016"/>
                </a:cubicBezTo>
                <a:cubicBezTo>
                  <a:pt x="174255" y="1059973"/>
                  <a:pt x="163950" y="1056043"/>
                  <a:pt x="163950" y="1059030"/>
                </a:cubicBezTo>
                <a:cubicBezTo>
                  <a:pt x="170339" y="1054943"/>
                  <a:pt x="178170" y="1038123"/>
                  <a:pt x="179613" y="1027120"/>
                </a:cubicBezTo>
                <a:cubicBezTo>
                  <a:pt x="179613" y="1038123"/>
                  <a:pt x="196512" y="1012345"/>
                  <a:pt x="189917" y="1026177"/>
                </a:cubicBezTo>
                <a:cubicBezTo>
                  <a:pt x="214647" y="1001341"/>
                  <a:pt x="223921" y="989394"/>
                  <a:pt x="247209" y="973518"/>
                </a:cubicBezTo>
                <a:cubicBezTo>
                  <a:pt x="249888" y="968645"/>
                  <a:pt x="243293" y="974618"/>
                  <a:pt x="243293" y="968645"/>
                </a:cubicBezTo>
                <a:cubicBezTo>
                  <a:pt x="256483" y="963615"/>
                  <a:pt x="268024" y="947739"/>
                  <a:pt x="282450" y="952769"/>
                </a:cubicBezTo>
                <a:cubicBezTo>
                  <a:pt x="292960" y="939722"/>
                  <a:pt x="298112" y="933906"/>
                  <a:pt x="303265" y="925889"/>
                </a:cubicBezTo>
                <a:cubicBezTo>
                  <a:pt x="300585" y="922902"/>
                  <a:pt x="298112" y="924946"/>
                  <a:pt x="295433" y="927776"/>
                </a:cubicBezTo>
                <a:cubicBezTo>
                  <a:pt x="294196" y="919916"/>
                  <a:pt x="307180" y="921960"/>
                  <a:pt x="311096" y="921960"/>
                </a:cubicBezTo>
                <a:cubicBezTo>
                  <a:pt x="320163" y="907027"/>
                  <a:pt x="335826" y="899009"/>
                  <a:pt x="339742" y="885177"/>
                </a:cubicBezTo>
                <a:cubicBezTo>
                  <a:pt x="344894" y="890050"/>
                  <a:pt x="350252" y="884076"/>
                  <a:pt x="355404" y="886120"/>
                </a:cubicBezTo>
                <a:cubicBezTo>
                  <a:pt x="355404" y="883133"/>
                  <a:pt x="359319" y="880146"/>
                  <a:pt x="356641" y="878260"/>
                </a:cubicBezTo>
                <a:cubicBezTo>
                  <a:pt x="350252" y="877160"/>
                  <a:pt x="355404" y="884076"/>
                  <a:pt x="348809" y="884076"/>
                </a:cubicBezTo>
                <a:cubicBezTo>
                  <a:pt x="360556" y="869300"/>
                  <a:pt x="386729" y="848394"/>
                  <a:pt x="387966" y="831575"/>
                </a:cubicBezTo>
                <a:cubicBezTo>
                  <a:pt x="395797" y="827488"/>
                  <a:pt x="393117" y="831575"/>
                  <a:pt x="397033" y="834561"/>
                </a:cubicBezTo>
                <a:cubicBezTo>
                  <a:pt x="406101" y="825602"/>
                  <a:pt x="399713" y="820571"/>
                  <a:pt x="411459" y="811611"/>
                </a:cubicBezTo>
                <a:cubicBezTo>
                  <a:pt x="411459" y="816642"/>
                  <a:pt x="404865" y="824501"/>
                  <a:pt x="407544" y="829531"/>
                </a:cubicBezTo>
                <a:cubicBezTo>
                  <a:pt x="416611" y="822615"/>
                  <a:pt x="424442" y="825602"/>
                  <a:pt x="432274" y="816642"/>
                </a:cubicBezTo>
                <a:cubicBezTo>
                  <a:pt x="436189" y="812555"/>
                  <a:pt x="425680" y="816642"/>
                  <a:pt x="434747" y="809725"/>
                </a:cubicBezTo>
                <a:cubicBezTo>
                  <a:pt x="430831" y="805638"/>
                  <a:pt x="424442" y="810669"/>
                  <a:pt x="420527" y="805638"/>
                </a:cubicBezTo>
                <a:cubicBezTo>
                  <a:pt x="425680" y="803752"/>
                  <a:pt x="437426" y="801709"/>
                  <a:pt x="437426" y="807682"/>
                </a:cubicBezTo>
                <a:cubicBezTo>
                  <a:pt x="440105" y="804696"/>
                  <a:pt x="444021" y="802651"/>
                  <a:pt x="446494" y="804696"/>
                </a:cubicBezTo>
                <a:cubicBezTo>
                  <a:pt x="447937" y="799665"/>
                  <a:pt x="450409" y="793849"/>
                  <a:pt x="455562" y="787876"/>
                </a:cubicBezTo>
                <a:cubicBezTo>
                  <a:pt x="449173" y="785832"/>
                  <a:pt x="449173" y="793849"/>
                  <a:pt x="445257" y="795736"/>
                </a:cubicBezTo>
                <a:cubicBezTo>
                  <a:pt x="441342" y="787876"/>
                  <a:pt x="457004" y="777816"/>
                  <a:pt x="463393" y="768855"/>
                </a:cubicBezTo>
                <a:cubicBezTo>
                  <a:pt x="463393" y="773886"/>
                  <a:pt x="460920" y="779859"/>
                  <a:pt x="457004" y="785832"/>
                </a:cubicBezTo>
                <a:cubicBezTo>
                  <a:pt x="464836" y="784889"/>
                  <a:pt x="468751" y="780803"/>
                  <a:pt x="472667" y="775929"/>
                </a:cubicBezTo>
                <a:cubicBezTo>
                  <a:pt x="472667" y="777816"/>
                  <a:pt x="472667" y="778916"/>
                  <a:pt x="475140" y="780803"/>
                </a:cubicBezTo>
                <a:cubicBezTo>
                  <a:pt x="485650" y="769956"/>
                  <a:pt x="492039" y="766026"/>
                  <a:pt x="502549" y="754080"/>
                </a:cubicBezTo>
                <a:cubicBezTo>
                  <a:pt x="506465" y="754080"/>
                  <a:pt x="508938" y="754080"/>
                  <a:pt x="512854" y="752980"/>
                </a:cubicBezTo>
                <a:cubicBezTo>
                  <a:pt x="516769" y="747163"/>
                  <a:pt x="515532" y="745120"/>
                  <a:pt x="526043" y="744177"/>
                </a:cubicBezTo>
                <a:cubicBezTo>
                  <a:pt x="526043" y="742133"/>
                  <a:pt x="527279" y="740090"/>
                  <a:pt x="527279" y="738204"/>
                </a:cubicBezTo>
                <a:cubicBezTo>
                  <a:pt x="523364" y="736160"/>
                  <a:pt x="516769" y="745120"/>
                  <a:pt x="512854" y="744177"/>
                </a:cubicBezTo>
                <a:cubicBezTo>
                  <a:pt x="511617" y="741190"/>
                  <a:pt x="526043" y="735217"/>
                  <a:pt x="529959" y="734116"/>
                </a:cubicBezTo>
                <a:cubicBezTo>
                  <a:pt x="524601" y="731130"/>
                  <a:pt x="542942" y="726257"/>
                  <a:pt x="540263" y="717297"/>
                </a:cubicBezTo>
                <a:cubicBezTo>
                  <a:pt x="542942" y="718240"/>
                  <a:pt x="541706" y="719341"/>
                  <a:pt x="540263" y="720284"/>
                </a:cubicBezTo>
                <a:cubicBezTo>
                  <a:pt x="555926" y="712267"/>
                  <a:pt x="568909" y="699378"/>
                  <a:pt x="583335" y="685545"/>
                </a:cubicBezTo>
                <a:cubicBezTo>
                  <a:pt x="598998" y="672655"/>
                  <a:pt x="614454" y="660709"/>
                  <a:pt x="632796" y="654736"/>
                </a:cubicBezTo>
                <a:cubicBezTo>
                  <a:pt x="636711" y="650806"/>
                  <a:pt x="639184" y="646719"/>
                  <a:pt x="645779" y="642789"/>
                </a:cubicBezTo>
                <a:cubicBezTo>
                  <a:pt x="649694" y="642789"/>
                  <a:pt x="652373" y="643732"/>
                  <a:pt x="653611" y="646719"/>
                </a:cubicBezTo>
                <a:cubicBezTo>
                  <a:pt x="657525" y="644832"/>
                  <a:pt x="661441" y="640745"/>
                  <a:pt x="663914" y="642789"/>
                </a:cubicBezTo>
                <a:cubicBezTo>
                  <a:pt x="666594" y="640745"/>
                  <a:pt x="671952" y="631943"/>
                  <a:pt x="663914" y="634930"/>
                </a:cubicBezTo>
                <a:cubicBezTo>
                  <a:pt x="662678" y="630842"/>
                  <a:pt x="677104" y="629899"/>
                  <a:pt x="673188" y="635872"/>
                </a:cubicBezTo>
                <a:cubicBezTo>
                  <a:pt x="677104" y="639802"/>
                  <a:pt x="686172" y="631943"/>
                  <a:pt x="694003" y="628799"/>
                </a:cubicBezTo>
                <a:cubicBezTo>
                  <a:pt x="692767" y="622983"/>
                  <a:pt x="684935" y="630842"/>
                  <a:pt x="681019" y="629899"/>
                </a:cubicBezTo>
                <a:cubicBezTo>
                  <a:pt x="697919" y="619996"/>
                  <a:pt x="704307" y="617953"/>
                  <a:pt x="718734" y="604120"/>
                </a:cubicBezTo>
                <a:cubicBezTo>
                  <a:pt x="727801" y="602077"/>
                  <a:pt x="709665" y="609936"/>
                  <a:pt x="710902" y="611980"/>
                </a:cubicBezTo>
                <a:cubicBezTo>
                  <a:pt x="721412" y="615909"/>
                  <a:pt x="735632" y="612922"/>
                  <a:pt x="750059" y="608993"/>
                </a:cubicBezTo>
                <a:cubicBezTo>
                  <a:pt x="742227" y="617010"/>
                  <a:pt x="725328" y="612922"/>
                  <a:pt x="713581" y="617953"/>
                </a:cubicBezTo>
                <a:cubicBezTo>
                  <a:pt x="717497" y="625812"/>
                  <a:pt x="687408" y="634930"/>
                  <a:pt x="671952" y="642789"/>
                </a:cubicBezTo>
                <a:cubicBezTo>
                  <a:pt x="669273" y="643732"/>
                  <a:pt x="670509" y="644832"/>
                  <a:pt x="668036" y="646719"/>
                </a:cubicBezTo>
                <a:cubicBezTo>
                  <a:pt x="669273" y="648762"/>
                  <a:pt x="671952" y="647819"/>
                  <a:pt x="675661" y="646719"/>
                </a:cubicBezTo>
                <a:cubicBezTo>
                  <a:pt x="668036" y="655678"/>
                  <a:pt x="639184" y="655678"/>
                  <a:pt x="643100" y="669669"/>
                </a:cubicBezTo>
                <a:cubicBezTo>
                  <a:pt x="652373" y="669669"/>
                  <a:pt x="650931" y="657722"/>
                  <a:pt x="661441" y="664638"/>
                </a:cubicBezTo>
                <a:cubicBezTo>
                  <a:pt x="663914" y="662595"/>
                  <a:pt x="668036" y="653635"/>
                  <a:pt x="673188" y="655678"/>
                </a:cubicBezTo>
                <a:cubicBezTo>
                  <a:pt x="653611" y="683501"/>
                  <a:pt x="601471" y="697334"/>
                  <a:pt x="587250" y="717297"/>
                </a:cubicBezTo>
                <a:cubicBezTo>
                  <a:pt x="600234" y="711324"/>
                  <a:pt x="611981" y="706294"/>
                  <a:pt x="624964" y="704408"/>
                </a:cubicBezTo>
                <a:cubicBezTo>
                  <a:pt x="628880" y="706294"/>
                  <a:pt x="613217" y="709280"/>
                  <a:pt x="622285" y="712267"/>
                </a:cubicBezTo>
                <a:cubicBezTo>
                  <a:pt x="627644" y="713368"/>
                  <a:pt x="637948" y="700320"/>
                  <a:pt x="645779" y="703307"/>
                </a:cubicBezTo>
                <a:cubicBezTo>
                  <a:pt x="650931" y="698434"/>
                  <a:pt x="639184" y="704408"/>
                  <a:pt x="637948" y="699378"/>
                </a:cubicBezTo>
                <a:cubicBezTo>
                  <a:pt x="643100" y="701421"/>
                  <a:pt x="653611" y="690418"/>
                  <a:pt x="645779" y="693405"/>
                </a:cubicBezTo>
                <a:cubicBezTo>
                  <a:pt x="659999" y="686488"/>
                  <a:pt x="705750" y="673598"/>
                  <a:pt x="714817" y="658665"/>
                </a:cubicBezTo>
                <a:cubicBezTo>
                  <a:pt x="723886" y="657722"/>
                  <a:pt x="713581" y="665582"/>
                  <a:pt x="716054" y="668568"/>
                </a:cubicBezTo>
                <a:cubicBezTo>
                  <a:pt x="722648" y="660709"/>
                  <a:pt x="735632" y="652692"/>
                  <a:pt x="746142" y="644832"/>
                </a:cubicBezTo>
                <a:cubicBezTo>
                  <a:pt x="752531" y="642789"/>
                  <a:pt x="744700" y="647819"/>
                  <a:pt x="752531" y="647819"/>
                </a:cubicBezTo>
                <a:cubicBezTo>
                  <a:pt x="757684" y="644832"/>
                  <a:pt x="759126" y="642789"/>
                  <a:pt x="755210" y="639802"/>
                </a:cubicBezTo>
                <a:cubicBezTo>
                  <a:pt x="760362" y="642789"/>
                  <a:pt x="773346" y="637759"/>
                  <a:pt x="772109" y="642789"/>
                </a:cubicBezTo>
                <a:cubicBezTo>
                  <a:pt x="777262" y="636816"/>
                  <a:pt x="783857" y="630842"/>
                  <a:pt x="792924" y="624869"/>
                </a:cubicBezTo>
                <a:cubicBezTo>
                  <a:pt x="794161" y="627856"/>
                  <a:pt x="790245" y="629899"/>
                  <a:pt x="791687" y="631943"/>
                </a:cubicBezTo>
                <a:cubicBezTo>
                  <a:pt x="804671" y="617010"/>
                  <a:pt x="825485" y="614966"/>
                  <a:pt x="838469" y="604120"/>
                </a:cubicBezTo>
                <a:cubicBezTo>
                  <a:pt x="839912" y="606006"/>
                  <a:pt x="837233" y="607107"/>
                  <a:pt x="838469" y="608050"/>
                </a:cubicBezTo>
                <a:cubicBezTo>
                  <a:pt x="860727" y="597047"/>
                  <a:pt x="880305" y="591074"/>
                  <a:pt x="898440" y="585100"/>
                </a:cubicBezTo>
                <a:cubicBezTo>
                  <a:pt x="915339" y="579284"/>
                  <a:pt x="932239" y="573311"/>
                  <a:pt x="953053" y="563408"/>
                </a:cubicBezTo>
                <a:cubicBezTo>
                  <a:pt x="953053" y="567337"/>
                  <a:pt x="949138" y="571267"/>
                  <a:pt x="940069" y="573311"/>
                </a:cubicBezTo>
                <a:cubicBezTo>
                  <a:pt x="954496" y="579284"/>
                  <a:pt x="975311" y="563408"/>
                  <a:pt x="992209" y="559321"/>
                </a:cubicBezTo>
                <a:cubicBezTo>
                  <a:pt x="996125" y="558378"/>
                  <a:pt x="1001277" y="561364"/>
                  <a:pt x="1005192" y="561364"/>
                </a:cubicBezTo>
                <a:cubicBezTo>
                  <a:pt x="1009109" y="560421"/>
                  <a:pt x="1007872" y="554448"/>
                  <a:pt x="1007872" y="554448"/>
                </a:cubicBezTo>
                <a:cubicBezTo>
                  <a:pt x="1015703" y="552404"/>
                  <a:pt x="1037754" y="545488"/>
                  <a:pt x="1042907" y="548475"/>
                </a:cubicBezTo>
                <a:cubicBezTo>
                  <a:pt x="1033838" y="552404"/>
                  <a:pt x="1020855" y="554448"/>
                  <a:pt x="1016940" y="559321"/>
                </a:cubicBezTo>
                <a:cubicBezTo>
                  <a:pt x="1026007" y="563408"/>
                  <a:pt x="1045586" y="556334"/>
                  <a:pt x="1053417" y="563408"/>
                </a:cubicBezTo>
                <a:cubicBezTo>
                  <a:pt x="1033838" y="566237"/>
                  <a:pt x="1033838" y="565294"/>
                  <a:pt x="1022092" y="570324"/>
                </a:cubicBezTo>
                <a:cubicBezTo>
                  <a:pt x="1018176" y="566237"/>
                  <a:pt x="1019619" y="564351"/>
                  <a:pt x="1027450" y="563408"/>
                </a:cubicBezTo>
                <a:cubicBezTo>
                  <a:pt x="1026007" y="561364"/>
                  <a:pt x="1022092" y="563408"/>
                  <a:pt x="1020855" y="561364"/>
                </a:cubicBezTo>
                <a:cubicBezTo>
                  <a:pt x="1011787" y="574254"/>
                  <a:pt x="989530" y="576297"/>
                  <a:pt x="967479" y="580227"/>
                </a:cubicBezTo>
                <a:cubicBezTo>
                  <a:pt x="946664" y="583214"/>
                  <a:pt x="924407" y="589187"/>
                  <a:pt x="915339" y="607107"/>
                </a:cubicBezTo>
                <a:cubicBezTo>
                  <a:pt x="898440" y="604120"/>
                  <a:pt x="867116" y="621882"/>
                  <a:pt x="848979" y="630842"/>
                </a:cubicBezTo>
                <a:cubicBezTo>
                  <a:pt x="847537" y="626913"/>
                  <a:pt x="852896" y="624869"/>
                  <a:pt x="851452" y="621882"/>
                </a:cubicBezTo>
                <a:cubicBezTo>
                  <a:pt x="837233" y="626913"/>
                  <a:pt x="843827" y="628799"/>
                  <a:pt x="843827" y="632886"/>
                </a:cubicBezTo>
                <a:cubicBezTo>
                  <a:pt x="834553" y="632886"/>
                  <a:pt x="835996" y="633829"/>
                  <a:pt x="824249" y="639802"/>
                </a:cubicBezTo>
                <a:cubicBezTo>
                  <a:pt x="815182" y="633829"/>
                  <a:pt x="804671" y="647819"/>
                  <a:pt x="792924" y="644832"/>
                </a:cubicBezTo>
                <a:cubicBezTo>
                  <a:pt x="790245" y="645776"/>
                  <a:pt x="791687" y="646719"/>
                  <a:pt x="789009" y="648762"/>
                </a:cubicBezTo>
                <a:cubicBezTo>
                  <a:pt x="791687" y="652692"/>
                  <a:pt x="798076" y="649705"/>
                  <a:pt x="803435" y="649705"/>
                </a:cubicBezTo>
                <a:cubicBezTo>
                  <a:pt x="782620" y="655678"/>
                  <a:pt x="748615" y="675642"/>
                  <a:pt x="723886" y="676585"/>
                </a:cubicBezTo>
                <a:cubicBezTo>
                  <a:pt x="719970" y="679572"/>
                  <a:pt x="722648" y="683501"/>
                  <a:pt x="719970" y="686488"/>
                </a:cubicBezTo>
                <a:cubicBezTo>
                  <a:pt x="709665" y="680514"/>
                  <a:pt x="703071" y="697334"/>
                  <a:pt x="701834" y="689474"/>
                </a:cubicBezTo>
                <a:cubicBezTo>
                  <a:pt x="696476" y="696391"/>
                  <a:pt x="690087" y="701421"/>
                  <a:pt x="688850" y="711324"/>
                </a:cubicBezTo>
                <a:cubicBezTo>
                  <a:pt x="677104" y="719341"/>
                  <a:pt x="691324" y="701421"/>
                  <a:pt x="679577" y="709280"/>
                </a:cubicBezTo>
                <a:cubicBezTo>
                  <a:pt x="677104" y="707394"/>
                  <a:pt x="687408" y="704408"/>
                  <a:pt x="690087" y="701421"/>
                </a:cubicBezTo>
                <a:cubicBezTo>
                  <a:pt x="674425" y="702364"/>
                  <a:pt x="662678" y="707394"/>
                  <a:pt x="650931" y="721227"/>
                </a:cubicBezTo>
                <a:cubicBezTo>
                  <a:pt x="657525" y="723271"/>
                  <a:pt x="665357" y="717297"/>
                  <a:pt x="673188" y="716354"/>
                </a:cubicBezTo>
                <a:cubicBezTo>
                  <a:pt x="677104" y="720284"/>
                  <a:pt x="668036" y="724214"/>
                  <a:pt x="674425" y="728143"/>
                </a:cubicBezTo>
                <a:cubicBezTo>
                  <a:pt x="654847" y="736160"/>
                  <a:pt x="670509" y="739147"/>
                  <a:pt x="657525" y="742133"/>
                </a:cubicBezTo>
                <a:cubicBezTo>
                  <a:pt x="661441" y="743076"/>
                  <a:pt x="665357" y="742133"/>
                  <a:pt x="669273" y="739147"/>
                </a:cubicBezTo>
                <a:cubicBezTo>
                  <a:pt x="668036" y="746063"/>
                  <a:pt x="654847" y="752036"/>
                  <a:pt x="644542" y="758953"/>
                </a:cubicBezTo>
                <a:cubicBezTo>
                  <a:pt x="654847" y="766026"/>
                  <a:pt x="650931" y="752980"/>
                  <a:pt x="665357" y="748107"/>
                </a:cubicBezTo>
                <a:cubicBezTo>
                  <a:pt x="665357" y="750150"/>
                  <a:pt x="662678" y="752980"/>
                  <a:pt x="665357" y="755023"/>
                </a:cubicBezTo>
                <a:cubicBezTo>
                  <a:pt x="691324" y="746063"/>
                  <a:pt x="709665" y="742133"/>
                  <a:pt x="734396" y="733173"/>
                </a:cubicBezTo>
                <a:cubicBezTo>
                  <a:pt x="730480" y="720284"/>
                  <a:pt x="752531" y="730187"/>
                  <a:pt x="766957" y="723271"/>
                </a:cubicBezTo>
                <a:cubicBezTo>
                  <a:pt x="762011" y="726218"/>
                  <a:pt x="754167" y="730315"/>
                  <a:pt x="754380" y="734301"/>
                </a:cubicBezTo>
                <a:lnTo>
                  <a:pt x="757596" y="738101"/>
                </a:lnTo>
                <a:lnTo>
                  <a:pt x="757479" y="738303"/>
                </a:lnTo>
                <a:lnTo>
                  <a:pt x="753736" y="740119"/>
                </a:lnTo>
                <a:cubicBezTo>
                  <a:pt x="750509" y="740591"/>
                  <a:pt x="749080" y="737614"/>
                  <a:pt x="746142" y="739147"/>
                </a:cubicBezTo>
                <a:cubicBezTo>
                  <a:pt x="747379" y="744177"/>
                  <a:pt x="752531" y="741190"/>
                  <a:pt x="756447" y="740090"/>
                </a:cubicBezTo>
                <a:lnTo>
                  <a:pt x="757479" y="738303"/>
                </a:lnTo>
                <a:lnTo>
                  <a:pt x="757684" y="738204"/>
                </a:lnTo>
                <a:lnTo>
                  <a:pt x="757596" y="738101"/>
                </a:lnTo>
                <a:lnTo>
                  <a:pt x="760801" y="732552"/>
                </a:lnTo>
                <a:cubicBezTo>
                  <a:pt x="762925" y="730820"/>
                  <a:pt x="765618" y="729705"/>
                  <a:pt x="768555" y="728713"/>
                </a:cubicBezTo>
                <a:lnTo>
                  <a:pt x="776005" y="726207"/>
                </a:lnTo>
                <a:lnTo>
                  <a:pt x="776025" y="726257"/>
                </a:lnTo>
                <a:lnTo>
                  <a:pt x="776151" y="726159"/>
                </a:lnTo>
                <a:lnTo>
                  <a:pt x="777777" y="725612"/>
                </a:lnTo>
                <a:cubicBezTo>
                  <a:pt x="780881" y="724371"/>
                  <a:pt x="783908" y="722760"/>
                  <a:pt x="786535" y="720284"/>
                </a:cubicBezTo>
                <a:cubicBezTo>
                  <a:pt x="783857" y="718791"/>
                  <a:pt x="782878" y="720009"/>
                  <a:pt x="781744" y="721738"/>
                </a:cubicBezTo>
                <a:lnTo>
                  <a:pt x="776151" y="726159"/>
                </a:lnTo>
                <a:lnTo>
                  <a:pt x="776005" y="726207"/>
                </a:lnTo>
                <a:lnTo>
                  <a:pt x="773346" y="719341"/>
                </a:lnTo>
                <a:cubicBezTo>
                  <a:pt x="785093" y="712267"/>
                  <a:pt x="787772" y="717297"/>
                  <a:pt x="792924" y="721227"/>
                </a:cubicBezTo>
                <a:cubicBezTo>
                  <a:pt x="803435" y="710381"/>
                  <a:pt x="811266" y="707394"/>
                  <a:pt x="830638" y="699378"/>
                </a:cubicBezTo>
                <a:cubicBezTo>
                  <a:pt x="837233" y="695448"/>
                  <a:pt x="825485" y="697334"/>
                  <a:pt x="826722" y="694505"/>
                </a:cubicBezTo>
                <a:cubicBezTo>
                  <a:pt x="833317" y="693405"/>
                  <a:pt x="841148" y="689474"/>
                  <a:pt x="845064" y="695448"/>
                </a:cubicBezTo>
                <a:cubicBezTo>
                  <a:pt x="852896" y="692461"/>
                  <a:pt x="850216" y="689474"/>
                  <a:pt x="856811" y="687432"/>
                </a:cubicBezTo>
                <a:cubicBezTo>
                  <a:pt x="854132" y="685545"/>
                  <a:pt x="851452" y="685545"/>
                  <a:pt x="847537" y="686488"/>
                </a:cubicBezTo>
                <a:cubicBezTo>
                  <a:pt x="852896" y="679572"/>
                  <a:pt x="880305" y="685545"/>
                  <a:pt x="878862" y="671555"/>
                </a:cubicBezTo>
                <a:cubicBezTo>
                  <a:pt x="897204" y="670612"/>
                  <a:pt x="924407" y="662595"/>
                  <a:pt x="941306" y="647819"/>
                </a:cubicBezTo>
                <a:cubicBezTo>
                  <a:pt x="940069" y="653635"/>
                  <a:pt x="940069" y="653635"/>
                  <a:pt x="946664" y="655678"/>
                </a:cubicBezTo>
                <a:cubicBezTo>
                  <a:pt x="955732" y="647819"/>
                  <a:pt x="972631" y="640745"/>
                  <a:pt x="981699" y="647819"/>
                </a:cubicBezTo>
                <a:cubicBezTo>
                  <a:pt x="988294" y="641846"/>
                  <a:pt x="998804" y="636816"/>
                  <a:pt x="1006635" y="631943"/>
                </a:cubicBezTo>
                <a:cubicBezTo>
                  <a:pt x="1002720" y="628799"/>
                  <a:pt x="992209" y="636816"/>
                  <a:pt x="990973" y="629899"/>
                </a:cubicBezTo>
                <a:cubicBezTo>
                  <a:pt x="996125" y="631943"/>
                  <a:pt x="1009109" y="628799"/>
                  <a:pt x="1010551" y="623926"/>
                </a:cubicBezTo>
                <a:cubicBezTo>
                  <a:pt x="1016940" y="625812"/>
                  <a:pt x="1020855" y="625812"/>
                  <a:pt x="1019619" y="630842"/>
                </a:cubicBezTo>
                <a:cubicBezTo>
                  <a:pt x="1027450" y="627856"/>
                  <a:pt x="1033838" y="623926"/>
                  <a:pt x="1041670" y="620939"/>
                </a:cubicBezTo>
                <a:cubicBezTo>
                  <a:pt x="1035076" y="615909"/>
                  <a:pt x="1028686" y="624869"/>
                  <a:pt x="1026007" y="617010"/>
                </a:cubicBezTo>
                <a:cubicBezTo>
                  <a:pt x="1001277" y="626913"/>
                  <a:pt x="971395" y="620939"/>
                  <a:pt x="960884" y="636816"/>
                </a:cubicBezTo>
                <a:cubicBezTo>
                  <a:pt x="954496" y="634930"/>
                  <a:pt x="934917" y="641846"/>
                  <a:pt x="934917" y="646719"/>
                </a:cubicBezTo>
                <a:cubicBezTo>
                  <a:pt x="925850" y="638859"/>
                  <a:pt x="916782" y="644832"/>
                  <a:pt x="906272" y="652692"/>
                </a:cubicBezTo>
                <a:cubicBezTo>
                  <a:pt x="898440" y="642789"/>
                  <a:pt x="902356" y="638859"/>
                  <a:pt x="891845" y="625812"/>
                </a:cubicBezTo>
                <a:cubicBezTo>
                  <a:pt x="897204" y="621882"/>
                  <a:pt x="898440" y="617010"/>
                  <a:pt x="901119" y="612922"/>
                </a:cubicBezTo>
                <a:cubicBezTo>
                  <a:pt x="916782" y="615909"/>
                  <a:pt x="921934" y="608993"/>
                  <a:pt x="937597" y="604120"/>
                </a:cubicBezTo>
                <a:cubicBezTo>
                  <a:pt x="933681" y="617953"/>
                  <a:pt x="971395" y="600033"/>
                  <a:pt x="960884" y="597047"/>
                </a:cubicBezTo>
                <a:cubicBezTo>
                  <a:pt x="970158" y="597047"/>
                  <a:pt x="977784" y="602077"/>
                  <a:pt x="987057" y="603020"/>
                </a:cubicBezTo>
                <a:cubicBezTo>
                  <a:pt x="994888" y="601134"/>
                  <a:pt x="988294" y="596103"/>
                  <a:pt x="993446" y="593117"/>
                </a:cubicBezTo>
                <a:cubicBezTo>
                  <a:pt x="997362" y="599090"/>
                  <a:pt x="1010551" y="593117"/>
                  <a:pt x="1020855" y="590130"/>
                </a:cubicBezTo>
                <a:cubicBezTo>
                  <a:pt x="1019619" y="587143"/>
                  <a:pt x="1016940" y="588087"/>
                  <a:pt x="1014261" y="588087"/>
                </a:cubicBezTo>
                <a:cubicBezTo>
                  <a:pt x="1029923" y="583214"/>
                  <a:pt x="1058569" y="570324"/>
                  <a:pt x="1078147" y="573311"/>
                </a:cubicBezTo>
                <a:cubicBezTo>
                  <a:pt x="1080826" y="572210"/>
                  <a:pt x="1078147" y="569224"/>
                  <a:pt x="1078147" y="567337"/>
                </a:cubicBezTo>
                <a:cubicBezTo>
                  <a:pt x="1110709" y="570324"/>
                  <a:pt x="1132760" y="562307"/>
                  <a:pt x="1170680" y="554448"/>
                </a:cubicBezTo>
                <a:cubicBezTo>
                  <a:pt x="1169236" y="556334"/>
                  <a:pt x="1169236" y="558378"/>
                  <a:pt x="1169236" y="560421"/>
                </a:cubicBezTo>
                <a:cubicBezTo>
                  <a:pt x="1180984" y="558378"/>
                  <a:pt x="1187579" y="554448"/>
                  <a:pt x="1200562" y="557435"/>
                </a:cubicBezTo>
                <a:cubicBezTo>
                  <a:pt x="1180984" y="562307"/>
                  <a:pt x="1173153" y="570324"/>
                  <a:pt x="1145949" y="576297"/>
                </a:cubicBezTo>
                <a:cubicBezTo>
                  <a:pt x="1157696" y="582114"/>
                  <a:pt x="1174595" y="569224"/>
                  <a:pt x="1186136" y="577240"/>
                </a:cubicBezTo>
                <a:cubicBezTo>
                  <a:pt x="1171916" y="570324"/>
                  <a:pt x="1193967" y="570324"/>
                  <a:pt x="1201798" y="574254"/>
                </a:cubicBezTo>
                <a:cubicBezTo>
                  <a:pt x="1209630" y="567337"/>
                  <a:pt x="1220140" y="570324"/>
                  <a:pt x="1230445" y="563408"/>
                </a:cubicBezTo>
                <a:cubicBezTo>
                  <a:pt x="1234360" y="566237"/>
                  <a:pt x="1225292" y="571267"/>
                  <a:pt x="1231887" y="570324"/>
                </a:cubicBezTo>
                <a:cubicBezTo>
                  <a:pt x="1226528" y="575197"/>
                  <a:pt x="1191494" y="574254"/>
                  <a:pt x="1192731" y="586200"/>
                </a:cubicBezTo>
                <a:cubicBezTo>
                  <a:pt x="1182220" y="589187"/>
                  <a:pt x="1191494" y="584157"/>
                  <a:pt x="1187579" y="580227"/>
                </a:cubicBezTo>
                <a:cubicBezTo>
                  <a:pt x="1179747" y="583214"/>
                  <a:pt x="1183663" y="589187"/>
                  <a:pt x="1178511" y="593117"/>
                </a:cubicBezTo>
                <a:cubicBezTo>
                  <a:pt x="1190051" y="586200"/>
                  <a:pt x="1209630" y="591074"/>
                  <a:pt x="1214988" y="582114"/>
                </a:cubicBezTo>
                <a:cubicBezTo>
                  <a:pt x="1246107" y="582114"/>
                  <a:pt x="1283821" y="577240"/>
                  <a:pt x="1300926" y="565294"/>
                </a:cubicBezTo>
                <a:cubicBezTo>
                  <a:pt x="1299483" y="570324"/>
                  <a:pt x="1306078" y="568281"/>
                  <a:pt x="1307315" y="571267"/>
                </a:cubicBezTo>
                <a:cubicBezTo>
                  <a:pt x="1326893" y="562307"/>
                  <a:pt x="1359454" y="567337"/>
                  <a:pt x="1366049" y="551461"/>
                </a:cubicBezTo>
                <a:cubicBezTo>
                  <a:pt x="1371201" y="550361"/>
                  <a:pt x="1367285" y="556334"/>
                  <a:pt x="1369964" y="559321"/>
                </a:cubicBezTo>
                <a:cubicBezTo>
                  <a:pt x="1341318" y="572210"/>
                  <a:pt x="1316382" y="565294"/>
                  <a:pt x="1297010" y="579284"/>
                </a:cubicBezTo>
                <a:cubicBezTo>
                  <a:pt x="1298246" y="583214"/>
                  <a:pt x="1313909" y="578183"/>
                  <a:pt x="1308757" y="584157"/>
                </a:cubicBezTo>
                <a:cubicBezTo>
                  <a:pt x="1339876" y="575197"/>
                  <a:pt x="1388100" y="574254"/>
                  <a:pt x="1414067" y="568281"/>
                </a:cubicBezTo>
                <a:cubicBezTo>
                  <a:pt x="1417982" y="574254"/>
                  <a:pt x="1403763" y="569224"/>
                  <a:pt x="1404999" y="574254"/>
                </a:cubicBezTo>
                <a:cubicBezTo>
                  <a:pt x="1440239" y="566237"/>
                  <a:pt x="1483105" y="574254"/>
                  <a:pt x="1509278" y="558378"/>
                </a:cubicBezTo>
                <a:cubicBezTo>
                  <a:pt x="1510515" y="564351"/>
                  <a:pt x="1500211" y="561364"/>
                  <a:pt x="1501447" y="566237"/>
                </a:cubicBezTo>
                <a:cubicBezTo>
                  <a:pt x="1519583" y="560421"/>
                  <a:pt x="1532773" y="578183"/>
                  <a:pt x="1550908" y="565294"/>
                </a:cubicBezTo>
                <a:cubicBezTo>
                  <a:pt x="1554823" y="567337"/>
                  <a:pt x="1556060" y="570324"/>
                  <a:pt x="1558739" y="572210"/>
                </a:cubicBezTo>
                <a:cubicBezTo>
                  <a:pt x="1567807" y="571267"/>
                  <a:pt x="1583469" y="565294"/>
                  <a:pt x="1590064" y="568281"/>
                </a:cubicBezTo>
                <a:cubicBezTo>
                  <a:pt x="1590064" y="570324"/>
                  <a:pt x="1586148" y="569224"/>
                  <a:pt x="1583469" y="570324"/>
                </a:cubicBezTo>
                <a:cubicBezTo>
                  <a:pt x="1583469" y="571267"/>
                  <a:pt x="1586148" y="571267"/>
                  <a:pt x="1587385" y="571267"/>
                </a:cubicBezTo>
                <a:cubicBezTo>
                  <a:pt x="1579554" y="582114"/>
                  <a:pt x="1596452" y="581170"/>
                  <a:pt x="1617267" y="579284"/>
                </a:cubicBezTo>
                <a:cubicBezTo>
                  <a:pt x="1619946" y="578183"/>
                  <a:pt x="1623862" y="578183"/>
                  <a:pt x="1626335" y="577240"/>
                </a:cubicBezTo>
                <a:cubicBezTo>
                  <a:pt x="1626335" y="577240"/>
                  <a:pt x="1626335" y="577240"/>
                  <a:pt x="1632930" y="576297"/>
                </a:cubicBezTo>
                <a:cubicBezTo>
                  <a:pt x="1638082" y="576297"/>
                  <a:pt x="1641998" y="575197"/>
                  <a:pt x="1647356" y="574254"/>
                </a:cubicBezTo>
                <a:cubicBezTo>
                  <a:pt x="1654981" y="572210"/>
                  <a:pt x="1662813" y="571267"/>
                  <a:pt x="1666728" y="571267"/>
                </a:cubicBezTo>
                <a:cubicBezTo>
                  <a:pt x="1669407" y="571267"/>
                  <a:pt x="1665491" y="572210"/>
                  <a:pt x="1665491" y="574254"/>
                </a:cubicBezTo>
                <a:cubicBezTo>
                  <a:pt x="1681154" y="574254"/>
                  <a:pt x="1696816" y="574254"/>
                  <a:pt x="1711036" y="574254"/>
                </a:cubicBezTo>
                <a:cubicBezTo>
                  <a:pt x="1718868" y="573311"/>
                  <a:pt x="1726699" y="573311"/>
                  <a:pt x="1734530" y="574254"/>
                </a:cubicBezTo>
                <a:cubicBezTo>
                  <a:pt x="1742361" y="574254"/>
                  <a:pt x="1748750" y="575197"/>
                  <a:pt x="1756581" y="576297"/>
                </a:cubicBezTo>
                <a:cubicBezTo>
                  <a:pt x="1759260" y="576297"/>
                  <a:pt x="1758024" y="573311"/>
                  <a:pt x="1755345" y="573311"/>
                </a:cubicBezTo>
                <a:cubicBezTo>
                  <a:pt x="1761939" y="573311"/>
                  <a:pt x="1781312" y="588087"/>
                  <a:pt x="1794295" y="576297"/>
                </a:cubicBezTo>
                <a:cubicBezTo>
                  <a:pt x="1792853" y="578183"/>
                  <a:pt x="1790379" y="579284"/>
                  <a:pt x="1788937" y="581170"/>
                </a:cubicBezTo>
                <a:cubicBezTo>
                  <a:pt x="1795532" y="581170"/>
                  <a:pt x="1796768" y="573311"/>
                  <a:pt x="1804599" y="573311"/>
                </a:cubicBezTo>
                <a:cubicBezTo>
                  <a:pt x="1804599" y="577240"/>
                  <a:pt x="1802126" y="578183"/>
                  <a:pt x="1800684" y="580227"/>
                </a:cubicBezTo>
                <a:cubicBezTo>
                  <a:pt x="1812430" y="587143"/>
                  <a:pt x="1826857" y="577240"/>
                  <a:pt x="1833245" y="583214"/>
                </a:cubicBezTo>
                <a:cubicBezTo>
                  <a:pt x="1837161" y="583214"/>
                  <a:pt x="1838604" y="580227"/>
                  <a:pt x="1843755" y="581170"/>
                </a:cubicBezTo>
                <a:cubicBezTo>
                  <a:pt x="1847671" y="574254"/>
                  <a:pt x="1838604" y="577240"/>
                  <a:pt x="1841077" y="572210"/>
                </a:cubicBezTo>
                <a:cubicBezTo>
                  <a:pt x="1842313" y="573311"/>
                  <a:pt x="1843755" y="573311"/>
                  <a:pt x="1844992" y="574254"/>
                </a:cubicBezTo>
                <a:cubicBezTo>
                  <a:pt x="1846229" y="574254"/>
                  <a:pt x="1847671" y="574254"/>
                  <a:pt x="1848908" y="574254"/>
                </a:cubicBezTo>
                <a:cubicBezTo>
                  <a:pt x="1847671" y="575197"/>
                  <a:pt x="1846229" y="579284"/>
                  <a:pt x="1844992" y="579284"/>
                </a:cubicBezTo>
                <a:cubicBezTo>
                  <a:pt x="1844992" y="582114"/>
                  <a:pt x="1848908" y="576297"/>
                  <a:pt x="1847671" y="582114"/>
                </a:cubicBezTo>
                <a:cubicBezTo>
                  <a:pt x="1850144" y="580227"/>
                  <a:pt x="1852824" y="580227"/>
                  <a:pt x="1855502" y="576297"/>
                </a:cubicBezTo>
                <a:cubicBezTo>
                  <a:pt x="1856738" y="576297"/>
                  <a:pt x="1855502" y="580227"/>
                  <a:pt x="1855502" y="583214"/>
                </a:cubicBezTo>
                <a:cubicBezTo>
                  <a:pt x="1868486" y="587143"/>
                  <a:pt x="1880233" y="583214"/>
                  <a:pt x="1895895" y="579284"/>
                </a:cubicBezTo>
                <a:lnTo>
                  <a:pt x="1899057" y="582902"/>
                </a:lnTo>
                <a:lnTo>
                  <a:pt x="1899069" y="583170"/>
                </a:lnTo>
                <a:lnTo>
                  <a:pt x="1900426" y="584467"/>
                </a:lnTo>
                <a:lnTo>
                  <a:pt x="1904448" y="589069"/>
                </a:lnTo>
                <a:cubicBezTo>
                  <a:pt x="1908827" y="590680"/>
                  <a:pt x="1914031" y="590680"/>
                  <a:pt x="1917947" y="589187"/>
                </a:cubicBezTo>
                <a:cubicBezTo>
                  <a:pt x="1914031" y="595160"/>
                  <a:pt x="1924541" y="592174"/>
                  <a:pt x="1925778" y="597047"/>
                </a:cubicBezTo>
                <a:cubicBezTo>
                  <a:pt x="1927014" y="597047"/>
                  <a:pt x="1927014" y="595160"/>
                  <a:pt x="1928457" y="595160"/>
                </a:cubicBezTo>
                <a:cubicBezTo>
                  <a:pt x="1930930" y="589187"/>
                  <a:pt x="1925778" y="592174"/>
                  <a:pt x="1927014" y="587143"/>
                </a:cubicBezTo>
                <a:lnTo>
                  <a:pt x="1933291" y="596718"/>
                </a:lnTo>
                <a:lnTo>
                  <a:pt x="1932012" y="597204"/>
                </a:lnTo>
                <a:cubicBezTo>
                  <a:pt x="1931033" y="598068"/>
                  <a:pt x="1929693" y="599562"/>
                  <a:pt x="1927014" y="599090"/>
                </a:cubicBezTo>
                <a:cubicBezTo>
                  <a:pt x="1928457" y="603020"/>
                  <a:pt x="1934845" y="599090"/>
                  <a:pt x="1938761" y="599090"/>
                </a:cubicBezTo>
                <a:cubicBezTo>
                  <a:pt x="1939998" y="594060"/>
                  <a:pt x="1937525" y="594060"/>
                  <a:pt x="1934845" y="594060"/>
                </a:cubicBezTo>
                <a:cubicBezTo>
                  <a:pt x="1939998" y="596103"/>
                  <a:pt x="1958339" y="589187"/>
                  <a:pt x="1961019" y="599090"/>
                </a:cubicBezTo>
                <a:cubicBezTo>
                  <a:pt x="1966170" y="595160"/>
                  <a:pt x="1959576" y="594060"/>
                  <a:pt x="1964934" y="587143"/>
                </a:cubicBezTo>
                <a:cubicBezTo>
                  <a:pt x="1956897" y="589187"/>
                  <a:pt x="1945356" y="592174"/>
                  <a:pt x="1941440" y="580227"/>
                </a:cubicBezTo>
                <a:cubicBezTo>
                  <a:pt x="1946592" y="582114"/>
                  <a:pt x="1949272" y="578183"/>
                  <a:pt x="1950508" y="573311"/>
                </a:cubicBezTo>
                <a:cubicBezTo>
                  <a:pt x="1955660" y="573311"/>
                  <a:pt x="1962255" y="572210"/>
                  <a:pt x="1963491" y="577240"/>
                </a:cubicBezTo>
                <a:cubicBezTo>
                  <a:pt x="1966170" y="575197"/>
                  <a:pt x="1968850" y="574254"/>
                  <a:pt x="1971323" y="572210"/>
                </a:cubicBezTo>
                <a:cubicBezTo>
                  <a:pt x="1981833" y="575197"/>
                  <a:pt x="1994816" y="565294"/>
                  <a:pt x="2001205" y="577240"/>
                </a:cubicBezTo>
                <a:cubicBezTo>
                  <a:pt x="1997290" y="578183"/>
                  <a:pt x="1998732" y="572210"/>
                  <a:pt x="1996053" y="576297"/>
                </a:cubicBezTo>
                <a:cubicBezTo>
                  <a:pt x="1997290" y="580227"/>
                  <a:pt x="1999969" y="578183"/>
                  <a:pt x="2003884" y="577240"/>
                </a:cubicBezTo>
                <a:cubicBezTo>
                  <a:pt x="2003884" y="575197"/>
                  <a:pt x="2003884" y="574254"/>
                  <a:pt x="2003884" y="574254"/>
                </a:cubicBezTo>
                <a:cubicBezTo>
                  <a:pt x="2010479" y="575197"/>
                  <a:pt x="2026142" y="563408"/>
                  <a:pt x="2031294" y="573311"/>
                </a:cubicBezTo>
                <a:cubicBezTo>
                  <a:pt x="2037682" y="564351"/>
                  <a:pt x="2049429" y="576297"/>
                  <a:pt x="2053345" y="564351"/>
                </a:cubicBezTo>
                <a:cubicBezTo>
                  <a:pt x="2054581" y="568281"/>
                  <a:pt x="2056024" y="572210"/>
                  <a:pt x="2059940" y="574254"/>
                </a:cubicBezTo>
                <a:cubicBezTo>
                  <a:pt x="2059940" y="570324"/>
                  <a:pt x="2063855" y="565294"/>
                  <a:pt x="2063855" y="574254"/>
                </a:cubicBezTo>
                <a:cubicBezTo>
                  <a:pt x="2072923" y="569224"/>
                  <a:pt x="2078075" y="570324"/>
                  <a:pt x="2084670" y="569224"/>
                </a:cubicBezTo>
                <a:cubicBezTo>
                  <a:pt x="2091059" y="569224"/>
                  <a:pt x="2096417" y="568281"/>
                  <a:pt x="2100332" y="559321"/>
                </a:cubicBezTo>
                <a:cubicBezTo>
                  <a:pt x="2101569" y="560421"/>
                  <a:pt x="2101569" y="564351"/>
                  <a:pt x="2102805" y="564351"/>
                </a:cubicBezTo>
                <a:cubicBezTo>
                  <a:pt x="2102805" y="561364"/>
                  <a:pt x="2101569" y="561364"/>
                  <a:pt x="2101569" y="557435"/>
                </a:cubicBezTo>
                <a:cubicBezTo>
                  <a:pt x="2104248" y="564351"/>
                  <a:pt x="2105484" y="559321"/>
                  <a:pt x="2106721" y="562307"/>
                </a:cubicBezTo>
                <a:cubicBezTo>
                  <a:pt x="2108164" y="562307"/>
                  <a:pt x="2104248" y="568281"/>
                  <a:pt x="2108164" y="568281"/>
                </a:cubicBezTo>
                <a:cubicBezTo>
                  <a:pt x="2106721" y="571267"/>
                  <a:pt x="2104248" y="563408"/>
                  <a:pt x="2101569" y="566237"/>
                </a:cubicBezTo>
                <a:cubicBezTo>
                  <a:pt x="2101569" y="569224"/>
                  <a:pt x="2104248" y="568281"/>
                  <a:pt x="2105484" y="569224"/>
                </a:cubicBezTo>
                <a:cubicBezTo>
                  <a:pt x="2105484" y="574254"/>
                  <a:pt x="2102805" y="569224"/>
                  <a:pt x="2101569" y="569224"/>
                </a:cubicBezTo>
                <a:cubicBezTo>
                  <a:pt x="2104248" y="575197"/>
                  <a:pt x="2108164" y="574254"/>
                  <a:pt x="2110636" y="575197"/>
                </a:cubicBezTo>
                <a:cubicBezTo>
                  <a:pt x="2104248" y="578183"/>
                  <a:pt x="2094974" y="576297"/>
                  <a:pt x="2087143" y="575197"/>
                </a:cubicBezTo>
                <a:cubicBezTo>
                  <a:pt x="2083433" y="575197"/>
                  <a:pt x="2079518" y="575197"/>
                  <a:pt x="2075602" y="576297"/>
                </a:cubicBezTo>
                <a:cubicBezTo>
                  <a:pt x="2071686" y="577240"/>
                  <a:pt x="2063855" y="579284"/>
                  <a:pt x="2058703" y="583214"/>
                </a:cubicBezTo>
                <a:cubicBezTo>
                  <a:pt x="2056024" y="582114"/>
                  <a:pt x="2054581" y="578183"/>
                  <a:pt x="2052109" y="576297"/>
                </a:cubicBezTo>
                <a:cubicBezTo>
                  <a:pt x="2049429" y="577240"/>
                  <a:pt x="2050665" y="583214"/>
                  <a:pt x="2048193" y="582114"/>
                </a:cubicBezTo>
                <a:cubicBezTo>
                  <a:pt x="2046956" y="571267"/>
                  <a:pt x="2040361" y="589187"/>
                  <a:pt x="2041598" y="577240"/>
                </a:cubicBezTo>
                <a:cubicBezTo>
                  <a:pt x="2039125" y="583214"/>
                  <a:pt x="2035209" y="585100"/>
                  <a:pt x="2033766" y="588087"/>
                </a:cubicBezTo>
                <a:cubicBezTo>
                  <a:pt x="2031294" y="589187"/>
                  <a:pt x="2029851" y="586200"/>
                  <a:pt x="2029851" y="583214"/>
                </a:cubicBezTo>
                <a:cubicBezTo>
                  <a:pt x="2031294" y="594060"/>
                  <a:pt x="2010479" y="585100"/>
                  <a:pt x="2009037" y="591074"/>
                </a:cubicBezTo>
                <a:cubicBezTo>
                  <a:pt x="2005121" y="588087"/>
                  <a:pt x="1998732" y="590130"/>
                  <a:pt x="1990901" y="591074"/>
                </a:cubicBezTo>
                <a:cubicBezTo>
                  <a:pt x="1990901" y="602077"/>
                  <a:pt x="2005121" y="598147"/>
                  <a:pt x="2007800" y="594060"/>
                </a:cubicBezTo>
                <a:cubicBezTo>
                  <a:pt x="2012951" y="602077"/>
                  <a:pt x="2023462" y="599090"/>
                  <a:pt x="2027378" y="599090"/>
                </a:cubicBezTo>
                <a:cubicBezTo>
                  <a:pt x="2028615" y="604120"/>
                  <a:pt x="2024699" y="601134"/>
                  <a:pt x="2024699" y="606006"/>
                </a:cubicBezTo>
                <a:cubicBezTo>
                  <a:pt x="2024699" y="607107"/>
                  <a:pt x="2024699" y="608993"/>
                  <a:pt x="2024699" y="611036"/>
                </a:cubicBezTo>
                <a:cubicBezTo>
                  <a:pt x="2029851" y="609936"/>
                  <a:pt x="2036446" y="611036"/>
                  <a:pt x="2037682" y="605063"/>
                </a:cubicBezTo>
                <a:cubicBezTo>
                  <a:pt x="2048193" y="608050"/>
                  <a:pt x="2056024" y="603020"/>
                  <a:pt x="2066328" y="614966"/>
                </a:cubicBezTo>
                <a:cubicBezTo>
                  <a:pt x="2069007" y="612922"/>
                  <a:pt x="2071686" y="608993"/>
                  <a:pt x="2075602" y="609936"/>
                </a:cubicBezTo>
                <a:cubicBezTo>
                  <a:pt x="2078075" y="611980"/>
                  <a:pt x="2074160" y="612922"/>
                  <a:pt x="2071686" y="612922"/>
                </a:cubicBezTo>
                <a:cubicBezTo>
                  <a:pt x="2075602" y="615909"/>
                  <a:pt x="2079518" y="617953"/>
                  <a:pt x="2084670" y="614023"/>
                </a:cubicBezTo>
                <a:cubicBezTo>
                  <a:pt x="2084670" y="609936"/>
                  <a:pt x="2081991" y="614023"/>
                  <a:pt x="2079518" y="612922"/>
                </a:cubicBezTo>
                <a:cubicBezTo>
                  <a:pt x="2080754" y="603020"/>
                  <a:pt x="2085907" y="611036"/>
                  <a:pt x="2089822" y="608050"/>
                </a:cubicBezTo>
                <a:cubicBezTo>
                  <a:pt x="2088585" y="611036"/>
                  <a:pt x="2088585" y="611980"/>
                  <a:pt x="2087143" y="611980"/>
                </a:cubicBezTo>
                <a:cubicBezTo>
                  <a:pt x="2092501" y="617010"/>
                  <a:pt x="2097653" y="618896"/>
                  <a:pt x="2102805" y="614966"/>
                </a:cubicBezTo>
                <a:cubicBezTo>
                  <a:pt x="2102805" y="609936"/>
                  <a:pt x="2100332" y="614023"/>
                  <a:pt x="2100332" y="608993"/>
                </a:cubicBezTo>
                <a:cubicBezTo>
                  <a:pt x="2101569" y="609936"/>
                  <a:pt x="2105484" y="615909"/>
                  <a:pt x="2104248" y="608050"/>
                </a:cubicBezTo>
                <a:cubicBezTo>
                  <a:pt x="2108164" y="612922"/>
                  <a:pt x="2112079" y="612922"/>
                  <a:pt x="2113316" y="607107"/>
                </a:cubicBezTo>
                <a:cubicBezTo>
                  <a:pt x="2114552" y="611036"/>
                  <a:pt x="2117232" y="611036"/>
                  <a:pt x="2119910" y="609936"/>
                </a:cubicBezTo>
                <a:cubicBezTo>
                  <a:pt x="2115995" y="614023"/>
                  <a:pt x="2112079" y="611980"/>
                  <a:pt x="2105484" y="617010"/>
                </a:cubicBezTo>
                <a:cubicBezTo>
                  <a:pt x="2109400" y="622983"/>
                  <a:pt x="2113316" y="622983"/>
                  <a:pt x="2115995" y="618896"/>
                </a:cubicBezTo>
                <a:cubicBezTo>
                  <a:pt x="2115995" y="627856"/>
                  <a:pt x="2127535" y="611980"/>
                  <a:pt x="2132894" y="627856"/>
                </a:cubicBezTo>
                <a:cubicBezTo>
                  <a:pt x="2141961" y="621882"/>
                  <a:pt x="2148350" y="632886"/>
                  <a:pt x="2158861" y="624869"/>
                </a:cubicBezTo>
                <a:cubicBezTo>
                  <a:pt x="2153708" y="632886"/>
                  <a:pt x="2165455" y="627856"/>
                  <a:pt x="2169371" y="626913"/>
                </a:cubicBezTo>
                <a:cubicBezTo>
                  <a:pt x="2167928" y="620939"/>
                  <a:pt x="2166692" y="622983"/>
                  <a:pt x="2164013" y="620939"/>
                </a:cubicBezTo>
                <a:cubicBezTo>
                  <a:pt x="2165455" y="623926"/>
                  <a:pt x="2164013" y="625812"/>
                  <a:pt x="2161540" y="625812"/>
                </a:cubicBezTo>
                <a:cubicBezTo>
                  <a:pt x="2158861" y="617953"/>
                  <a:pt x="2166692" y="615909"/>
                  <a:pt x="2170608" y="623926"/>
                </a:cubicBezTo>
                <a:cubicBezTo>
                  <a:pt x="2180911" y="620939"/>
                  <a:pt x="2187507" y="617953"/>
                  <a:pt x="2200490" y="625812"/>
                </a:cubicBezTo>
                <a:cubicBezTo>
                  <a:pt x="2201932" y="623926"/>
                  <a:pt x="2196574" y="622983"/>
                  <a:pt x="2195338" y="621882"/>
                </a:cubicBezTo>
                <a:cubicBezTo>
                  <a:pt x="2200490" y="621882"/>
                  <a:pt x="2213679" y="615909"/>
                  <a:pt x="2222747" y="615909"/>
                </a:cubicBezTo>
                <a:cubicBezTo>
                  <a:pt x="2227900" y="609936"/>
                  <a:pt x="2235731" y="612922"/>
                  <a:pt x="2246034" y="611036"/>
                </a:cubicBezTo>
                <a:cubicBezTo>
                  <a:pt x="2244798" y="609936"/>
                  <a:pt x="2244798" y="609936"/>
                  <a:pt x="2243562" y="609936"/>
                </a:cubicBezTo>
                <a:cubicBezTo>
                  <a:pt x="2263140" y="601134"/>
                  <a:pt x="2283954" y="596103"/>
                  <a:pt x="2298175" y="585100"/>
                </a:cubicBezTo>
                <a:cubicBezTo>
                  <a:pt x="2300854" y="588087"/>
                  <a:pt x="2298175" y="588087"/>
                  <a:pt x="2302090" y="591074"/>
                </a:cubicBezTo>
                <a:cubicBezTo>
                  <a:pt x="2308685" y="595160"/>
                  <a:pt x="2307448" y="587143"/>
                  <a:pt x="2303533" y="584157"/>
                </a:cubicBezTo>
                <a:cubicBezTo>
                  <a:pt x="2309921" y="587143"/>
                  <a:pt x="2315074" y="582114"/>
                  <a:pt x="2320432" y="576297"/>
                </a:cubicBezTo>
                <a:cubicBezTo>
                  <a:pt x="2325584" y="571267"/>
                  <a:pt x="2330736" y="564351"/>
                  <a:pt x="2338568" y="565294"/>
                </a:cubicBezTo>
                <a:lnTo>
                  <a:pt x="2341246" y="567337"/>
                </a:lnTo>
                <a:cubicBezTo>
                  <a:pt x="2341246" y="567337"/>
                  <a:pt x="2341246" y="561364"/>
                  <a:pt x="2345162" y="567337"/>
                </a:cubicBezTo>
                <a:cubicBezTo>
                  <a:pt x="2343719" y="558378"/>
                  <a:pt x="2352993" y="557435"/>
                  <a:pt x="2355466" y="551461"/>
                </a:cubicBezTo>
                <a:cubicBezTo>
                  <a:pt x="2358146" y="551461"/>
                  <a:pt x="2362061" y="553347"/>
                  <a:pt x="2363298" y="556334"/>
                </a:cubicBezTo>
                <a:cubicBezTo>
                  <a:pt x="2364740" y="555391"/>
                  <a:pt x="2364740" y="554448"/>
                  <a:pt x="2365977" y="553347"/>
                </a:cubicBezTo>
                <a:cubicBezTo>
                  <a:pt x="2367213" y="551461"/>
                  <a:pt x="2363298" y="551461"/>
                  <a:pt x="2359382" y="548475"/>
                </a:cubicBezTo>
                <a:cubicBezTo>
                  <a:pt x="2367213" y="547374"/>
                  <a:pt x="2377724" y="548475"/>
                  <a:pt x="2377724" y="542501"/>
                </a:cubicBezTo>
                <a:cubicBezTo>
                  <a:pt x="2381640" y="545488"/>
                  <a:pt x="2382876" y="545488"/>
                  <a:pt x="2385555" y="546431"/>
                </a:cubicBezTo>
                <a:cubicBezTo>
                  <a:pt x="2385555" y="543444"/>
                  <a:pt x="2391944" y="541401"/>
                  <a:pt x="2393386" y="539515"/>
                </a:cubicBezTo>
                <a:cubicBezTo>
                  <a:pt x="2398538" y="543444"/>
                  <a:pt x="2393386" y="543444"/>
                  <a:pt x="2397302" y="546431"/>
                </a:cubicBezTo>
                <a:cubicBezTo>
                  <a:pt x="2402454" y="540458"/>
                  <a:pt x="2423269" y="542501"/>
                  <a:pt x="2423269" y="530555"/>
                </a:cubicBezTo>
                <a:cubicBezTo>
                  <a:pt x="2433573" y="534485"/>
                  <a:pt x="2420589" y="534485"/>
                  <a:pt x="2427185" y="538414"/>
                </a:cubicBezTo>
                <a:cubicBezTo>
                  <a:pt x="2436252" y="536528"/>
                  <a:pt x="2427185" y="520652"/>
                  <a:pt x="2441404" y="521595"/>
                </a:cubicBezTo>
                <a:cubicBezTo>
                  <a:pt x="2444083" y="520652"/>
                  <a:pt x="2437489" y="518608"/>
                  <a:pt x="2437489" y="517665"/>
                </a:cubicBezTo>
                <a:cubicBezTo>
                  <a:pt x="2450678" y="517665"/>
                  <a:pt x="2453151" y="511692"/>
                  <a:pt x="2451914" y="504776"/>
                </a:cubicBezTo>
                <a:cubicBezTo>
                  <a:pt x="2477881" y="515622"/>
                  <a:pt x="2466134" y="494716"/>
                  <a:pt x="2485712" y="495816"/>
                </a:cubicBezTo>
                <a:lnTo>
                  <a:pt x="2488023" y="488804"/>
                </a:lnTo>
                <a:lnTo>
                  <a:pt x="2485535" y="487979"/>
                </a:lnTo>
                <a:cubicBezTo>
                  <a:pt x="2482600" y="487742"/>
                  <a:pt x="2479975" y="487504"/>
                  <a:pt x="2479975" y="485523"/>
                </a:cubicBezTo>
                <a:cubicBezTo>
                  <a:pt x="2469474" y="484413"/>
                  <a:pt x="2468238" y="490436"/>
                  <a:pt x="2469474" y="493446"/>
                </a:cubicBezTo>
                <a:cubicBezTo>
                  <a:pt x="2455266" y="489484"/>
                  <a:pt x="2468238" y="475381"/>
                  <a:pt x="2478740" y="471420"/>
                </a:cubicBezTo>
                <a:cubicBezTo>
                  <a:pt x="2482446" y="472371"/>
                  <a:pt x="2486359" y="474431"/>
                  <a:pt x="2487800" y="472371"/>
                </a:cubicBezTo>
                <a:cubicBezTo>
                  <a:pt x="2496860" y="477441"/>
                  <a:pt x="2487800" y="478392"/>
                  <a:pt x="2489036" y="480453"/>
                </a:cubicBezTo>
                <a:cubicBezTo>
                  <a:pt x="2482446" y="481403"/>
                  <a:pt x="2479975" y="477441"/>
                  <a:pt x="2485123" y="476491"/>
                </a:cubicBezTo>
                <a:cubicBezTo>
                  <a:pt x="2482446" y="475381"/>
                  <a:pt x="2481211" y="477441"/>
                  <a:pt x="2476063" y="475381"/>
                </a:cubicBezTo>
                <a:cubicBezTo>
                  <a:pt x="2473386" y="478392"/>
                  <a:pt x="2478740" y="480453"/>
                  <a:pt x="2478740" y="482512"/>
                </a:cubicBezTo>
                <a:cubicBezTo>
                  <a:pt x="2482549" y="481007"/>
                  <a:pt x="2485792" y="481997"/>
                  <a:pt x="2488237" y="483859"/>
                </a:cubicBezTo>
                <a:lnTo>
                  <a:pt x="2490390" y="486866"/>
                </a:lnTo>
                <a:lnTo>
                  <a:pt x="2498696" y="482926"/>
                </a:lnTo>
                <a:cubicBezTo>
                  <a:pt x="2498696" y="480883"/>
                  <a:pt x="2496223" y="479939"/>
                  <a:pt x="2494986" y="477896"/>
                </a:cubicBezTo>
                <a:cubicBezTo>
                  <a:pt x="2496223" y="474909"/>
                  <a:pt x="2496223" y="477896"/>
                  <a:pt x="2501375" y="478839"/>
                </a:cubicBezTo>
                <a:cubicBezTo>
                  <a:pt x="2502612" y="477896"/>
                  <a:pt x="2497460" y="475852"/>
                  <a:pt x="2498696" y="473966"/>
                </a:cubicBezTo>
                <a:cubicBezTo>
                  <a:pt x="2496223" y="472866"/>
                  <a:pt x="2496223" y="474909"/>
                  <a:pt x="2496223" y="474909"/>
                </a:cubicBezTo>
                <a:cubicBezTo>
                  <a:pt x="2494883" y="471923"/>
                  <a:pt x="2496171" y="469447"/>
                  <a:pt x="2498129" y="467089"/>
                </a:cubicBezTo>
                <a:lnTo>
                  <a:pt x="2500934" y="463722"/>
                </a:lnTo>
                <a:lnTo>
                  <a:pt x="2491987" y="463088"/>
                </a:lnTo>
                <a:cubicBezTo>
                  <a:pt x="2487275" y="462712"/>
                  <a:pt x="2483690" y="461960"/>
                  <a:pt x="2485636" y="459901"/>
                </a:cubicBezTo>
                <a:cubicBezTo>
                  <a:pt x="2477849" y="459901"/>
                  <a:pt x="2480514" y="467975"/>
                  <a:pt x="2480514" y="469875"/>
                </a:cubicBezTo>
                <a:cubicBezTo>
                  <a:pt x="2466170" y="464968"/>
                  <a:pt x="2479284" y="461010"/>
                  <a:pt x="2482972" y="456894"/>
                </a:cubicBezTo>
                <a:cubicBezTo>
                  <a:pt x="2486866" y="458002"/>
                  <a:pt x="2488300" y="458952"/>
                  <a:pt x="2488300" y="459901"/>
                </a:cubicBezTo>
                <a:cubicBezTo>
                  <a:pt x="2493422" y="459901"/>
                  <a:pt x="2496086" y="458952"/>
                  <a:pt x="2497315" y="455944"/>
                </a:cubicBezTo>
                <a:cubicBezTo>
                  <a:pt x="2486866" y="451986"/>
                  <a:pt x="2493422" y="459901"/>
                  <a:pt x="2484406" y="455944"/>
                </a:cubicBezTo>
                <a:cubicBezTo>
                  <a:pt x="2488300" y="452936"/>
                  <a:pt x="2492193" y="449928"/>
                  <a:pt x="2502438" y="451986"/>
                </a:cubicBezTo>
                <a:cubicBezTo>
                  <a:pt x="2506433" y="454954"/>
                  <a:pt x="2497981" y="457389"/>
                  <a:pt x="2499470" y="460557"/>
                </a:cubicBezTo>
                <a:lnTo>
                  <a:pt x="2502182" y="462224"/>
                </a:lnTo>
                <a:lnTo>
                  <a:pt x="2504054" y="459976"/>
                </a:lnTo>
                <a:lnTo>
                  <a:pt x="2504606" y="463713"/>
                </a:lnTo>
                <a:lnTo>
                  <a:pt x="2505101" y="464018"/>
                </a:lnTo>
                <a:lnTo>
                  <a:pt x="2504646" y="463985"/>
                </a:lnTo>
                <a:lnTo>
                  <a:pt x="2505162" y="467482"/>
                </a:lnTo>
                <a:cubicBezTo>
                  <a:pt x="2504003" y="469958"/>
                  <a:pt x="2501375" y="471923"/>
                  <a:pt x="2497460" y="471923"/>
                </a:cubicBezTo>
                <a:cubicBezTo>
                  <a:pt x="2497460" y="472866"/>
                  <a:pt x="2501375" y="473966"/>
                  <a:pt x="2501375" y="474909"/>
                </a:cubicBezTo>
                <a:cubicBezTo>
                  <a:pt x="2509206" y="476953"/>
                  <a:pt x="2514359" y="473966"/>
                  <a:pt x="2507970" y="469879"/>
                </a:cubicBezTo>
                <a:cubicBezTo>
                  <a:pt x="2511886" y="467993"/>
                  <a:pt x="2518273" y="467993"/>
                  <a:pt x="2522190" y="466892"/>
                </a:cubicBezTo>
                <a:cubicBezTo>
                  <a:pt x="2524869" y="464063"/>
                  <a:pt x="2511886" y="462020"/>
                  <a:pt x="2513122" y="459976"/>
                </a:cubicBezTo>
                <a:cubicBezTo>
                  <a:pt x="2536616" y="465006"/>
                  <a:pt x="2522190" y="448187"/>
                  <a:pt x="2539088" y="450073"/>
                </a:cubicBezTo>
                <a:cubicBezTo>
                  <a:pt x="2537852" y="444100"/>
                  <a:pt x="2544447" y="437184"/>
                  <a:pt x="2550835" y="431210"/>
                </a:cubicBezTo>
                <a:cubicBezTo>
                  <a:pt x="2555988" y="435140"/>
                  <a:pt x="2559903" y="435140"/>
                  <a:pt x="2562582" y="432154"/>
                </a:cubicBezTo>
                <a:cubicBezTo>
                  <a:pt x="2562582" y="438127"/>
                  <a:pt x="2550835" y="434197"/>
                  <a:pt x="2558667" y="441114"/>
                </a:cubicBezTo>
                <a:cubicBezTo>
                  <a:pt x="2563819" y="441114"/>
                  <a:pt x="2569177" y="442214"/>
                  <a:pt x="2569177" y="439227"/>
                </a:cubicBezTo>
                <a:cubicBezTo>
                  <a:pt x="2562582" y="441114"/>
                  <a:pt x="2563819" y="438127"/>
                  <a:pt x="2566498" y="435140"/>
                </a:cubicBezTo>
                <a:cubicBezTo>
                  <a:pt x="2567735" y="436241"/>
                  <a:pt x="2571650" y="438127"/>
                  <a:pt x="2575566" y="439227"/>
                </a:cubicBezTo>
                <a:cubicBezTo>
                  <a:pt x="2571650" y="445201"/>
                  <a:pt x="2566498" y="456990"/>
                  <a:pt x="2575566" y="465950"/>
                </a:cubicBezTo>
                <a:cubicBezTo>
                  <a:pt x="2578245" y="462963"/>
                  <a:pt x="2580718" y="459033"/>
                  <a:pt x="2582160" y="456990"/>
                </a:cubicBezTo>
                <a:cubicBezTo>
                  <a:pt x="2578245" y="456046"/>
                  <a:pt x="2575566" y="456046"/>
                  <a:pt x="2574329" y="458090"/>
                </a:cubicBezTo>
                <a:cubicBezTo>
                  <a:pt x="2570413" y="456990"/>
                  <a:pt x="2575566" y="455104"/>
                  <a:pt x="2574329" y="454003"/>
                </a:cubicBezTo>
                <a:cubicBezTo>
                  <a:pt x="2579482" y="458090"/>
                  <a:pt x="2580718" y="454003"/>
                  <a:pt x="2587313" y="455104"/>
                </a:cubicBezTo>
                <a:cubicBezTo>
                  <a:pt x="2587313" y="455104"/>
                  <a:pt x="2587313" y="455104"/>
                  <a:pt x="2586076" y="459976"/>
                </a:cubicBezTo>
                <a:lnTo>
                  <a:pt x="2590682" y="460121"/>
                </a:lnTo>
                <a:lnTo>
                  <a:pt x="2594671" y="452793"/>
                </a:lnTo>
                <a:cubicBezTo>
                  <a:pt x="2595640" y="449700"/>
                  <a:pt x="2595640" y="446982"/>
                  <a:pt x="2594313" y="445012"/>
                </a:cubicBezTo>
                <a:cubicBezTo>
                  <a:pt x="2602065" y="442965"/>
                  <a:pt x="2602065" y="440916"/>
                  <a:pt x="2608593" y="440916"/>
                </a:cubicBezTo>
                <a:cubicBezTo>
                  <a:pt x="2600840" y="442019"/>
                  <a:pt x="2612265" y="451945"/>
                  <a:pt x="2598189" y="450843"/>
                </a:cubicBezTo>
                <a:lnTo>
                  <a:pt x="2598129" y="452245"/>
                </a:lnTo>
                <a:lnTo>
                  <a:pt x="2600577" y="453271"/>
                </a:lnTo>
                <a:cubicBezTo>
                  <a:pt x="2600638" y="453601"/>
                  <a:pt x="2600026" y="453905"/>
                  <a:pt x="2599292" y="454278"/>
                </a:cubicBezTo>
                <a:lnTo>
                  <a:pt x="2597886" y="457928"/>
                </a:lnTo>
                <a:lnTo>
                  <a:pt x="2597879" y="458091"/>
                </a:lnTo>
                <a:lnTo>
                  <a:pt x="2604383" y="458217"/>
                </a:lnTo>
                <a:cubicBezTo>
                  <a:pt x="2608256" y="457245"/>
                  <a:pt x="2605551" y="453531"/>
                  <a:pt x="2609570" y="452117"/>
                </a:cubicBezTo>
                <a:cubicBezTo>
                  <a:pt x="2621111" y="456990"/>
                  <a:pt x="2610807" y="462020"/>
                  <a:pt x="2610807" y="465950"/>
                </a:cubicBezTo>
                <a:cubicBezTo>
                  <a:pt x="2610807" y="468936"/>
                  <a:pt x="2617196" y="469879"/>
                  <a:pt x="2609570" y="471923"/>
                </a:cubicBezTo>
                <a:cubicBezTo>
                  <a:pt x="2613280" y="473966"/>
                  <a:pt x="2615959" y="479939"/>
                  <a:pt x="2615959" y="484812"/>
                </a:cubicBezTo>
                <a:cubicBezTo>
                  <a:pt x="2613280" y="483869"/>
                  <a:pt x="2613280" y="482926"/>
                  <a:pt x="2610807" y="481826"/>
                </a:cubicBezTo>
                <a:cubicBezTo>
                  <a:pt x="2608849" y="484341"/>
                  <a:pt x="2610137" y="486856"/>
                  <a:pt x="2613047" y="489234"/>
                </a:cubicBezTo>
                <a:lnTo>
                  <a:pt x="2618163" y="492044"/>
                </a:lnTo>
                <a:lnTo>
                  <a:pt x="2619634" y="489484"/>
                </a:lnTo>
                <a:cubicBezTo>
                  <a:pt x="2622074" y="487108"/>
                  <a:pt x="2626332" y="484374"/>
                  <a:pt x="2627683" y="483899"/>
                </a:cubicBezTo>
                <a:cubicBezTo>
                  <a:pt x="2639521" y="488970"/>
                  <a:pt x="2618544" y="489920"/>
                  <a:pt x="2622490" y="492931"/>
                </a:cubicBezTo>
                <a:lnTo>
                  <a:pt x="2619142" y="492582"/>
                </a:lnTo>
                <a:lnTo>
                  <a:pt x="2625027" y="495816"/>
                </a:lnTo>
                <a:cubicBezTo>
                  <a:pt x="2628942" y="495816"/>
                  <a:pt x="2623790" y="492829"/>
                  <a:pt x="2628942" y="491886"/>
                </a:cubicBezTo>
                <a:cubicBezTo>
                  <a:pt x="2627706" y="498803"/>
                  <a:pt x="2635537" y="495816"/>
                  <a:pt x="2642132" y="502732"/>
                </a:cubicBezTo>
                <a:cubicBezTo>
                  <a:pt x="2639452" y="508705"/>
                  <a:pt x="2631621" y="515622"/>
                  <a:pt x="2643368" y="517665"/>
                </a:cubicBezTo>
                <a:cubicBezTo>
                  <a:pt x="2642132" y="526625"/>
                  <a:pt x="2634301" y="530555"/>
                  <a:pt x="2642132" y="537471"/>
                </a:cubicBezTo>
                <a:cubicBezTo>
                  <a:pt x="2626469" y="539515"/>
                  <a:pt x="2634301" y="550361"/>
                  <a:pt x="2635537" y="557435"/>
                </a:cubicBezTo>
                <a:lnTo>
                  <a:pt x="2638314" y="556133"/>
                </a:lnTo>
                <a:lnTo>
                  <a:pt x="2637923" y="555443"/>
                </a:lnTo>
                <a:cubicBezTo>
                  <a:pt x="2638192" y="553814"/>
                  <a:pt x="2639586" y="552371"/>
                  <a:pt x="2642097" y="552005"/>
                </a:cubicBezTo>
                <a:lnTo>
                  <a:pt x="2644524" y="552365"/>
                </a:lnTo>
                <a:lnTo>
                  <a:pt x="2647283" y="547374"/>
                </a:lnTo>
                <a:cubicBezTo>
                  <a:pt x="2653672" y="549418"/>
                  <a:pt x="2653672" y="555391"/>
                  <a:pt x="2649757" y="555391"/>
                </a:cubicBezTo>
                <a:cubicBezTo>
                  <a:pt x="2649757" y="557435"/>
                  <a:pt x="2653672" y="559321"/>
                  <a:pt x="2657588" y="561364"/>
                </a:cubicBezTo>
                <a:cubicBezTo>
                  <a:pt x="2666862" y="558378"/>
                  <a:pt x="2657588" y="548475"/>
                  <a:pt x="2669334" y="548475"/>
                </a:cubicBezTo>
                <a:cubicBezTo>
                  <a:pt x="2669334" y="553347"/>
                  <a:pt x="2669334" y="565294"/>
                  <a:pt x="2664183" y="573311"/>
                </a:cubicBezTo>
                <a:cubicBezTo>
                  <a:pt x="2662946" y="577240"/>
                  <a:pt x="2647283" y="585100"/>
                  <a:pt x="2659030" y="585100"/>
                </a:cubicBezTo>
                <a:cubicBezTo>
                  <a:pt x="2661503" y="590130"/>
                  <a:pt x="2639452" y="593117"/>
                  <a:pt x="2657588" y="601134"/>
                </a:cubicBezTo>
                <a:cubicBezTo>
                  <a:pt x="2646047" y="618896"/>
                  <a:pt x="2638216" y="634930"/>
                  <a:pt x="2623790" y="655678"/>
                </a:cubicBezTo>
                <a:cubicBezTo>
                  <a:pt x="2627706" y="657722"/>
                  <a:pt x="2627706" y="652692"/>
                  <a:pt x="2630385" y="651749"/>
                </a:cubicBezTo>
                <a:cubicBezTo>
                  <a:pt x="2632858" y="656622"/>
                  <a:pt x="2632858" y="650806"/>
                  <a:pt x="2638216" y="654736"/>
                </a:cubicBezTo>
                <a:cubicBezTo>
                  <a:pt x="2632858" y="655678"/>
                  <a:pt x="2628942" y="657722"/>
                  <a:pt x="2622554" y="657722"/>
                </a:cubicBezTo>
                <a:cubicBezTo>
                  <a:pt x="2623790" y="669669"/>
                  <a:pt x="2597823" y="673598"/>
                  <a:pt x="2606891" y="686488"/>
                </a:cubicBezTo>
                <a:cubicBezTo>
                  <a:pt x="2600296" y="688531"/>
                  <a:pt x="2597823" y="689474"/>
                  <a:pt x="2604212" y="693405"/>
                </a:cubicBezTo>
                <a:cubicBezTo>
                  <a:pt x="2592465" y="695448"/>
                  <a:pt x="2597823" y="706294"/>
                  <a:pt x="2588756" y="709280"/>
                </a:cubicBezTo>
                <a:cubicBezTo>
                  <a:pt x="2604212" y="719341"/>
                  <a:pt x="2606891" y="701421"/>
                  <a:pt x="2617196" y="699378"/>
                </a:cubicBezTo>
                <a:cubicBezTo>
                  <a:pt x="2615340" y="707630"/>
                  <a:pt x="2603864" y="714115"/>
                  <a:pt x="2597112" y="722278"/>
                </a:cubicBezTo>
                <a:lnTo>
                  <a:pt x="2594343" y="727552"/>
                </a:lnTo>
                <a:lnTo>
                  <a:pt x="2596943" y="729629"/>
                </a:lnTo>
                <a:cubicBezTo>
                  <a:pt x="2598017" y="733395"/>
                  <a:pt x="2589662" y="736783"/>
                  <a:pt x="2585757" y="736783"/>
                </a:cubicBezTo>
                <a:lnTo>
                  <a:pt x="2586974" y="733777"/>
                </a:lnTo>
                <a:lnTo>
                  <a:pt x="2574329" y="739874"/>
                </a:lnTo>
                <a:cubicBezTo>
                  <a:pt x="2568147" y="743627"/>
                  <a:pt x="2562582" y="747635"/>
                  <a:pt x="2559903" y="750150"/>
                </a:cubicBezTo>
                <a:cubicBezTo>
                  <a:pt x="2565262" y="754080"/>
                  <a:pt x="2570413" y="754080"/>
                  <a:pt x="2575566" y="750150"/>
                </a:cubicBezTo>
                <a:cubicBezTo>
                  <a:pt x="2578245" y="752980"/>
                  <a:pt x="2570413" y="754080"/>
                  <a:pt x="2570413" y="755966"/>
                </a:cubicBezTo>
                <a:lnTo>
                  <a:pt x="2566783" y="755046"/>
                </a:lnTo>
                <a:lnTo>
                  <a:pt x="2560221" y="761846"/>
                </a:lnTo>
                <a:cubicBezTo>
                  <a:pt x="2558787" y="764221"/>
                  <a:pt x="2557199" y="766477"/>
                  <a:pt x="2552692" y="767980"/>
                </a:cubicBezTo>
                <a:lnTo>
                  <a:pt x="2549861" y="763301"/>
                </a:lnTo>
                <a:lnTo>
                  <a:pt x="2545632" y="765594"/>
                </a:lnTo>
                <a:cubicBezTo>
                  <a:pt x="2540120" y="767952"/>
                  <a:pt x="2533937" y="770428"/>
                  <a:pt x="2531257" y="776872"/>
                </a:cubicBezTo>
                <a:cubicBezTo>
                  <a:pt x="2531257" y="776872"/>
                  <a:pt x="2531257" y="776872"/>
                  <a:pt x="2528784" y="773886"/>
                </a:cubicBezTo>
                <a:cubicBezTo>
                  <a:pt x="2513122" y="782846"/>
                  <a:pt x="2497460" y="788819"/>
                  <a:pt x="2481797" y="794792"/>
                </a:cubicBezTo>
                <a:cubicBezTo>
                  <a:pt x="2467577" y="801709"/>
                  <a:pt x="2451914" y="806739"/>
                  <a:pt x="2436252" y="812555"/>
                </a:cubicBezTo>
                <a:cubicBezTo>
                  <a:pt x="2416674" y="821515"/>
                  <a:pt x="2390707" y="836448"/>
                  <a:pt x="2363298" y="838491"/>
                </a:cubicBezTo>
                <a:cubicBezTo>
                  <a:pt x="2360825" y="843365"/>
                  <a:pt x="2369892" y="845407"/>
                  <a:pt x="2372366" y="844464"/>
                </a:cubicBezTo>
                <a:cubicBezTo>
                  <a:pt x="2368450" y="847451"/>
                  <a:pt x="2356909" y="852324"/>
                  <a:pt x="2350315" y="853424"/>
                </a:cubicBezTo>
                <a:cubicBezTo>
                  <a:pt x="2346399" y="847451"/>
                  <a:pt x="2354230" y="853424"/>
                  <a:pt x="2352993" y="849338"/>
                </a:cubicBezTo>
                <a:cubicBezTo>
                  <a:pt x="2351551" y="845407"/>
                  <a:pt x="2347635" y="850438"/>
                  <a:pt x="2345162" y="850438"/>
                </a:cubicBezTo>
                <a:cubicBezTo>
                  <a:pt x="2342483" y="851381"/>
                  <a:pt x="2346399" y="852324"/>
                  <a:pt x="2346399" y="854367"/>
                </a:cubicBezTo>
                <a:cubicBezTo>
                  <a:pt x="2315074" y="864271"/>
                  <a:pt x="2290343" y="867257"/>
                  <a:pt x="2260461" y="877160"/>
                </a:cubicBezTo>
                <a:cubicBezTo>
                  <a:pt x="2269529" y="888163"/>
                  <a:pt x="2290343" y="865371"/>
                  <a:pt x="2296938" y="878260"/>
                </a:cubicBezTo>
                <a:cubicBezTo>
                  <a:pt x="2286428" y="874173"/>
                  <a:pt x="2283954" y="884076"/>
                  <a:pt x="2276123" y="883133"/>
                </a:cubicBezTo>
                <a:cubicBezTo>
                  <a:pt x="2281276" y="891150"/>
                  <a:pt x="2290343" y="881247"/>
                  <a:pt x="2291786" y="879204"/>
                </a:cubicBezTo>
                <a:cubicBezTo>
                  <a:pt x="2291786" y="879204"/>
                  <a:pt x="2291786" y="879204"/>
                  <a:pt x="2294259" y="884076"/>
                </a:cubicBezTo>
                <a:cubicBezTo>
                  <a:pt x="2294259" y="879204"/>
                  <a:pt x="2296938" y="880146"/>
                  <a:pt x="2302090" y="880146"/>
                </a:cubicBezTo>
                <a:cubicBezTo>
                  <a:pt x="2299617" y="877160"/>
                  <a:pt x="2300854" y="877160"/>
                  <a:pt x="2300854" y="870244"/>
                </a:cubicBezTo>
                <a:cubicBezTo>
                  <a:pt x="2307448" y="873230"/>
                  <a:pt x="2312601" y="866314"/>
                  <a:pt x="2315074" y="873230"/>
                </a:cubicBezTo>
                <a:cubicBezTo>
                  <a:pt x="2322904" y="874173"/>
                  <a:pt x="2317753" y="867257"/>
                  <a:pt x="2324348" y="867257"/>
                </a:cubicBezTo>
                <a:cubicBezTo>
                  <a:pt x="2328263" y="871187"/>
                  <a:pt x="2322904" y="871187"/>
                  <a:pt x="2324348" y="874173"/>
                </a:cubicBezTo>
                <a:cubicBezTo>
                  <a:pt x="2329500" y="874173"/>
                  <a:pt x="2326821" y="871187"/>
                  <a:pt x="2330736" y="870244"/>
                </a:cubicBezTo>
                <a:cubicBezTo>
                  <a:pt x="2329500" y="868200"/>
                  <a:pt x="2325584" y="870244"/>
                  <a:pt x="2325584" y="865371"/>
                </a:cubicBezTo>
                <a:cubicBezTo>
                  <a:pt x="2331972" y="864271"/>
                  <a:pt x="2342483" y="865371"/>
                  <a:pt x="2347635" y="859398"/>
                </a:cubicBezTo>
                <a:cubicBezTo>
                  <a:pt x="2347635" y="863327"/>
                  <a:pt x="2349078" y="861284"/>
                  <a:pt x="2351551" y="866314"/>
                </a:cubicBezTo>
                <a:cubicBezTo>
                  <a:pt x="2354230" y="866314"/>
                  <a:pt x="2354230" y="865057"/>
                  <a:pt x="2354230" y="863681"/>
                </a:cubicBezTo>
                <a:lnTo>
                  <a:pt x="2354577" y="863249"/>
                </a:lnTo>
                <a:lnTo>
                  <a:pt x="2384344" y="856509"/>
                </a:lnTo>
                <a:cubicBezTo>
                  <a:pt x="2393644" y="853660"/>
                  <a:pt x="2402454" y="850438"/>
                  <a:pt x="2411522" y="847451"/>
                </a:cubicBezTo>
                <a:cubicBezTo>
                  <a:pt x="2429657" y="841478"/>
                  <a:pt x="2445319" y="833461"/>
                  <a:pt x="2463661" y="827488"/>
                </a:cubicBezTo>
                <a:cubicBezTo>
                  <a:pt x="2466134" y="825602"/>
                  <a:pt x="2460982" y="826545"/>
                  <a:pt x="2462218" y="822615"/>
                </a:cubicBezTo>
                <a:cubicBezTo>
                  <a:pt x="2468814" y="819629"/>
                  <a:pt x="2472729" y="812555"/>
                  <a:pt x="2480561" y="819629"/>
                </a:cubicBezTo>
                <a:cubicBezTo>
                  <a:pt x="2485712" y="814598"/>
                  <a:pt x="2494986" y="815542"/>
                  <a:pt x="2493544" y="806739"/>
                </a:cubicBezTo>
                <a:cubicBezTo>
                  <a:pt x="2500139" y="810669"/>
                  <a:pt x="2500139" y="801709"/>
                  <a:pt x="2505291" y="806739"/>
                </a:cubicBezTo>
                <a:cubicBezTo>
                  <a:pt x="2507970" y="804696"/>
                  <a:pt x="2505291" y="801709"/>
                  <a:pt x="2504054" y="798722"/>
                </a:cubicBezTo>
                <a:cubicBezTo>
                  <a:pt x="2509206" y="798722"/>
                  <a:pt x="2530021" y="796678"/>
                  <a:pt x="2524869" y="789763"/>
                </a:cubicBezTo>
                <a:cubicBezTo>
                  <a:pt x="2537852" y="792749"/>
                  <a:pt x="2540531" y="781903"/>
                  <a:pt x="2548362" y="785832"/>
                </a:cubicBezTo>
                <a:cubicBezTo>
                  <a:pt x="2549598" y="782846"/>
                  <a:pt x="2553515" y="780803"/>
                  <a:pt x="2546920" y="775929"/>
                </a:cubicBezTo>
                <a:cubicBezTo>
                  <a:pt x="2548362" y="775929"/>
                  <a:pt x="2549598" y="777816"/>
                  <a:pt x="2552278" y="779859"/>
                </a:cubicBezTo>
                <a:cubicBezTo>
                  <a:pt x="2559903" y="769956"/>
                  <a:pt x="2573093" y="761940"/>
                  <a:pt x="2586076" y="755023"/>
                </a:cubicBezTo>
                <a:cubicBezTo>
                  <a:pt x="2593907" y="751093"/>
                  <a:pt x="2600296" y="747163"/>
                  <a:pt x="2606891" y="743076"/>
                </a:cubicBezTo>
                <a:lnTo>
                  <a:pt x="2607985" y="741927"/>
                </a:lnTo>
                <a:lnTo>
                  <a:pt x="2607006" y="741022"/>
                </a:lnTo>
                <a:cubicBezTo>
                  <a:pt x="2604608" y="739683"/>
                  <a:pt x="2603331" y="738229"/>
                  <a:pt x="2607823" y="734862"/>
                </a:cubicBezTo>
                <a:lnTo>
                  <a:pt x="2611759" y="737965"/>
                </a:lnTo>
                <a:lnTo>
                  <a:pt x="2621111" y="728143"/>
                </a:lnTo>
                <a:cubicBezTo>
                  <a:pt x="2626469" y="735217"/>
                  <a:pt x="2626469" y="724214"/>
                  <a:pt x="2631621" y="728143"/>
                </a:cubicBezTo>
                <a:cubicBezTo>
                  <a:pt x="2661503" y="692461"/>
                  <a:pt x="2696745" y="662595"/>
                  <a:pt x="2724154" y="628799"/>
                </a:cubicBezTo>
                <a:cubicBezTo>
                  <a:pt x="2710964" y="651749"/>
                  <a:pt x="2692829" y="675642"/>
                  <a:pt x="2670572" y="697334"/>
                </a:cubicBezTo>
                <a:cubicBezTo>
                  <a:pt x="2660164" y="707787"/>
                  <a:pt x="2648469" y="717729"/>
                  <a:pt x="2636439" y="726689"/>
                </a:cubicBezTo>
                <a:lnTo>
                  <a:pt x="2613505" y="741576"/>
                </a:lnTo>
                <a:lnTo>
                  <a:pt x="2612929" y="746494"/>
                </a:lnTo>
                <a:lnTo>
                  <a:pt x="2610040" y="743826"/>
                </a:lnTo>
                <a:lnTo>
                  <a:pt x="2604698" y="747293"/>
                </a:lnTo>
                <a:lnTo>
                  <a:pt x="2605189" y="751339"/>
                </a:lnTo>
                <a:cubicBezTo>
                  <a:pt x="2605817" y="753291"/>
                  <a:pt x="2606566" y="754844"/>
                  <a:pt x="2606734" y="755715"/>
                </a:cubicBezTo>
                <a:lnTo>
                  <a:pt x="2605025" y="755974"/>
                </a:lnTo>
                <a:lnTo>
                  <a:pt x="2606891" y="758953"/>
                </a:lnTo>
                <a:cubicBezTo>
                  <a:pt x="2600296" y="757067"/>
                  <a:pt x="2595144" y="758953"/>
                  <a:pt x="2593907" y="761940"/>
                </a:cubicBezTo>
                <a:cubicBezTo>
                  <a:pt x="2588756" y="758953"/>
                  <a:pt x="2583397" y="763040"/>
                  <a:pt x="2579482" y="767913"/>
                </a:cubicBezTo>
                <a:cubicBezTo>
                  <a:pt x="2580718" y="769956"/>
                  <a:pt x="2583397" y="771842"/>
                  <a:pt x="2584634" y="770899"/>
                </a:cubicBezTo>
                <a:cubicBezTo>
                  <a:pt x="2579482" y="770899"/>
                  <a:pt x="2574329" y="772943"/>
                  <a:pt x="2571650" y="776872"/>
                </a:cubicBezTo>
                <a:cubicBezTo>
                  <a:pt x="2567735" y="779859"/>
                  <a:pt x="2565262" y="783789"/>
                  <a:pt x="2563819" y="788819"/>
                </a:cubicBezTo>
                <a:cubicBezTo>
                  <a:pt x="2563819" y="788819"/>
                  <a:pt x="2563819" y="788819"/>
                  <a:pt x="2559903" y="784889"/>
                </a:cubicBezTo>
                <a:cubicBezTo>
                  <a:pt x="2553515" y="793849"/>
                  <a:pt x="2540531" y="802651"/>
                  <a:pt x="2524869" y="802651"/>
                </a:cubicBezTo>
                <a:cubicBezTo>
                  <a:pt x="2531257" y="808625"/>
                  <a:pt x="2531257" y="804696"/>
                  <a:pt x="2536616" y="810669"/>
                </a:cubicBezTo>
                <a:cubicBezTo>
                  <a:pt x="2531257" y="809725"/>
                  <a:pt x="2527342" y="806739"/>
                  <a:pt x="2522190" y="805638"/>
                </a:cubicBezTo>
                <a:cubicBezTo>
                  <a:pt x="2511886" y="811611"/>
                  <a:pt x="2501375" y="818528"/>
                  <a:pt x="2491071" y="824501"/>
                </a:cubicBezTo>
                <a:cubicBezTo>
                  <a:pt x="2480561" y="829531"/>
                  <a:pt x="2467577" y="833461"/>
                  <a:pt x="2451914" y="835504"/>
                </a:cubicBezTo>
                <a:cubicBezTo>
                  <a:pt x="2453151" y="838491"/>
                  <a:pt x="2455830" y="837548"/>
                  <a:pt x="2458510" y="836448"/>
                </a:cubicBezTo>
                <a:cubicBezTo>
                  <a:pt x="2444083" y="841478"/>
                  <a:pt x="2429657" y="847451"/>
                  <a:pt x="2414201" y="853424"/>
                </a:cubicBezTo>
                <a:cubicBezTo>
                  <a:pt x="2399775" y="860341"/>
                  <a:pt x="2385555" y="868200"/>
                  <a:pt x="2368450" y="874173"/>
                </a:cubicBezTo>
                <a:cubicBezTo>
                  <a:pt x="2352993" y="880146"/>
                  <a:pt x="2337331" y="888163"/>
                  <a:pt x="2321668" y="893036"/>
                </a:cubicBezTo>
                <a:cubicBezTo>
                  <a:pt x="2304769" y="898067"/>
                  <a:pt x="2287870" y="903096"/>
                  <a:pt x="2272208" y="906083"/>
                </a:cubicBezTo>
                <a:cubicBezTo>
                  <a:pt x="2268292" y="906083"/>
                  <a:pt x="2268292" y="907969"/>
                  <a:pt x="2269529" y="911900"/>
                </a:cubicBezTo>
                <a:cubicBezTo>
                  <a:pt x="2239646" y="907969"/>
                  <a:pt x="2208321" y="922902"/>
                  <a:pt x="2186270" y="932806"/>
                </a:cubicBezTo>
                <a:cubicBezTo>
                  <a:pt x="2186270" y="932806"/>
                  <a:pt x="2186270" y="932806"/>
                  <a:pt x="2186089" y="931941"/>
                </a:cubicBezTo>
                <a:lnTo>
                  <a:pt x="2185016" y="926793"/>
                </a:lnTo>
                <a:lnTo>
                  <a:pt x="2184566" y="927431"/>
                </a:lnTo>
                <a:lnTo>
                  <a:pt x="2183728" y="926401"/>
                </a:lnTo>
                <a:lnTo>
                  <a:pt x="2167671" y="933867"/>
                </a:lnTo>
                <a:cubicBezTo>
                  <a:pt x="2161488" y="936107"/>
                  <a:pt x="2154945" y="937836"/>
                  <a:pt x="2148350" y="938779"/>
                </a:cubicBezTo>
                <a:lnTo>
                  <a:pt x="2141968" y="939584"/>
                </a:lnTo>
                <a:lnTo>
                  <a:pt x="2144076" y="940154"/>
                </a:lnTo>
                <a:cubicBezTo>
                  <a:pt x="2147110" y="940232"/>
                  <a:pt x="2150162" y="939770"/>
                  <a:pt x="2153176" y="939339"/>
                </a:cubicBezTo>
                <a:lnTo>
                  <a:pt x="2155359" y="939181"/>
                </a:lnTo>
                <a:lnTo>
                  <a:pt x="2156204" y="938458"/>
                </a:lnTo>
                <a:lnTo>
                  <a:pt x="2155774" y="939151"/>
                </a:lnTo>
                <a:lnTo>
                  <a:pt x="2162043" y="938700"/>
                </a:lnTo>
                <a:cubicBezTo>
                  <a:pt x="2164922" y="938896"/>
                  <a:pt x="2167703" y="939692"/>
                  <a:pt x="2170331" y="941657"/>
                </a:cubicBezTo>
                <a:cubicBezTo>
                  <a:pt x="2196295" y="931752"/>
                  <a:pt x="2222465" y="942600"/>
                  <a:pt x="2245751" y="932695"/>
                </a:cubicBezTo>
                <a:cubicBezTo>
                  <a:pt x="2245751" y="932695"/>
                  <a:pt x="2245751" y="932695"/>
                  <a:pt x="2249666" y="937726"/>
                </a:cubicBezTo>
                <a:cubicBezTo>
                  <a:pt x="2259454" y="933718"/>
                  <a:pt x="2269911" y="933718"/>
                  <a:pt x="2279700" y="933462"/>
                </a:cubicBezTo>
                <a:lnTo>
                  <a:pt x="2291932" y="932495"/>
                </a:lnTo>
                <a:lnTo>
                  <a:pt x="2292367" y="931323"/>
                </a:lnTo>
                <a:lnTo>
                  <a:pt x="2298095" y="930642"/>
                </a:lnTo>
                <a:lnTo>
                  <a:pt x="2305715" y="927664"/>
                </a:lnTo>
                <a:cubicBezTo>
                  <a:pt x="2313546" y="935683"/>
                  <a:pt x="2318697" y="922790"/>
                  <a:pt x="2324055" y="931752"/>
                </a:cubicBezTo>
                <a:cubicBezTo>
                  <a:pt x="2324055" y="931752"/>
                  <a:pt x="2324055" y="931752"/>
                  <a:pt x="2326528" y="925777"/>
                </a:cubicBezTo>
                <a:cubicBezTo>
                  <a:pt x="2333123" y="931752"/>
                  <a:pt x="2337037" y="925777"/>
                  <a:pt x="2344868" y="924834"/>
                </a:cubicBezTo>
                <a:cubicBezTo>
                  <a:pt x="2351256" y="924834"/>
                  <a:pt x="2359086" y="924834"/>
                  <a:pt x="2366917" y="923734"/>
                </a:cubicBezTo>
                <a:cubicBezTo>
                  <a:pt x="2373511" y="923734"/>
                  <a:pt x="2379899" y="922790"/>
                  <a:pt x="2379899" y="918859"/>
                </a:cubicBezTo>
                <a:cubicBezTo>
                  <a:pt x="2387730" y="918859"/>
                  <a:pt x="2394324" y="916816"/>
                  <a:pt x="2400918" y="915873"/>
                </a:cubicBezTo>
                <a:cubicBezTo>
                  <a:pt x="2400918" y="915873"/>
                  <a:pt x="2400918" y="915873"/>
                  <a:pt x="2420288" y="910841"/>
                </a:cubicBezTo>
                <a:cubicBezTo>
                  <a:pt x="2426882" y="908954"/>
                  <a:pt x="2432034" y="906910"/>
                  <a:pt x="2438628" y="905967"/>
                </a:cubicBezTo>
                <a:cubicBezTo>
                  <a:pt x="2445016" y="903923"/>
                  <a:pt x="2451610" y="903923"/>
                  <a:pt x="2458203" y="902980"/>
                </a:cubicBezTo>
                <a:cubicBezTo>
                  <a:pt x="2458203" y="900936"/>
                  <a:pt x="2456761" y="899993"/>
                  <a:pt x="2456761" y="898892"/>
                </a:cubicBezTo>
                <a:cubicBezTo>
                  <a:pt x="2463355" y="897949"/>
                  <a:pt x="2471186" y="897949"/>
                  <a:pt x="2479017" y="895905"/>
                </a:cubicBezTo>
                <a:cubicBezTo>
                  <a:pt x="2485405" y="894018"/>
                  <a:pt x="2490762" y="891031"/>
                  <a:pt x="2494678" y="886000"/>
                </a:cubicBezTo>
                <a:cubicBezTo>
                  <a:pt x="2494678" y="886000"/>
                  <a:pt x="2494678" y="886000"/>
                  <a:pt x="2503745" y="891031"/>
                </a:cubicBezTo>
                <a:cubicBezTo>
                  <a:pt x="2504981" y="883956"/>
                  <a:pt x="2511574" y="883956"/>
                  <a:pt x="2516726" y="885057"/>
                </a:cubicBezTo>
                <a:cubicBezTo>
                  <a:pt x="2515490" y="883012"/>
                  <a:pt x="2514048" y="882069"/>
                  <a:pt x="2512811" y="881126"/>
                </a:cubicBezTo>
                <a:cubicBezTo>
                  <a:pt x="2514048" y="879082"/>
                  <a:pt x="2524557" y="883956"/>
                  <a:pt x="2524557" y="881126"/>
                </a:cubicBezTo>
                <a:cubicBezTo>
                  <a:pt x="2528473" y="877038"/>
                  <a:pt x="2532388" y="873107"/>
                  <a:pt x="2538776" y="870121"/>
                </a:cubicBezTo>
                <a:cubicBezTo>
                  <a:pt x="2545370" y="868076"/>
                  <a:pt x="2551964" y="866190"/>
                  <a:pt x="2559588" y="864146"/>
                </a:cubicBezTo>
                <a:cubicBezTo>
                  <a:pt x="2557116" y="866190"/>
                  <a:pt x="2555673" y="863202"/>
                  <a:pt x="2553200" y="860215"/>
                </a:cubicBezTo>
                <a:cubicBezTo>
                  <a:pt x="2562267" y="859271"/>
                  <a:pt x="2570098" y="856284"/>
                  <a:pt x="2576486" y="851253"/>
                </a:cubicBezTo>
                <a:cubicBezTo>
                  <a:pt x="2583080" y="847322"/>
                  <a:pt x="2588437" y="842291"/>
                  <a:pt x="2594825" y="837417"/>
                </a:cubicBezTo>
                <a:cubicBezTo>
                  <a:pt x="2598740" y="837417"/>
                  <a:pt x="2599977" y="839305"/>
                  <a:pt x="2603892" y="839305"/>
                </a:cubicBezTo>
                <a:cubicBezTo>
                  <a:pt x="2598740" y="833330"/>
                  <a:pt x="2606571" y="834430"/>
                  <a:pt x="2601420" y="829399"/>
                </a:cubicBezTo>
                <a:cubicBezTo>
                  <a:pt x="2614401" y="831443"/>
                  <a:pt x="2610486" y="824368"/>
                  <a:pt x="2620789" y="824368"/>
                </a:cubicBezTo>
                <a:cubicBezTo>
                  <a:pt x="2616875" y="816506"/>
                  <a:pt x="2633979" y="811475"/>
                  <a:pt x="2639130" y="804558"/>
                </a:cubicBezTo>
                <a:cubicBezTo>
                  <a:pt x="2652111" y="808489"/>
                  <a:pt x="2645724" y="792609"/>
                  <a:pt x="2658706" y="791665"/>
                </a:cubicBezTo>
                <a:cubicBezTo>
                  <a:pt x="2657263" y="788678"/>
                  <a:pt x="2653348" y="789621"/>
                  <a:pt x="2650875" y="787735"/>
                </a:cubicBezTo>
                <a:cubicBezTo>
                  <a:pt x="2653348" y="786634"/>
                  <a:pt x="2663857" y="787735"/>
                  <a:pt x="2657263" y="781760"/>
                </a:cubicBezTo>
                <a:cubicBezTo>
                  <a:pt x="2669009" y="777672"/>
                  <a:pt x="2672924" y="769811"/>
                  <a:pt x="2676839" y="763837"/>
                </a:cubicBezTo>
                <a:cubicBezTo>
                  <a:pt x="2683434" y="761793"/>
                  <a:pt x="2683434" y="768711"/>
                  <a:pt x="2689822" y="766823"/>
                </a:cubicBezTo>
                <a:cubicBezTo>
                  <a:pt x="2687350" y="757862"/>
                  <a:pt x="2685906" y="750944"/>
                  <a:pt x="2692501" y="741982"/>
                </a:cubicBezTo>
                <a:cubicBezTo>
                  <a:pt x="2699095" y="744026"/>
                  <a:pt x="2692501" y="745913"/>
                  <a:pt x="2696416" y="748900"/>
                </a:cubicBezTo>
                <a:cubicBezTo>
                  <a:pt x="2701568" y="747013"/>
                  <a:pt x="2703010" y="750944"/>
                  <a:pt x="2708162" y="750001"/>
                </a:cubicBezTo>
                <a:cubicBezTo>
                  <a:pt x="2704246" y="744026"/>
                  <a:pt x="2703010" y="738052"/>
                  <a:pt x="2710634" y="736951"/>
                </a:cubicBezTo>
                <a:cubicBezTo>
                  <a:pt x="2710634" y="738052"/>
                  <a:pt x="2705483" y="741982"/>
                  <a:pt x="2712077" y="742926"/>
                </a:cubicBezTo>
                <a:cubicBezTo>
                  <a:pt x="2715992" y="738995"/>
                  <a:pt x="2719907" y="733964"/>
                  <a:pt x="2715992" y="727989"/>
                </a:cubicBezTo>
                <a:cubicBezTo>
                  <a:pt x="2719907" y="727046"/>
                  <a:pt x="2721144" y="729090"/>
                  <a:pt x="2726295" y="727046"/>
                </a:cubicBezTo>
                <a:cubicBezTo>
                  <a:pt x="2725059" y="723116"/>
                  <a:pt x="2731653" y="721071"/>
                  <a:pt x="2721144" y="717141"/>
                </a:cubicBezTo>
                <a:cubicBezTo>
                  <a:pt x="2735568" y="713210"/>
                  <a:pt x="2728974" y="705192"/>
                  <a:pt x="2732890" y="699218"/>
                </a:cubicBezTo>
                <a:cubicBezTo>
                  <a:pt x="2730210" y="696230"/>
                  <a:pt x="2723823" y="702205"/>
                  <a:pt x="2721144" y="698274"/>
                </a:cubicBezTo>
                <a:cubicBezTo>
                  <a:pt x="2726295" y="694344"/>
                  <a:pt x="2735568" y="700160"/>
                  <a:pt x="2735568" y="695287"/>
                </a:cubicBezTo>
                <a:cubicBezTo>
                  <a:pt x="2731653" y="695287"/>
                  <a:pt x="2721144" y="690255"/>
                  <a:pt x="2730210" y="688369"/>
                </a:cubicBezTo>
                <a:cubicBezTo>
                  <a:pt x="2732890" y="690255"/>
                  <a:pt x="2734126" y="692300"/>
                  <a:pt x="2736805" y="692300"/>
                </a:cubicBezTo>
                <a:cubicBezTo>
                  <a:pt x="2741956" y="687347"/>
                  <a:pt x="2745511" y="682394"/>
                  <a:pt x="2747957" y="677186"/>
                </a:cubicBezTo>
                <a:lnTo>
                  <a:pt x="2751154" y="665383"/>
                </a:lnTo>
                <a:lnTo>
                  <a:pt x="2753702" y="665414"/>
                </a:lnTo>
                <a:cubicBezTo>
                  <a:pt x="2758854" y="659439"/>
                  <a:pt x="2770599" y="646547"/>
                  <a:pt x="2760296" y="644661"/>
                </a:cubicBezTo>
                <a:cubicBezTo>
                  <a:pt x="2764005" y="643560"/>
                  <a:pt x="2762769" y="641673"/>
                  <a:pt x="2764005" y="640573"/>
                </a:cubicBezTo>
                <a:cubicBezTo>
                  <a:pt x="2765447" y="641673"/>
                  <a:pt x="2767920" y="643560"/>
                  <a:pt x="2770599" y="641673"/>
                </a:cubicBezTo>
                <a:cubicBezTo>
                  <a:pt x="2764005" y="638686"/>
                  <a:pt x="2774515" y="637586"/>
                  <a:pt x="2766684" y="634756"/>
                </a:cubicBezTo>
                <a:cubicBezTo>
                  <a:pt x="2765447" y="636642"/>
                  <a:pt x="2764005" y="637586"/>
                  <a:pt x="2762769" y="639629"/>
                </a:cubicBezTo>
                <a:cubicBezTo>
                  <a:pt x="2754938" y="633655"/>
                  <a:pt x="2777194" y="635699"/>
                  <a:pt x="2770599" y="628624"/>
                </a:cubicBezTo>
                <a:cubicBezTo>
                  <a:pt x="2778430" y="627680"/>
                  <a:pt x="2771836" y="623750"/>
                  <a:pt x="2777194" y="621706"/>
                </a:cubicBezTo>
                <a:cubicBezTo>
                  <a:pt x="2782345" y="623750"/>
                  <a:pt x="2777194" y="627680"/>
                  <a:pt x="2782345" y="625637"/>
                </a:cubicBezTo>
                <a:cubicBezTo>
                  <a:pt x="2787497" y="618718"/>
                  <a:pt x="2790176" y="611801"/>
                  <a:pt x="2786261" y="603940"/>
                </a:cubicBezTo>
                <a:cubicBezTo>
                  <a:pt x="2788939" y="604883"/>
                  <a:pt x="2791412" y="604883"/>
                  <a:pt x="2794091" y="604883"/>
                </a:cubicBezTo>
                <a:cubicBezTo>
                  <a:pt x="2791412" y="602839"/>
                  <a:pt x="2796770" y="601896"/>
                  <a:pt x="2794091" y="598908"/>
                </a:cubicBezTo>
                <a:cubicBezTo>
                  <a:pt x="2791412" y="597965"/>
                  <a:pt x="2788939" y="598908"/>
                  <a:pt x="2786261" y="597965"/>
                </a:cubicBezTo>
                <a:cubicBezTo>
                  <a:pt x="2791412" y="594977"/>
                  <a:pt x="2792854" y="591991"/>
                  <a:pt x="2794091" y="589003"/>
                </a:cubicBezTo>
                <a:cubicBezTo>
                  <a:pt x="2792751" y="589475"/>
                  <a:pt x="2790124" y="589475"/>
                  <a:pt x="2788321" y="589101"/>
                </a:cubicBezTo>
                <a:lnTo>
                  <a:pt x="2787700" y="588819"/>
                </a:lnTo>
                <a:lnTo>
                  <a:pt x="2784700" y="593277"/>
                </a:lnTo>
                <a:cubicBezTo>
                  <a:pt x="2780820" y="590741"/>
                  <a:pt x="2782097" y="586977"/>
                  <a:pt x="2784675" y="582977"/>
                </a:cubicBezTo>
                <a:lnTo>
                  <a:pt x="2785853" y="581202"/>
                </a:lnTo>
                <a:lnTo>
                  <a:pt x="2783886" y="580185"/>
                </a:lnTo>
                <a:cubicBezTo>
                  <a:pt x="2783704" y="578722"/>
                  <a:pt x="2785014" y="577028"/>
                  <a:pt x="2787635" y="576103"/>
                </a:cubicBezTo>
                <a:lnTo>
                  <a:pt x="2788299" y="577517"/>
                </a:lnTo>
                <a:lnTo>
                  <a:pt x="2792460" y="571250"/>
                </a:lnTo>
                <a:cubicBezTo>
                  <a:pt x="2793685" y="574737"/>
                  <a:pt x="2793327" y="578738"/>
                  <a:pt x="2791873" y="582620"/>
                </a:cubicBezTo>
                <a:lnTo>
                  <a:pt x="2788929" y="586993"/>
                </a:lnTo>
                <a:lnTo>
                  <a:pt x="2793689" y="587107"/>
                </a:lnTo>
                <a:cubicBezTo>
                  <a:pt x="2796924" y="585485"/>
                  <a:pt x="2793061" y="579530"/>
                  <a:pt x="2798006" y="577998"/>
                </a:cubicBezTo>
                <a:cubicBezTo>
                  <a:pt x="2801921" y="577054"/>
                  <a:pt x="2804394" y="581928"/>
                  <a:pt x="2808309" y="580985"/>
                </a:cubicBezTo>
                <a:cubicBezTo>
                  <a:pt x="2800479" y="576111"/>
                  <a:pt x="2808309" y="573124"/>
                  <a:pt x="2807073" y="569035"/>
                </a:cubicBezTo>
                <a:cubicBezTo>
                  <a:pt x="2798006" y="572023"/>
                  <a:pt x="2800479" y="564161"/>
                  <a:pt x="2801921" y="562118"/>
                </a:cubicBezTo>
                <a:cubicBezTo>
                  <a:pt x="2804394" y="565105"/>
                  <a:pt x="2808309" y="568092"/>
                  <a:pt x="2816140" y="565105"/>
                </a:cubicBezTo>
                <a:cubicBezTo>
                  <a:pt x="2814903" y="563218"/>
                  <a:pt x="2807073" y="561175"/>
                  <a:pt x="2810988" y="559130"/>
                </a:cubicBezTo>
                <a:cubicBezTo>
                  <a:pt x="2825413" y="563218"/>
                  <a:pt x="2825413" y="546238"/>
                  <a:pt x="2826649" y="540264"/>
                </a:cubicBezTo>
                <a:cubicBezTo>
                  <a:pt x="2825413" y="541207"/>
                  <a:pt x="2822734" y="542308"/>
                  <a:pt x="2820055" y="540264"/>
                </a:cubicBezTo>
                <a:cubicBezTo>
                  <a:pt x="2829328" y="536333"/>
                  <a:pt x="2821498" y="538219"/>
                  <a:pt x="2821498" y="534289"/>
                </a:cubicBezTo>
                <a:cubicBezTo>
                  <a:pt x="2821498" y="534289"/>
                  <a:pt x="2821498" y="534289"/>
                  <a:pt x="2830565" y="530358"/>
                </a:cubicBezTo>
                <a:cubicBezTo>
                  <a:pt x="2834480" y="534289"/>
                  <a:pt x="2838396" y="531302"/>
                  <a:pt x="2843547" y="532402"/>
                </a:cubicBezTo>
                <a:cubicBezTo>
                  <a:pt x="2838396" y="538219"/>
                  <a:pt x="2835716" y="539320"/>
                  <a:pt x="2840868" y="545295"/>
                </a:cubicBezTo>
                <a:cubicBezTo>
                  <a:pt x="2827885" y="549225"/>
                  <a:pt x="2836952" y="549225"/>
                  <a:pt x="2825413" y="555200"/>
                </a:cubicBezTo>
                <a:cubicBezTo>
                  <a:pt x="2831801" y="554257"/>
                  <a:pt x="2834480" y="559130"/>
                  <a:pt x="2831801" y="562118"/>
                </a:cubicBezTo>
                <a:cubicBezTo>
                  <a:pt x="2829328" y="561175"/>
                  <a:pt x="2827885" y="558187"/>
                  <a:pt x="2825413" y="559130"/>
                </a:cubicBezTo>
                <a:cubicBezTo>
                  <a:pt x="2827885" y="561175"/>
                  <a:pt x="2816140" y="561175"/>
                  <a:pt x="2820055" y="564161"/>
                </a:cubicBezTo>
                <a:cubicBezTo>
                  <a:pt x="2826649" y="566049"/>
                  <a:pt x="2831801" y="564161"/>
                  <a:pt x="2836952" y="568092"/>
                </a:cubicBezTo>
                <a:cubicBezTo>
                  <a:pt x="2830565" y="571080"/>
                  <a:pt x="2826649" y="563218"/>
                  <a:pt x="2820055" y="568092"/>
                </a:cubicBezTo>
                <a:cubicBezTo>
                  <a:pt x="2829328" y="573124"/>
                  <a:pt x="2807073" y="577054"/>
                  <a:pt x="2818818" y="581928"/>
                </a:cubicBezTo>
                <a:cubicBezTo>
                  <a:pt x="2823970" y="580985"/>
                  <a:pt x="2830565" y="577054"/>
                  <a:pt x="2834480" y="580041"/>
                </a:cubicBezTo>
                <a:cubicBezTo>
                  <a:pt x="2825413" y="583028"/>
                  <a:pt x="2826649" y="583972"/>
                  <a:pt x="2817582" y="583028"/>
                </a:cubicBezTo>
                <a:cubicBezTo>
                  <a:pt x="2827885" y="591991"/>
                  <a:pt x="2817582" y="600952"/>
                  <a:pt x="2813667" y="609757"/>
                </a:cubicBezTo>
                <a:cubicBezTo>
                  <a:pt x="2814903" y="608813"/>
                  <a:pt x="2816140" y="608813"/>
                  <a:pt x="2817582" y="610857"/>
                </a:cubicBezTo>
                <a:cubicBezTo>
                  <a:pt x="2821498" y="608813"/>
                  <a:pt x="2816140" y="606927"/>
                  <a:pt x="2822734" y="605826"/>
                </a:cubicBezTo>
                <a:cubicBezTo>
                  <a:pt x="2827885" y="610857"/>
                  <a:pt x="2812225" y="610857"/>
                  <a:pt x="2812225" y="614788"/>
                </a:cubicBezTo>
                <a:cubicBezTo>
                  <a:pt x="2817582" y="614788"/>
                  <a:pt x="2821498" y="615731"/>
                  <a:pt x="2818818" y="619819"/>
                </a:cubicBezTo>
                <a:cubicBezTo>
                  <a:pt x="2813667" y="613844"/>
                  <a:pt x="2813667" y="620762"/>
                  <a:pt x="2804394" y="621706"/>
                </a:cubicBezTo>
                <a:cubicBezTo>
                  <a:pt x="2809752" y="628624"/>
                  <a:pt x="2794091" y="645604"/>
                  <a:pt x="2808309" y="650635"/>
                </a:cubicBezTo>
                <a:cubicBezTo>
                  <a:pt x="2803158" y="653465"/>
                  <a:pt x="2801921" y="650635"/>
                  <a:pt x="2798006" y="650635"/>
                </a:cubicBezTo>
                <a:cubicBezTo>
                  <a:pt x="2796770" y="656453"/>
                  <a:pt x="2788939" y="662427"/>
                  <a:pt x="2792854" y="668402"/>
                </a:cubicBezTo>
                <a:cubicBezTo>
                  <a:pt x="2790176" y="666515"/>
                  <a:pt x="2787497" y="664471"/>
                  <a:pt x="2785025" y="665414"/>
                </a:cubicBezTo>
                <a:cubicBezTo>
                  <a:pt x="2785025" y="668402"/>
                  <a:pt x="2782345" y="670445"/>
                  <a:pt x="2787497" y="673433"/>
                </a:cubicBezTo>
                <a:cubicBezTo>
                  <a:pt x="2791412" y="672489"/>
                  <a:pt x="2794091" y="670445"/>
                  <a:pt x="2796770" y="671389"/>
                </a:cubicBezTo>
                <a:cubicBezTo>
                  <a:pt x="2792854" y="673433"/>
                  <a:pt x="2798006" y="676420"/>
                  <a:pt x="2791412" y="678464"/>
                </a:cubicBezTo>
                <a:cubicBezTo>
                  <a:pt x="2787497" y="674376"/>
                  <a:pt x="2783581" y="673433"/>
                  <a:pt x="2778430" y="676420"/>
                </a:cubicBezTo>
                <a:cubicBezTo>
                  <a:pt x="2787497" y="684281"/>
                  <a:pt x="2760296" y="689312"/>
                  <a:pt x="2775752" y="696230"/>
                </a:cubicBezTo>
                <a:cubicBezTo>
                  <a:pt x="2774515" y="698274"/>
                  <a:pt x="2773278" y="699218"/>
                  <a:pt x="2769363" y="698274"/>
                </a:cubicBezTo>
                <a:cubicBezTo>
                  <a:pt x="2775752" y="701261"/>
                  <a:pt x="2766684" y="704248"/>
                  <a:pt x="2773278" y="704248"/>
                </a:cubicBezTo>
                <a:cubicBezTo>
                  <a:pt x="2774515" y="703148"/>
                  <a:pt x="2774515" y="701261"/>
                  <a:pt x="2778430" y="702205"/>
                </a:cubicBezTo>
                <a:cubicBezTo>
                  <a:pt x="2775752" y="707236"/>
                  <a:pt x="2766684" y="711166"/>
                  <a:pt x="2762769" y="715097"/>
                </a:cubicBezTo>
                <a:cubicBezTo>
                  <a:pt x="2765447" y="714154"/>
                  <a:pt x="2766684" y="716197"/>
                  <a:pt x="2767920" y="716197"/>
                </a:cubicBezTo>
                <a:cubicBezTo>
                  <a:pt x="2771836" y="715097"/>
                  <a:pt x="2771836" y="714154"/>
                  <a:pt x="2774515" y="713210"/>
                </a:cubicBezTo>
                <a:cubicBezTo>
                  <a:pt x="2778430" y="725002"/>
                  <a:pt x="2753702" y="730977"/>
                  <a:pt x="2761532" y="744970"/>
                </a:cubicBezTo>
                <a:cubicBezTo>
                  <a:pt x="2753702" y="747013"/>
                  <a:pt x="2761532" y="741982"/>
                  <a:pt x="2756381" y="742926"/>
                </a:cubicBezTo>
                <a:cubicBezTo>
                  <a:pt x="2747108" y="747957"/>
                  <a:pt x="2747108" y="754874"/>
                  <a:pt x="2740719" y="759906"/>
                </a:cubicBezTo>
                <a:cubicBezTo>
                  <a:pt x="2749786" y="769811"/>
                  <a:pt x="2717228" y="772798"/>
                  <a:pt x="2731653" y="780659"/>
                </a:cubicBezTo>
                <a:cubicBezTo>
                  <a:pt x="2719907" y="778773"/>
                  <a:pt x="2730210" y="788678"/>
                  <a:pt x="2715992" y="788678"/>
                </a:cubicBezTo>
                <a:cubicBezTo>
                  <a:pt x="2722380" y="794653"/>
                  <a:pt x="2714550" y="795596"/>
                  <a:pt x="2713313" y="798583"/>
                </a:cubicBezTo>
                <a:cubicBezTo>
                  <a:pt x="2703010" y="795596"/>
                  <a:pt x="2697653" y="805501"/>
                  <a:pt x="2705483" y="812419"/>
                </a:cubicBezTo>
                <a:cubicBezTo>
                  <a:pt x="2700331" y="814463"/>
                  <a:pt x="2700331" y="811475"/>
                  <a:pt x="2696416" y="810532"/>
                </a:cubicBezTo>
                <a:cubicBezTo>
                  <a:pt x="2699095" y="814463"/>
                  <a:pt x="2687350" y="812419"/>
                  <a:pt x="2691264" y="815406"/>
                </a:cubicBezTo>
                <a:cubicBezTo>
                  <a:pt x="2695179" y="816506"/>
                  <a:pt x="2700331" y="821380"/>
                  <a:pt x="2695179" y="821380"/>
                </a:cubicBezTo>
                <a:cubicBezTo>
                  <a:pt x="2692501" y="820437"/>
                  <a:pt x="2692501" y="815406"/>
                  <a:pt x="2688586" y="815406"/>
                </a:cubicBezTo>
                <a:cubicBezTo>
                  <a:pt x="2681992" y="816506"/>
                  <a:pt x="2691264" y="824368"/>
                  <a:pt x="2688586" y="826412"/>
                </a:cubicBezTo>
                <a:cubicBezTo>
                  <a:pt x="2683434" y="824368"/>
                  <a:pt x="2683434" y="824368"/>
                  <a:pt x="2678075" y="825468"/>
                </a:cubicBezTo>
                <a:cubicBezTo>
                  <a:pt x="2683434" y="831443"/>
                  <a:pt x="2676839" y="833330"/>
                  <a:pt x="2681992" y="839305"/>
                </a:cubicBezTo>
                <a:cubicBezTo>
                  <a:pt x="2683434" y="838361"/>
                  <a:pt x="2685906" y="838361"/>
                  <a:pt x="2688586" y="840247"/>
                </a:cubicBezTo>
                <a:cubicBezTo>
                  <a:pt x="2687350" y="840247"/>
                  <a:pt x="2684670" y="840247"/>
                  <a:pt x="2684670" y="841348"/>
                </a:cubicBezTo>
                <a:cubicBezTo>
                  <a:pt x="2687350" y="843235"/>
                  <a:pt x="2692501" y="842291"/>
                  <a:pt x="2693737" y="844335"/>
                </a:cubicBezTo>
                <a:cubicBezTo>
                  <a:pt x="2681992" y="846222"/>
                  <a:pt x="2693737" y="851253"/>
                  <a:pt x="2679519" y="852196"/>
                </a:cubicBezTo>
                <a:cubicBezTo>
                  <a:pt x="2676839" y="849209"/>
                  <a:pt x="2687350" y="846222"/>
                  <a:pt x="2675603" y="846222"/>
                </a:cubicBezTo>
                <a:cubicBezTo>
                  <a:pt x="2671688" y="842291"/>
                  <a:pt x="2683434" y="841348"/>
                  <a:pt x="2676839" y="839305"/>
                </a:cubicBezTo>
                <a:cubicBezTo>
                  <a:pt x="2672924" y="840247"/>
                  <a:pt x="2675603" y="844335"/>
                  <a:pt x="2665094" y="842291"/>
                </a:cubicBezTo>
                <a:cubicBezTo>
                  <a:pt x="2670246" y="848266"/>
                  <a:pt x="2661179" y="846222"/>
                  <a:pt x="2665094" y="850310"/>
                </a:cubicBezTo>
                <a:cubicBezTo>
                  <a:pt x="2670246" y="851253"/>
                  <a:pt x="2667772" y="848266"/>
                  <a:pt x="2671688" y="848266"/>
                </a:cubicBezTo>
                <a:cubicBezTo>
                  <a:pt x="2671688" y="851253"/>
                  <a:pt x="2676839" y="851253"/>
                  <a:pt x="2679519" y="852196"/>
                </a:cubicBezTo>
                <a:cubicBezTo>
                  <a:pt x="2681992" y="856284"/>
                  <a:pt x="2679519" y="858171"/>
                  <a:pt x="2674161" y="858171"/>
                </a:cubicBezTo>
                <a:cubicBezTo>
                  <a:pt x="2672924" y="856284"/>
                  <a:pt x="2672924" y="853297"/>
                  <a:pt x="2670246" y="853297"/>
                </a:cubicBezTo>
                <a:cubicBezTo>
                  <a:pt x="2670246" y="854241"/>
                  <a:pt x="2667772" y="854241"/>
                  <a:pt x="2667772" y="855184"/>
                </a:cubicBezTo>
                <a:cubicBezTo>
                  <a:pt x="2667772" y="857228"/>
                  <a:pt x="2669370" y="857975"/>
                  <a:pt x="2670967" y="858584"/>
                </a:cubicBezTo>
                <a:lnTo>
                  <a:pt x="2673175" y="860364"/>
                </a:lnTo>
                <a:lnTo>
                  <a:pt x="2692829" y="852324"/>
                </a:lnTo>
                <a:cubicBezTo>
                  <a:pt x="2694169" y="849888"/>
                  <a:pt x="2696435" y="848158"/>
                  <a:pt x="2699192" y="847667"/>
                </a:cubicBezTo>
                <a:lnTo>
                  <a:pt x="2708129" y="850330"/>
                </a:lnTo>
                <a:lnTo>
                  <a:pt x="2708909" y="849641"/>
                </a:lnTo>
                <a:cubicBezTo>
                  <a:pt x="2711974" y="848030"/>
                  <a:pt x="2716507" y="846772"/>
                  <a:pt x="2718465" y="846222"/>
                </a:cubicBezTo>
                <a:cubicBezTo>
                  <a:pt x="2726295" y="842291"/>
                  <a:pt x="2721144" y="831443"/>
                  <a:pt x="2730210" y="833330"/>
                </a:cubicBezTo>
                <a:cubicBezTo>
                  <a:pt x="2728974" y="835374"/>
                  <a:pt x="2730210" y="838361"/>
                  <a:pt x="2726295" y="839305"/>
                </a:cubicBezTo>
                <a:cubicBezTo>
                  <a:pt x="2740977" y="840837"/>
                  <a:pt x="2735143" y="829458"/>
                  <a:pt x="2740088" y="823673"/>
                </a:cubicBezTo>
                <a:lnTo>
                  <a:pt x="2749475" y="820541"/>
                </a:lnTo>
                <a:lnTo>
                  <a:pt x="2749844" y="819899"/>
                </a:lnTo>
                <a:lnTo>
                  <a:pt x="2750686" y="812006"/>
                </a:lnTo>
                <a:cubicBezTo>
                  <a:pt x="2756162" y="804076"/>
                  <a:pt x="2771579" y="797561"/>
                  <a:pt x="2762769" y="791665"/>
                </a:cubicBezTo>
                <a:cubicBezTo>
                  <a:pt x="2767920" y="791665"/>
                  <a:pt x="2765447" y="788678"/>
                  <a:pt x="2770599" y="788678"/>
                </a:cubicBezTo>
                <a:cubicBezTo>
                  <a:pt x="2765447" y="785690"/>
                  <a:pt x="2771836" y="776729"/>
                  <a:pt x="2782345" y="780659"/>
                </a:cubicBezTo>
                <a:cubicBezTo>
                  <a:pt x="2786261" y="772798"/>
                  <a:pt x="2781109" y="762893"/>
                  <a:pt x="2792854" y="757862"/>
                </a:cubicBezTo>
                <a:cubicBezTo>
                  <a:pt x="2796770" y="757862"/>
                  <a:pt x="2796770" y="762893"/>
                  <a:pt x="2800479" y="762893"/>
                </a:cubicBezTo>
                <a:cubicBezTo>
                  <a:pt x="2800479" y="760849"/>
                  <a:pt x="2800479" y="755818"/>
                  <a:pt x="2794091" y="757862"/>
                </a:cubicBezTo>
                <a:cubicBezTo>
                  <a:pt x="2794091" y="747957"/>
                  <a:pt x="2810988" y="741982"/>
                  <a:pt x="2807073" y="730977"/>
                </a:cubicBezTo>
                <a:cubicBezTo>
                  <a:pt x="2813667" y="732077"/>
                  <a:pt x="2816140" y="727046"/>
                  <a:pt x="2808309" y="725002"/>
                </a:cubicBezTo>
                <a:cubicBezTo>
                  <a:pt x="2812225" y="723116"/>
                  <a:pt x="2813667" y="725002"/>
                  <a:pt x="2816140" y="725002"/>
                </a:cubicBezTo>
                <a:cubicBezTo>
                  <a:pt x="2816140" y="721071"/>
                  <a:pt x="2826649" y="716197"/>
                  <a:pt x="2816140" y="713210"/>
                </a:cubicBezTo>
                <a:cubicBezTo>
                  <a:pt x="2820055" y="710223"/>
                  <a:pt x="2821498" y="706135"/>
                  <a:pt x="2823970" y="703148"/>
                </a:cubicBezTo>
                <a:cubicBezTo>
                  <a:pt x="2842310" y="701261"/>
                  <a:pt x="2834480" y="678464"/>
                  <a:pt x="2854056" y="669502"/>
                </a:cubicBezTo>
                <a:cubicBezTo>
                  <a:pt x="2843547" y="656453"/>
                  <a:pt x="2876105" y="647648"/>
                  <a:pt x="2861680" y="634756"/>
                </a:cubicBezTo>
                <a:cubicBezTo>
                  <a:pt x="2870953" y="632712"/>
                  <a:pt x="2861680" y="629724"/>
                  <a:pt x="2868274" y="628624"/>
                </a:cubicBezTo>
                <a:cubicBezTo>
                  <a:pt x="2873426" y="635699"/>
                  <a:pt x="2865596" y="644661"/>
                  <a:pt x="2867038" y="654566"/>
                </a:cubicBezTo>
                <a:cubicBezTo>
                  <a:pt x="2869511" y="654566"/>
                  <a:pt x="2873426" y="656453"/>
                  <a:pt x="2877341" y="656453"/>
                </a:cubicBezTo>
                <a:cubicBezTo>
                  <a:pt x="2880020" y="653465"/>
                  <a:pt x="2880020" y="651578"/>
                  <a:pt x="2874869" y="647648"/>
                </a:cubicBezTo>
                <a:cubicBezTo>
                  <a:pt x="2881256" y="643560"/>
                  <a:pt x="2882699" y="654566"/>
                  <a:pt x="2889087" y="648592"/>
                </a:cubicBezTo>
                <a:cubicBezTo>
                  <a:pt x="2881256" y="647648"/>
                  <a:pt x="2891765" y="637586"/>
                  <a:pt x="2878784" y="639629"/>
                </a:cubicBezTo>
                <a:cubicBezTo>
                  <a:pt x="2887851" y="635699"/>
                  <a:pt x="2878784" y="630668"/>
                  <a:pt x="2885172" y="628624"/>
                </a:cubicBezTo>
                <a:cubicBezTo>
                  <a:pt x="2876105" y="630668"/>
                  <a:pt x="2878784" y="626737"/>
                  <a:pt x="2870953" y="625637"/>
                </a:cubicBezTo>
                <a:cubicBezTo>
                  <a:pt x="2881256" y="620762"/>
                  <a:pt x="2877341" y="615731"/>
                  <a:pt x="2873426" y="611801"/>
                </a:cubicBezTo>
                <a:cubicBezTo>
                  <a:pt x="2877341" y="608813"/>
                  <a:pt x="2880020" y="612744"/>
                  <a:pt x="2883936" y="610857"/>
                </a:cubicBezTo>
                <a:cubicBezTo>
                  <a:pt x="2882699" y="604883"/>
                  <a:pt x="2885172" y="593877"/>
                  <a:pt x="2893002" y="591991"/>
                </a:cubicBezTo>
                <a:cubicBezTo>
                  <a:pt x="2889087" y="595921"/>
                  <a:pt x="2894239" y="600952"/>
                  <a:pt x="2891765" y="605826"/>
                </a:cubicBezTo>
                <a:cubicBezTo>
                  <a:pt x="2896917" y="602839"/>
                  <a:pt x="2900833" y="606927"/>
                  <a:pt x="2905984" y="601896"/>
                </a:cubicBezTo>
                <a:cubicBezTo>
                  <a:pt x="2899596" y="601896"/>
                  <a:pt x="2903512" y="598908"/>
                  <a:pt x="2898154" y="595921"/>
                </a:cubicBezTo>
                <a:cubicBezTo>
                  <a:pt x="2909900" y="597965"/>
                  <a:pt x="2923087" y="576111"/>
                  <a:pt x="2913814" y="572023"/>
                </a:cubicBezTo>
                <a:cubicBezTo>
                  <a:pt x="2919173" y="568092"/>
                  <a:pt x="2920409" y="574067"/>
                  <a:pt x="2924324" y="570136"/>
                </a:cubicBezTo>
                <a:cubicBezTo>
                  <a:pt x="2923087" y="569035"/>
                  <a:pt x="2924324" y="568092"/>
                  <a:pt x="2923087" y="567149"/>
                </a:cubicBezTo>
                <a:cubicBezTo>
                  <a:pt x="2916493" y="566049"/>
                  <a:pt x="2912578" y="564161"/>
                  <a:pt x="2905984" y="568092"/>
                </a:cubicBezTo>
                <a:cubicBezTo>
                  <a:pt x="2908663" y="565105"/>
                  <a:pt x="2908663" y="562118"/>
                  <a:pt x="2908663" y="559130"/>
                </a:cubicBezTo>
                <a:cubicBezTo>
                  <a:pt x="2902069" y="560231"/>
                  <a:pt x="2903512" y="566049"/>
                  <a:pt x="2898154" y="564161"/>
                </a:cubicBezTo>
                <a:cubicBezTo>
                  <a:pt x="2907427" y="561175"/>
                  <a:pt x="2895681" y="557244"/>
                  <a:pt x="2904748" y="554257"/>
                </a:cubicBezTo>
                <a:cubicBezTo>
                  <a:pt x="2912578" y="556143"/>
                  <a:pt x="2909900" y="560231"/>
                  <a:pt x="2916493" y="560231"/>
                </a:cubicBezTo>
                <a:cubicBezTo>
                  <a:pt x="2921645" y="557244"/>
                  <a:pt x="2915051" y="553156"/>
                  <a:pt x="2920409" y="550169"/>
                </a:cubicBezTo>
                <a:lnTo>
                  <a:pt x="2921720" y="550181"/>
                </a:lnTo>
                <a:lnTo>
                  <a:pt x="2922104" y="549354"/>
                </a:lnTo>
                <a:cubicBezTo>
                  <a:pt x="2923742" y="546855"/>
                  <a:pt x="2926030" y="544117"/>
                  <a:pt x="2926030" y="542133"/>
                </a:cubicBezTo>
                <a:cubicBezTo>
                  <a:pt x="2928007" y="542609"/>
                  <a:pt x="2929086" y="543532"/>
                  <a:pt x="2929508" y="544680"/>
                </a:cubicBezTo>
                <a:lnTo>
                  <a:pt x="2929450" y="545173"/>
                </a:lnTo>
                <a:lnTo>
                  <a:pt x="2932644" y="543782"/>
                </a:lnTo>
                <a:cubicBezTo>
                  <a:pt x="2935400" y="543526"/>
                  <a:pt x="2938646" y="543251"/>
                  <a:pt x="2941222" y="541207"/>
                </a:cubicBezTo>
                <a:cubicBezTo>
                  <a:pt x="2939985" y="539320"/>
                  <a:pt x="2941222" y="537276"/>
                  <a:pt x="2937307" y="536333"/>
                </a:cubicBezTo>
                <a:cubicBezTo>
                  <a:pt x="2933391" y="536333"/>
                  <a:pt x="2936070" y="542308"/>
                  <a:pt x="2930713" y="539320"/>
                </a:cubicBezTo>
                <a:lnTo>
                  <a:pt x="2932858" y="532460"/>
                </a:lnTo>
                <a:lnTo>
                  <a:pt x="2930418" y="527509"/>
                </a:lnTo>
                <a:cubicBezTo>
                  <a:pt x="2929100" y="520210"/>
                  <a:pt x="2932095" y="509379"/>
                  <a:pt x="2941199" y="513029"/>
                </a:cubicBezTo>
                <a:lnTo>
                  <a:pt x="2938558" y="519537"/>
                </a:lnTo>
                <a:lnTo>
                  <a:pt x="2943643" y="529002"/>
                </a:lnTo>
                <a:cubicBezTo>
                  <a:pt x="2945446" y="531853"/>
                  <a:pt x="2947094" y="534839"/>
                  <a:pt x="2947816" y="539320"/>
                </a:cubicBezTo>
                <a:cubicBezTo>
                  <a:pt x="2950288" y="538219"/>
                  <a:pt x="2951525" y="538219"/>
                  <a:pt x="2952967" y="538219"/>
                </a:cubicBezTo>
                <a:cubicBezTo>
                  <a:pt x="2952967" y="530358"/>
                  <a:pt x="2947816" y="521397"/>
                  <a:pt x="2949052" y="513378"/>
                </a:cubicBezTo>
                <a:cubicBezTo>
                  <a:pt x="2952967" y="511492"/>
                  <a:pt x="2954204" y="513378"/>
                  <a:pt x="2956883" y="512435"/>
                </a:cubicBezTo>
                <a:cubicBezTo>
                  <a:pt x="2955440" y="511492"/>
                  <a:pt x="2956883" y="510391"/>
                  <a:pt x="2956883" y="509448"/>
                </a:cubicBezTo>
                <a:cubicBezTo>
                  <a:pt x="2954204" y="508504"/>
                  <a:pt x="2951525" y="510391"/>
                  <a:pt x="2950288" y="509448"/>
                </a:cubicBezTo>
                <a:cubicBezTo>
                  <a:pt x="2949052" y="506460"/>
                  <a:pt x="2947816" y="499542"/>
                  <a:pt x="2956883" y="498599"/>
                </a:cubicBezTo>
                <a:cubicBezTo>
                  <a:pt x="2954204" y="492625"/>
                  <a:pt x="2939985" y="481619"/>
                  <a:pt x="2951525" y="478632"/>
                </a:cubicBezTo>
                <a:cubicBezTo>
                  <a:pt x="2951525" y="480676"/>
                  <a:pt x="2958119" y="485707"/>
                  <a:pt x="2963271" y="494511"/>
                </a:cubicBezTo>
                <a:cubicBezTo>
                  <a:pt x="2965949" y="487593"/>
                  <a:pt x="2955440" y="480676"/>
                  <a:pt x="2964713" y="473758"/>
                </a:cubicBezTo>
                <a:cubicBezTo>
                  <a:pt x="2958119" y="478632"/>
                  <a:pt x="2954204" y="472657"/>
                  <a:pt x="2949052" y="474701"/>
                </a:cubicBezTo>
                <a:cubicBezTo>
                  <a:pt x="2951525" y="472657"/>
                  <a:pt x="2946373" y="470771"/>
                  <a:pt x="2950288" y="469670"/>
                </a:cubicBezTo>
                <a:cubicBezTo>
                  <a:pt x="2952967" y="473758"/>
                  <a:pt x="2960798" y="474701"/>
                  <a:pt x="2968628" y="471714"/>
                </a:cubicBezTo>
                <a:cubicBezTo>
                  <a:pt x="2958119" y="467783"/>
                  <a:pt x="2964713" y="464796"/>
                  <a:pt x="2972544" y="461809"/>
                </a:cubicBezTo>
                <a:cubicBezTo>
                  <a:pt x="2966670" y="455834"/>
                  <a:pt x="2966670" y="451118"/>
                  <a:pt x="2967649" y="446519"/>
                </a:cubicBezTo>
                <a:lnTo>
                  <a:pt x="2968763" y="441651"/>
                </a:lnTo>
                <a:lnTo>
                  <a:pt x="2968219" y="442838"/>
                </a:lnTo>
                <a:cubicBezTo>
                  <a:pt x="2958998" y="441897"/>
                  <a:pt x="2958998" y="441897"/>
                  <a:pt x="2958998" y="441897"/>
                </a:cubicBezTo>
                <a:cubicBezTo>
                  <a:pt x="2957769" y="430909"/>
                  <a:pt x="2957769" y="427927"/>
                  <a:pt x="2964326" y="418038"/>
                </a:cubicBezTo>
                <a:cubicBezTo>
                  <a:pt x="2967860" y="419254"/>
                  <a:pt x="2970434" y="420726"/>
                  <a:pt x="2972166" y="422421"/>
                </a:cubicBezTo>
                <a:lnTo>
                  <a:pt x="2974422" y="427050"/>
                </a:lnTo>
                <a:lnTo>
                  <a:pt x="2978909" y="424278"/>
                </a:lnTo>
                <a:cubicBezTo>
                  <a:pt x="2985725" y="425256"/>
                  <a:pt x="2981678" y="432434"/>
                  <a:pt x="2976354" y="431455"/>
                </a:cubicBezTo>
                <a:cubicBezTo>
                  <a:pt x="2977632" y="430395"/>
                  <a:pt x="2977259" y="429620"/>
                  <a:pt x="2976247" y="429110"/>
                </a:cubicBezTo>
                <a:lnTo>
                  <a:pt x="2974652" y="428805"/>
                </a:lnTo>
                <a:lnTo>
                  <a:pt x="2972473" y="433558"/>
                </a:lnTo>
                <a:lnTo>
                  <a:pt x="2974153" y="434268"/>
                </a:lnTo>
                <a:cubicBezTo>
                  <a:pt x="2976085" y="436611"/>
                  <a:pt x="2975390" y="440105"/>
                  <a:pt x="2977322" y="442173"/>
                </a:cubicBezTo>
                <a:lnTo>
                  <a:pt x="2982519" y="443783"/>
                </a:lnTo>
                <a:lnTo>
                  <a:pt x="2983069" y="442834"/>
                </a:lnTo>
                <a:lnTo>
                  <a:pt x="2984061" y="438112"/>
                </a:lnTo>
                <a:cubicBezTo>
                  <a:pt x="2983375" y="432437"/>
                  <a:pt x="2979241" y="426984"/>
                  <a:pt x="2991914" y="421088"/>
                </a:cubicBezTo>
                <a:cubicBezTo>
                  <a:pt x="2985526" y="415113"/>
                  <a:pt x="2989442" y="409139"/>
                  <a:pt x="2989442" y="403164"/>
                </a:cubicBezTo>
                <a:cubicBezTo>
                  <a:pt x="2987484" y="402143"/>
                  <a:pt x="2985526" y="401907"/>
                  <a:pt x="2983723" y="401553"/>
                </a:cubicBezTo>
                <a:lnTo>
                  <a:pt x="2979749" y="399629"/>
                </a:lnTo>
                <a:lnTo>
                  <a:pt x="2978974" y="400674"/>
                </a:lnTo>
                <a:cubicBezTo>
                  <a:pt x="2977179" y="402064"/>
                  <a:pt x="2975203" y="403335"/>
                  <a:pt x="2973851" y="405401"/>
                </a:cubicBezTo>
                <a:cubicBezTo>
                  <a:pt x="2965948" y="402382"/>
                  <a:pt x="2971147" y="401270"/>
                  <a:pt x="2973851" y="396345"/>
                </a:cubicBezTo>
                <a:cubicBezTo>
                  <a:pt x="2972604" y="394279"/>
                  <a:pt x="2967195" y="394279"/>
                  <a:pt x="2968651" y="390307"/>
                </a:cubicBezTo>
                <a:cubicBezTo>
                  <a:pt x="2972604" y="390307"/>
                  <a:pt x="2974892" y="391301"/>
                  <a:pt x="2976841" y="392413"/>
                </a:cubicBezTo>
                <a:lnTo>
                  <a:pt x="2977167" y="392561"/>
                </a:lnTo>
                <a:lnTo>
                  <a:pt x="2978581" y="391876"/>
                </a:lnTo>
                <a:cubicBezTo>
                  <a:pt x="2982474" y="391441"/>
                  <a:pt x="2984135" y="395893"/>
                  <a:pt x="2987998" y="398133"/>
                </a:cubicBezTo>
                <a:cubicBezTo>
                  <a:pt x="2987998" y="396678"/>
                  <a:pt x="2988334" y="396138"/>
                  <a:pt x="2988896" y="396070"/>
                </a:cubicBezTo>
                <a:lnTo>
                  <a:pt x="2991121" y="396820"/>
                </a:lnTo>
                <a:lnTo>
                  <a:pt x="2992285" y="394900"/>
                </a:lnTo>
                <a:lnTo>
                  <a:pt x="2994885" y="394717"/>
                </a:lnTo>
                <a:lnTo>
                  <a:pt x="2990678" y="392021"/>
                </a:lnTo>
                <a:cubicBezTo>
                  <a:pt x="2990008" y="390547"/>
                  <a:pt x="2991296" y="389328"/>
                  <a:pt x="2995829" y="389328"/>
                </a:cubicBezTo>
                <a:close/>
                <a:moveTo>
                  <a:pt x="2618160" y="388921"/>
                </a:moveTo>
                <a:cubicBezTo>
                  <a:pt x="2637707" y="390810"/>
                  <a:pt x="2610342" y="401824"/>
                  <a:pt x="2624539" y="406702"/>
                </a:cubicBezTo>
                <a:cubicBezTo>
                  <a:pt x="2619395" y="405758"/>
                  <a:pt x="2614252" y="411737"/>
                  <a:pt x="2622070" y="414727"/>
                </a:cubicBezTo>
                <a:cubicBezTo>
                  <a:pt x="2618160" y="414727"/>
                  <a:pt x="2611577" y="415671"/>
                  <a:pt x="2620630" y="419762"/>
                </a:cubicBezTo>
                <a:cubicBezTo>
                  <a:pt x="2607668" y="422595"/>
                  <a:pt x="2615487" y="431564"/>
                  <a:pt x="2607668" y="436599"/>
                </a:cubicBezTo>
                <a:cubicBezTo>
                  <a:pt x="2605199" y="428574"/>
                  <a:pt x="2606434" y="420707"/>
                  <a:pt x="2609108" y="412681"/>
                </a:cubicBezTo>
                <a:cubicBezTo>
                  <a:pt x="2612811" y="405758"/>
                  <a:pt x="2618160" y="397733"/>
                  <a:pt x="2618160" y="388921"/>
                </a:cubicBezTo>
                <a:close/>
                <a:moveTo>
                  <a:pt x="2662959" y="386148"/>
                </a:moveTo>
                <a:cubicBezTo>
                  <a:pt x="2674497" y="391055"/>
                  <a:pt x="2679854" y="389156"/>
                  <a:pt x="2687683" y="395013"/>
                </a:cubicBezTo>
                <a:cubicBezTo>
                  <a:pt x="2682327" y="399129"/>
                  <a:pt x="2674497" y="400079"/>
                  <a:pt x="2678412" y="406094"/>
                </a:cubicBezTo>
                <a:cubicBezTo>
                  <a:pt x="2668110" y="405145"/>
                  <a:pt x="2678412" y="400079"/>
                  <a:pt x="2672025" y="395013"/>
                </a:cubicBezTo>
                <a:cubicBezTo>
                  <a:pt x="2666873" y="397071"/>
                  <a:pt x="2665431" y="403086"/>
                  <a:pt x="2660280" y="405145"/>
                </a:cubicBezTo>
                <a:cubicBezTo>
                  <a:pt x="2652451" y="399129"/>
                  <a:pt x="2668110" y="391055"/>
                  <a:pt x="2662959" y="386148"/>
                </a:cubicBezTo>
                <a:close/>
                <a:moveTo>
                  <a:pt x="3079511" y="385007"/>
                </a:moveTo>
                <a:cubicBezTo>
                  <a:pt x="3083463" y="381988"/>
                  <a:pt x="3082007" y="387072"/>
                  <a:pt x="3082007" y="390091"/>
                </a:cubicBezTo>
                <a:cubicBezTo>
                  <a:pt x="3089911" y="391044"/>
                  <a:pt x="3088663" y="387072"/>
                  <a:pt x="3093863" y="391044"/>
                </a:cubicBezTo>
                <a:cubicBezTo>
                  <a:pt x="3089911" y="394063"/>
                  <a:pt x="3087415" y="397082"/>
                  <a:pt x="3079511" y="396128"/>
                </a:cubicBezTo>
                <a:cubicBezTo>
                  <a:pt x="3076807" y="391044"/>
                  <a:pt x="3082007" y="392156"/>
                  <a:pt x="3079511" y="385007"/>
                </a:cubicBezTo>
                <a:close/>
                <a:moveTo>
                  <a:pt x="2508878" y="377135"/>
                </a:moveTo>
                <a:cubicBezTo>
                  <a:pt x="2515543" y="379037"/>
                  <a:pt x="2521998" y="381097"/>
                  <a:pt x="2528661" y="383157"/>
                </a:cubicBezTo>
                <a:lnTo>
                  <a:pt x="2527203" y="388070"/>
                </a:lnTo>
                <a:cubicBezTo>
                  <a:pt x="2520748" y="384108"/>
                  <a:pt x="2510128" y="382048"/>
                  <a:pt x="2508878" y="377135"/>
                </a:cubicBezTo>
                <a:close/>
                <a:moveTo>
                  <a:pt x="3115530" y="372514"/>
                </a:moveTo>
                <a:cubicBezTo>
                  <a:pt x="3127483" y="371589"/>
                  <a:pt x="3116789" y="383298"/>
                  <a:pt x="3118047" y="388074"/>
                </a:cubicBezTo>
                <a:cubicBezTo>
                  <a:pt x="3114063" y="385146"/>
                  <a:pt x="3114063" y="379292"/>
                  <a:pt x="3115530" y="372514"/>
                </a:cubicBezTo>
                <a:close/>
                <a:moveTo>
                  <a:pt x="2941816" y="372283"/>
                </a:moveTo>
                <a:cubicBezTo>
                  <a:pt x="2952115" y="378202"/>
                  <a:pt x="2944442" y="390977"/>
                  <a:pt x="2940605" y="399857"/>
                </a:cubicBezTo>
                <a:cubicBezTo>
                  <a:pt x="2934143" y="393937"/>
                  <a:pt x="2940605" y="382097"/>
                  <a:pt x="2941816" y="372283"/>
                </a:cubicBezTo>
                <a:close/>
                <a:moveTo>
                  <a:pt x="2976354" y="369510"/>
                </a:moveTo>
                <a:cubicBezTo>
                  <a:pt x="2981678" y="373574"/>
                  <a:pt x="2972308" y="379358"/>
                  <a:pt x="2985725" y="380452"/>
                </a:cubicBezTo>
                <a:cubicBezTo>
                  <a:pt x="2982956" y="383423"/>
                  <a:pt x="2978909" y="381390"/>
                  <a:pt x="2976354" y="385298"/>
                </a:cubicBezTo>
                <a:cubicBezTo>
                  <a:pt x="2973585" y="380452"/>
                  <a:pt x="2972308" y="374512"/>
                  <a:pt x="2976354" y="369510"/>
                </a:cubicBezTo>
                <a:close/>
                <a:moveTo>
                  <a:pt x="2974062" y="358124"/>
                </a:moveTo>
                <a:cubicBezTo>
                  <a:pt x="2985733" y="357031"/>
                  <a:pt x="2983072" y="367967"/>
                  <a:pt x="2971399" y="365935"/>
                </a:cubicBezTo>
                <a:cubicBezTo>
                  <a:pt x="2974062" y="358124"/>
                  <a:pt x="2974062" y="358124"/>
                  <a:pt x="2974062" y="358124"/>
                </a:cubicBezTo>
                <a:close/>
                <a:moveTo>
                  <a:pt x="2511396" y="357220"/>
                </a:moveTo>
                <a:lnTo>
                  <a:pt x="2511396" y="361043"/>
                </a:lnTo>
                <a:cubicBezTo>
                  <a:pt x="2497974" y="360014"/>
                  <a:pt x="2497974" y="360014"/>
                  <a:pt x="2497974" y="360014"/>
                </a:cubicBezTo>
                <a:cubicBezTo>
                  <a:pt x="2499442" y="356338"/>
                  <a:pt x="2505943" y="357220"/>
                  <a:pt x="2511396" y="357220"/>
                </a:cubicBezTo>
                <a:close/>
                <a:moveTo>
                  <a:pt x="2999330" y="356338"/>
                </a:moveTo>
                <a:cubicBezTo>
                  <a:pt x="3003267" y="358417"/>
                  <a:pt x="3005961" y="356338"/>
                  <a:pt x="3008448" y="358417"/>
                </a:cubicBezTo>
                <a:cubicBezTo>
                  <a:pt x="3005961" y="360337"/>
                  <a:pt x="3007205" y="362417"/>
                  <a:pt x="3003267" y="364496"/>
                </a:cubicBezTo>
                <a:cubicBezTo>
                  <a:pt x="3002024" y="359377"/>
                  <a:pt x="2996843" y="359377"/>
                  <a:pt x="2999330" y="356338"/>
                </a:cubicBezTo>
                <a:close/>
                <a:moveTo>
                  <a:pt x="2628904" y="353565"/>
                </a:moveTo>
                <a:cubicBezTo>
                  <a:pt x="2648609" y="365529"/>
                  <a:pt x="2622474" y="369464"/>
                  <a:pt x="2624963" y="389457"/>
                </a:cubicBezTo>
                <a:cubicBezTo>
                  <a:pt x="2610651" y="381428"/>
                  <a:pt x="2627659" y="363482"/>
                  <a:pt x="2628904" y="353565"/>
                </a:cubicBezTo>
                <a:close/>
                <a:moveTo>
                  <a:pt x="2169939" y="351058"/>
                </a:moveTo>
                <a:cubicBezTo>
                  <a:pt x="2177907" y="353137"/>
                  <a:pt x="2173923" y="352178"/>
                  <a:pt x="2172665" y="352178"/>
                </a:cubicBezTo>
                <a:cubicBezTo>
                  <a:pt x="2172665" y="354097"/>
                  <a:pt x="2167213" y="350098"/>
                  <a:pt x="2169939" y="351058"/>
                </a:cubicBezTo>
                <a:close/>
                <a:moveTo>
                  <a:pt x="3027113" y="346194"/>
                </a:moveTo>
                <a:cubicBezTo>
                  <a:pt x="3025835" y="348250"/>
                  <a:pt x="3028391" y="348250"/>
                  <a:pt x="3031159" y="348250"/>
                </a:cubicBezTo>
                <a:cubicBezTo>
                  <a:pt x="3024344" y="351096"/>
                  <a:pt x="3028391" y="353151"/>
                  <a:pt x="3023066" y="354100"/>
                </a:cubicBezTo>
                <a:cubicBezTo>
                  <a:pt x="3017742" y="352202"/>
                  <a:pt x="3023066" y="345246"/>
                  <a:pt x="3027113" y="346194"/>
                </a:cubicBezTo>
                <a:close/>
                <a:moveTo>
                  <a:pt x="3064127" y="333216"/>
                </a:moveTo>
                <a:lnTo>
                  <a:pt x="3063176" y="336078"/>
                </a:lnTo>
                <a:cubicBezTo>
                  <a:pt x="3063176" y="336078"/>
                  <a:pt x="3063561" y="334918"/>
                  <a:pt x="3064043" y="333467"/>
                </a:cubicBezTo>
                <a:close/>
                <a:moveTo>
                  <a:pt x="2727625" y="331380"/>
                </a:moveTo>
                <a:cubicBezTo>
                  <a:pt x="2736751" y="348405"/>
                  <a:pt x="2719743" y="371263"/>
                  <a:pt x="2718291" y="392230"/>
                </a:cubicBezTo>
                <a:cubicBezTo>
                  <a:pt x="2711861" y="390180"/>
                  <a:pt x="2705223" y="387185"/>
                  <a:pt x="2698793" y="385136"/>
                </a:cubicBezTo>
                <a:cubicBezTo>
                  <a:pt x="2700038" y="378199"/>
                  <a:pt x="2706468" y="386239"/>
                  <a:pt x="2714350" y="385136"/>
                </a:cubicBezTo>
                <a:cubicBezTo>
                  <a:pt x="2715802" y="362278"/>
                  <a:pt x="2718291" y="346356"/>
                  <a:pt x="2727625" y="331380"/>
                </a:cubicBezTo>
                <a:close/>
                <a:moveTo>
                  <a:pt x="3065178" y="330053"/>
                </a:moveTo>
                <a:lnTo>
                  <a:pt x="3064127" y="333216"/>
                </a:lnTo>
                <a:lnTo>
                  <a:pt x="3064947" y="330748"/>
                </a:lnTo>
                <a:close/>
                <a:moveTo>
                  <a:pt x="3029909" y="329993"/>
                </a:moveTo>
                <a:cubicBezTo>
                  <a:pt x="3037532" y="331891"/>
                  <a:pt x="3029909" y="335843"/>
                  <a:pt x="3027301" y="338847"/>
                </a:cubicBezTo>
                <a:cubicBezTo>
                  <a:pt x="3022286" y="335843"/>
                  <a:pt x="3031113" y="332839"/>
                  <a:pt x="3029909" y="329993"/>
                </a:cubicBezTo>
                <a:close/>
                <a:moveTo>
                  <a:pt x="3065778" y="328246"/>
                </a:moveTo>
                <a:lnTo>
                  <a:pt x="3065178" y="330053"/>
                </a:lnTo>
                <a:lnTo>
                  <a:pt x="3065489" y="329116"/>
                </a:lnTo>
                <a:cubicBezTo>
                  <a:pt x="3065874" y="327957"/>
                  <a:pt x="3066067" y="327377"/>
                  <a:pt x="3065778" y="328246"/>
                </a:cubicBezTo>
                <a:close/>
                <a:moveTo>
                  <a:pt x="2980545" y="326527"/>
                </a:moveTo>
                <a:cubicBezTo>
                  <a:pt x="2989372" y="333490"/>
                  <a:pt x="2974125" y="343459"/>
                  <a:pt x="2987968" y="349473"/>
                </a:cubicBezTo>
                <a:cubicBezTo>
                  <a:pt x="2985560" y="355486"/>
                  <a:pt x="2979140" y="348523"/>
                  <a:pt x="2977937" y="352479"/>
                </a:cubicBezTo>
                <a:cubicBezTo>
                  <a:pt x="2976733" y="348523"/>
                  <a:pt x="2977937" y="337446"/>
                  <a:pt x="2980545" y="326527"/>
                </a:cubicBezTo>
                <a:close/>
                <a:moveTo>
                  <a:pt x="3153001" y="325899"/>
                </a:moveTo>
                <a:cubicBezTo>
                  <a:pt x="3155514" y="326672"/>
                  <a:pt x="3155977" y="333575"/>
                  <a:pt x="3163835" y="330686"/>
                </a:cubicBezTo>
                <a:lnTo>
                  <a:pt x="3162397" y="337465"/>
                </a:lnTo>
                <a:cubicBezTo>
                  <a:pt x="3150687" y="332535"/>
                  <a:pt x="3140414" y="337465"/>
                  <a:pt x="3140414" y="327759"/>
                </a:cubicBezTo>
                <a:cubicBezTo>
                  <a:pt x="3140414" y="330686"/>
                  <a:pt x="3157261" y="331611"/>
                  <a:pt x="3149454" y="327759"/>
                </a:cubicBezTo>
                <a:cubicBezTo>
                  <a:pt x="3151097" y="326065"/>
                  <a:pt x="3152163" y="325641"/>
                  <a:pt x="3153001" y="325899"/>
                </a:cubicBezTo>
                <a:close/>
                <a:moveTo>
                  <a:pt x="2598838" y="323754"/>
                </a:moveTo>
                <a:cubicBezTo>
                  <a:pt x="2612681" y="323754"/>
                  <a:pt x="2614085" y="331679"/>
                  <a:pt x="2603854" y="332611"/>
                </a:cubicBezTo>
                <a:cubicBezTo>
                  <a:pt x="2609070" y="324842"/>
                  <a:pt x="2603854" y="328726"/>
                  <a:pt x="2598838" y="323754"/>
                </a:cubicBezTo>
                <a:close/>
                <a:moveTo>
                  <a:pt x="2491921" y="323342"/>
                </a:moveTo>
                <a:cubicBezTo>
                  <a:pt x="2505912" y="324480"/>
                  <a:pt x="2490705" y="327567"/>
                  <a:pt x="2496990" y="329679"/>
                </a:cubicBezTo>
                <a:cubicBezTo>
                  <a:pt x="2511184" y="322367"/>
                  <a:pt x="2499627" y="325454"/>
                  <a:pt x="2515037" y="330654"/>
                </a:cubicBezTo>
                <a:cubicBezTo>
                  <a:pt x="2509765" y="332604"/>
                  <a:pt x="2502059" y="332604"/>
                  <a:pt x="2493138" y="331629"/>
                </a:cubicBezTo>
                <a:cubicBezTo>
                  <a:pt x="2490705" y="330654"/>
                  <a:pt x="2491921" y="327567"/>
                  <a:pt x="2491921" y="323342"/>
                </a:cubicBezTo>
                <a:close/>
                <a:moveTo>
                  <a:pt x="3012838" y="322367"/>
                </a:moveTo>
                <a:cubicBezTo>
                  <a:pt x="3019355" y="324387"/>
                  <a:pt x="3011616" y="328272"/>
                  <a:pt x="3011616" y="331225"/>
                </a:cubicBezTo>
                <a:cubicBezTo>
                  <a:pt x="3007747" y="328272"/>
                  <a:pt x="3007747" y="325320"/>
                  <a:pt x="3012838" y="322367"/>
                </a:cubicBezTo>
                <a:close/>
                <a:moveTo>
                  <a:pt x="2632012" y="321674"/>
                </a:moveTo>
                <a:cubicBezTo>
                  <a:pt x="2651339" y="321674"/>
                  <a:pt x="2635877" y="326676"/>
                  <a:pt x="2641167" y="332460"/>
                </a:cubicBezTo>
                <a:cubicBezTo>
                  <a:pt x="2634657" y="333555"/>
                  <a:pt x="2630792" y="335431"/>
                  <a:pt x="2625706" y="337463"/>
                </a:cubicBezTo>
                <a:cubicBezTo>
                  <a:pt x="2624282" y="334493"/>
                  <a:pt x="2630792" y="329647"/>
                  <a:pt x="2632012" y="321674"/>
                </a:cubicBezTo>
                <a:close/>
                <a:moveTo>
                  <a:pt x="2547169" y="320762"/>
                </a:moveTo>
                <a:cubicBezTo>
                  <a:pt x="2549486" y="320390"/>
                  <a:pt x="2551464" y="320390"/>
                  <a:pt x="2553442" y="321878"/>
                </a:cubicBezTo>
                <a:cubicBezTo>
                  <a:pt x="2554691" y="324855"/>
                  <a:pt x="2552192" y="326893"/>
                  <a:pt x="2544280" y="324855"/>
                </a:cubicBezTo>
                <a:cubicBezTo>
                  <a:pt x="2558648" y="329870"/>
                  <a:pt x="2545529" y="337705"/>
                  <a:pt x="2542822" y="341622"/>
                </a:cubicBezTo>
                <a:cubicBezTo>
                  <a:pt x="2538865" y="333787"/>
                  <a:pt x="2541572" y="330810"/>
                  <a:pt x="2538865" y="321878"/>
                </a:cubicBezTo>
                <a:cubicBezTo>
                  <a:pt x="2542198" y="321878"/>
                  <a:pt x="2544852" y="321134"/>
                  <a:pt x="2547169" y="320762"/>
                </a:cubicBezTo>
                <a:close/>
                <a:moveTo>
                  <a:pt x="2960290" y="316821"/>
                </a:moveTo>
                <a:cubicBezTo>
                  <a:pt x="2952509" y="326894"/>
                  <a:pt x="2958857" y="332718"/>
                  <a:pt x="2954966" y="345781"/>
                </a:cubicBezTo>
                <a:cubicBezTo>
                  <a:pt x="2945956" y="339800"/>
                  <a:pt x="2949847" y="324848"/>
                  <a:pt x="2960290" y="316821"/>
                </a:cubicBezTo>
                <a:close/>
                <a:moveTo>
                  <a:pt x="2590385" y="316821"/>
                </a:moveTo>
                <a:cubicBezTo>
                  <a:pt x="2595489" y="318901"/>
                  <a:pt x="2605904" y="317941"/>
                  <a:pt x="2604679" y="321941"/>
                </a:cubicBezTo>
                <a:cubicBezTo>
                  <a:pt x="2599370" y="321941"/>
                  <a:pt x="2593039" y="320981"/>
                  <a:pt x="2591610" y="322901"/>
                </a:cubicBezTo>
                <a:cubicBezTo>
                  <a:pt x="2587934" y="322901"/>
                  <a:pt x="2590385" y="318901"/>
                  <a:pt x="2590385" y="316821"/>
                </a:cubicBezTo>
                <a:close/>
                <a:moveTo>
                  <a:pt x="2694472" y="312456"/>
                </a:moveTo>
                <a:cubicBezTo>
                  <a:pt x="2696676" y="312105"/>
                  <a:pt x="2699456" y="312115"/>
                  <a:pt x="2703059" y="312626"/>
                </a:cubicBezTo>
                <a:cubicBezTo>
                  <a:pt x="2701618" y="318598"/>
                  <a:pt x="2701618" y="324571"/>
                  <a:pt x="2706765" y="327557"/>
                </a:cubicBezTo>
                <a:cubicBezTo>
                  <a:pt x="2701618" y="330544"/>
                  <a:pt x="2693794" y="330544"/>
                  <a:pt x="2689881" y="334472"/>
                </a:cubicBezTo>
                <a:cubicBezTo>
                  <a:pt x="2685969" y="342489"/>
                  <a:pt x="2701618" y="350348"/>
                  <a:pt x="2685969" y="353334"/>
                </a:cubicBezTo>
                <a:cubicBezTo>
                  <a:pt x="2687411" y="356321"/>
                  <a:pt x="2689881" y="353334"/>
                  <a:pt x="2695234" y="354277"/>
                </a:cubicBezTo>
                <a:cubicBezTo>
                  <a:pt x="2682057" y="365280"/>
                  <a:pt x="2695234" y="376282"/>
                  <a:pt x="2683498" y="388071"/>
                </a:cubicBezTo>
                <a:cubicBezTo>
                  <a:pt x="2676909" y="383198"/>
                  <a:pt x="2680821" y="376282"/>
                  <a:pt x="2666613" y="373296"/>
                </a:cubicBezTo>
                <a:lnTo>
                  <a:pt x="2669155" y="363119"/>
                </a:lnTo>
                <a:lnTo>
                  <a:pt x="2665925" y="360858"/>
                </a:lnTo>
                <a:cubicBezTo>
                  <a:pt x="2664744" y="357351"/>
                  <a:pt x="2670913" y="352444"/>
                  <a:pt x="2668882" y="348711"/>
                </a:cubicBezTo>
                <a:cubicBezTo>
                  <a:pt x="2671537" y="349715"/>
                  <a:pt x="2673190" y="350778"/>
                  <a:pt x="2674115" y="351905"/>
                </a:cubicBezTo>
                <a:lnTo>
                  <a:pt x="2674538" y="353665"/>
                </a:lnTo>
                <a:lnTo>
                  <a:pt x="2676600" y="350623"/>
                </a:lnTo>
                <a:cubicBezTo>
                  <a:pt x="2680821" y="344414"/>
                  <a:pt x="2682777" y="338953"/>
                  <a:pt x="2672997" y="332430"/>
                </a:cubicBezTo>
                <a:cubicBezTo>
                  <a:pt x="2682057" y="337459"/>
                  <a:pt x="2682057" y="326614"/>
                  <a:pt x="2689881" y="324571"/>
                </a:cubicBezTo>
                <a:cubicBezTo>
                  <a:pt x="2688646" y="323470"/>
                  <a:pt x="2683498" y="323470"/>
                  <a:pt x="2683498" y="321584"/>
                </a:cubicBezTo>
                <a:cubicBezTo>
                  <a:pt x="2686432" y="317812"/>
                  <a:pt x="2687861" y="313509"/>
                  <a:pt x="2694472" y="312456"/>
                </a:cubicBezTo>
                <a:close/>
                <a:moveTo>
                  <a:pt x="2734485" y="303622"/>
                </a:moveTo>
                <a:cubicBezTo>
                  <a:pt x="2735141" y="305351"/>
                  <a:pt x="2734839" y="311725"/>
                  <a:pt x="2732920" y="321519"/>
                </a:cubicBezTo>
                <a:cubicBezTo>
                  <a:pt x="2718785" y="320586"/>
                  <a:pt x="2730295" y="314678"/>
                  <a:pt x="2730295" y="313590"/>
                </a:cubicBezTo>
                <a:cubicBezTo>
                  <a:pt x="2732213" y="304807"/>
                  <a:pt x="2733829" y="301892"/>
                  <a:pt x="2734485" y="303622"/>
                </a:cubicBezTo>
                <a:close/>
                <a:moveTo>
                  <a:pt x="3126149" y="301984"/>
                </a:moveTo>
                <a:cubicBezTo>
                  <a:pt x="3145661" y="300876"/>
                  <a:pt x="3124916" y="332854"/>
                  <a:pt x="3122247" y="340927"/>
                </a:cubicBezTo>
                <a:cubicBezTo>
                  <a:pt x="3115880" y="330954"/>
                  <a:pt x="3133954" y="314965"/>
                  <a:pt x="3126149" y="301984"/>
                </a:cubicBezTo>
                <a:close/>
                <a:moveTo>
                  <a:pt x="2634812" y="301511"/>
                </a:moveTo>
                <a:cubicBezTo>
                  <a:pt x="2647751" y="299490"/>
                  <a:pt x="2643849" y="309283"/>
                  <a:pt x="2639947" y="312237"/>
                </a:cubicBezTo>
                <a:cubicBezTo>
                  <a:pt x="2638715" y="316124"/>
                  <a:pt x="2648984" y="315191"/>
                  <a:pt x="2656789" y="315191"/>
                </a:cubicBezTo>
                <a:cubicBezTo>
                  <a:pt x="2651655" y="324985"/>
                  <a:pt x="2639947" y="313170"/>
                  <a:pt x="2629678" y="319077"/>
                </a:cubicBezTo>
                <a:cubicBezTo>
                  <a:pt x="2628240" y="318145"/>
                  <a:pt x="2630910" y="318145"/>
                  <a:pt x="2632142" y="318145"/>
                </a:cubicBezTo>
                <a:cubicBezTo>
                  <a:pt x="2634812" y="312237"/>
                  <a:pt x="2627008" y="307263"/>
                  <a:pt x="2634812" y="301511"/>
                </a:cubicBezTo>
                <a:close/>
                <a:moveTo>
                  <a:pt x="2696224" y="298103"/>
                </a:moveTo>
                <a:cubicBezTo>
                  <a:pt x="2697497" y="298376"/>
                  <a:pt x="2698376" y="299500"/>
                  <a:pt x="2698814" y="301032"/>
                </a:cubicBezTo>
                <a:lnTo>
                  <a:pt x="2698777" y="305465"/>
                </a:lnTo>
                <a:lnTo>
                  <a:pt x="2704038" y="305984"/>
                </a:lnTo>
                <a:cubicBezTo>
                  <a:pt x="2703726" y="307210"/>
                  <a:pt x="2702504" y="308317"/>
                  <a:pt x="2700885" y="309164"/>
                </a:cubicBezTo>
                <a:lnTo>
                  <a:pt x="2696459" y="310463"/>
                </a:lnTo>
                <a:lnTo>
                  <a:pt x="2695823" y="311579"/>
                </a:lnTo>
                <a:cubicBezTo>
                  <a:pt x="2694327" y="312974"/>
                  <a:pt x="2692303" y="313892"/>
                  <a:pt x="2689707" y="313892"/>
                </a:cubicBezTo>
                <a:lnTo>
                  <a:pt x="2691260" y="310128"/>
                </a:lnTo>
                <a:lnTo>
                  <a:pt x="2690523" y="310009"/>
                </a:lnTo>
                <a:cubicBezTo>
                  <a:pt x="2689372" y="309255"/>
                  <a:pt x="2688853" y="307961"/>
                  <a:pt x="2689477" y="305984"/>
                </a:cubicBezTo>
                <a:lnTo>
                  <a:pt x="2693116" y="305633"/>
                </a:lnTo>
                <a:close/>
                <a:moveTo>
                  <a:pt x="3106372" y="294637"/>
                </a:moveTo>
                <a:cubicBezTo>
                  <a:pt x="3106372" y="299663"/>
                  <a:pt x="3100087" y="297621"/>
                  <a:pt x="3098870" y="300605"/>
                </a:cubicBezTo>
                <a:cubicBezTo>
                  <a:pt x="3101304" y="306574"/>
                  <a:pt x="3107792" y="297621"/>
                  <a:pt x="3110225" y="303590"/>
                </a:cubicBezTo>
                <a:cubicBezTo>
                  <a:pt x="3102520" y="314585"/>
                  <a:pt x="3085893" y="294637"/>
                  <a:pt x="3106372" y="294637"/>
                </a:cubicBezTo>
                <a:close/>
                <a:moveTo>
                  <a:pt x="2549781" y="294637"/>
                </a:moveTo>
                <a:cubicBezTo>
                  <a:pt x="2566826" y="298701"/>
                  <a:pt x="2547079" y="302609"/>
                  <a:pt x="2552484" y="310426"/>
                </a:cubicBezTo>
                <a:cubicBezTo>
                  <a:pt x="2543130" y="309487"/>
                  <a:pt x="2552484" y="301671"/>
                  <a:pt x="2535230" y="303547"/>
                </a:cubicBezTo>
                <a:cubicBezTo>
                  <a:pt x="2543130" y="299639"/>
                  <a:pt x="2554978" y="302609"/>
                  <a:pt x="2549781" y="294637"/>
                </a:cubicBezTo>
                <a:close/>
                <a:moveTo>
                  <a:pt x="2656343" y="292557"/>
                </a:moveTo>
                <a:cubicBezTo>
                  <a:pt x="2673146" y="292557"/>
                  <a:pt x="2673146" y="292557"/>
                  <a:pt x="2673146" y="292557"/>
                </a:cubicBezTo>
                <a:cubicBezTo>
                  <a:pt x="2673146" y="294477"/>
                  <a:pt x="2652451" y="298636"/>
                  <a:pt x="2656343" y="292557"/>
                </a:cubicBezTo>
                <a:close/>
                <a:moveTo>
                  <a:pt x="2498390" y="292557"/>
                </a:moveTo>
                <a:cubicBezTo>
                  <a:pt x="2505036" y="293508"/>
                  <a:pt x="2497144" y="300480"/>
                  <a:pt x="2498390" y="303491"/>
                </a:cubicBezTo>
                <a:cubicBezTo>
                  <a:pt x="2490705" y="301589"/>
                  <a:pt x="2494651" y="296518"/>
                  <a:pt x="2498390" y="292557"/>
                </a:cubicBezTo>
                <a:close/>
                <a:moveTo>
                  <a:pt x="2711302" y="291648"/>
                </a:moveTo>
                <a:lnTo>
                  <a:pt x="2710024" y="297553"/>
                </a:lnTo>
                <a:cubicBezTo>
                  <a:pt x="2697884" y="298641"/>
                  <a:pt x="2699376" y="289784"/>
                  <a:pt x="2711302" y="291648"/>
                </a:cubicBezTo>
                <a:close/>
                <a:moveTo>
                  <a:pt x="2503253" y="274061"/>
                </a:moveTo>
                <a:cubicBezTo>
                  <a:pt x="2508942" y="274768"/>
                  <a:pt x="2513068" y="279856"/>
                  <a:pt x="2515037" y="282143"/>
                </a:cubicBezTo>
                <a:cubicBezTo>
                  <a:pt x="2511201" y="283106"/>
                  <a:pt x="2509787" y="285193"/>
                  <a:pt x="2508575" y="286157"/>
                </a:cubicBezTo>
                <a:cubicBezTo>
                  <a:pt x="2502114" y="284230"/>
                  <a:pt x="2508575" y="275079"/>
                  <a:pt x="2497065" y="275079"/>
                </a:cubicBezTo>
                <a:cubicBezTo>
                  <a:pt x="2499287" y="274075"/>
                  <a:pt x="2501356" y="273825"/>
                  <a:pt x="2503253" y="274061"/>
                </a:cubicBezTo>
                <a:close/>
                <a:moveTo>
                  <a:pt x="3039817" y="268292"/>
                </a:moveTo>
                <a:cubicBezTo>
                  <a:pt x="3043703" y="269233"/>
                  <a:pt x="3042476" y="271272"/>
                  <a:pt x="3044931" y="273153"/>
                </a:cubicBezTo>
                <a:cubicBezTo>
                  <a:pt x="3041248" y="277231"/>
                  <a:pt x="3037362" y="273153"/>
                  <a:pt x="3033475" y="275192"/>
                </a:cubicBezTo>
                <a:cubicBezTo>
                  <a:pt x="3042476" y="278172"/>
                  <a:pt x="3029588" y="284131"/>
                  <a:pt x="3037362" y="287109"/>
                </a:cubicBezTo>
                <a:cubicBezTo>
                  <a:pt x="3037362" y="285071"/>
                  <a:pt x="3041248" y="275192"/>
                  <a:pt x="3048818" y="279112"/>
                </a:cubicBezTo>
                <a:cubicBezTo>
                  <a:pt x="3042476" y="283032"/>
                  <a:pt x="3050250" y="293068"/>
                  <a:pt x="3035930" y="300909"/>
                </a:cubicBezTo>
                <a:cubicBezTo>
                  <a:pt x="3037362" y="303888"/>
                  <a:pt x="3043703" y="305927"/>
                  <a:pt x="3034702" y="309847"/>
                </a:cubicBezTo>
                <a:cubicBezTo>
                  <a:pt x="3038589" y="313767"/>
                  <a:pt x="3046363" y="316747"/>
                  <a:pt x="3043703" y="320824"/>
                </a:cubicBezTo>
                <a:cubicBezTo>
                  <a:pt x="3030815" y="316747"/>
                  <a:pt x="3032043" y="314865"/>
                  <a:pt x="3024269" y="314865"/>
                </a:cubicBezTo>
                <a:cubicBezTo>
                  <a:pt x="3025701" y="309847"/>
                  <a:pt x="3034702" y="311886"/>
                  <a:pt x="3032043" y="308906"/>
                </a:cubicBezTo>
                <a:cubicBezTo>
                  <a:pt x="3029588" y="306868"/>
                  <a:pt x="3028156" y="309847"/>
                  <a:pt x="3025701" y="308906"/>
                </a:cubicBezTo>
                <a:cubicBezTo>
                  <a:pt x="3032043" y="306868"/>
                  <a:pt x="3033475" y="304986"/>
                  <a:pt x="3026929" y="302006"/>
                </a:cubicBezTo>
                <a:cubicBezTo>
                  <a:pt x="3034702" y="291971"/>
                  <a:pt x="3030815" y="283032"/>
                  <a:pt x="3032043" y="274251"/>
                </a:cubicBezTo>
                <a:cubicBezTo>
                  <a:pt x="3011381" y="268292"/>
                  <a:pt x="3039817" y="277231"/>
                  <a:pt x="3039817" y="268292"/>
                </a:cubicBezTo>
                <a:close/>
                <a:moveTo>
                  <a:pt x="2722506" y="266213"/>
                </a:moveTo>
                <a:cubicBezTo>
                  <a:pt x="2725203" y="269183"/>
                  <a:pt x="2726448" y="273091"/>
                  <a:pt x="2730390" y="275123"/>
                </a:cubicBezTo>
                <a:cubicBezTo>
                  <a:pt x="2721261" y="274185"/>
                  <a:pt x="2712131" y="279032"/>
                  <a:pt x="2713376" y="273091"/>
                </a:cubicBezTo>
                <a:cubicBezTo>
                  <a:pt x="2705491" y="274185"/>
                  <a:pt x="2709433" y="276061"/>
                  <a:pt x="2709433" y="278093"/>
                </a:cubicBezTo>
                <a:cubicBezTo>
                  <a:pt x="2706736" y="282001"/>
                  <a:pt x="2709433" y="274185"/>
                  <a:pt x="2704246" y="275123"/>
                </a:cubicBezTo>
                <a:cubicBezTo>
                  <a:pt x="2705491" y="273091"/>
                  <a:pt x="2709433" y="272153"/>
                  <a:pt x="2708188" y="269183"/>
                </a:cubicBezTo>
                <a:cubicBezTo>
                  <a:pt x="2714621" y="270121"/>
                  <a:pt x="2723957" y="271215"/>
                  <a:pt x="2722506" y="266213"/>
                </a:cubicBezTo>
                <a:close/>
                <a:moveTo>
                  <a:pt x="3048893" y="262746"/>
                </a:moveTo>
                <a:cubicBezTo>
                  <a:pt x="3055446" y="262746"/>
                  <a:pt x="3055446" y="262746"/>
                  <a:pt x="3055446" y="262746"/>
                </a:cubicBezTo>
                <a:cubicBezTo>
                  <a:pt x="3056675" y="264749"/>
                  <a:pt x="3058108" y="266597"/>
                  <a:pt x="3058108" y="269525"/>
                </a:cubicBezTo>
                <a:cubicBezTo>
                  <a:pt x="3045002" y="267676"/>
                  <a:pt x="3059336" y="276458"/>
                  <a:pt x="3050326" y="279231"/>
                </a:cubicBezTo>
                <a:cubicBezTo>
                  <a:pt x="3046435" y="275380"/>
                  <a:pt x="3046435" y="264749"/>
                  <a:pt x="3048893" y="262746"/>
                </a:cubicBezTo>
                <a:close/>
                <a:moveTo>
                  <a:pt x="3023066" y="259973"/>
                </a:moveTo>
                <a:cubicBezTo>
                  <a:pt x="3031159" y="259973"/>
                  <a:pt x="3028391" y="268698"/>
                  <a:pt x="3024344" y="271606"/>
                </a:cubicBezTo>
                <a:cubicBezTo>
                  <a:pt x="3017742" y="270687"/>
                  <a:pt x="3024344" y="262881"/>
                  <a:pt x="3023066" y="259973"/>
                </a:cubicBezTo>
                <a:close/>
                <a:moveTo>
                  <a:pt x="3116739" y="256757"/>
                </a:moveTo>
                <a:cubicBezTo>
                  <a:pt x="3135018" y="256757"/>
                  <a:pt x="3135018" y="256757"/>
                  <a:pt x="3135018" y="256757"/>
                </a:cubicBezTo>
                <a:cubicBezTo>
                  <a:pt x="3137482" y="258802"/>
                  <a:pt x="3137482" y="261792"/>
                  <a:pt x="3136250" y="266668"/>
                </a:cubicBezTo>
                <a:cubicBezTo>
                  <a:pt x="3131116" y="264781"/>
                  <a:pt x="3136250" y="255814"/>
                  <a:pt x="3121873" y="258802"/>
                </a:cubicBezTo>
                <a:cubicBezTo>
                  <a:pt x="3135018" y="276737"/>
                  <a:pt x="3107702" y="280670"/>
                  <a:pt x="3127214" y="292626"/>
                </a:cubicBezTo>
                <a:cubicBezTo>
                  <a:pt x="3124544" y="292626"/>
                  <a:pt x="3124544" y="295615"/>
                  <a:pt x="3123312" y="296559"/>
                </a:cubicBezTo>
                <a:cubicBezTo>
                  <a:pt x="3120641" y="295615"/>
                  <a:pt x="3116739" y="294514"/>
                  <a:pt x="3111604" y="294514"/>
                </a:cubicBezTo>
                <a:cubicBezTo>
                  <a:pt x="3110167" y="276737"/>
                  <a:pt x="3117971" y="275636"/>
                  <a:pt x="3116739" y="256757"/>
                </a:cubicBezTo>
                <a:close/>
                <a:moveTo>
                  <a:pt x="3096405" y="255120"/>
                </a:moveTo>
                <a:cubicBezTo>
                  <a:pt x="3106651" y="262077"/>
                  <a:pt x="3095176" y="272039"/>
                  <a:pt x="3105421" y="279944"/>
                </a:cubicBezTo>
                <a:cubicBezTo>
                  <a:pt x="3091283" y="279944"/>
                  <a:pt x="3109315" y="284055"/>
                  <a:pt x="3104192" y="291013"/>
                </a:cubicBezTo>
                <a:cubicBezTo>
                  <a:pt x="3089849" y="287059"/>
                  <a:pt x="3097636" y="275043"/>
                  <a:pt x="3088619" y="265082"/>
                </a:cubicBezTo>
                <a:cubicBezTo>
                  <a:pt x="3102758" y="266030"/>
                  <a:pt x="3088619" y="257017"/>
                  <a:pt x="3096405" y="255120"/>
                </a:cubicBezTo>
                <a:close/>
                <a:moveTo>
                  <a:pt x="3077559" y="248881"/>
                </a:moveTo>
                <a:cubicBezTo>
                  <a:pt x="3081224" y="252789"/>
                  <a:pt x="3083873" y="261699"/>
                  <a:pt x="3078780" y="264670"/>
                </a:cubicBezTo>
                <a:cubicBezTo>
                  <a:pt x="3076133" y="261699"/>
                  <a:pt x="3072263" y="252789"/>
                  <a:pt x="3077559" y="248881"/>
                </a:cubicBezTo>
                <a:close/>
                <a:moveTo>
                  <a:pt x="2713041" y="243191"/>
                </a:moveTo>
                <a:cubicBezTo>
                  <a:pt x="2714229" y="244437"/>
                  <a:pt x="2713021" y="249419"/>
                  <a:pt x="2710996" y="249419"/>
                </a:cubicBezTo>
                <a:cubicBezTo>
                  <a:pt x="2700611" y="248331"/>
                  <a:pt x="2713696" y="247398"/>
                  <a:pt x="2710996" y="243514"/>
                </a:cubicBezTo>
                <a:cubicBezTo>
                  <a:pt x="2711982" y="242776"/>
                  <a:pt x="2712645" y="242776"/>
                  <a:pt x="2713041" y="243191"/>
                </a:cubicBezTo>
                <a:close/>
                <a:moveTo>
                  <a:pt x="2732700" y="241949"/>
                </a:moveTo>
                <a:cubicBezTo>
                  <a:pt x="2736476" y="243032"/>
                  <a:pt x="2733892" y="245974"/>
                  <a:pt x="2737668" y="245974"/>
                </a:cubicBezTo>
                <a:cubicBezTo>
                  <a:pt x="2732700" y="246902"/>
                  <a:pt x="2736476" y="257738"/>
                  <a:pt x="2731506" y="255726"/>
                </a:cubicBezTo>
                <a:cubicBezTo>
                  <a:pt x="2732700" y="251856"/>
                  <a:pt x="2732700" y="246902"/>
                  <a:pt x="2732700" y="241949"/>
                </a:cubicBezTo>
                <a:close/>
                <a:moveTo>
                  <a:pt x="2745843" y="238440"/>
                </a:moveTo>
                <a:lnTo>
                  <a:pt x="2745843" y="247379"/>
                </a:lnTo>
                <a:cubicBezTo>
                  <a:pt x="2736958" y="249417"/>
                  <a:pt x="2736958" y="236402"/>
                  <a:pt x="2745843" y="238440"/>
                </a:cubicBezTo>
                <a:close/>
                <a:moveTo>
                  <a:pt x="3076277" y="234567"/>
                </a:moveTo>
                <a:cubicBezTo>
                  <a:pt x="3092047" y="233629"/>
                  <a:pt x="3081464" y="246448"/>
                  <a:pt x="3075032" y="249418"/>
                </a:cubicBezTo>
                <a:cubicBezTo>
                  <a:pt x="3065902" y="246448"/>
                  <a:pt x="3078975" y="240507"/>
                  <a:pt x="3076277" y="234567"/>
                </a:cubicBezTo>
                <a:close/>
                <a:moveTo>
                  <a:pt x="2705908" y="233880"/>
                </a:moveTo>
                <a:cubicBezTo>
                  <a:pt x="2712450" y="234014"/>
                  <a:pt x="2719668" y="235478"/>
                  <a:pt x="2720395" y="237403"/>
                </a:cubicBezTo>
                <a:cubicBezTo>
                  <a:pt x="2695471" y="238328"/>
                  <a:pt x="2695471" y="238328"/>
                  <a:pt x="2695471" y="238328"/>
                </a:cubicBezTo>
                <a:cubicBezTo>
                  <a:pt x="2693497" y="234939"/>
                  <a:pt x="2699365" y="233745"/>
                  <a:pt x="2705908" y="233880"/>
                </a:cubicBezTo>
                <a:close/>
                <a:moveTo>
                  <a:pt x="2673636" y="230163"/>
                </a:moveTo>
                <a:cubicBezTo>
                  <a:pt x="2684050" y="231137"/>
                  <a:pt x="2677517" y="236175"/>
                  <a:pt x="2676291" y="240399"/>
                </a:cubicBezTo>
                <a:cubicBezTo>
                  <a:pt x="2666082" y="239262"/>
                  <a:pt x="2676291" y="236175"/>
                  <a:pt x="2673636" y="230163"/>
                </a:cubicBezTo>
                <a:close/>
                <a:moveTo>
                  <a:pt x="2950741" y="229469"/>
                </a:moveTo>
                <a:cubicBezTo>
                  <a:pt x="2957555" y="238369"/>
                  <a:pt x="2954787" y="251173"/>
                  <a:pt x="2953510" y="263977"/>
                </a:cubicBezTo>
                <a:cubicBezTo>
                  <a:pt x="2944139" y="263977"/>
                  <a:pt x="2944139" y="263977"/>
                  <a:pt x="2944139" y="263977"/>
                </a:cubicBezTo>
                <a:cubicBezTo>
                  <a:pt x="2950741" y="253203"/>
                  <a:pt x="2945416" y="238369"/>
                  <a:pt x="2950741" y="229469"/>
                </a:cubicBezTo>
                <a:close/>
                <a:moveTo>
                  <a:pt x="2668700" y="223231"/>
                </a:moveTo>
                <a:cubicBezTo>
                  <a:pt x="2674045" y="227295"/>
                  <a:pt x="2669982" y="237143"/>
                  <a:pt x="2663354" y="239019"/>
                </a:cubicBezTo>
                <a:cubicBezTo>
                  <a:pt x="2664637" y="236049"/>
                  <a:pt x="2666134" y="229171"/>
                  <a:pt x="2668700" y="223231"/>
                </a:cubicBezTo>
                <a:close/>
                <a:moveTo>
                  <a:pt x="3134962" y="214217"/>
                </a:moveTo>
                <a:cubicBezTo>
                  <a:pt x="3137454" y="216256"/>
                  <a:pt x="3142648" y="216256"/>
                  <a:pt x="3148048" y="216256"/>
                </a:cubicBezTo>
                <a:cubicBezTo>
                  <a:pt x="3149294" y="222215"/>
                  <a:pt x="3142648" y="222215"/>
                  <a:pt x="3140154" y="227233"/>
                </a:cubicBezTo>
                <a:cubicBezTo>
                  <a:pt x="3134962" y="225194"/>
                  <a:pt x="3134962" y="220176"/>
                  <a:pt x="3134962" y="214217"/>
                </a:cubicBezTo>
                <a:close/>
                <a:moveTo>
                  <a:pt x="2709193" y="201045"/>
                </a:moveTo>
                <a:cubicBezTo>
                  <a:pt x="2710404" y="206900"/>
                  <a:pt x="2693846" y="207824"/>
                  <a:pt x="2688798" y="205051"/>
                </a:cubicBezTo>
                <a:cubicBezTo>
                  <a:pt x="2691423" y="202124"/>
                  <a:pt x="2704145" y="203049"/>
                  <a:pt x="2709193" y="201045"/>
                </a:cubicBezTo>
                <a:close/>
                <a:moveTo>
                  <a:pt x="3120222" y="200352"/>
                </a:moveTo>
                <a:cubicBezTo>
                  <a:pt x="3126683" y="205423"/>
                  <a:pt x="3132943" y="213346"/>
                  <a:pt x="3127895" y="220318"/>
                </a:cubicBezTo>
                <a:cubicBezTo>
                  <a:pt x="3115173" y="222378"/>
                  <a:pt x="3125270" y="206374"/>
                  <a:pt x="3111337" y="208276"/>
                </a:cubicBezTo>
                <a:cubicBezTo>
                  <a:pt x="3111337" y="206374"/>
                  <a:pt x="3115173" y="207324"/>
                  <a:pt x="3117596" y="206374"/>
                </a:cubicBezTo>
                <a:cubicBezTo>
                  <a:pt x="3121433" y="206374"/>
                  <a:pt x="3120222" y="202412"/>
                  <a:pt x="3120222" y="200352"/>
                </a:cubicBezTo>
                <a:close/>
                <a:moveTo>
                  <a:pt x="2813168" y="193420"/>
                </a:moveTo>
                <a:cubicBezTo>
                  <a:pt x="2814402" y="194348"/>
                  <a:pt x="2818311" y="194348"/>
                  <a:pt x="2822220" y="194348"/>
                </a:cubicBezTo>
                <a:cubicBezTo>
                  <a:pt x="2820985" y="199298"/>
                  <a:pt x="2824895" y="200226"/>
                  <a:pt x="2823455" y="205177"/>
                </a:cubicBezTo>
                <a:cubicBezTo>
                  <a:pt x="2818311" y="204094"/>
                  <a:pt x="2809259" y="207033"/>
                  <a:pt x="2814402" y="207961"/>
                </a:cubicBezTo>
                <a:cubicBezTo>
                  <a:pt x="2811728" y="210900"/>
                  <a:pt x="2803909" y="204094"/>
                  <a:pt x="2805349" y="211983"/>
                </a:cubicBezTo>
                <a:cubicBezTo>
                  <a:pt x="2797532" y="211983"/>
                  <a:pt x="2802675" y="205177"/>
                  <a:pt x="2792388" y="206105"/>
                </a:cubicBezTo>
                <a:cubicBezTo>
                  <a:pt x="2805349" y="202237"/>
                  <a:pt x="2807819" y="200226"/>
                  <a:pt x="2813168" y="193420"/>
                </a:cubicBezTo>
                <a:close/>
                <a:moveTo>
                  <a:pt x="2711970" y="181634"/>
                </a:moveTo>
                <a:cubicBezTo>
                  <a:pt x="2722215" y="181634"/>
                  <a:pt x="2713199" y="187488"/>
                  <a:pt x="2709306" y="188413"/>
                </a:cubicBezTo>
                <a:cubicBezTo>
                  <a:pt x="2701519" y="186564"/>
                  <a:pt x="2714428" y="185485"/>
                  <a:pt x="2711970" y="181634"/>
                </a:cubicBezTo>
                <a:close/>
                <a:moveTo>
                  <a:pt x="2813417" y="169848"/>
                </a:moveTo>
                <a:cubicBezTo>
                  <a:pt x="2818535" y="172864"/>
                  <a:pt x="2818535" y="175879"/>
                  <a:pt x="2815874" y="180957"/>
                </a:cubicBezTo>
                <a:cubicBezTo>
                  <a:pt x="2804201" y="182862"/>
                  <a:pt x="2810754" y="171912"/>
                  <a:pt x="2813417" y="169848"/>
                </a:cubicBezTo>
                <a:close/>
                <a:moveTo>
                  <a:pt x="3113759" y="150437"/>
                </a:moveTo>
                <a:cubicBezTo>
                  <a:pt x="3117596" y="151369"/>
                  <a:pt x="3120222" y="156342"/>
                  <a:pt x="3116385" y="159294"/>
                </a:cubicBezTo>
                <a:cubicBezTo>
                  <a:pt x="3111337" y="158362"/>
                  <a:pt x="3115173" y="152457"/>
                  <a:pt x="3113759" y="150437"/>
                </a:cubicBezTo>
                <a:close/>
                <a:moveTo>
                  <a:pt x="2682230" y="142118"/>
                </a:moveTo>
                <a:cubicBezTo>
                  <a:pt x="2682230" y="146343"/>
                  <a:pt x="2677029" y="148293"/>
                  <a:pt x="2679733" y="152354"/>
                </a:cubicBezTo>
                <a:cubicBezTo>
                  <a:pt x="2670372" y="147317"/>
                  <a:pt x="2665172" y="147317"/>
                  <a:pt x="2682230" y="142118"/>
                </a:cubicBezTo>
                <a:close/>
                <a:moveTo>
                  <a:pt x="3144497" y="125740"/>
                </a:moveTo>
                <a:cubicBezTo>
                  <a:pt x="3145726" y="128758"/>
                  <a:pt x="3141835" y="129711"/>
                  <a:pt x="3141835" y="132730"/>
                </a:cubicBezTo>
                <a:cubicBezTo>
                  <a:pt x="3146954" y="131777"/>
                  <a:pt x="3146954" y="133842"/>
                  <a:pt x="3148387" y="135749"/>
                </a:cubicBezTo>
                <a:cubicBezTo>
                  <a:pt x="3137944" y="139879"/>
                  <a:pt x="3134053" y="124786"/>
                  <a:pt x="3144497" y="125740"/>
                </a:cubicBezTo>
                <a:close/>
                <a:moveTo>
                  <a:pt x="2725204" y="124093"/>
                </a:moveTo>
                <a:cubicBezTo>
                  <a:pt x="2734031" y="127072"/>
                  <a:pt x="2726408" y="134129"/>
                  <a:pt x="2724000" y="137108"/>
                </a:cubicBezTo>
                <a:cubicBezTo>
                  <a:pt x="2718785" y="135070"/>
                  <a:pt x="2727813" y="129111"/>
                  <a:pt x="2725204" y="124093"/>
                </a:cubicBezTo>
                <a:close/>
                <a:moveTo>
                  <a:pt x="3062268" y="122013"/>
                </a:moveTo>
                <a:cubicBezTo>
                  <a:pt x="3070236" y="122013"/>
                  <a:pt x="3068768" y="127933"/>
                  <a:pt x="3068768" y="133853"/>
                </a:cubicBezTo>
                <a:cubicBezTo>
                  <a:pt x="3056816" y="135723"/>
                  <a:pt x="3058283" y="125908"/>
                  <a:pt x="3062268" y="122013"/>
                </a:cubicBezTo>
                <a:close/>
                <a:moveTo>
                  <a:pt x="3062481" y="99829"/>
                </a:moveTo>
                <a:cubicBezTo>
                  <a:pt x="3079327" y="102799"/>
                  <a:pt x="3062481" y="109677"/>
                  <a:pt x="3068850" y="115617"/>
                </a:cubicBezTo>
                <a:cubicBezTo>
                  <a:pt x="3059810" y="115617"/>
                  <a:pt x="3059810" y="115617"/>
                  <a:pt x="3059810" y="115617"/>
                </a:cubicBezTo>
                <a:cubicBezTo>
                  <a:pt x="3061042" y="111709"/>
                  <a:pt x="3055907" y="101704"/>
                  <a:pt x="3062481" y="99829"/>
                </a:cubicBezTo>
                <a:close/>
                <a:moveTo>
                  <a:pt x="3103654" y="98931"/>
                </a:moveTo>
                <a:cubicBezTo>
                  <a:pt x="3109873" y="97056"/>
                  <a:pt x="3108669" y="106904"/>
                  <a:pt x="3112481" y="102996"/>
                </a:cubicBezTo>
                <a:cubicBezTo>
                  <a:pt x="3117497" y="102996"/>
                  <a:pt x="3113685" y="109874"/>
                  <a:pt x="3115090" y="112844"/>
                </a:cubicBezTo>
                <a:cubicBezTo>
                  <a:pt x="3111278" y="110812"/>
                  <a:pt x="3111278" y="106904"/>
                  <a:pt x="3103654" y="106904"/>
                </a:cubicBezTo>
                <a:cubicBezTo>
                  <a:pt x="3108669" y="103933"/>
                  <a:pt x="3102250" y="102996"/>
                  <a:pt x="3103654" y="98931"/>
                </a:cubicBezTo>
                <a:close/>
                <a:moveTo>
                  <a:pt x="2736880" y="96362"/>
                </a:moveTo>
                <a:cubicBezTo>
                  <a:pt x="2741971" y="99341"/>
                  <a:pt x="2745842" y="105301"/>
                  <a:pt x="2740749" y="109378"/>
                </a:cubicBezTo>
                <a:cubicBezTo>
                  <a:pt x="2734232" y="108280"/>
                  <a:pt x="2740749" y="102321"/>
                  <a:pt x="2736880" y="96362"/>
                </a:cubicBezTo>
                <a:close/>
                <a:moveTo>
                  <a:pt x="3131125" y="94283"/>
                </a:moveTo>
                <a:cubicBezTo>
                  <a:pt x="3128501" y="104134"/>
                  <a:pt x="3128501" y="118052"/>
                  <a:pt x="3129713" y="135722"/>
                </a:cubicBezTo>
                <a:cubicBezTo>
                  <a:pt x="3127289" y="134784"/>
                  <a:pt x="3113154" y="98192"/>
                  <a:pt x="3131125" y="94283"/>
                </a:cubicBezTo>
                <a:close/>
                <a:moveTo>
                  <a:pt x="2542424" y="92020"/>
                </a:moveTo>
                <a:cubicBezTo>
                  <a:pt x="2552766" y="90123"/>
                  <a:pt x="2547697" y="98028"/>
                  <a:pt x="2560471" y="94076"/>
                </a:cubicBezTo>
                <a:cubicBezTo>
                  <a:pt x="2557835" y="97079"/>
                  <a:pt x="2552766" y="98977"/>
                  <a:pt x="2546277" y="98977"/>
                </a:cubicBezTo>
                <a:cubicBezTo>
                  <a:pt x="2542424" y="97079"/>
                  <a:pt x="2536139" y="95973"/>
                  <a:pt x="2542424" y="92020"/>
                </a:cubicBezTo>
                <a:close/>
                <a:moveTo>
                  <a:pt x="3359003" y="91020"/>
                </a:moveTo>
                <a:cubicBezTo>
                  <a:pt x="3361427" y="88043"/>
                  <a:pt x="3366475" y="109824"/>
                  <a:pt x="3357590" y="110764"/>
                </a:cubicBezTo>
                <a:cubicBezTo>
                  <a:pt x="3359003" y="105906"/>
                  <a:pt x="3359003" y="99952"/>
                  <a:pt x="3359003" y="91020"/>
                </a:cubicBezTo>
                <a:close/>
                <a:moveTo>
                  <a:pt x="2737867" y="90549"/>
                </a:moveTo>
                <a:cubicBezTo>
                  <a:pt x="2745835" y="89429"/>
                  <a:pt x="2744577" y="93429"/>
                  <a:pt x="2745835" y="97589"/>
                </a:cubicBezTo>
                <a:cubicBezTo>
                  <a:pt x="2741851" y="95509"/>
                  <a:pt x="2739335" y="93429"/>
                  <a:pt x="2737867" y="90549"/>
                </a:cubicBezTo>
                <a:close/>
                <a:moveTo>
                  <a:pt x="2726586" y="89998"/>
                </a:moveTo>
                <a:cubicBezTo>
                  <a:pt x="2727504" y="91264"/>
                  <a:pt x="2727426" y="96414"/>
                  <a:pt x="2730390" y="97239"/>
                </a:cubicBezTo>
                <a:cubicBezTo>
                  <a:pt x="2722485" y="97239"/>
                  <a:pt x="2722485" y="97239"/>
                  <a:pt x="2722485" y="97239"/>
                </a:cubicBezTo>
                <a:cubicBezTo>
                  <a:pt x="2721237" y="105087"/>
                  <a:pt x="2730390" y="105087"/>
                  <a:pt x="2729141" y="112150"/>
                </a:cubicBezTo>
                <a:cubicBezTo>
                  <a:pt x="2713333" y="109168"/>
                  <a:pt x="2721237" y="97239"/>
                  <a:pt x="2725190" y="90332"/>
                </a:cubicBezTo>
                <a:cubicBezTo>
                  <a:pt x="2725865" y="89587"/>
                  <a:pt x="2726281" y="89577"/>
                  <a:pt x="2726586" y="89998"/>
                </a:cubicBezTo>
                <a:close/>
                <a:moveTo>
                  <a:pt x="2644981" y="88043"/>
                </a:moveTo>
                <a:cubicBezTo>
                  <a:pt x="2643576" y="91083"/>
                  <a:pt x="2637357" y="93002"/>
                  <a:pt x="2630938" y="94122"/>
                </a:cubicBezTo>
                <a:cubicBezTo>
                  <a:pt x="2629733" y="90123"/>
                  <a:pt x="2637357" y="89003"/>
                  <a:pt x="2644981" y="88043"/>
                </a:cubicBezTo>
                <a:close/>
                <a:moveTo>
                  <a:pt x="2735569" y="81537"/>
                </a:moveTo>
                <a:cubicBezTo>
                  <a:pt x="2742197" y="80417"/>
                  <a:pt x="2739631" y="86496"/>
                  <a:pt x="2740914" y="89536"/>
                </a:cubicBezTo>
                <a:cubicBezTo>
                  <a:pt x="2731506" y="90656"/>
                  <a:pt x="2735569" y="83457"/>
                  <a:pt x="2735569" y="81537"/>
                </a:cubicBezTo>
                <a:close/>
                <a:moveTo>
                  <a:pt x="3167656" y="78337"/>
                </a:moveTo>
                <a:cubicBezTo>
                  <a:pt x="3184732" y="78337"/>
                  <a:pt x="3168906" y="83256"/>
                  <a:pt x="3171613" y="90398"/>
                </a:cubicBezTo>
                <a:cubicBezTo>
                  <a:pt x="3164948" y="91350"/>
                  <a:pt x="3170155" y="82305"/>
                  <a:pt x="3167656" y="78337"/>
                </a:cubicBezTo>
                <a:close/>
                <a:moveTo>
                  <a:pt x="2681327" y="70197"/>
                </a:moveTo>
                <a:cubicBezTo>
                  <a:pt x="2680115" y="76102"/>
                  <a:pt x="2667394" y="73150"/>
                  <a:pt x="2659720" y="73150"/>
                </a:cubicBezTo>
                <a:cubicBezTo>
                  <a:pt x="2664768" y="67245"/>
                  <a:pt x="2673653" y="73150"/>
                  <a:pt x="2681327" y="70197"/>
                </a:cubicBezTo>
                <a:close/>
                <a:moveTo>
                  <a:pt x="3082029" y="68632"/>
                </a:moveTo>
                <a:cubicBezTo>
                  <a:pt x="3095341" y="72529"/>
                  <a:pt x="3091389" y="90302"/>
                  <a:pt x="3096590" y="101059"/>
                </a:cubicBezTo>
                <a:cubicBezTo>
                  <a:pt x="3079533" y="100124"/>
                  <a:pt x="3089933" y="77362"/>
                  <a:pt x="3082029" y="68632"/>
                </a:cubicBezTo>
                <a:close/>
                <a:moveTo>
                  <a:pt x="2717124" y="66552"/>
                </a:moveTo>
                <a:cubicBezTo>
                  <a:pt x="2722216" y="66552"/>
                  <a:pt x="2718346" y="72456"/>
                  <a:pt x="2720994" y="75408"/>
                </a:cubicBezTo>
                <a:cubicBezTo>
                  <a:pt x="2717124" y="72456"/>
                  <a:pt x="2710606" y="69504"/>
                  <a:pt x="2717124" y="66552"/>
                </a:cubicBezTo>
                <a:close/>
                <a:moveTo>
                  <a:pt x="2575213" y="54766"/>
                </a:moveTo>
                <a:cubicBezTo>
                  <a:pt x="2580419" y="56846"/>
                  <a:pt x="2594995" y="52687"/>
                  <a:pt x="2594995" y="58766"/>
                </a:cubicBezTo>
                <a:cubicBezTo>
                  <a:pt x="2587082" y="58766"/>
                  <a:pt x="2575213" y="60845"/>
                  <a:pt x="2575213" y="54766"/>
                </a:cubicBezTo>
                <a:close/>
                <a:moveTo>
                  <a:pt x="3109519" y="53380"/>
                </a:moveTo>
                <a:cubicBezTo>
                  <a:pt x="3116229" y="53380"/>
                  <a:pt x="3112245" y="59578"/>
                  <a:pt x="3120214" y="57457"/>
                </a:cubicBezTo>
                <a:cubicBezTo>
                  <a:pt x="3120214" y="58436"/>
                  <a:pt x="3118746" y="58436"/>
                  <a:pt x="3117487" y="58436"/>
                </a:cubicBezTo>
                <a:cubicBezTo>
                  <a:pt x="3117487" y="61535"/>
                  <a:pt x="3117487" y="61535"/>
                  <a:pt x="3117487" y="61535"/>
                </a:cubicBezTo>
                <a:cubicBezTo>
                  <a:pt x="3112245" y="60557"/>
                  <a:pt x="3110777" y="57457"/>
                  <a:pt x="3109519" y="53380"/>
                </a:cubicBezTo>
                <a:close/>
                <a:moveTo>
                  <a:pt x="3361990" y="46447"/>
                </a:moveTo>
                <a:cubicBezTo>
                  <a:pt x="3367371" y="50355"/>
                  <a:pt x="3364788" y="57234"/>
                  <a:pt x="3364788" y="62236"/>
                </a:cubicBezTo>
                <a:cubicBezTo>
                  <a:pt x="3359408" y="60203"/>
                  <a:pt x="3363282" y="51293"/>
                  <a:pt x="3361990" y="46447"/>
                </a:cubicBezTo>
                <a:close/>
                <a:moveTo>
                  <a:pt x="2543195" y="41595"/>
                </a:moveTo>
                <a:cubicBezTo>
                  <a:pt x="2537871" y="44613"/>
                  <a:pt x="2537871" y="50650"/>
                  <a:pt x="2539149" y="56687"/>
                </a:cubicBezTo>
                <a:cubicBezTo>
                  <a:pt x="2536593" y="56687"/>
                  <a:pt x="2533825" y="55575"/>
                  <a:pt x="2529779" y="56687"/>
                </a:cubicBezTo>
                <a:cubicBezTo>
                  <a:pt x="2535103" y="50650"/>
                  <a:pt x="2535103" y="49538"/>
                  <a:pt x="2531056" y="43659"/>
                </a:cubicBezTo>
                <a:cubicBezTo>
                  <a:pt x="2543195" y="41595"/>
                  <a:pt x="2543195" y="41595"/>
                  <a:pt x="2543195" y="41595"/>
                </a:cubicBezTo>
                <a:close/>
                <a:moveTo>
                  <a:pt x="3048133" y="18716"/>
                </a:moveTo>
                <a:cubicBezTo>
                  <a:pt x="3052086" y="18716"/>
                  <a:pt x="3052086" y="21471"/>
                  <a:pt x="3048133" y="22543"/>
                </a:cubicBezTo>
                <a:cubicBezTo>
                  <a:pt x="3049382" y="23461"/>
                  <a:pt x="3052086" y="25451"/>
                  <a:pt x="3054791" y="25451"/>
                </a:cubicBezTo>
                <a:cubicBezTo>
                  <a:pt x="3053334" y="28359"/>
                  <a:pt x="3048133" y="29277"/>
                  <a:pt x="3042933" y="30349"/>
                </a:cubicBezTo>
                <a:cubicBezTo>
                  <a:pt x="3037733" y="23461"/>
                  <a:pt x="3049382" y="23461"/>
                  <a:pt x="3048133" y="18716"/>
                </a:cubicBezTo>
                <a:close/>
                <a:moveTo>
                  <a:pt x="3120790" y="15943"/>
                </a:moveTo>
                <a:cubicBezTo>
                  <a:pt x="3122034" y="25952"/>
                  <a:pt x="3122034" y="25952"/>
                  <a:pt x="3122034" y="25952"/>
                </a:cubicBezTo>
                <a:cubicBezTo>
                  <a:pt x="3119547" y="24998"/>
                  <a:pt x="3116853" y="23887"/>
                  <a:pt x="3112915" y="24998"/>
                </a:cubicBezTo>
                <a:lnTo>
                  <a:pt x="3112915" y="31036"/>
                </a:lnTo>
                <a:cubicBezTo>
                  <a:pt x="3098615" y="31036"/>
                  <a:pt x="3114159" y="16897"/>
                  <a:pt x="3120790" y="15943"/>
                </a:cubicBezTo>
                <a:close/>
                <a:moveTo>
                  <a:pt x="3078274" y="14557"/>
                </a:moveTo>
                <a:cubicBezTo>
                  <a:pt x="3086033" y="22530"/>
                  <a:pt x="3086033" y="36290"/>
                  <a:pt x="3087501" y="51144"/>
                </a:cubicBezTo>
                <a:cubicBezTo>
                  <a:pt x="3079533" y="40355"/>
                  <a:pt x="3076807" y="30505"/>
                  <a:pt x="3078274" y="14557"/>
                </a:cubicBezTo>
                <a:close/>
                <a:moveTo>
                  <a:pt x="2865179" y="13863"/>
                </a:moveTo>
                <a:cubicBezTo>
                  <a:pt x="2866630" y="14817"/>
                  <a:pt x="2873054" y="13863"/>
                  <a:pt x="2873054" y="16882"/>
                </a:cubicBezTo>
                <a:cubicBezTo>
                  <a:pt x="2862692" y="17835"/>
                  <a:pt x="2854817" y="28956"/>
                  <a:pt x="2849635" y="21807"/>
                </a:cubicBezTo>
                <a:cubicBezTo>
                  <a:pt x="2852122" y="21807"/>
                  <a:pt x="2856060" y="21807"/>
                  <a:pt x="2859997" y="20854"/>
                </a:cubicBezTo>
                <a:cubicBezTo>
                  <a:pt x="2858755" y="15929"/>
                  <a:pt x="2858755" y="15929"/>
                  <a:pt x="2858755" y="15929"/>
                </a:cubicBezTo>
                <a:cubicBezTo>
                  <a:pt x="2861241" y="14817"/>
                  <a:pt x="2865179" y="14817"/>
                  <a:pt x="2865179" y="13863"/>
                </a:cubicBezTo>
                <a:close/>
                <a:moveTo>
                  <a:pt x="3128386" y="0"/>
                </a:moveTo>
                <a:lnTo>
                  <a:pt x="3128387" y="0"/>
                </a:lnTo>
                <a:lnTo>
                  <a:pt x="3135108" y="8191"/>
                </a:lnTo>
                <a:cubicBezTo>
                  <a:pt x="3137883" y="17745"/>
                  <a:pt x="3131589" y="30572"/>
                  <a:pt x="3141201" y="39358"/>
                </a:cubicBezTo>
                <a:cubicBezTo>
                  <a:pt x="3122892" y="34906"/>
                  <a:pt x="3129872" y="23866"/>
                  <a:pt x="3130731" y="11969"/>
                </a:cubicBezTo>
                <a:close/>
                <a:moveTo>
                  <a:pt x="2831463" y="0"/>
                </a:moveTo>
                <a:lnTo>
                  <a:pt x="2831464" y="0"/>
                </a:lnTo>
                <a:lnTo>
                  <a:pt x="2834070" y="1868"/>
                </a:lnTo>
                <a:cubicBezTo>
                  <a:pt x="2839085" y="1868"/>
                  <a:pt x="2846709" y="6853"/>
                  <a:pt x="2846709" y="13708"/>
                </a:cubicBezTo>
                <a:cubicBezTo>
                  <a:pt x="2844803" y="10748"/>
                  <a:pt x="2841342" y="9034"/>
                  <a:pt x="2838182" y="7203"/>
                </a:cubicBezTo>
                <a:close/>
              </a:path>
            </a:pathLst>
          </a:custGeom>
          <a:effectLst/>
        </p:spPr>
        <p:txBody>
          <a:bodyPr wrap="square">
            <a:noAutofit/>
          </a:bodyPr>
          <a:lstStyle>
            <a:lvl1pPr>
              <a:defRPr sz="1200" baseline="0">
                <a:latin typeface="Montserrat" panose="00000500000000000000" pitchFamily="2" charset="0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单击图标添加图片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E6D061-3C50-625E-34AD-4578B5746C8C}"/>
              </a:ext>
            </a:extLst>
          </p:cNvPr>
          <p:cNvSpPr/>
          <p:nvPr/>
        </p:nvSpPr>
        <p:spPr>
          <a:xfrm>
            <a:off x="0" y="0"/>
            <a:ext cx="9144000" cy="553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DAD71E-72FE-68A7-BD2B-934ED68DD17E}"/>
              </a:ext>
            </a:extLst>
          </p:cNvPr>
          <p:cNvSpPr/>
          <p:nvPr/>
        </p:nvSpPr>
        <p:spPr>
          <a:xfrm>
            <a:off x="0" y="4214811"/>
            <a:ext cx="9144000" cy="928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712412-C6A1-B871-F1E9-8072E2314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790739"/>
            <a:ext cx="4320000" cy="553998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3000" baseline="0">
                <a:latin typeface="Montserrat" panose="00000500000000000000" pitchFamily="2" charset="0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标题样式</a:t>
            </a:r>
          </a:p>
        </p:txBody>
      </p:sp>
      <p:cxnSp>
        <p:nvCxnSpPr>
          <p:cNvPr id="3" name="Straight Connector 3">
            <a:extLst>
              <a:ext uri="{FF2B5EF4-FFF2-40B4-BE49-F238E27FC236}">
                <a16:creationId xmlns:a16="http://schemas.microsoft.com/office/drawing/2014/main" id="{8309D080-14F8-957D-599A-AE39EF5DCF55}"/>
              </a:ext>
            </a:extLst>
          </p:cNvPr>
          <p:cNvCxnSpPr>
            <a:cxnSpLocks/>
          </p:cNvCxnSpPr>
          <p:nvPr/>
        </p:nvCxnSpPr>
        <p:spPr>
          <a:xfrm>
            <a:off x="628650" y="2344737"/>
            <a:ext cx="43200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9F74197-8563-ADB2-A999-B2916EFB89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00" y="2344736"/>
            <a:ext cx="4320000" cy="18700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spcBef>
                <a:spcPts val="600"/>
              </a:spcBef>
              <a:buNone/>
              <a:defRPr sz="1800" baseline="0">
                <a:latin typeface="Montserrat" panose="00000500000000000000" pitchFamily="2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文本样式</a:t>
            </a:r>
          </a:p>
        </p:txBody>
      </p:sp>
    </p:spTree>
    <p:extLst>
      <p:ext uri="{BB962C8B-B14F-4D97-AF65-F5344CB8AC3E}">
        <p14:creationId xmlns:p14="http://schemas.microsoft.com/office/powerpoint/2010/main" val="104786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BD9C9-DE8C-DF63-4762-F835063A4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>
              <a:defRPr lang="zh-CN" altLang="en-US" sz="1600" b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indent="0" fontAlgn="base">
              <a:spcBef>
                <a:spcPct val="20000"/>
              </a:spcBef>
              <a:spcAft>
                <a:spcPct val="0"/>
              </a:spcAft>
              <a:buFontTx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3594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4228B95-B0B6-0ADB-DC42-C8DACC58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>
              <a:defRPr lang="zh-CN" altLang="en-US" sz="1600" b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indent="0" fontAlgn="base">
              <a:spcBef>
                <a:spcPct val="20000"/>
              </a:spcBef>
              <a:spcAft>
                <a:spcPct val="0"/>
              </a:spcAft>
              <a:buFontTx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AF20C5A-3FE7-F07C-CB7E-C9ADF5AFB94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  <a:prstGeom prst="rect">
            <a:avLst/>
          </a:prstGeom>
        </p:spPr>
        <p:txBody>
          <a:bodyPr lIns="0" tIns="36000" rIns="0" bIns="36000">
            <a:noAutofit/>
          </a:bodyPr>
          <a:lstStyle>
            <a:lvl1pPr marL="180000" indent="-180000" algn="just" latinLnBrk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600" baseline="0">
                <a:latin typeface="Montserrat" panose="00000500000000000000" pitchFamily="2" charset="0"/>
                <a:ea typeface="微软雅黑 Light" panose="020B0502040204020203" pitchFamily="34" charset="-122"/>
              </a:defRPr>
            </a:lvl1pPr>
            <a:lvl2pPr marL="360000" indent="-180000" algn="just" latinLnBrk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"/>
              <a:defRPr sz="1400" baseline="0">
                <a:latin typeface="Montserrat" panose="00000500000000000000" pitchFamily="2" charset="0"/>
                <a:ea typeface="微软雅黑 Light" panose="020B0502040204020203" pitchFamily="34" charset="-122"/>
              </a:defRPr>
            </a:lvl2pPr>
            <a:lvl3pPr marL="540000" indent="-180000" algn="just">
              <a:spcBef>
                <a:spcPts val="0"/>
              </a:spcBef>
              <a:spcAft>
                <a:spcPts val="600"/>
              </a:spcAft>
              <a:buFont typeface="微软雅黑 Light" panose="020B0502040204020203" pitchFamily="34" charset="-122"/>
              <a:buChar char="‐"/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</p:spTree>
    <p:extLst>
      <p:ext uri="{BB962C8B-B14F-4D97-AF65-F5344CB8AC3E}">
        <p14:creationId xmlns:p14="http://schemas.microsoft.com/office/powerpoint/2010/main" val="75917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4228B95-B0B6-0ADB-DC42-C8DACC58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>
              <a:defRPr lang="zh-CN" altLang="en-US" sz="1600" b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 indent="0" fontAlgn="base">
              <a:spcBef>
                <a:spcPct val="20000"/>
              </a:spcBef>
              <a:spcAft>
                <a:spcPct val="0"/>
              </a:spcAft>
              <a:buFontTx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AF20C5A-3FE7-F07C-CB7E-C9ADF5AFB94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5999" y="467790"/>
            <a:ext cx="4086001" cy="4135710"/>
          </a:xfrm>
          <a:prstGeom prst="rect">
            <a:avLst/>
          </a:prstGeom>
        </p:spPr>
        <p:txBody>
          <a:bodyPr lIns="0" tIns="36000" rIns="0" bIns="36000">
            <a:noAutofit/>
          </a:bodyPr>
          <a:lstStyle>
            <a:lvl1pPr marL="180000" indent="-180000" algn="just" latinLnBrk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600" baseline="0">
                <a:latin typeface="Montserrat" panose="00000500000000000000" pitchFamily="2" charset="0"/>
                <a:ea typeface="微软雅黑 Light" panose="020B0502040204020203" pitchFamily="34" charset="-122"/>
              </a:defRPr>
            </a:lvl1pPr>
            <a:lvl2pPr marL="360000" indent="-180000" algn="just" latinLnBrk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"/>
              <a:defRPr sz="1400" baseline="0">
                <a:latin typeface="Montserrat" panose="00000500000000000000" pitchFamily="2" charset="0"/>
                <a:ea typeface="微软雅黑 Light" panose="020B0502040204020203" pitchFamily="34" charset="-122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183497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96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3">
            <a:extLst>
              <a:ext uri="{FF2B5EF4-FFF2-40B4-BE49-F238E27FC236}">
                <a16:creationId xmlns:a16="http://schemas.microsoft.com/office/drawing/2014/main" id="{5AEB39F7-50A6-C253-C39D-1096377D3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01625"/>
            <a:ext cx="2880000" cy="0"/>
          </a:xfrm>
          <a:prstGeom prst="line">
            <a:avLst/>
          </a:prstGeom>
          <a:noFill/>
          <a:ln w="127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B78A3B-669B-7CAD-92B8-AC6AF6483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043" y="4713775"/>
            <a:ext cx="234791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sz="1100" b="0" dirty="0">
                <a:solidFill>
                  <a:srgbClr val="8007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计算机网络 </a:t>
            </a:r>
            <a:r>
              <a:rPr lang="en-US" altLang="zh-CN" sz="1100" b="0" dirty="0">
                <a:solidFill>
                  <a:srgbClr val="8007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</a:t>
            </a:r>
            <a:r>
              <a:rPr lang="zh-CN" altLang="en-US" sz="1100" b="0" dirty="0">
                <a:solidFill>
                  <a:srgbClr val="80071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广州华立学院</a:t>
            </a:r>
            <a:endParaRPr lang="fr-FR" sz="1100" b="0" dirty="0">
              <a:solidFill>
                <a:srgbClr val="800715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椭圆 11">
            <a:extLst>
              <a:ext uri="{FF2B5EF4-FFF2-40B4-BE49-F238E27FC236}">
                <a16:creationId xmlns:a16="http://schemas.microsoft.com/office/drawing/2014/main" id="{D7C9F644-1AE0-0331-07EF-C7331C8C9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275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dirty="0"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3F747D70-54F6-3079-D1C5-60B05A339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000" y="301625"/>
            <a:ext cx="2880000" cy="0"/>
          </a:xfrm>
          <a:prstGeom prst="line">
            <a:avLst/>
          </a:prstGeom>
          <a:noFill/>
          <a:ln w="1270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" name="椭圆 13">
            <a:extLst>
              <a:ext uri="{FF2B5EF4-FFF2-40B4-BE49-F238E27FC236}">
                <a16:creationId xmlns:a16="http://schemas.microsoft.com/office/drawing/2014/main" id="{F884E4FE-7D40-8603-B9FB-7DEC525D2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000" y="258763"/>
            <a:ext cx="85725" cy="85725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dirty="0"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8EA0DB56-BCC3-36D2-06D6-BB6F1D01C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6131" y="4408975"/>
            <a:ext cx="609600" cy="60960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00715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fr-FR" altLang="zh-CN" dirty="0">
              <a:latin typeface="Montserrat" panose="00000500000000000000" pitchFamily="2" charset="0"/>
              <a:ea typeface="微软雅黑 Light" panose="020B0502040204020203" pitchFamily="34" charset="-122"/>
              <a:cs typeface="Arial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6E74E3B-155B-C2C3-F39C-100548AF13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931" y="4443775"/>
            <a:ext cx="540000" cy="54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9653E1B-9CC1-514F-4DB4-6B80766317D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000" y="466458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5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8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wmf"/><Relationship Id="rId5" Type="http://schemas.openxmlformats.org/officeDocument/2006/relationships/image" Target="../media/image7.png"/><Relationship Id="rId4" Type="http://schemas.openxmlformats.org/officeDocument/2006/relationships/image" Target="../media/image6.wmf"/><Relationship Id="rId9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21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20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21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wmf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611227" y="1861082"/>
            <a:ext cx="3246402" cy="1421337"/>
            <a:chOff x="4611227" y="1664468"/>
            <a:chExt cx="3246402" cy="1421337"/>
          </a:xfrm>
        </p:grpSpPr>
        <p:sp>
          <p:nvSpPr>
            <p:cNvPr id="7" name="矩形 6"/>
            <p:cNvSpPr/>
            <p:nvPr/>
          </p:nvSpPr>
          <p:spPr>
            <a:xfrm>
              <a:off x="4611227" y="2147086"/>
              <a:ext cx="3246402" cy="9387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5500" dirty="0">
                  <a:solidFill>
                    <a:schemeClr val="bg1"/>
                  </a:solidFill>
                  <a:latin typeface="Montserrat" panose="00000500000000000000" pitchFamily="2" charset="0"/>
                  <a:ea typeface="微软雅黑 Light" panose="020B0502040204020203" pitchFamily="34" charset="-122"/>
                </a:rPr>
                <a:t>网</a:t>
              </a:r>
              <a:r>
                <a:rPr lang="zh-CN" altLang="en-US" sz="2400" dirty="0">
                  <a:solidFill>
                    <a:schemeClr val="bg1"/>
                  </a:solidFill>
                  <a:latin typeface="Montserrat" panose="00000500000000000000" pitchFamily="2" charset="0"/>
                  <a:ea typeface="微软雅黑 Light" panose="020B0502040204020203" pitchFamily="34" charset="-122"/>
                </a:rPr>
                <a:t> </a:t>
              </a:r>
              <a:r>
                <a:rPr lang="zh-CN" altLang="en-US" sz="5500" dirty="0">
                  <a:solidFill>
                    <a:schemeClr val="bg1"/>
                  </a:solidFill>
                  <a:latin typeface="Montserrat" panose="00000500000000000000" pitchFamily="2" charset="0"/>
                  <a:ea typeface="微软雅黑 Light" panose="020B0502040204020203" pitchFamily="34" charset="-122"/>
                </a:rPr>
                <a:t>络</a:t>
              </a:r>
              <a:r>
                <a:rPr lang="zh-CN" altLang="en-US" sz="2400" dirty="0">
                  <a:solidFill>
                    <a:schemeClr val="bg1"/>
                  </a:solidFill>
                  <a:latin typeface="Montserrat" panose="00000500000000000000" pitchFamily="2" charset="0"/>
                  <a:ea typeface="微软雅黑 Light" panose="020B0502040204020203" pitchFamily="34" charset="-122"/>
                </a:rPr>
                <a:t> </a:t>
              </a:r>
              <a:r>
                <a:rPr lang="zh-CN" altLang="en-US" sz="5500" dirty="0">
                  <a:solidFill>
                    <a:schemeClr val="bg1"/>
                  </a:solidFill>
                  <a:latin typeface="Montserrat" panose="00000500000000000000" pitchFamily="2" charset="0"/>
                  <a:ea typeface="微软雅黑 Light" panose="020B0502040204020203" pitchFamily="34" charset="-122"/>
                </a:rPr>
                <a:t>安</a:t>
              </a:r>
              <a:r>
                <a:rPr lang="zh-CN" altLang="en-US" sz="2400" dirty="0">
                  <a:solidFill>
                    <a:schemeClr val="bg1"/>
                  </a:solidFill>
                  <a:latin typeface="Montserrat" panose="00000500000000000000" pitchFamily="2" charset="0"/>
                  <a:ea typeface="微软雅黑 Light" panose="020B0502040204020203" pitchFamily="34" charset="-122"/>
                </a:rPr>
                <a:t> </a:t>
              </a:r>
              <a:r>
                <a:rPr lang="zh-CN" altLang="en-US" sz="5500" dirty="0">
                  <a:solidFill>
                    <a:schemeClr val="bg1"/>
                  </a:solidFill>
                  <a:latin typeface="Montserrat" panose="00000500000000000000" pitchFamily="2" charset="0"/>
                  <a:ea typeface="微软雅黑 Light" panose="020B0502040204020203" pitchFamily="34" charset="-122"/>
                </a:rPr>
                <a:t>全</a:t>
              </a:r>
              <a:endParaRPr lang="fr-FR" altLang="zh-CN" sz="55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565012" y="1664468"/>
              <a:ext cx="1338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fr-FR" altLang="zh-CN" sz="2800" dirty="0">
                  <a:solidFill>
                    <a:schemeClr val="bg1"/>
                  </a:solidFill>
                  <a:latin typeface="Montserrat" panose="00000500000000000000" pitchFamily="2" charset="0"/>
                  <a:ea typeface="微软雅黑 Light" panose="020B0502040204020203" pitchFamily="34" charset="-122"/>
                </a:rPr>
                <a:t>第 7 章</a:t>
              </a:r>
            </a:p>
          </p:txBody>
        </p:sp>
      </p:grp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63253" y="2583673"/>
            <a:ext cx="1206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fr-FR" sz="1200" b="1" dirty="0">
                <a:solidFill>
                  <a:srgbClr val="00B0F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谢希仁  编著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0302" y="2239963"/>
            <a:ext cx="251240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eaLnBrk="0" hangingPunct="0">
              <a:spcBef>
                <a:spcPts val="1000"/>
              </a:spcBef>
            </a:pPr>
            <a:r>
              <a:rPr lang="fr-FR" sz="1600" b="1" dirty="0">
                <a:solidFill>
                  <a:srgbClr val="00B0F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计算机网络（第 8 版）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0" y="2236788"/>
            <a:ext cx="2749685" cy="3175"/>
          </a:xfrm>
          <a:prstGeom prst="line">
            <a:avLst/>
          </a:prstGeom>
          <a:ln w="19050">
            <a:solidFill>
              <a:srgbClr val="6DA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2" y="2955148"/>
            <a:ext cx="11985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D433363-8DB9-0B7D-260C-A9C230C5C1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42" y="1042692"/>
            <a:ext cx="1080000" cy="10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197D2-7F52-D554-D348-E53EF1CE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64966AD-BA8A-0567-3968-F2C2D6123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829098"/>
              </p:ext>
            </p:extLst>
          </p:nvPr>
        </p:nvGraphicFramePr>
        <p:xfrm>
          <a:off x="1524000" y="1369240"/>
          <a:ext cx="6096000" cy="296672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899160">
                  <a:extLst>
                    <a:ext uri="{9D8B030D-6E8A-4147-A177-3AD203B41FA5}">
                      <a16:colId xmlns:a16="http://schemas.microsoft.com/office/drawing/2014/main" val="1953064988"/>
                    </a:ext>
                  </a:extLst>
                </a:gridCol>
                <a:gridCol w="5196840">
                  <a:extLst>
                    <a:ext uri="{9D8B030D-6E8A-4147-A177-3AD203B41FA5}">
                      <a16:colId xmlns:a16="http://schemas.microsoft.com/office/drawing/2014/main" val="3898872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dirty="0">
                          <a:solidFill>
                            <a:schemeClr val="bg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知识点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123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7.1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网络安全问题概述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701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7.2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两类密码体制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31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7.3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鉴别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803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7.4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密钥分配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369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7.5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互联网使用的安全协议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80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7.6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系统安全：</a:t>
                      </a:r>
                      <a:r>
                        <a:rPr lang="zh-CN" altLang="en-US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防火墙与入侵检测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5417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7.7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一些未来的发展方向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48195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2629135" y="2322986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2629135" y="1400681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2629135" y="1864436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Line 16"/>
          <p:cNvSpPr>
            <a:spLocks noChangeShapeType="1"/>
          </p:cNvSpPr>
          <p:nvPr/>
        </p:nvSpPr>
        <p:spPr bwMode="auto">
          <a:xfrm>
            <a:off x="3637198" y="1329243"/>
            <a:ext cx="0" cy="142446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27" name="Rectangle 27"/>
          <p:cNvSpPr>
            <a:spLocks noChangeArrowheads="1"/>
          </p:cNvSpPr>
          <p:nvPr/>
        </p:nvSpPr>
        <p:spPr bwMode="auto">
          <a:xfrm>
            <a:off x="639730" y="1400681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28" name="Rectangle 29"/>
          <p:cNvSpPr>
            <a:spLocks noChangeArrowheads="1"/>
          </p:cNvSpPr>
          <p:nvPr/>
        </p:nvSpPr>
        <p:spPr bwMode="auto">
          <a:xfrm>
            <a:off x="648619" y="1495613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7.1</a:t>
            </a:r>
          </a:p>
          <a:p>
            <a:pPr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网络安全问题概述</a:t>
            </a:r>
            <a:endParaRPr lang="zh-CN" altLang="fr-FR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>
            <a:off x="2700573" y="1276380"/>
            <a:ext cx="57560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7.1.1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计算机网络面临的安全性威胁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7.1.2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安全的计算机网络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7.1.3                                 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数据加密模型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9"/>
          <p:cNvSpPr>
            <a:spLocks noChangeArrowheads="1"/>
          </p:cNvSpPr>
          <p:nvPr/>
        </p:nvSpPr>
        <p:spPr bwMode="auto">
          <a:xfrm>
            <a:off x="733297" y="1867070"/>
            <a:ext cx="7667251" cy="1866235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Rectangle 66"/>
          <p:cNvSpPr>
            <a:spLocks noChangeArrowheads="1"/>
          </p:cNvSpPr>
          <p:nvPr/>
        </p:nvSpPr>
        <p:spPr bwMode="auto">
          <a:xfrm>
            <a:off x="2678706" y="3285902"/>
            <a:ext cx="5709142" cy="434483"/>
          </a:xfrm>
          <a:prstGeom prst="rect">
            <a:avLst/>
          </a:prstGeom>
          <a:solidFill>
            <a:srgbClr val="800000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Oval 68"/>
          <p:cNvSpPr>
            <a:spLocks noChangeArrowheads="1"/>
          </p:cNvSpPr>
          <p:nvPr/>
        </p:nvSpPr>
        <p:spPr bwMode="auto">
          <a:xfrm>
            <a:off x="2888223" y="2393829"/>
            <a:ext cx="227122" cy="240805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Oval 69"/>
          <p:cNvSpPr>
            <a:spLocks noChangeArrowheads="1"/>
          </p:cNvSpPr>
          <p:nvPr/>
        </p:nvSpPr>
        <p:spPr bwMode="auto">
          <a:xfrm>
            <a:off x="4063514" y="2393829"/>
            <a:ext cx="227122" cy="240805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Oval 71"/>
          <p:cNvSpPr>
            <a:spLocks noChangeArrowheads="1"/>
          </p:cNvSpPr>
          <p:nvPr/>
        </p:nvSpPr>
        <p:spPr bwMode="auto">
          <a:xfrm>
            <a:off x="978206" y="2393829"/>
            <a:ext cx="227122" cy="238068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Oval 72"/>
          <p:cNvSpPr>
            <a:spLocks noChangeArrowheads="1"/>
          </p:cNvSpPr>
          <p:nvPr/>
        </p:nvSpPr>
        <p:spPr bwMode="auto">
          <a:xfrm>
            <a:off x="2154864" y="2393829"/>
            <a:ext cx="227122" cy="238068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Line 73"/>
          <p:cNvSpPr>
            <a:spLocks noChangeShapeType="1"/>
          </p:cNvSpPr>
          <p:nvPr/>
        </p:nvSpPr>
        <p:spPr bwMode="auto">
          <a:xfrm>
            <a:off x="1205328" y="2514232"/>
            <a:ext cx="949536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Arc 74"/>
          <p:cNvSpPr/>
          <p:nvPr/>
        </p:nvSpPr>
        <p:spPr bwMode="auto">
          <a:xfrm>
            <a:off x="1205328" y="2514232"/>
            <a:ext cx="489818" cy="340684"/>
          </a:xfrm>
          <a:custGeom>
            <a:avLst/>
            <a:gdLst>
              <a:gd name="G0" fmla="+- 0 0 0"/>
              <a:gd name="G1" fmla="+- 19891 0 0"/>
              <a:gd name="G2" fmla="+- 21600 0 0"/>
              <a:gd name="T0" fmla="*/ 8421 w 21600"/>
              <a:gd name="T1" fmla="*/ 0 h 19891"/>
              <a:gd name="T2" fmla="*/ 21600 w 21600"/>
              <a:gd name="T3" fmla="*/ 19891 h 19891"/>
              <a:gd name="T4" fmla="*/ 0 w 21600"/>
              <a:gd name="T5" fmla="*/ 19891 h 198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9891" fill="none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</a:path>
              <a:path w="21600" h="19891" stroke="0" extrusionOk="0">
                <a:moveTo>
                  <a:pt x="8420" y="0"/>
                </a:moveTo>
                <a:cubicBezTo>
                  <a:pt x="16409" y="3382"/>
                  <a:pt x="21600" y="11215"/>
                  <a:pt x="21600" y="19891"/>
                </a:cubicBezTo>
                <a:lnTo>
                  <a:pt x="0" y="19891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Oval 75"/>
          <p:cNvSpPr>
            <a:spLocks noChangeArrowheads="1"/>
          </p:cNvSpPr>
          <p:nvPr/>
        </p:nvSpPr>
        <p:spPr bwMode="auto">
          <a:xfrm>
            <a:off x="1567931" y="2871334"/>
            <a:ext cx="216000" cy="216000"/>
          </a:xfrm>
          <a:prstGeom prst="ellipse">
            <a:avLst/>
          </a:prstGeom>
          <a:solidFill>
            <a:srgbClr val="FF66FF"/>
          </a:soli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Text Box 76"/>
          <p:cNvSpPr txBox="1">
            <a:spLocks noChangeArrowheads="1"/>
          </p:cNvSpPr>
          <p:nvPr/>
        </p:nvSpPr>
        <p:spPr bwMode="auto">
          <a:xfrm>
            <a:off x="1888064" y="2835761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截获</a:t>
            </a:r>
          </a:p>
        </p:txBody>
      </p:sp>
      <p:sp>
        <p:nvSpPr>
          <p:cNvPr id="23" name="Oval 77"/>
          <p:cNvSpPr>
            <a:spLocks noChangeArrowheads="1"/>
          </p:cNvSpPr>
          <p:nvPr/>
        </p:nvSpPr>
        <p:spPr bwMode="auto">
          <a:xfrm>
            <a:off x="4784559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4" name="Oval 78"/>
          <p:cNvSpPr>
            <a:spLocks noChangeArrowheads="1"/>
          </p:cNvSpPr>
          <p:nvPr/>
        </p:nvSpPr>
        <p:spPr bwMode="auto">
          <a:xfrm>
            <a:off x="5961217" y="2389725"/>
            <a:ext cx="228491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Oval 83"/>
          <p:cNvSpPr>
            <a:spLocks noChangeArrowheads="1"/>
          </p:cNvSpPr>
          <p:nvPr/>
        </p:nvSpPr>
        <p:spPr bwMode="auto">
          <a:xfrm>
            <a:off x="6723309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" name="Text Box 85"/>
          <p:cNvSpPr txBox="1">
            <a:spLocks noChangeArrowheads="1"/>
          </p:cNvSpPr>
          <p:nvPr/>
        </p:nvSpPr>
        <p:spPr bwMode="auto">
          <a:xfrm>
            <a:off x="7776829" y="2690731"/>
            <a:ext cx="5950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拒绝</a:t>
            </a:r>
          </a:p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</a:t>
            </a:r>
          </a:p>
        </p:txBody>
      </p:sp>
      <p:sp>
        <p:nvSpPr>
          <p:cNvPr id="27" name="Oval 86"/>
          <p:cNvSpPr>
            <a:spLocks noChangeArrowheads="1"/>
          </p:cNvSpPr>
          <p:nvPr/>
        </p:nvSpPr>
        <p:spPr bwMode="auto">
          <a:xfrm>
            <a:off x="7899968" y="2389725"/>
            <a:ext cx="227122" cy="236699"/>
          </a:xfrm>
          <a:prstGeom prst="ellipse">
            <a:avLst/>
          </a:prstGeom>
          <a:solidFill>
            <a:srgbClr val="33CCFF"/>
          </a:solidFill>
          <a:ln w="9525">
            <a:solidFill>
              <a:srgbClr val="0000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Text Box 90"/>
          <p:cNvSpPr txBox="1">
            <a:spLocks noChangeArrowheads="1"/>
          </p:cNvSpPr>
          <p:nvPr/>
        </p:nvSpPr>
        <p:spPr bwMode="auto">
          <a:xfrm>
            <a:off x="4805083" y="3313265"/>
            <a:ext cx="13708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  动  攻  击</a:t>
            </a:r>
          </a:p>
        </p:txBody>
      </p:sp>
      <p:sp>
        <p:nvSpPr>
          <p:cNvPr id="29" name="Text Box 91"/>
          <p:cNvSpPr txBox="1">
            <a:spLocks noChangeArrowheads="1"/>
          </p:cNvSpPr>
          <p:nvPr/>
        </p:nvSpPr>
        <p:spPr bwMode="auto">
          <a:xfrm>
            <a:off x="7600329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目的站</a:t>
            </a:r>
          </a:p>
        </p:txBody>
      </p:sp>
      <p:sp>
        <p:nvSpPr>
          <p:cNvPr id="30" name="Text Box 92"/>
          <p:cNvSpPr txBox="1">
            <a:spLocks noChangeArrowheads="1"/>
          </p:cNvSpPr>
          <p:nvPr/>
        </p:nvSpPr>
        <p:spPr bwMode="auto">
          <a:xfrm>
            <a:off x="6544074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源站</a:t>
            </a:r>
          </a:p>
        </p:txBody>
      </p:sp>
      <p:sp>
        <p:nvSpPr>
          <p:cNvPr id="31" name="Text Box 93"/>
          <p:cNvSpPr txBox="1">
            <a:spLocks noChangeArrowheads="1"/>
          </p:cNvSpPr>
          <p:nvPr/>
        </p:nvSpPr>
        <p:spPr bwMode="auto">
          <a:xfrm>
            <a:off x="4710676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源站</a:t>
            </a:r>
          </a:p>
        </p:txBody>
      </p:sp>
      <p:sp>
        <p:nvSpPr>
          <p:cNvPr id="32" name="Text Box 94"/>
          <p:cNvSpPr txBox="1">
            <a:spLocks noChangeArrowheads="1"/>
          </p:cNvSpPr>
          <p:nvPr/>
        </p:nvSpPr>
        <p:spPr bwMode="auto">
          <a:xfrm>
            <a:off x="2807500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源站</a:t>
            </a:r>
          </a:p>
        </p:txBody>
      </p:sp>
      <p:sp>
        <p:nvSpPr>
          <p:cNvPr id="33" name="Text Box 95"/>
          <p:cNvSpPr txBox="1">
            <a:spLocks noChangeArrowheads="1"/>
          </p:cNvSpPr>
          <p:nvPr/>
        </p:nvSpPr>
        <p:spPr bwMode="auto">
          <a:xfrm>
            <a:off x="833176" y="1893066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源站</a:t>
            </a:r>
          </a:p>
        </p:txBody>
      </p:sp>
      <p:sp>
        <p:nvSpPr>
          <p:cNvPr id="34" name="Text Box 96"/>
          <p:cNvSpPr txBox="1">
            <a:spLocks noChangeArrowheads="1"/>
          </p:cNvSpPr>
          <p:nvPr/>
        </p:nvSpPr>
        <p:spPr bwMode="auto">
          <a:xfrm>
            <a:off x="5697154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目的站</a:t>
            </a:r>
          </a:p>
        </p:txBody>
      </p:sp>
      <p:sp>
        <p:nvSpPr>
          <p:cNvPr id="35" name="Text Box 97"/>
          <p:cNvSpPr txBox="1">
            <a:spLocks noChangeArrowheads="1"/>
          </p:cNvSpPr>
          <p:nvPr/>
        </p:nvSpPr>
        <p:spPr bwMode="auto">
          <a:xfrm>
            <a:off x="3793977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目的站</a:t>
            </a:r>
          </a:p>
        </p:txBody>
      </p:sp>
      <p:sp>
        <p:nvSpPr>
          <p:cNvPr id="36" name="Text Box 98"/>
          <p:cNvSpPr txBox="1">
            <a:spLocks noChangeArrowheads="1"/>
          </p:cNvSpPr>
          <p:nvPr/>
        </p:nvSpPr>
        <p:spPr bwMode="auto">
          <a:xfrm>
            <a:off x="1890801" y="1893066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目的站</a:t>
            </a:r>
          </a:p>
        </p:txBody>
      </p:sp>
      <p:sp>
        <p:nvSpPr>
          <p:cNvPr id="40" name="Arc 105"/>
          <p:cNvSpPr/>
          <p:nvPr/>
        </p:nvSpPr>
        <p:spPr bwMode="auto">
          <a:xfrm>
            <a:off x="3097559" y="2496445"/>
            <a:ext cx="491186" cy="37078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1" name="Oval 106"/>
          <p:cNvSpPr>
            <a:spLocks noChangeArrowheads="1"/>
          </p:cNvSpPr>
          <p:nvPr/>
        </p:nvSpPr>
        <p:spPr bwMode="auto">
          <a:xfrm>
            <a:off x="3479343" y="2867228"/>
            <a:ext cx="216000" cy="216000"/>
          </a:xfrm>
          <a:prstGeom prst="ellipse">
            <a:avLst/>
          </a:prstGeom>
          <a:solidFill>
            <a:srgbClr val="FF66FF"/>
          </a:soli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2" name="Arc 107"/>
          <p:cNvSpPr/>
          <p:nvPr/>
        </p:nvSpPr>
        <p:spPr bwMode="auto">
          <a:xfrm flipH="1">
            <a:off x="3629792" y="2507391"/>
            <a:ext cx="417304" cy="369416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3" name="Text Box 108"/>
          <p:cNvSpPr txBox="1">
            <a:spLocks noChangeArrowheads="1"/>
          </p:cNvSpPr>
          <p:nvPr/>
        </p:nvSpPr>
        <p:spPr bwMode="auto">
          <a:xfrm>
            <a:off x="3781664" y="2830288"/>
            <a:ext cx="59503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篡改</a:t>
            </a:r>
          </a:p>
        </p:txBody>
      </p:sp>
      <p:sp>
        <p:nvSpPr>
          <p:cNvPr id="44" name="Arc 109"/>
          <p:cNvSpPr/>
          <p:nvPr/>
        </p:nvSpPr>
        <p:spPr bwMode="auto">
          <a:xfrm flipH="1">
            <a:off x="5515182" y="2504655"/>
            <a:ext cx="417304" cy="369416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48"/>
              <a:gd name="T1" fmla="*/ 0 h 21600"/>
              <a:gd name="T2" fmla="*/ 21548 w 21548"/>
              <a:gd name="T3" fmla="*/ 20107 h 21600"/>
              <a:gd name="T4" fmla="*/ 0 w 215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8" h="21600" fill="none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</a:path>
              <a:path w="21548" h="21600" stroke="0" extrusionOk="0">
                <a:moveTo>
                  <a:pt x="-1" y="0"/>
                </a:moveTo>
                <a:cubicBezTo>
                  <a:pt x="11349" y="0"/>
                  <a:pt x="20763" y="8784"/>
                  <a:pt x="21548" y="2010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CC0099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5" name="Text Box 110"/>
          <p:cNvSpPr txBox="1">
            <a:spLocks noChangeArrowheads="1"/>
          </p:cNvSpPr>
          <p:nvPr/>
        </p:nvSpPr>
        <p:spPr bwMode="auto">
          <a:xfrm>
            <a:off x="5667053" y="2690731"/>
            <a:ext cx="5950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恶意</a:t>
            </a:r>
          </a:p>
          <a:p>
            <a:pPr eaLnBrk="0" hangingPunct="0"/>
            <a:r>
              <a:rPr kumimoji="1"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程序</a:t>
            </a:r>
          </a:p>
        </p:txBody>
      </p:sp>
      <p:sp>
        <p:nvSpPr>
          <p:cNvPr id="46" name="Oval 111"/>
          <p:cNvSpPr>
            <a:spLocks noChangeArrowheads="1"/>
          </p:cNvSpPr>
          <p:nvPr/>
        </p:nvSpPr>
        <p:spPr bwMode="auto">
          <a:xfrm>
            <a:off x="5404858" y="2848073"/>
            <a:ext cx="216000" cy="216000"/>
          </a:xfrm>
          <a:prstGeom prst="ellipse">
            <a:avLst/>
          </a:prstGeom>
          <a:solidFill>
            <a:srgbClr val="FF66FF"/>
          </a:soli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7" name="Oval 112"/>
          <p:cNvSpPr>
            <a:spLocks noChangeArrowheads="1"/>
          </p:cNvSpPr>
          <p:nvPr/>
        </p:nvSpPr>
        <p:spPr bwMode="auto">
          <a:xfrm>
            <a:off x="6822522" y="2807617"/>
            <a:ext cx="216000" cy="216000"/>
          </a:xfrm>
          <a:prstGeom prst="ellipse">
            <a:avLst/>
          </a:prstGeom>
          <a:solidFill>
            <a:srgbClr val="FF66FF"/>
          </a:soli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Line 115"/>
          <p:cNvSpPr>
            <a:spLocks noChangeShapeType="1"/>
          </p:cNvSpPr>
          <p:nvPr/>
        </p:nvSpPr>
        <p:spPr bwMode="auto">
          <a:xfrm flipV="1">
            <a:off x="7007896" y="2532019"/>
            <a:ext cx="875653" cy="344788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2" name="Line 116"/>
          <p:cNvSpPr>
            <a:spLocks noChangeShapeType="1"/>
          </p:cNvSpPr>
          <p:nvPr/>
        </p:nvSpPr>
        <p:spPr bwMode="auto">
          <a:xfrm flipV="1">
            <a:off x="7239123" y="2577169"/>
            <a:ext cx="664949" cy="370785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Line 117"/>
          <p:cNvSpPr>
            <a:spLocks noChangeShapeType="1"/>
          </p:cNvSpPr>
          <p:nvPr/>
        </p:nvSpPr>
        <p:spPr bwMode="auto">
          <a:xfrm flipV="1">
            <a:off x="7401208" y="2616848"/>
            <a:ext cx="542542" cy="382717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Line 118"/>
          <p:cNvSpPr>
            <a:spLocks noChangeShapeType="1"/>
          </p:cNvSpPr>
          <p:nvPr/>
        </p:nvSpPr>
        <p:spPr bwMode="auto">
          <a:xfrm flipV="1">
            <a:off x="7672845" y="2605902"/>
            <a:ext cx="317424" cy="402253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矩形 54"/>
          <p:cNvSpPr/>
          <p:nvPr/>
        </p:nvSpPr>
        <p:spPr bwMode="auto">
          <a:xfrm>
            <a:off x="744114" y="3285902"/>
            <a:ext cx="1947292" cy="438192"/>
          </a:xfrm>
          <a:prstGeom prst="rect">
            <a:avLst/>
          </a:prstGeom>
          <a:solidFill>
            <a:srgbClr val="660066"/>
          </a:solidFill>
          <a:ln w="9525" algn="ctr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6" name="Text Box 89"/>
          <p:cNvSpPr txBox="1">
            <a:spLocks noChangeArrowheads="1"/>
          </p:cNvSpPr>
          <p:nvPr/>
        </p:nvSpPr>
        <p:spPr bwMode="auto">
          <a:xfrm>
            <a:off x="1173450" y="3311897"/>
            <a:ext cx="100540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被动攻击</a:t>
            </a:r>
          </a:p>
        </p:txBody>
      </p:sp>
      <p:sp>
        <p:nvSpPr>
          <p:cNvPr id="37" name="Line 101"/>
          <p:cNvSpPr>
            <a:spLocks noChangeShapeType="1"/>
          </p:cNvSpPr>
          <p:nvPr/>
        </p:nvSpPr>
        <p:spPr bwMode="auto">
          <a:xfrm>
            <a:off x="2693938" y="1867070"/>
            <a:ext cx="0" cy="1866235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8" name="Line 102"/>
          <p:cNvSpPr>
            <a:spLocks noChangeShapeType="1"/>
          </p:cNvSpPr>
          <p:nvPr/>
        </p:nvSpPr>
        <p:spPr bwMode="auto">
          <a:xfrm>
            <a:off x="4575224" y="1867070"/>
            <a:ext cx="0" cy="1418831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9" name="Line 103"/>
          <p:cNvSpPr>
            <a:spLocks noChangeShapeType="1"/>
          </p:cNvSpPr>
          <p:nvPr/>
        </p:nvSpPr>
        <p:spPr bwMode="auto">
          <a:xfrm>
            <a:off x="6535864" y="1867070"/>
            <a:ext cx="0" cy="1418831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7" name="Line 100"/>
          <p:cNvSpPr>
            <a:spLocks noChangeShapeType="1"/>
          </p:cNvSpPr>
          <p:nvPr/>
        </p:nvSpPr>
        <p:spPr bwMode="auto">
          <a:xfrm>
            <a:off x="733297" y="3285901"/>
            <a:ext cx="7667251" cy="0"/>
          </a:xfrm>
          <a:prstGeom prst="line">
            <a:avLst/>
          </a:prstGeom>
          <a:noFill/>
          <a:ln w="9525">
            <a:solidFill>
              <a:srgbClr val="0000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670E2F-31D8-E072-785B-AE9366C87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en-US" altLang="zh-CN" dirty="0"/>
              <a:t>7.1.1  </a:t>
            </a:r>
            <a:r>
              <a:rPr lang="zh-CN" altLang="en-US" dirty="0"/>
              <a:t>计算机网络面临的安全性威胁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640548-B3C0-1411-ACFA-3BF836ED274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两大类威胁</a:t>
            </a:r>
            <a:endParaRPr lang="en-US" altLang="zh-CN" dirty="0"/>
          </a:p>
          <a:p>
            <a:pPr lvl="1"/>
            <a:r>
              <a:rPr lang="zh-CN" altLang="en-US" dirty="0"/>
              <a:t>被动攻击</a:t>
            </a:r>
            <a:endParaRPr lang="en-US" altLang="zh-CN" dirty="0"/>
          </a:p>
          <a:p>
            <a:pPr lvl="1"/>
            <a:r>
              <a:rPr lang="zh-CN" altLang="en-US" dirty="0"/>
              <a:t>主动攻击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7" name="Oval 112">
            <a:extLst>
              <a:ext uri="{FF2B5EF4-FFF2-40B4-BE49-F238E27FC236}">
                <a16:creationId xmlns:a16="http://schemas.microsoft.com/office/drawing/2014/main" id="{089B550F-220E-8D48-3FEB-1B0F31A25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595" y="2876807"/>
            <a:ext cx="216000" cy="216000"/>
          </a:xfrm>
          <a:prstGeom prst="ellipse">
            <a:avLst/>
          </a:prstGeom>
          <a:solidFill>
            <a:srgbClr val="FF66FF"/>
          </a:soli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Oval 112">
            <a:extLst>
              <a:ext uri="{FF2B5EF4-FFF2-40B4-BE49-F238E27FC236}">
                <a16:creationId xmlns:a16="http://schemas.microsoft.com/office/drawing/2014/main" id="{A199A2DB-1335-B3A9-FED1-F9FFDAF1B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2682" y="2974900"/>
            <a:ext cx="216000" cy="216000"/>
          </a:xfrm>
          <a:prstGeom prst="ellipse">
            <a:avLst/>
          </a:prstGeom>
          <a:solidFill>
            <a:srgbClr val="FF66FF"/>
          </a:soli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Oval 112">
            <a:extLst>
              <a:ext uri="{FF2B5EF4-FFF2-40B4-BE49-F238E27FC236}">
                <a16:creationId xmlns:a16="http://schemas.microsoft.com/office/drawing/2014/main" id="{88C6C144-1911-5BFD-A4A0-695F6FEAB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2008" y="2974900"/>
            <a:ext cx="216000" cy="216000"/>
          </a:xfrm>
          <a:prstGeom prst="ellipse">
            <a:avLst/>
          </a:prstGeom>
          <a:solidFill>
            <a:srgbClr val="FF66FF"/>
          </a:solidFill>
          <a:ln w="9525">
            <a:noFill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479AD44-B5EC-08F3-BDE9-EF5D28556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 dirty="0"/>
              <a:t>被动攻击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F8D786-9189-5DA6-87B6-B74A5081C0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指攻击者从网络上窃听他人的通信内容</a:t>
            </a:r>
          </a:p>
          <a:p>
            <a:r>
              <a:rPr lang="zh-CN" altLang="en-US" dirty="0"/>
              <a:t>通常把这类攻击称为截获</a:t>
            </a:r>
          </a:p>
          <a:p>
            <a:r>
              <a:rPr lang="zh-CN" altLang="en-US" dirty="0"/>
              <a:t>攻击者只是观察和分析某一个协议数据单元 </a:t>
            </a:r>
            <a:r>
              <a:rPr lang="en-US" altLang="zh-CN" dirty="0"/>
              <a:t>PDU</a:t>
            </a:r>
            <a:r>
              <a:rPr lang="zh-CN" altLang="en-US" dirty="0"/>
              <a:t>，以便了解所交换的数据的某种性质，但不干扰信息流</a:t>
            </a:r>
          </a:p>
          <a:p>
            <a:r>
              <a:rPr lang="zh-CN" altLang="en-US" dirty="0"/>
              <a:t>这种被动攻击又称为流量分析 </a:t>
            </a:r>
            <a:r>
              <a:rPr lang="en-US" altLang="zh-CN" dirty="0"/>
              <a:t>Traffic Analysis</a:t>
            </a:r>
          </a:p>
          <a:p>
            <a:r>
              <a:rPr lang="zh-CN" altLang="en-US" dirty="0"/>
              <a:t>爬虫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24B5585-CCD7-3158-851C-21D2638C9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 dirty="0"/>
              <a:t>主动攻击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2BB3F6-7682-3055-BCF5-A437F3F895F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篡改：</a:t>
            </a:r>
            <a:endParaRPr lang="en-US" altLang="zh-CN" dirty="0"/>
          </a:p>
          <a:p>
            <a:pPr lvl="1"/>
            <a:r>
              <a:rPr lang="zh-CN" altLang="en-US" dirty="0"/>
              <a:t>故意篡改网络上传送的报文</a:t>
            </a:r>
            <a:endParaRPr lang="en-US" altLang="zh-CN" dirty="0"/>
          </a:p>
          <a:p>
            <a:pPr lvl="1"/>
            <a:r>
              <a:rPr lang="zh-CN" altLang="en-US" dirty="0"/>
              <a:t>这种攻击方式有时也称为更改报文流</a:t>
            </a:r>
          </a:p>
          <a:p>
            <a:r>
              <a:rPr lang="zh-CN" altLang="en-US" dirty="0"/>
              <a:t>恶意程序 </a:t>
            </a:r>
            <a:r>
              <a:rPr lang="en-US" altLang="zh-CN" dirty="0"/>
              <a:t>- Rogue program</a:t>
            </a:r>
          </a:p>
          <a:p>
            <a:pPr lvl="1"/>
            <a:r>
              <a:rPr lang="zh-CN" altLang="en-US" dirty="0"/>
              <a:t>种类繁多</a:t>
            </a:r>
            <a:endParaRPr lang="en-US" altLang="zh-CN" dirty="0"/>
          </a:p>
          <a:p>
            <a:pPr lvl="1"/>
            <a:r>
              <a:rPr lang="zh-CN" altLang="en-US" dirty="0"/>
              <a:t>计算机病毒、计算机蠕虫、特洛伊木马、逻辑炸弹、后门入侵、流氓软件等等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1C392-DB3A-86C5-4192-A9AFB6F2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 dirty="0"/>
              <a:t>主动攻击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45EE66-A3B2-D746-7952-2D8F77F697A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拒绝服务 </a:t>
            </a:r>
            <a:r>
              <a:rPr lang="en-US" altLang="zh-CN" dirty="0"/>
              <a:t>DoS - Denial of Service</a:t>
            </a:r>
          </a:p>
          <a:p>
            <a:pPr lvl="1"/>
            <a:r>
              <a:rPr lang="zh-CN" altLang="en-US" dirty="0"/>
              <a:t>指攻击者向互联网上的某个服务器不停地发送大量分组</a:t>
            </a:r>
            <a:endParaRPr lang="en-US" altLang="zh-CN" dirty="0"/>
          </a:p>
          <a:p>
            <a:pPr lvl="1"/>
            <a:r>
              <a:rPr lang="zh-CN" altLang="en-US" dirty="0"/>
              <a:t>使该服务器无法提供正常服务</a:t>
            </a:r>
            <a:endParaRPr lang="en-US" altLang="zh-CN" dirty="0"/>
          </a:p>
          <a:p>
            <a:pPr lvl="1"/>
            <a:r>
              <a:rPr lang="zh-CN" altLang="en-US" dirty="0"/>
              <a:t>甚至完全瘫痪</a:t>
            </a:r>
            <a:endParaRPr lang="en-US" altLang="zh-CN" dirty="0"/>
          </a:p>
          <a:p>
            <a:pPr lvl="1"/>
            <a:r>
              <a:rPr lang="en-US" altLang="zh-CN" dirty="0"/>
              <a:t>ping</a:t>
            </a:r>
          </a:p>
          <a:p>
            <a:r>
              <a:rPr lang="zh-CN" altLang="en-US" dirty="0"/>
              <a:t>分布式拒绝服务 </a:t>
            </a:r>
            <a:r>
              <a:rPr lang="en-US" altLang="zh-CN" dirty="0"/>
              <a:t>DDoS - Distributed Denial of Service</a:t>
            </a:r>
            <a:endParaRPr lang="zh-CN" altLang="en-US" dirty="0"/>
          </a:p>
          <a:p>
            <a:pPr lvl="1"/>
            <a:r>
              <a:rPr lang="zh-CN" altLang="en-US" dirty="0"/>
              <a:t>若从互联网上的成百上千的网站集中攻击一个网站</a:t>
            </a:r>
          </a:p>
          <a:p>
            <a:pPr lvl="1"/>
            <a:r>
              <a:rPr lang="zh-CN" altLang="en-US" dirty="0"/>
              <a:t>有时也把这种攻击称为网络带宽攻击或连通性攻击。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FA379-3BC1-8AB1-7BF5-83128EE7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/>
              <a:t>计算机网络通信安全的目标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3C8DA6-1961-CB52-E83E-AF34BE30F7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对于主动攻击，可以采取适当措施加以检测</a:t>
            </a:r>
          </a:p>
          <a:p>
            <a:r>
              <a:rPr lang="zh-CN" altLang="en-US" dirty="0"/>
              <a:t>对于被动攻击，通常是检测不出来的</a:t>
            </a:r>
          </a:p>
          <a:p>
            <a:r>
              <a:rPr lang="zh-CN" altLang="en-US" dirty="0"/>
              <a:t>计算机网络通信安全的目标：</a:t>
            </a:r>
          </a:p>
          <a:p>
            <a:pPr lvl="1"/>
            <a:r>
              <a:rPr lang="zh-CN" altLang="en-US" dirty="0"/>
              <a:t>防止分析出报文内容和流量分析</a:t>
            </a:r>
          </a:p>
          <a:p>
            <a:pPr lvl="1"/>
            <a:r>
              <a:rPr lang="zh-CN" altLang="en-US" dirty="0"/>
              <a:t>防止恶意程序</a:t>
            </a:r>
          </a:p>
          <a:p>
            <a:pPr lvl="1"/>
            <a:r>
              <a:rPr lang="zh-CN" altLang="en-US" dirty="0"/>
              <a:t>检测更改报文流和拒绝服务</a:t>
            </a:r>
          </a:p>
          <a:p>
            <a:r>
              <a:rPr lang="zh-CN" altLang="en-US" dirty="0"/>
              <a:t>对付被动攻击：加密技术</a:t>
            </a:r>
          </a:p>
          <a:p>
            <a:r>
              <a:rPr lang="zh-CN" altLang="en-US" dirty="0"/>
              <a:t>对付主动攻击：加密技术 </a:t>
            </a:r>
            <a:r>
              <a:rPr lang="en-US" altLang="zh-CN" dirty="0"/>
              <a:t>+ </a:t>
            </a:r>
            <a:r>
              <a:rPr lang="zh-CN" altLang="en-US" dirty="0"/>
              <a:t>鉴别技术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717C5AC-C6FE-DD91-D442-EB5F277E8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en-US" altLang="zh-CN" dirty="0"/>
              <a:t>7.1.2  </a:t>
            </a:r>
            <a:r>
              <a:rPr lang="zh-CN" altLang="en-US" dirty="0"/>
              <a:t>安全的计算机网络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C73B6F-63F7-8083-4C14-3696A01170F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网络的安全性是不可判定的。</a:t>
            </a:r>
          </a:p>
          <a:p>
            <a:r>
              <a:rPr lang="zh-CN" altLang="en-US" dirty="0"/>
              <a:t>一个安全的计算机网络应达到四个目标：</a:t>
            </a:r>
          </a:p>
          <a:p>
            <a:pPr lvl="1"/>
            <a:r>
              <a:rPr lang="zh-CN" altLang="en-US" dirty="0"/>
              <a:t>保密性</a:t>
            </a:r>
          </a:p>
          <a:p>
            <a:pPr lvl="1"/>
            <a:r>
              <a:rPr lang="zh-CN" altLang="en-US" dirty="0"/>
              <a:t>端点鉴别</a:t>
            </a:r>
          </a:p>
          <a:p>
            <a:pPr lvl="1"/>
            <a:r>
              <a:rPr lang="zh-CN" altLang="en-US" dirty="0"/>
              <a:t>信息的完整性</a:t>
            </a:r>
          </a:p>
          <a:p>
            <a:pPr lvl="1"/>
            <a:r>
              <a:rPr lang="zh-CN" altLang="en-US" dirty="0"/>
              <a:t>运行的安全性</a:t>
            </a:r>
          </a:p>
          <a:p>
            <a:endParaRPr lang="zh-CN" altLang="en-US" dirty="0"/>
          </a:p>
        </p:txBody>
      </p:sp>
      <p:sp>
        <p:nvSpPr>
          <p:cNvPr id="3" name="线形标注 1 2"/>
          <p:cNvSpPr/>
          <p:nvPr/>
        </p:nvSpPr>
        <p:spPr>
          <a:xfrm>
            <a:off x="2769750" y="1552797"/>
            <a:ext cx="5888475" cy="1077218"/>
          </a:xfrm>
          <a:prstGeom prst="borderCallout1">
            <a:avLst>
              <a:gd name="adj1" fmla="val 8120"/>
              <a:gd name="adj2" fmla="val -123"/>
              <a:gd name="adj3" fmla="val 8465"/>
              <a:gd name="adj4" fmla="val -11198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只有信息的发送方和接收方才能懂得所发送信息的内容。</a:t>
            </a:r>
          </a:p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是网络安全通信的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最基本</a:t>
            </a: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的内容，也是对付</a:t>
            </a:r>
            <a:r>
              <a:rPr lang="zh-CN" altLang="en-US" sz="16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被动攻击</a:t>
            </a: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必须具备的功能。</a:t>
            </a:r>
          </a:p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需要使用各种密码技术。</a:t>
            </a:r>
          </a:p>
        </p:txBody>
      </p:sp>
      <p:sp>
        <p:nvSpPr>
          <p:cNvPr id="11" name="线形标注 1 2"/>
          <p:cNvSpPr/>
          <p:nvPr/>
        </p:nvSpPr>
        <p:spPr>
          <a:xfrm>
            <a:off x="2769747" y="1851814"/>
            <a:ext cx="5888474" cy="593353"/>
          </a:xfrm>
          <a:prstGeom prst="borderCallout1">
            <a:avLst>
              <a:gd name="adj1" fmla="val 26737"/>
              <a:gd name="adj2" fmla="val 36"/>
              <a:gd name="adj3" fmla="val 26755"/>
              <a:gd name="adj4" fmla="val -23184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鉴别信息的发送方和接收方的真实身份。 </a:t>
            </a:r>
          </a:p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在对付主动攻击中是非常重要的。</a:t>
            </a:r>
          </a:p>
        </p:txBody>
      </p:sp>
      <p:sp>
        <p:nvSpPr>
          <p:cNvPr id="12" name="线形标注 1 2"/>
          <p:cNvSpPr/>
          <p:nvPr/>
        </p:nvSpPr>
        <p:spPr>
          <a:xfrm>
            <a:off x="2769747" y="2158578"/>
            <a:ext cx="5888474" cy="1077218"/>
          </a:xfrm>
          <a:prstGeom prst="borderCallout1">
            <a:avLst>
              <a:gd name="adj1" fmla="val 58680"/>
              <a:gd name="adj2" fmla="val -122"/>
              <a:gd name="adj3" fmla="val 58698"/>
              <a:gd name="adj4" fmla="val -12454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信息的内容未被篡改过。</a:t>
            </a:r>
          </a:p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在应对主动攻击中是必不可少的。</a:t>
            </a:r>
          </a:p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信息的完整性与端点鉴别往往是不可分割的。</a:t>
            </a:r>
          </a:p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鉴别同时包含了端点鉴别和报文完整性。</a:t>
            </a:r>
          </a:p>
        </p:txBody>
      </p:sp>
      <p:sp>
        <p:nvSpPr>
          <p:cNvPr id="13" name="线形标注 1 2"/>
          <p:cNvSpPr/>
          <p:nvPr/>
        </p:nvSpPr>
        <p:spPr>
          <a:xfrm>
            <a:off x="2769747" y="2445167"/>
            <a:ext cx="5888474" cy="1077218"/>
          </a:xfrm>
          <a:prstGeom prst="borderCallout1">
            <a:avLst>
              <a:gd name="adj1" fmla="val 74127"/>
              <a:gd name="adj2" fmla="val -280"/>
              <a:gd name="adj3" fmla="val 74145"/>
              <a:gd name="adj4" fmla="val -11981"/>
            </a:avLst>
          </a:prstGeom>
          <a:solidFill>
            <a:srgbClr val="CCEC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系统能正常运行并提供服务</a:t>
            </a:r>
          </a:p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访问控制 </a:t>
            </a:r>
            <a:r>
              <a:rPr lang="en-US" altLang="zh-CN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(access control) </a:t>
            </a: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对计算机系统的安全性是非常重要的</a:t>
            </a:r>
          </a:p>
          <a:p>
            <a:pPr marL="180000" indent="-180000">
              <a:buSzPct val="9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必须对访问网络的权限加以控制，并规定每个用户的访问权限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495589" y="2461389"/>
            <a:ext cx="1633098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5775" y="4150520"/>
            <a:ext cx="8172450" cy="3543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 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向 </a:t>
            </a:r>
            <a:r>
              <a:rPr lang="en-US" altLang="zh-CN" sz="160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发送明文 </a:t>
            </a:r>
            <a:r>
              <a:rPr lang="en-US" altLang="zh-CN" sz="1600" i="1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，通过加密算法 </a:t>
            </a:r>
            <a:r>
              <a:rPr lang="en-US" altLang="zh-CN" sz="1600" i="1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 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运算后，就得出密文 </a:t>
            </a:r>
            <a:r>
              <a:rPr lang="en-US" altLang="zh-CN" sz="1600" i="1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zh-CN" altLang="en-US" sz="160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  <p:sp>
        <p:nvSpPr>
          <p:cNvPr id="7" name="Line 52"/>
          <p:cNvSpPr>
            <a:spLocks noChangeShapeType="1"/>
          </p:cNvSpPr>
          <p:nvPr/>
        </p:nvSpPr>
        <p:spPr bwMode="auto">
          <a:xfrm>
            <a:off x="2705780" y="2453141"/>
            <a:ext cx="1033353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Text Box 56"/>
          <p:cNvSpPr txBox="1">
            <a:spLocks noChangeArrowheads="1"/>
          </p:cNvSpPr>
          <p:nvPr/>
        </p:nvSpPr>
        <p:spPr bwMode="auto">
          <a:xfrm>
            <a:off x="7171466" y="2371201"/>
            <a:ext cx="7986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明文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kumimoji="1" lang="en-US" altLang="zh-CN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  <p:sp>
        <p:nvSpPr>
          <p:cNvPr id="10" name="Freeform 51"/>
          <p:cNvSpPr/>
          <p:nvPr/>
        </p:nvSpPr>
        <p:spPr bwMode="auto">
          <a:xfrm>
            <a:off x="1769046" y="2126757"/>
            <a:ext cx="259222" cy="336988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 Box 65"/>
          <p:cNvSpPr txBox="1">
            <a:spLocks noChangeArrowheads="1"/>
          </p:cNvSpPr>
          <p:nvPr/>
        </p:nvSpPr>
        <p:spPr bwMode="auto">
          <a:xfrm>
            <a:off x="3270474" y="1227729"/>
            <a:ext cx="543739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截获</a:t>
            </a:r>
          </a:p>
        </p:txBody>
      </p:sp>
      <p:sp>
        <p:nvSpPr>
          <p:cNvPr id="12" name="Freeform 72"/>
          <p:cNvSpPr/>
          <p:nvPr/>
        </p:nvSpPr>
        <p:spPr bwMode="auto">
          <a:xfrm flipH="1" flipV="1">
            <a:off x="2440667" y="1876962"/>
            <a:ext cx="58914" cy="312245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Freeform 134"/>
          <p:cNvSpPr/>
          <p:nvPr/>
        </p:nvSpPr>
        <p:spPr bwMode="auto">
          <a:xfrm flipH="1" flipV="1">
            <a:off x="6531660" y="1876962"/>
            <a:ext cx="58914" cy="312245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Freeform 50"/>
          <p:cNvSpPr/>
          <p:nvPr/>
        </p:nvSpPr>
        <p:spPr bwMode="auto">
          <a:xfrm rot="16200000">
            <a:off x="7146722" y="2166819"/>
            <a:ext cx="162603" cy="426538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 Box 68"/>
          <p:cNvSpPr txBox="1">
            <a:spLocks noChangeArrowheads="1"/>
          </p:cNvSpPr>
          <p:nvPr/>
        </p:nvSpPr>
        <p:spPr bwMode="auto">
          <a:xfrm>
            <a:off x="5327456" y="2163284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</a:p>
        </p:txBody>
      </p:sp>
      <p:sp>
        <p:nvSpPr>
          <p:cNvPr id="16" name="Text Box 55"/>
          <p:cNvSpPr txBox="1">
            <a:spLocks noChangeArrowheads="1"/>
          </p:cNvSpPr>
          <p:nvPr/>
        </p:nvSpPr>
        <p:spPr bwMode="auto">
          <a:xfrm>
            <a:off x="1177880" y="2438512"/>
            <a:ext cx="77144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明文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</a:p>
        </p:txBody>
      </p:sp>
      <p:sp>
        <p:nvSpPr>
          <p:cNvPr id="17" name="Text Box 57"/>
          <p:cNvSpPr txBox="1">
            <a:spLocks noChangeArrowheads="1"/>
          </p:cNvSpPr>
          <p:nvPr/>
        </p:nvSpPr>
        <p:spPr bwMode="auto">
          <a:xfrm>
            <a:off x="2979141" y="2163284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</a:p>
        </p:txBody>
      </p:sp>
      <p:sp>
        <p:nvSpPr>
          <p:cNvPr id="18" name="Text Box 58"/>
          <p:cNvSpPr txBox="1">
            <a:spLocks noChangeArrowheads="1"/>
          </p:cNvSpPr>
          <p:nvPr/>
        </p:nvSpPr>
        <p:spPr bwMode="auto">
          <a:xfrm>
            <a:off x="4238520" y="1214500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截取者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3822790" y="1557648"/>
            <a:ext cx="262757" cy="26629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5063521" y="1557648"/>
            <a:ext cx="262756" cy="266292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Line 61"/>
          <p:cNvSpPr>
            <a:spLocks noChangeShapeType="1"/>
          </p:cNvSpPr>
          <p:nvPr/>
        </p:nvSpPr>
        <p:spPr bwMode="auto">
          <a:xfrm>
            <a:off x="3558855" y="1690793"/>
            <a:ext cx="789449" cy="0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Line 62"/>
          <p:cNvSpPr>
            <a:spLocks noChangeShapeType="1"/>
          </p:cNvSpPr>
          <p:nvPr/>
        </p:nvSpPr>
        <p:spPr bwMode="auto">
          <a:xfrm flipV="1">
            <a:off x="3953580" y="1273682"/>
            <a:ext cx="0" cy="417112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Freeform 63"/>
          <p:cNvSpPr/>
          <p:nvPr/>
        </p:nvSpPr>
        <p:spPr bwMode="auto">
          <a:xfrm>
            <a:off x="4833756" y="1258364"/>
            <a:ext cx="316958" cy="426538"/>
          </a:xfrm>
          <a:custGeom>
            <a:avLst/>
            <a:gdLst>
              <a:gd name="T0" fmla="*/ 0 w 290"/>
              <a:gd name="T1" fmla="*/ 384 h 385"/>
              <a:gd name="T2" fmla="*/ 215 w 290"/>
              <a:gd name="T3" fmla="*/ 384 h 385"/>
              <a:gd name="T4" fmla="*/ 246 w 290"/>
              <a:gd name="T5" fmla="*/ 381 h 385"/>
              <a:gd name="T6" fmla="*/ 276 w 290"/>
              <a:gd name="T7" fmla="*/ 369 h 385"/>
              <a:gd name="T8" fmla="*/ 288 w 290"/>
              <a:gd name="T9" fmla="*/ 336 h 385"/>
              <a:gd name="T10" fmla="*/ 288 w 290"/>
              <a:gd name="T11" fmla="*/ 291 h 385"/>
              <a:gd name="T12" fmla="*/ 288 w 290"/>
              <a:gd name="T13" fmla="*/ 0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0" h="385">
                <a:moveTo>
                  <a:pt x="0" y="384"/>
                </a:moveTo>
                <a:lnTo>
                  <a:pt x="215" y="384"/>
                </a:lnTo>
                <a:cubicBezTo>
                  <a:pt x="256" y="384"/>
                  <a:pt x="257" y="377"/>
                  <a:pt x="246" y="381"/>
                </a:cubicBezTo>
                <a:cubicBezTo>
                  <a:pt x="235" y="385"/>
                  <a:pt x="269" y="377"/>
                  <a:pt x="276" y="369"/>
                </a:cubicBezTo>
                <a:cubicBezTo>
                  <a:pt x="283" y="361"/>
                  <a:pt x="286" y="349"/>
                  <a:pt x="288" y="336"/>
                </a:cubicBezTo>
                <a:cubicBezTo>
                  <a:pt x="290" y="323"/>
                  <a:pt x="288" y="347"/>
                  <a:pt x="288" y="291"/>
                </a:cubicBezTo>
                <a:lnTo>
                  <a:pt x="288" y="0"/>
                </a:lnTo>
              </a:path>
            </a:pathLst>
          </a:custGeom>
          <a:noFill/>
          <a:ln w="19050" cmpd="sng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4" name="Freeform 64"/>
          <p:cNvSpPr/>
          <p:nvPr/>
        </p:nvSpPr>
        <p:spPr bwMode="auto">
          <a:xfrm>
            <a:off x="5255580" y="1254829"/>
            <a:ext cx="318136" cy="428894"/>
          </a:xfrm>
          <a:custGeom>
            <a:avLst/>
            <a:gdLst>
              <a:gd name="T0" fmla="*/ 290 w 290"/>
              <a:gd name="T1" fmla="*/ 384 h 387"/>
              <a:gd name="T2" fmla="*/ 75 w 290"/>
              <a:gd name="T3" fmla="*/ 384 h 387"/>
              <a:gd name="T4" fmla="*/ 45 w 290"/>
              <a:gd name="T5" fmla="*/ 384 h 387"/>
              <a:gd name="T6" fmla="*/ 14 w 290"/>
              <a:gd name="T7" fmla="*/ 369 h 387"/>
              <a:gd name="T8" fmla="*/ 2 w 290"/>
              <a:gd name="T9" fmla="*/ 336 h 387"/>
              <a:gd name="T10" fmla="*/ 2 w 290"/>
              <a:gd name="T11" fmla="*/ 291 h 387"/>
              <a:gd name="T12" fmla="*/ 2 w 290"/>
              <a:gd name="T13" fmla="*/ 0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0" h="387">
                <a:moveTo>
                  <a:pt x="290" y="384"/>
                </a:moveTo>
                <a:lnTo>
                  <a:pt x="75" y="384"/>
                </a:lnTo>
                <a:cubicBezTo>
                  <a:pt x="75" y="384"/>
                  <a:pt x="55" y="387"/>
                  <a:pt x="45" y="384"/>
                </a:cubicBezTo>
                <a:cubicBezTo>
                  <a:pt x="35" y="381"/>
                  <a:pt x="21" y="377"/>
                  <a:pt x="14" y="369"/>
                </a:cubicBezTo>
                <a:cubicBezTo>
                  <a:pt x="7" y="361"/>
                  <a:pt x="4" y="349"/>
                  <a:pt x="2" y="336"/>
                </a:cubicBezTo>
                <a:cubicBezTo>
                  <a:pt x="0" y="323"/>
                  <a:pt x="2" y="347"/>
                  <a:pt x="2" y="291"/>
                </a:cubicBezTo>
                <a:lnTo>
                  <a:pt x="2" y="0"/>
                </a:lnTo>
              </a:path>
            </a:pathLst>
          </a:custGeom>
          <a:noFill/>
          <a:ln w="19050" cmpd="sng">
            <a:solidFill>
              <a:srgbClr val="FF00FF"/>
            </a:solidFill>
            <a:round/>
            <a:headEnd type="triangle" w="med" len="lg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Text Box 66"/>
          <p:cNvSpPr txBox="1">
            <a:spLocks noChangeArrowheads="1"/>
          </p:cNvSpPr>
          <p:nvPr/>
        </p:nvSpPr>
        <p:spPr bwMode="auto">
          <a:xfrm>
            <a:off x="5357552" y="1227729"/>
            <a:ext cx="543739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篡改</a:t>
            </a:r>
          </a:p>
        </p:txBody>
      </p:sp>
      <p:sp>
        <p:nvSpPr>
          <p:cNvPr id="26" name="Oval 67"/>
          <p:cNvSpPr>
            <a:spLocks noChangeArrowheads="1"/>
          </p:cNvSpPr>
          <p:nvPr/>
        </p:nvSpPr>
        <p:spPr bwMode="auto">
          <a:xfrm>
            <a:off x="3927658" y="1657801"/>
            <a:ext cx="51844" cy="53023"/>
          </a:xfrm>
          <a:prstGeom prst="ellipse">
            <a:avLst/>
          </a:prstGeom>
          <a:solidFill>
            <a:srgbClr val="FF00FF"/>
          </a:solidFill>
          <a:ln w="9525">
            <a:solidFill>
              <a:srgbClr val="FF00FF"/>
            </a:solidFill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7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518415" y="2907625"/>
            <a:ext cx="373515" cy="168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28" name="Text Box 70"/>
          <p:cNvSpPr txBox="1">
            <a:spLocks noChangeArrowheads="1"/>
          </p:cNvSpPr>
          <p:nvPr/>
        </p:nvSpPr>
        <p:spPr bwMode="auto">
          <a:xfrm>
            <a:off x="1288750" y="1793352"/>
            <a:ext cx="3064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29" name="Text Box 71"/>
          <p:cNvSpPr txBox="1">
            <a:spLocks noChangeArrowheads="1"/>
          </p:cNvSpPr>
          <p:nvPr/>
        </p:nvSpPr>
        <p:spPr bwMode="auto">
          <a:xfrm>
            <a:off x="7606497" y="1793352"/>
            <a:ext cx="2904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32" name="Rectangle 102"/>
          <p:cNvSpPr>
            <a:spLocks noChangeArrowheads="1"/>
          </p:cNvSpPr>
          <p:nvPr/>
        </p:nvSpPr>
        <p:spPr bwMode="auto">
          <a:xfrm>
            <a:off x="2028268" y="2196276"/>
            <a:ext cx="947338" cy="531404"/>
          </a:xfrm>
          <a:prstGeom prst="rect">
            <a:avLst/>
          </a:prstGeom>
          <a:solidFill>
            <a:srgbClr val="00B050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</a:t>
            </a:r>
            <a:r>
              <a:rPr kumimoji="1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加密算法</a:t>
            </a:r>
          </a:p>
        </p:txBody>
      </p:sp>
      <p:sp>
        <p:nvSpPr>
          <p:cNvPr id="33" name="Rectangle 103"/>
          <p:cNvSpPr>
            <a:spLocks noChangeArrowheads="1"/>
          </p:cNvSpPr>
          <p:nvPr/>
        </p:nvSpPr>
        <p:spPr bwMode="auto">
          <a:xfrm>
            <a:off x="6128687" y="2196276"/>
            <a:ext cx="948516" cy="531404"/>
          </a:xfrm>
          <a:prstGeom prst="rect">
            <a:avLst/>
          </a:prstGeom>
          <a:solidFill>
            <a:srgbClr val="00B050"/>
          </a:solidFill>
          <a:ln w="9525" algn="ctr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 </a:t>
            </a: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解密算法</a:t>
            </a:r>
          </a:p>
        </p:txBody>
      </p:sp>
      <p:pic>
        <p:nvPicPr>
          <p:cNvPr id="36" name="Picture 13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6305520" y="2961661"/>
            <a:ext cx="373515" cy="167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39" name="Freeform 20"/>
          <p:cNvSpPr/>
          <p:nvPr/>
        </p:nvSpPr>
        <p:spPr bwMode="auto">
          <a:xfrm>
            <a:off x="5064625" y="2754597"/>
            <a:ext cx="1564758" cy="567932"/>
          </a:xfrm>
          <a:custGeom>
            <a:avLst/>
            <a:gdLst>
              <a:gd name="T0" fmla="*/ 0 w 1056"/>
              <a:gd name="T1" fmla="*/ 384 h 384"/>
              <a:gd name="T2" fmla="*/ 1056 w 1056"/>
              <a:gd name="T3" fmla="*/ 384 h 384"/>
              <a:gd name="T4" fmla="*/ 1056 w 1056"/>
              <a:gd name="T5" fmla="*/ 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56" h="384">
                <a:moveTo>
                  <a:pt x="0" y="384"/>
                </a:moveTo>
                <a:lnTo>
                  <a:pt x="1056" y="384"/>
                </a:lnTo>
                <a:lnTo>
                  <a:pt x="1056" y="0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0" name="AutoShape 21"/>
          <p:cNvSpPr>
            <a:spLocks noChangeArrowheads="1"/>
          </p:cNvSpPr>
          <p:nvPr/>
        </p:nvSpPr>
        <p:spPr bwMode="auto">
          <a:xfrm rot="16200000">
            <a:off x="4430020" y="1711735"/>
            <a:ext cx="435964" cy="3214518"/>
          </a:xfrm>
          <a:prstGeom prst="can">
            <a:avLst>
              <a:gd name="adj" fmla="val 41409"/>
            </a:avLst>
          </a:prstGeom>
          <a:gradFill rotWithShape="1">
            <a:gsLst>
              <a:gs pos="0">
                <a:srgbClr val="00B050"/>
              </a:gs>
              <a:gs pos="50000">
                <a:schemeClr val="bg1"/>
              </a:gs>
              <a:gs pos="100000">
                <a:srgbClr val="00B050"/>
              </a:gs>
            </a:gsLst>
            <a:lin ang="0" scaled="1"/>
          </a:gradFill>
          <a:ln w="6350">
            <a:solidFill>
              <a:schemeClr val="tx1"/>
            </a:solidFill>
          </a:ln>
          <a:effectLst/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 rot="16200000">
            <a:off x="2024526" y="3229444"/>
            <a:ext cx="94851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2" name="Text Box 29"/>
          <p:cNvSpPr txBox="1">
            <a:spLocks noChangeArrowheads="1"/>
          </p:cNvSpPr>
          <p:nvPr/>
        </p:nvSpPr>
        <p:spPr bwMode="auto">
          <a:xfrm>
            <a:off x="1163907" y="2820434"/>
            <a:ext cx="138431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加密密钥 </a:t>
            </a:r>
            <a:r>
              <a:rPr kumimoji="1" lang="en-US" altLang="zh-CN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kumimoji="1" lang="en-US" altLang="zh-CN" sz="1400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</a:t>
            </a:r>
          </a:p>
        </p:txBody>
      </p:sp>
      <p:sp>
        <p:nvSpPr>
          <p:cNvPr id="43" name="Text Box 30"/>
          <p:cNvSpPr txBox="1">
            <a:spLocks noChangeArrowheads="1"/>
          </p:cNvSpPr>
          <p:nvPr/>
        </p:nvSpPr>
        <p:spPr bwMode="auto">
          <a:xfrm>
            <a:off x="6672721" y="2839286"/>
            <a:ext cx="1167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解密密钥 </a:t>
            </a:r>
            <a:r>
              <a:rPr kumimoji="1" lang="en-US" altLang="zh-CN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kumimoji="1" lang="en-US" altLang="zh-CN" sz="1400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</a:t>
            </a:r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2023496" y="3612385"/>
            <a:ext cx="915525" cy="358197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kumimoji="1" lang="zh-CN" altLang="en-US" sz="160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密钥源</a:t>
            </a:r>
          </a:p>
        </p:txBody>
      </p:sp>
      <p:sp>
        <p:nvSpPr>
          <p:cNvPr id="45" name="Line 47"/>
          <p:cNvSpPr>
            <a:spLocks noChangeShapeType="1"/>
          </p:cNvSpPr>
          <p:nvPr/>
        </p:nvSpPr>
        <p:spPr bwMode="auto">
          <a:xfrm>
            <a:off x="2501937" y="3322529"/>
            <a:ext cx="72051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6" name="Text Box 48"/>
          <p:cNvSpPr txBox="1">
            <a:spLocks noChangeArrowheads="1"/>
          </p:cNvSpPr>
          <p:nvPr/>
        </p:nvSpPr>
        <p:spPr bwMode="auto">
          <a:xfrm>
            <a:off x="4120427" y="3138543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安全信道</a:t>
            </a:r>
          </a:p>
        </p:txBody>
      </p:sp>
      <p:pic>
        <p:nvPicPr>
          <p:cNvPr id="163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706" y="1855118"/>
            <a:ext cx="473617" cy="47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078" y="1855118"/>
            <a:ext cx="473617" cy="47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E9C6B97A-5921-4093-B1E6-4AA8DC1C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en-US" altLang="zh-CN" dirty="0"/>
              <a:t>7.1.3  </a:t>
            </a:r>
            <a:r>
              <a:rPr lang="zh-CN" altLang="en-US" dirty="0"/>
              <a:t>数据加密模型</a:t>
            </a:r>
          </a:p>
        </p:txBody>
      </p:sp>
      <p:sp>
        <p:nvSpPr>
          <p:cNvPr id="6" name="云形 5">
            <a:extLst>
              <a:ext uri="{FF2B5EF4-FFF2-40B4-BE49-F238E27FC236}">
                <a16:creationId xmlns:a16="http://schemas.microsoft.com/office/drawing/2014/main" id="{001D574D-5FE6-6444-A401-78BC7D97DD90}"/>
              </a:ext>
            </a:extLst>
          </p:cNvPr>
          <p:cNvSpPr/>
          <p:nvPr/>
        </p:nvSpPr>
        <p:spPr>
          <a:xfrm>
            <a:off x="3849769" y="2045198"/>
            <a:ext cx="1380091" cy="948518"/>
          </a:xfrm>
          <a:prstGeom prst="cloud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kern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</a:t>
            </a:r>
          </a:p>
        </p:txBody>
      </p:sp>
      <p:sp>
        <p:nvSpPr>
          <p:cNvPr id="37" name="Line 101"/>
          <p:cNvSpPr>
            <a:spLocks noChangeShapeType="1"/>
          </p:cNvSpPr>
          <p:nvPr/>
        </p:nvSpPr>
        <p:spPr bwMode="auto">
          <a:xfrm rot="16200000" flipV="1">
            <a:off x="4297211" y="1803332"/>
            <a:ext cx="578852" cy="16742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9586B4AE-587B-595D-4B44-B674C2CB4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 dirty="0"/>
              <a:t>密钥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41C1DB3-0C62-849C-87C2-383D332C66C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加密和解密用的密钥 </a:t>
            </a:r>
            <a:r>
              <a:rPr lang="en-US" altLang="zh-CN" dirty="0"/>
              <a:t>K (key) </a:t>
            </a:r>
            <a:r>
              <a:rPr lang="zh-CN" altLang="en-US" dirty="0"/>
              <a:t>是一串秘密的字符串（即比特串）</a:t>
            </a:r>
          </a:p>
          <a:p>
            <a:r>
              <a:rPr lang="zh-CN" altLang="en-US" dirty="0"/>
              <a:t>明文通过加密算法 </a:t>
            </a:r>
            <a:r>
              <a:rPr lang="en-US" altLang="zh-CN" dirty="0"/>
              <a:t>E  </a:t>
            </a:r>
            <a:r>
              <a:rPr lang="zh-CN" altLang="en-US" dirty="0"/>
              <a:t>和加密密钥 </a:t>
            </a:r>
            <a:r>
              <a:rPr lang="en-US" altLang="zh-CN" dirty="0"/>
              <a:t>K  </a:t>
            </a:r>
            <a:r>
              <a:rPr lang="zh-CN" altLang="en-US" dirty="0"/>
              <a:t>变成密文</a:t>
            </a:r>
            <a:r>
              <a:rPr lang="en-US" altLang="zh-CN" dirty="0"/>
              <a:t>Y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接收端利用解密算法 </a:t>
            </a:r>
            <a:r>
              <a:rPr lang="en-US" altLang="zh-CN" dirty="0"/>
              <a:t>D </a:t>
            </a:r>
            <a:r>
              <a:rPr lang="zh-CN" altLang="en-US" dirty="0"/>
              <a:t>运算和解密密钥 </a:t>
            </a:r>
            <a:r>
              <a:rPr lang="en-US" altLang="zh-CN" dirty="0"/>
              <a:t>K  </a:t>
            </a:r>
            <a:r>
              <a:rPr lang="zh-CN" altLang="en-US" dirty="0"/>
              <a:t>解出明文 </a:t>
            </a:r>
            <a:r>
              <a:rPr lang="en-US" altLang="zh-CN" dirty="0"/>
              <a:t>X</a:t>
            </a:r>
            <a:r>
              <a:rPr lang="zh-CN" altLang="en-US" dirty="0"/>
              <a:t>。解密算法是加密算法的逆运算。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加密密钥和解密密钥可以一样，也可以不一样</a:t>
            </a:r>
          </a:p>
          <a:p>
            <a:r>
              <a:rPr lang="zh-CN" altLang="en-US" dirty="0"/>
              <a:t>密钥通常由密钥中心提供</a:t>
            </a:r>
          </a:p>
          <a:p>
            <a:r>
              <a:rPr lang="zh-CN" altLang="en-US" dirty="0"/>
              <a:t>当密钥需要向远地传送时，一定要通过另一个安全信道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968188" y="1286743"/>
            <a:ext cx="7180730" cy="461665"/>
            <a:chOff x="968188" y="1665365"/>
            <a:chExt cx="7180730" cy="461665"/>
          </a:xfrm>
        </p:grpSpPr>
        <p:sp>
          <p:nvSpPr>
            <p:cNvPr id="11" name="矩形 10"/>
            <p:cNvSpPr/>
            <p:nvPr/>
          </p:nvSpPr>
          <p:spPr>
            <a:xfrm>
              <a:off x="968188" y="1698751"/>
              <a:ext cx="7180730" cy="428279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603406" y="1665365"/>
              <a:ext cx="1277914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Montserrat" panose="00000500000000000000" pitchFamily="2" charset="0"/>
                  <a:ea typeface="+mn-ea"/>
                </a:rPr>
                <a:t>（</a:t>
              </a:r>
              <a:r>
                <a:rPr lang="en-US" altLang="zh-CN" sz="2400" b="1" dirty="0">
                  <a:latin typeface="Montserrat" panose="00000500000000000000" pitchFamily="2" charset="0"/>
                  <a:ea typeface="+mn-ea"/>
                </a:rPr>
                <a:t>7-1</a:t>
              </a:r>
              <a:r>
                <a:rPr lang="zh-CN" altLang="en-US" sz="2400" b="1" dirty="0">
                  <a:latin typeface="Montserrat" panose="00000500000000000000" pitchFamily="2" charset="0"/>
                  <a:ea typeface="+mn-ea"/>
                </a:rPr>
                <a:t>） 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3465272" y="1665365"/>
              <a:ext cx="152798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i="1" dirty="0">
                  <a:latin typeface="Montserrat" panose="00000500000000000000" pitchFamily="2" charset="0"/>
                </a:rPr>
                <a:t>Y</a:t>
              </a:r>
              <a:r>
                <a:rPr lang="en-US" altLang="zh-CN" sz="2400" b="1" i="1" dirty="0">
                  <a:latin typeface="Montserrat" panose="00000500000000000000" pitchFamily="2" charset="0"/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latin typeface="Montserrat" panose="00000500000000000000" pitchFamily="2" charset="0"/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latin typeface="Montserrat" panose="00000500000000000000" pitchFamily="2" charset="0"/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>
                  <a:latin typeface="Montserrat" panose="00000500000000000000" pitchFamily="2" charset="0"/>
                </a:rPr>
                <a:t>E</a:t>
              </a:r>
              <a:r>
                <a:rPr lang="en-US" altLang="zh-CN" sz="2400" b="1" i="1" baseline="-25000" dirty="0">
                  <a:latin typeface="Montserrat" panose="00000500000000000000" pitchFamily="2" charset="0"/>
                </a:rPr>
                <a:t>K</a:t>
              </a:r>
              <a:r>
                <a:rPr lang="en-US" altLang="zh-CN" sz="2400" b="1" i="1" dirty="0">
                  <a:latin typeface="Montserrat" panose="00000500000000000000" pitchFamily="2" charset="0"/>
                </a:rPr>
                <a:t>(X) </a:t>
              </a:r>
              <a:endParaRPr lang="zh-CN" altLang="en-US" sz="2400" b="1" i="1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76093" y="2498621"/>
            <a:ext cx="7173330" cy="461665"/>
            <a:chOff x="976093" y="2870099"/>
            <a:chExt cx="7173330" cy="461665"/>
          </a:xfrm>
        </p:grpSpPr>
        <p:sp>
          <p:nvSpPr>
            <p:cNvPr id="19" name="矩形 18"/>
            <p:cNvSpPr/>
            <p:nvPr/>
          </p:nvSpPr>
          <p:spPr>
            <a:xfrm>
              <a:off x="976093" y="2903485"/>
              <a:ext cx="7173330" cy="428279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573750" y="2870099"/>
              <a:ext cx="1337226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Montserrat" panose="00000500000000000000" pitchFamily="2" charset="0"/>
                  <a:ea typeface="+mn-ea"/>
                </a:rPr>
                <a:t>（</a:t>
              </a:r>
              <a:r>
                <a:rPr lang="en-US" altLang="zh-CN" sz="2400" b="1" dirty="0">
                  <a:latin typeface="Montserrat" panose="00000500000000000000" pitchFamily="2" charset="0"/>
                  <a:ea typeface="+mn-ea"/>
                </a:rPr>
                <a:t>7-2</a:t>
              </a:r>
              <a:r>
                <a:rPr lang="zh-CN" altLang="en-US" sz="2400" b="1" dirty="0">
                  <a:latin typeface="Montserrat" panose="00000500000000000000" pitchFamily="2" charset="0"/>
                  <a:ea typeface="+mn-ea"/>
                </a:rPr>
                <a:t>） 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2610069" y="2870099"/>
              <a:ext cx="3238387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i="1" dirty="0">
                  <a:latin typeface="Montserrat" panose="00000500000000000000" pitchFamily="2" charset="0"/>
                </a:rPr>
                <a:t>D</a:t>
              </a:r>
              <a:r>
                <a:rPr lang="en-US" altLang="zh-CN" sz="2400" b="1" i="1" baseline="-25000" dirty="0">
                  <a:latin typeface="Montserrat" panose="00000500000000000000" pitchFamily="2" charset="0"/>
                </a:rPr>
                <a:t>K</a:t>
              </a:r>
              <a:r>
                <a:rPr lang="en-US" altLang="zh-CN" sz="2400" b="1" i="1" dirty="0">
                  <a:latin typeface="Montserrat" panose="00000500000000000000" pitchFamily="2" charset="0"/>
                </a:rPr>
                <a:t>(Y)</a:t>
              </a:r>
              <a:r>
                <a:rPr lang="en-US" altLang="zh-CN" sz="2400" b="1" i="1" dirty="0">
                  <a:latin typeface="Montserrat" panose="00000500000000000000" pitchFamily="2" charset="0"/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latin typeface="Montserrat" panose="00000500000000000000" pitchFamily="2" charset="0"/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latin typeface="Montserrat" panose="00000500000000000000" pitchFamily="2" charset="0"/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>
                  <a:latin typeface="Montserrat" panose="00000500000000000000" pitchFamily="2" charset="0"/>
                </a:rPr>
                <a:t>D</a:t>
              </a:r>
              <a:r>
                <a:rPr lang="en-US" altLang="zh-CN" sz="2400" b="1" baseline="-25000" dirty="0">
                  <a:latin typeface="Montserrat" panose="00000500000000000000" pitchFamily="2" charset="0"/>
                </a:rPr>
                <a:t>K</a:t>
              </a:r>
              <a:r>
                <a:rPr lang="en-US" altLang="zh-CN" sz="2400" b="1" i="1" dirty="0">
                  <a:latin typeface="Montserrat" panose="00000500000000000000" pitchFamily="2" charset="0"/>
                </a:rPr>
                <a:t>(E</a:t>
              </a:r>
              <a:r>
                <a:rPr lang="en-US" altLang="zh-CN" sz="2400" b="1" i="1" baseline="-25000" dirty="0">
                  <a:latin typeface="Montserrat" panose="00000500000000000000" pitchFamily="2" charset="0"/>
                </a:rPr>
                <a:t>K</a:t>
              </a:r>
              <a:r>
                <a:rPr lang="en-US" altLang="zh-CN" sz="2400" b="1" i="1" dirty="0">
                  <a:latin typeface="Montserrat" panose="00000500000000000000" pitchFamily="2" charset="0"/>
                </a:rPr>
                <a:t>(X))</a:t>
              </a:r>
              <a:r>
                <a:rPr lang="en-US" altLang="zh-CN" sz="2400" b="1" i="1" dirty="0">
                  <a:latin typeface="Montserrat" panose="00000500000000000000" pitchFamily="2" charset="0"/>
                  <a:ea typeface="黑体" panose="02010609060101010101" pitchFamily="2" charset="-122"/>
                </a:rPr>
                <a:t> </a:t>
              </a:r>
              <a:r>
                <a:rPr lang="en-US" altLang="zh-CN" sz="2400" b="1" dirty="0">
                  <a:latin typeface="Montserrat" panose="00000500000000000000" pitchFamily="2" charset="0"/>
                  <a:ea typeface="黑体" panose="02010609060101010101" pitchFamily="2" charset="-122"/>
                  <a:sym typeface="Symbol" panose="05050102010706020507"/>
                </a:rPr>
                <a:t></a:t>
              </a:r>
              <a:r>
                <a:rPr lang="en-US" altLang="zh-CN" sz="2400" b="1" i="1" dirty="0">
                  <a:latin typeface="Montserrat" panose="00000500000000000000" pitchFamily="2" charset="0"/>
                  <a:ea typeface="黑体" panose="02010609060101010101" pitchFamily="2" charset="-122"/>
                </a:rPr>
                <a:t> </a:t>
              </a:r>
              <a:r>
                <a:rPr lang="en-US" altLang="zh-CN" sz="2400" b="1" i="1" dirty="0">
                  <a:latin typeface="Montserrat" panose="00000500000000000000" pitchFamily="2" charset="0"/>
                </a:rPr>
                <a:t>X </a:t>
              </a:r>
              <a:endParaRPr lang="zh-CN" altLang="en-US" sz="2400" b="1" i="1" dirty="0">
                <a:latin typeface="Montserrat" panose="00000500000000000000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0FA47-46C3-A909-BBA1-B9D7D9EAB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 dirty="0"/>
              <a:t>一些重要概念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84257C-882A-E1B8-F15A-EAFA9C75F39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如果不论截取者获得了多少密文，但在密文中都没有足够的信息来唯一地确定出对应的明文，则这一密码体制称为无条件安全的，或称为理论上是不可破的。</a:t>
            </a:r>
          </a:p>
          <a:p>
            <a:r>
              <a:rPr lang="zh-CN" altLang="en-US" dirty="0"/>
              <a:t>如果密码体制中的密码不能被可使用的计算资源破译，则这一密码体制称为在计算上是安全的。 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8515C645-442B-7B2B-30EA-ED110BAC56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2848563"/>
              </p:ext>
            </p:extLst>
          </p:nvPr>
        </p:nvGraphicFramePr>
        <p:xfrm>
          <a:off x="1524000" y="2007393"/>
          <a:ext cx="6096000" cy="22248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332947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939372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Line 16"/>
          <p:cNvSpPr>
            <a:spLocks noChangeShapeType="1"/>
          </p:cNvSpPr>
          <p:nvPr/>
        </p:nvSpPr>
        <p:spPr bwMode="auto">
          <a:xfrm>
            <a:off x="3684702" y="1198477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748077" y="1298403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7.2.1  			    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对称密钥密码体制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7.2.2  				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公钥密码体制</a:t>
            </a:r>
          </a:p>
        </p:txBody>
      </p:sp>
      <p:sp>
        <p:nvSpPr>
          <p:cNvPr id="10" name="Rectangle 27"/>
          <p:cNvSpPr>
            <a:spLocks noChangeArrowheads="1"/>
          </p:cNvSpPr>
          <p:nvPr/>
        </p:nvSpPr>
        <p:spPr bwMode="auto">
          <a:xfrm>
            <a:off x="687234" y="1332947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11" name="Rectangle 29"/>
          <p:cNvSpPr>
            <a:spLocks noChangeArrowheads="1"/>
          </p:cNvSpPr>
          <p:nvPr/>
        </p:nvSpPr>
        <p:spPr bwMode="auto">
          <a:xfrm>
            <a:off x="696123" y="1427879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7.2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两类密码体制</a:t>
            </a:r>
          </a:p>
        </p:txBody>
      </p:sp>
      <p:sp>
        <p:nvSpPr>
          <p:cNvPr id="22" name="Line 16"/>
          <p:cNvSpPr>
            <a:spLocks noChangeShapeType="1"/>
          </p:cNvSpPr>
          <p:nvPr/>
        </p:nvSpPr>
        <p:spPr bwMode="auto">
          <a:xfrm>
            <a:off x="3684702" y="2306597"/>
            <a:ext cx="0" cy="136945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E9CEF47-9295-DDD8-714D-D77A9554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en-US" altLang="zh-CN" dirty="0"/>
              <a:t>7.2.1   </a:t>
            </a:r>
            <a:r>
              <a:rPr lang="zh-CN" altLang="en-US" dirty="0"/>
              <a:t>对称密钥密码体制 </a:t>
            </a:r>
          </a:p>
        </p:txBody>
      </p:sp>
      <p:sp>
        <p:nvSpPr>
          <p:cNvPr id="20" name="内容占位符 19">
            <a:extLst>
              <a:ext uri="{FF2B5EF4-FFF2-40B4-BE49-F238E27FC236}">
                <a16:creationId xmlns:a16="http://schemas.microsoft.com/office/drawing/2014/main" id="{20B4DB39-BADB-AEEF-F90B-6C71CE49F80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加密密钥与解密密钥都使用相同密钥的密码体制</a:t>
            </a:r>
          </a:p>
        </p:txBody>
      </p:sp>
      <p:sp>
        <p:nvSpPr>
          <p:cNvPr id="7" name="Line 53"/>
          <p:cNvSpPr>
            <a:spLocks noChangeShapeType="1"/>
          </p:cNvSpPr>
          <p:nvPr/>
        </p:nvSpPr>
        <p:spPr bwMode="auto">
          <a:xfrm>
            <a:off x="4499643" y="3124731"/>
            <a:ext cx="1843101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grpSp>
        <p:nvGrpSpPr>
          <p:cNvPr id="85" name="Group 107"/>
          <p:cNvGrpSpPr/>
          <p:nvPr/>
        </p:nvGrpSpPr>
        <p:grpSpPr bwMode="auto">
          <a:xfrm>
            <a:off x="3608860" y="2611444"/>
            <a:ext cx="1884855" cy="1171395"/>
            <a:chOff x="2248" y="820"/>
            <a:chExt cx="2248" cy="883"/>
          </a:xfrm>
        </p:grpSpPr>
        <p:grpSp>
          <p:nvGrpSpPr>
            <p:cNvPr id="86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16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21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31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33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37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41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400" dirty="0">
                            <a:latin typeface="Montserrat" panose="00000500000000000000" pitchFamily="2" charset="0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42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400" dirty="0">
                            <a:latin typeface="Montserrat" panose="00000500000000000000" pitchFamily="2" charset="0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43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400" dirty="0">
                            <a:latin typeface="Montserrat" panose="00000500000000000000" pitchFamily="2" charset="0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44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400" dirty="0">
                            <a:latin typeface="Montserrat" panose="00000500000000000000" pitchFamily="2" charset="0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45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400" dirty="0">
                            <a:latin typeface="Montserrat" panose="00000500000000000000" pitchFamily="2" charset="0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38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dirty="0">
                          <a:latin typeface="Montserrat" panose="00000500000000000000" pitchFamily="2" charset="0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139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dirty="0">
                          <a:latin typeface="Montserrat" panose="00000500000000000000" pitchFamily="2" charset="0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140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400" dirty="0">
                          <a:latin typeface="Montserrat" panose="00000500000000000000" pitchFamily="2" charset="0"/>
                          <a:ea typeface="微软雅黑 Light" panose="020B0502040204020203" pitchFamily="34" charset="-122"/>
                        </a:endParaRPr>
                      </a:p>
                    </p:txBody>
                  </p:sp>
                </p:grpSp>
                <p:sp>
                  <p:nvSpPr>
                    <p:cNvPr id="134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400" dirty="0">
                        <a:latin typeface="Montserrat" panose="00000500000000000000" pitchFamily="2" charset="0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135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400" dirty="0">
                        <a:latin typeface="Montserrat" panose="00000500000000000000" pitchFamily="2" charset="0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136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400" dirty="0">
                        <a:latin typeface="Montserrat" panose="00000500000000000000" pitchFamily="2" charset="0"/>
                        <a:ea typeface="微软雅黑 Light" panose="020B0502040204020203" pitchFamily="34" charset="-122"/>
                      </a:endParaRPr>
                    </a:p>
                  </p:txBody>
                </p:sp>
              </p:grpSp>
              <p:sp>
                <p:nvSpPr>
                  <p:cNvPr id="132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122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25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26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27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28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29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30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</p:grpSp>
            <p:sp>
              <p:nvSpPr>
                <p:cNvPr id="123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24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17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18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19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20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87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1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2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3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4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5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02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4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05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06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07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08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09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1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03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88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89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0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1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2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3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4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5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6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7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8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9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0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6" name="Line 52"/>
          <p:cNvSpPr>
            <a:spLocks noChangeShapeType="1"/>
          </p:cNvSpPr>
          <p:nvPr/>
        </p:nvSpPr>
        <p:spPr bwMode="auto">
          <a:xfrm>
            <a:off x="2479678" y="3115423"/>
            <a:ext cx="116623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" name="Text Box 56"/>
          <p:cNvSpPr txBox="1">
            <a:spLocks noChangeArrowheads="1"/>
          </p:cNvSpPr>
          <p:nvPr/>
        </p:nvSpPr>
        <p:spPr bwMode="auto">
          <a:xfrm>
            <a:off x="7497672" y="3126702"/>
            <a:ext cx="75373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明文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X</a:t>
            </a: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</a:p>
        </p:txBody>
      </p:sp>
      <p:sp>
        <p:nvSpPr>
          <p:cNvPr id="9" name="Freeform 51"/>
          <p:cNvSpPr/>
          <p:nvPr/>
        </p:nvSpPr>
        <p:spPr bwMode="auto">
          <a:xfrm>
            <a:off x="1422488" y="2747069"/>
            <a:ext cx="292556" cy="380322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0" name="Freeform 72"/>
          <p:cNvSpPr/>
          <p:nvPr/>
        </p:nvSpPr>
        <p:spPr bwMode="auto">
          <a:xfrm flipH="1" flipV="1">
            <a:off x="2180474" y="2465151"/>
            <a:ext cx="66490" cy="35239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1" name="Freeform 134"/>
          <p:cNvSpPr/>
          <p:nvPr/>
        </p:nvSpPr>
        <p:spPr bwMode="auto">
          <a:xfrm flipH="1" flipV="1">
            <a:off x="6797535" y="2465151"/>
            <a:ext cx="66490" cy="352397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2" name="Freeform 50"/>
          <p:cNvSpPr/>
          <p:nvPr/>
        </p:nvSpPr>
        <p:spPr bwMode="auto">
          <a:xfrm rot="16200000">
            <a:off x="7491690" y="2792282"/>
            <a:ext cx="183512" cy="481387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3" name="Text Box 68"/>
          <p:cNvSpPr txBox="1">
            <a:spLocks noChangeArrowheads="1"/>
          </p:cNvSpPr>
          <p:nvPr/>
        </p:nvSpPr>
        <p:spPr bwMode="auto">
          <a:xfrm>
            <a:off x="5438482" y="2788293"/>
            <a:ext cx="7040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密文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Y</a:t>
            </a:r>
          </a:p>
        </p:txBody>
      </p:sp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55303" y="1860273"/>
            <a:ext cx="10775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加密密钥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K</a:t>
            </a:r>
          </a:p>
        </p:txBody>
      </p:sp>
      <p:sp>
        <p:nvSpPr>
          <p:cNvPr id="15" name="Text Box 55"/>
          <p:cNvSpPr txBox="1">
            <a:spLocks noChangeArrowheads="1"/>
          </p:cNvSpPr>
          <p:nvPr/>
        </p:nvSpPr>
        <p:spPr bwMode="auto">
          <a:xfrm>
            <a:off x="755303" y="3126702"/>
            <a:ext cx="87064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明文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X</a:t>
            </a:r>
          </a:p>
        </p:txBody>
      </p:sp>
      <p:sp>
        <p:nvSpPr>
          <p:cNvPr id="16" name="Text Box 57"/>
          <p:cNvSpPr txBox="1">
            <a:spLocks noChangeArrowheads="1"/>
          </p:cNvSpPr>
          <p:nvPr/>
        </p:nvSpPr>
        <p:spPr bwMode="auto">
          <a:xfrm>
            <a:off x="2788191" y="2788293"/>
            <a:ext cx="7040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密文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Y</a:t>
            </a:r>
          </a:p>
        </p:txBody>
      </p:sp>
      <p:pic>
        <p:nvPicPr>
          <p:cNvPr id="17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056258" y="1909428"/>
            <a:ext cx="621304" cy="32790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Text Box 70"/>
          <p:cNvSpPr txBox="1">
            <a:spLocks noChangeArrowheads="1"/>
          </p:cNvSpPr>
          <p:nvPr/>
        </p:nvSpPr>
        <p:spPr bwMode="auto">
          <a:xfrm>
            <a:off x="890566" y="2344142"/>
            <a:ext cx="31290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19" name="Text Box 71"/>
          <p:cNvSpPr txBox="1">
            <a:spLocks noChangeArrowheads="1"/>
          </p:cNvSpPr>
          <p:nvPr/>
        </p:nvSpPr>
        <p:spPr bwMode="auto">
          <a:xfrm>
            <a:off x="8024279" y="2336827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48" name="Rectangle 102"/>
          <p:cNvSpPr>
            <a:spLocks noChangeArrowheads="1"/>
          </p:cNvSpPr>
          <p:nvPr/>
        </p:nvSpPr>
        <p:spPr bwMode="auto">
          <a:xfrm>
            <a:off x="1715044" y="2825527"/>
            <a:ext cx="1069158" cy="599739"/>
          </a:xfrm>
          <a:prstGeom prst="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E </a:t>
            </a:r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加密算法</a:t>
            </a:r>
          </a:p>
        </p:txBody>
      </p:sp>
      <p:sp>
        <p:nvSpPr>
          <p:cNvPr id="49" name="Rectangle 103"/>
          <p:cNvSpPr>
            <a:spLocks noChangeArrowheads="1"/>
          </p:cNvSpPr>
          <p:nvPr/>
        </p:nvSpPr>
        <p:spPr bwMode="auto">
          <a:xfrm>
            <a:off x="6342744" y="2825527"/>
            <a:ext cx="1070488" cy="599739"/>
          </a:xfrm>
          <a:prstGeom prst="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D</a:t>
            </a:r>
            <a:r>
              <a:rPr lang="en-US" altLang="zh-CN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解密算法</a:t>
            </a:r>
          </a:p>
        </p:txBody>
      </p:sp>
      <p:sp>
        <p:nvSpPr>
          <p:cNvPr id="77" name="Text Box 131"/>
          <p:cNvSpPr txBox="1">
            <a:spLocks noChangeArrowheads="1"/>
          </p:cNvSpPr>
          <p:nvPr/>
        </p:nvSpPr>
        <p:spPr bwMode="auto">
          <a:xfrm>
            <a:off x="4133158" y="2937744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互联网</a:t>
            </a:r>
          </a:p>
        </p:txBody>
      </p:sp>
      <p:sp>
        <p:nvSpPr>
          <p:cNvPr id="78" name="Text Box 132"/>
          <p:cNvSpPr txBox="1">
            <a:spLocks noChangeArrowheads="1"/>
          </p:cNvSpPr>
          <p:nvPr/>
        </p:nvSpPr>
        <p:spPr bwMode="auto">
          <a:xfrm>
            <a:off x="6945815" y="1860273"/>
            <a:ext cx="10775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解密密钥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K</a:t>
            </a:r>
          </a:p>
        </p:txBody>
      </p:sp>
      <p:pic>
        <p:nvPicPr>
          <p:cNvPr id="79" name="Picture 13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6458385" y="1910574"/>
            <a:ext cx="621305" cy="32561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80" name="组合 79"/>
          <p:cNvGrpSpPr/>
          <p:nvPr/>
        </p:nvGrpSpPr>
        <p:grpSpPr>
          <a:xfrm>
            <a:off x="2592149" y="1839405"/>
            <a:ext cx="3959703" cy="349513"/>
            <a:chOff x="2674219" y="3396042"/>
            <a:chExt cx="4727052" cy="417244"/>
          </a:xfrm>
        </p:grpSpPr>
        <p:sp>
          <p:nvSpPr>
            <p:cNvPr id="81" name="TextBox 80"/>
            <p:cNvSpPr txBox="1"/>
            <p:nvPr/>
          </p:nvSpPr>
          <p:spPr>
            <a:xfrm>
              <a:off x="4498862" y="3420954"/>
              <a:ext cx="1077766" cy="3674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C00000"/>
                  </a:solidFill>
                  <a:latin typeface="Montserrat" panose="00000500000000000000" pitchFamily="2" charset="0"/>
                  <a:ea typeface="微软雅黑 Light" panose="020B0502040204020203" pitchFamily="34" charset="-122"/>
                </a:rPr>
                <a:t>相同密钥</a:t>
              </a:r>
            </a:p>
          </p:txBody>
        </p:sp>
        <p:sp>
          <p:nvSpPr>
            <p:cNvPr id="82" name="左箭头 81"/>
            <p:cNvSpPr/>
            <p:nvPr/>
          </p:nvSpPr>
          <p:spPr bwMode="auto">
            <a:xfrm>
              <a:off x="2674219" y="3396046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i="0" u="none" strike="noStrike" cap="none" normalizeH="0" baseline="0" dirty="0">
                <a:ln>
                  <a:noFill/>
                </a:ln>
                <a:effectLst/>
                <a:latin typeface="Montserrat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83" name="左箭头 82"/>
            <p:cNvSpPr/>
            <p:nvPr/>
          </p:nvSpPr>
          <p:spPr bwMode="auto">
            <a:xfrm flipH="1">
              <a:off x="6058594" y="3396042"/>
              <a:ext cx="1342677" cy="417240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i="0" u="none" strike="noStrike" cap="none" normalizeH="0" baseline="0" dirty="0">
                <a:ln>
                  <a:noFill/>
                </a:ln>
                <a:effectLst/>
                <a:latin typeface="Montserrat" panose="00000500000000000000" pitchFamily="2" charset="0"/>
                <a:ea typeface="微软雅黑 Light" panose="020B0502040204020203" pitchFamily="34" charset="-122"/>
              </a:endParaRPr>
            </a:p>
          </p:txBody>
        </p:sp>
      </p:grpSp>
      <p:pic>
        <p:nvPicPr>
          <p:cNvPr id="146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874" y="2395536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055" y="2395536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2D704-1A02-3A42-C10F-F930D907A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en-US" altLang="zh-CN" dirty="0"/>
              <a:t>DES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2A00EC-D21D-8C53-62FB-5801EFAEEE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en-US" altLang="zh-CN" dirty="0"/>
              <a:t>DES </a:t>
            </a:r>
            <a:r>
              <a:rPr lang="zh-CN" altLang="en-US" dirty="0"/>
              <a:t>属于对称密钥密码体制，是一种分组密码</a:t>
            </a:r>
          </a:p>
          <a:p>
            <a:r>
              <a:rPr lang="zh-CN" altLang="en-US" dirty="0"/>
              <a:t>在加密前，先对整个明文进行分组；每一个组长为 </a:t>
            </a:r>
            <a:r>
              <a:rPr lang="en-US" altLang="zh-CN" dirty="0"/>
              <a:t>64 </a:t>
            </a:r>
            <a:r>
              <a:rPr lang="zh-CN" altLang="en-US" dirty="0"/>
              <a:t>位</a:t>
            </a:r>
          </a:p>
          <a:p>
            <a:r>
              <a:rPr lang="zh-CN" altLang="en-US" dirty="0"/>
              <a:t>然后对每一个 </a:t>
            </a:r>
            <a:r>
              <a:rPr lang="en-US" altLang="zh-CN" dirty="0"/>
              <a:t>64 </a:t>
            </a:r>
            <a:r>
              <a:rPr lang="zh-CN" altLang="en-US" dirty="0"/>
              <a:t>位二进制数据进行加密处理，产生一组 </a:t>
            </a:r>
            <a:r>
              <a:rPr lang="en-US" altLang="zh-CN" dirty="0"/>
              <a:t>64 </a:t>
            </a:r>
            <a:r>
              <a:rPr lang="zh-CN" altLang="en-US" dirty="0"/>
              <a:t>位密文数据</a:t>
            </a:r>
          </a:p>
          <a:p>
            <a:r>
              <a:rPr lang="zh-CN" altLang="en-US" dirty="0"/>
              <a:t>最后将各组密文串接起来，即得出整个的密文</a:t>
            </a:r>
          </a:p>
          <a:p>
            <a:r>
              <a:rPr lang="zh-CN" altLang="en-US" dirty="0"/>
              <a:t>使用的密钥为 </a:t>
            </a:r>
            <a:r>
              <a:rPr lang="en-US" altLang="zh-CN" dirty="0"/>
              <a:t>64 </a:t>
            </a:r>
            <a:r>
              <a:rPr lang="zh-CN" altLang="en-US" dirty="0"/>
              <a:t>位（实际密钥长度为 </a:t>
            </a:r>
            <a:r>
              <a:rPr lang="en-US" altLang="zh-CN" dirty="0"/>
              <a:t>56 </a:t>
            </a:r>
            <a:r>
              <a:rPr lang="zh-CN" altLang="en-US" dirty="0"/>
              <a:t>位，有 </a:t>
            </a:r>
            <a:r>
              <a:rPr lang="en-US" altLang="zh-CN" dirty="0"/>
              <a:t>8 </a:t>
            </a:r>
            <a:r>
              <a:rPr lang="zh-CN" altLang="en-US" dirty="0"/>
              <a:t>位用于奇偶校验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仅取决于对密钥的保密，其算法是公开的</a:t>
            </a:r>
          </a:p>
          <a:p>
            <a:r>
              <a:rPr lang="zh-CN" altLang="en-US" dirty="0"/>
              <a:t>严重问题：</a:t>
            </a:r>
            <a:r>
              <a:rPr lang="en-US" altLang="zh-CN" dirty="0"/>
              <a:t>DES </a:t>
            </a:r>
            <a:r>
              <a:rPr lang="zh-CN" altLang="en-US" dirty="0"/>
              <a:t>密钥长度较短</a:t>
            </a:r>
          </a:p>
          <a:p>
            <a:r>
              <a:rPr lang="zh-CN" altLang="en-US" dirty="0"/>
              <a:t>现在已经设计出搜索 </a:t>
            </a:r>
            <a:r>
              <a:rPr lang="en-US" altLang="zh-CN" dirty="0"/>
              <a:t>DES </a:t>
            </a:r>
            <a:r>
              <a:rPr lang="zh-CN" altLang="en-US" dirty="0"/>
              <a:t>密钥的专用芯片</a:t>
            </a:r>
            <a:endParaRPr lang="en-US" altLang="zh-CN" dirty="0"/>
          </a:p>
          <a:p>
            <a:r>
              <a:rPr lang="en-US" altLang="zh-CN" dirty="0"/>
              <a:t>56 </a:t>
            </a:r>
            <a:r>
              <a:rPr lang="zh-CN" altLang="en-US" dirty="0"/>
              <a:t>位 </a:t>
            </a:r>
            <a:r>
              <a:rPr lang="en-US" altLang="zh-CN" dirty="0"/>
              <a:t>DES </a:t>
            </a:r>
            <a:r>
              <a:rPr lang="zh-CN" altLang="en-US" dirty="0"/>
              <a:t>已不再认为是安全的了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FCE0FA1-A347-350F-91E2-F6385D8ED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 dirty="0"/>
              <a:t>三重 </a:t>
            </a:r>
            <a:r>
              <a:rPr lang="en-US" altLang="zh-CN" dirty="0"/>
              <a:t>DES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902E77-29D8-37DB-8991-58219DACCD7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使用两个 </a:t>
            </a:r>
            <a:r>
              <a:rPr lang="en-US" altLang="zh-CN" dirty="0"/>
              <a:t>56 </a:t>
            </a:r>
            <a:r>
              <a:rPr lang="zh-CN" altLang="en-US" dirty="0"/>
              <a:t>位的密钥</a:t>
            </a:r>
          </a:p>
          <a:p>
            <a:pPr lvl="1"/>
            <a:r>
              <a:rPr lang="zh-CN" altLang="en-US" dirty="0"/>
              <a:t>把一个 </a:t>
            </a:r>
            <a:r>
              <a:rPr lang="en-US" altLang="zh-CN" dirty="0"/>
              <a:t>64 </a:t>
            </a:r>
            <a:r>
              <a:rPr lang="zh-CN" altLang="en-US" dirty="0"/>
              <a:t>位明文用一个密钥加密</a:t>
            </a:r>
            <a:endParaRPr lang="en-US" altLang="zh-CN" dirty="0"/>
          </a:p>
          <a:p>
            <a:pPr lvl="1"/>
            <a:r>
              <a:rPr lang="zh-CN" altLang="en-US" dirty="0"/>
              <a:t>再用另一个密钥解密</a:t>
            </a:r>
            <a:endParaRPr lang="en-US" altLang="zh-CN" dirty="0"/>
          </a:p>
          <a:p>
            <a:pPr lvl="1"/>
            <a:r>
              <a:rPr lang="zh-CN" altLang="en-US" dirty="0"/>
              <a:t>然后再使用第一个密钥加密</a:t>
            </a:r>
            <a:endParaRPr lang="en-US" altLang="zh-CN" dirty="0"/>
          </a:p>
          <a:p>
            <a:r>
              <a:rPr lang="zh-CN" altLang="en-US" dirty="0"/>
              <a:t>套娃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336679" y="3453920"/>
            <a:ext cx="379466" cy="361593"/>
          </a:xfrm>
          <a:prstGeom prst="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E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220724" y="3453920"/>
            <a:ext cx="378091" cy="361593"/>
          </a:xfrm>
          <a:prstGeom prst="rect">
            <a:avLst/>
          </a:prstGeom>
          <a:solidFill>
            <a:srgbClr val="9BBB59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D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3103395" y="3453920"/>
            <a:ext cx="379466" cy="361593"/>
          </a:xfrm>
          <a:prstGeom prst="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E</a:t>
            </a:r>
          </a:p>
        </p:txBody>
      </p:sp>
      <p:sp>
        <p:nvSpPr>
          <p:cNvPr id="14" name="Line 8"/>
          <p:cNvSpPr>
            <a:spLocks noChangeShapeType="1"/>
          </p:cNvSpPr>
          <p:nvPr/>
        </p:nvSpPr>
        <p:spPr bwMode="auto">
          <a:xfrm>
            <a:off x="874721" y="3635404"/>
            <a:ext cx="46195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>
            <a:off x="1716145" y="3635404"/>
            <a:ext cx="50457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Line 10"/>
          <p:cNvSpPr>
            <a:spLocks noChangeShapeType="1"/>
          </p:cNvSpPr>
          <p:nvPr/>
        </p:nvSpPr>
        <p:spPr bwMode="auto">
          <a:xfrm>
            <a:off x="2598815" y="3635404"/>
            <a:ext cx="50457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>
            <a:off x="3482860" y="3635404"/>
            <a:ext cx="50320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Line 12"/>
          <p:cNvSpPr>
            <a:spLocks noChangeShapeType="1"/>
          </p:cNvSpPr>
          <p:nvPr/>
        </p:nvSpPr>
        <p:spPr bwMode="auto">
          <a:xfrm rot="5400000">
            <a:off x="1369676" y="3298559"/>
            <a:ext cx="31209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Line 13"/>
          <p:cNvSpPr>
            <a:spLocks noChangeShapeType="1"/>
          </p:cNvSpPr>
          <p:nvPr/>
        </p:nvSpPr>
        <p:spPr bwMode="auto">
          <a:xfrm rot="5400000">
            <a:off x="2252346" y="3298559"/>
            <a:ext cx="31209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Line 14"/>
          <p:cNvSpPr>
            <a:spLocks noChangeShapeType="1"/>
          </p:cNvSpPr>
          <p:nvPr/>
        </p:nvSpPr>
        <p:spPr bwMode="auto">
          <a:xfrm rot="5400000">
            <a:off x="3135016" y="3298559"/>
            <a:ext cx="31209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 Box 15"/>
          <p:cNvSpPr txBox="1">
            <a:spLocks noChangeArrowheads="1"/>
          </p:cNvSpPr>
          <p:nvPr/>
        </p:nvSpPr>
        <p:spPr bwMode="auto">
          <a:xfrm>
            <a:off x="1397174" y="2788479"/>
            <a:ext cx="375341" cy="36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kumimoji="1"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kumimoji="1"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2259221" y="2788479"/>
            <a:ext cx="411088" cy="36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kumimoji="1"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kumimoji="1"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3152890" y="2788479"/>
            <a:ext cx="375341" cy="36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kumimoji="1"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kumimoji="1"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772980" y="3237382"/>
            <a:ext cx="56938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明文</a:t>
            </a:r>
          </a:p>
        </p:txBody>
      </p:sp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3492484" y="3237382"/>
            <a:ext cx="56938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密文</a:t>
            </a:r>
          </a:p>
        </p:txBody>
      </p:sp>
      <p:sp>
        <p:nvSpPr>
          <p:cNvPr id="26" name="Text Box 20"/>
          <p:cNvSpPr txBox="1">
            <a:spLocks noChangeArrowheads="1"/>
          </p:cNvSpPr>
          <p:nvPr/>
        </p:nvSpPr>
        <p:spPr bwMode="auto">
          <a:xfrm>
            <a:off x="2074987" y="3895256"/>
            <a:ext cx="646192" cy="36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</a:t>
            </a:r>
          </a:p>
        </p:txBody>
      </p:sp>
      <p:sp>
        <p:nvSpPr>
          <p:cNvPr id="28" name="Rectangle 22"/>
          <p:cNvSpPr>
            <a:spLocks noChangeArrowheads="1"/>
          </p:cNvSpPr>
          <p:nvPr/>
        </p:nvSpPr>
        <p:spPr bwMode="auto">
          <a:xfrm>
            <a:off x="5515034" y="3453930"/>
            <a:ext cx="379466" cy="361593"/>
          </a:xfrm>
          <a:prstGeom prst="rect">
            <a:avLst/>
          </a:prstGeom>
          <a:solidFill>
            <a:srgbClr val="9BBB59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D</a:t>
            </a:r>
          </a:p>
        </p:txBody>
      </p:sp>
      <p:sp>
        <p:nvSpPr>
          <p:cNvPr id="29" name="Rectangle 23"/>
          <p:cNvSpPr>
            <a:spLocks noChangeArrowheads="1"/>
          </p:cNvSpPr>
          <p:nvPr/>
        </p:nvSpPr>
        <p:spPr bwMode="auto">
          <a:xfrm>
            <a:off x="6399079" y="3453930"/>
            <a:ext cx="378091" cy="361593"/>
          </a:xfrm>
          <a:prstGeom prst="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E</a:t>
            </a:r>
          </a:p>
        </p:txBody>
      </p:sp>
      <p:sp>
        <p:nvSpPr>
          <p:cNvPr id="30" name="Rectangle 24"/>
          <p:cNvSpPr>
            <a:spLocks noChangeArrowheads="1"/>
          </p:cNvSpPr>
          <p:nvPr/>
        </p:nvSpPr>
        <p:spPr bwMode="auto">
          <a:xfrm>
            <a:off x="7281749" y="3453930"/>
            <a:ext cx="379466" cy="361593"/>
          </a:xfrm>
          <a:prstGeom prst="rect">
            <a:avLst/>
          </a:prstGeom>
          <a:solidFill>
            <a:srgbClr val="9BBB59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D</a:t>
            </a:r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>
            <a:off x="5053076" y="3635414"/>
            <a:ext cx="46195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2" name="Line 26"/>
          <p:cNvSpPr>
            <a:spLocks noChangeShapeType="1"/>
          </p:cNvSpPr>
          <p:nvPr/>
        </p:nvSpPr>
        <p:spPr bwMode="auto">
          <a:xfrm>
            <a:off x="5894499" y="3635414"/>
            <a:ext cx="50457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>
            <a:off x="6777169" y="3635414"/>
            <a:ext cx="50457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4" name="Line 28"/>
          <p:cNvSpPr>
            <a:spLocks noChangeShapeType="1"/>
          </p:cNvSpPr>
          <p:nvPr/>
        </p:nvSpPr>
        <p:spPr bwMode="auto">
          <a:xfrm>
            <a:off x="7661214" y="3635414"/>
            <a:ext cx="50457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5" name="Freeform 29"/>
          <p:cNvSpPr/>
          <p:nvPr/>
        </p:nvSpPr>
        <p:spPr bwMode="auto">
          <a:xfrm>
            <a:off x="5706141" y="3141833"/>
            <a:ext cx="2750" cy="312098"/>
          </a:xfrm>
          <a:custGeom>
            <a:avLst/>
            <a:gdLst>
              <a:gd name="T0" fmla="*/ 0 w 3"/>
              <a:gd name="T1" fmla="*/ 0 h 249"/>
              <a:gd name="T2" fmla="*/ 3 w 3"/>
              <a:gd name="T3" fmla="*/ 249 h 24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" h="249">
                <a:moveTo>
                  <a:pt x="0" y="0"/>
                </a:moveTo>
                <a:lnTo>
                  <a:pt x="3" y="249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6" name="Freeform 30"/>
          <p:cNvSpPr/>
          <p:nvPr/>
        </p:nvSpPr>
        <p:spPr bwMode="auto">
          <a:xfrm>
            <a:off x="6588811" y="3141833"/>
            <a:ext cx="4125" cy="323097"/>
          </a:xfrm>
          <a:custGeom>
            <a:avLst/>
            <a:gdLst>
              <a:gd name="T0" fmla="*/ 0 w 3"/>
              <a:gd name="T1" fmla="*/ 0 h 257"/>
              <a:gd name="T2" fmla="*/ 3 w 3"/>
              <a:gd name="T3" fmla="*/ 257 h 25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" h="257">
                <a:moveTo>
                  <a:pt x="0" y="0"/>
                </a:moveTo>
                <a:lnTo>
                  <a:pt x="3" y="257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7" name="Text Box 31"/>
          <p:cNvSpPr txBox="1">
            <a:spLocks noChangeArrowheads="1"/>
          </p:cNvSpPr>
          <p:nvPr/>
        </p:nvSpPr>
        <p:spPr bwMode="auto">
          <a:xfrm>
            <a:off x="5575528" y="2788489"/>
            <a:ext cx="375341" cy="36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kumimoji="1"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kumimoji="1"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8" name="Text Box 32"/>
          <p:cNvSpPr txBox="1">
            <a:spLocks noChangeArrowheads="1"/>
          </p:cNvSpPr>
          <p:nvPr/>
        </p:nvSpPr>
        <p:spPr bwMode="auto">
          <a:xfrm>
            <a:off x="6438950" y="2788489"/>
            <a:ext cx="411088" cy="36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kumimoji="1"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kumimoji="1"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9" name="Text Box 33"/>
          <p:cNvSpPr txBox="1">
            <a:spLocks noChangeArrowheads="1"/>
          </p:cNvSpPr>
          <p:nvPr/>
        </p:nvSpPr>
        <p:spPr bwMode="auto">
          <a:xfrm>
            <a:off x="7331244" y="2788489"/>
            <a:ext cx="375341" cy="36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kumimoji="1"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kumimoji="1"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0" name="Text Box 34"/>
          <p:cNvSpPr txBox="1">
            <a:spLocks noChangeArrowheads="1"/>
          </p:cNvSpPr>
          <p:nvPr/>
        </p:nvSpPr>
        <p:spPr bwMode="auto">
          <a:xfrm>
            <a:off x="4937586" y="3237382"/>
            <a:ext cx="56938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密文</a:t>
            </a:r>
          </a:p>
        </p:txBody>
      </p:sp>
      <p:sp>
        <p:nvSpPr>
          <p:cNvPr id="41" name="Text Box 35"/>
          <p:cNvSpPr txBox="1">
            <a:spLocks noChangeArrowheads="1"/>
          </p:cNvSpPr>
          <p:nvPr/>
        </p:nvSpPr>
        <p:spPr bwMode="auto">
          <a:xfrm>
            <a:off x="7670839" y="3237382"/>
            <a:ext cx="56938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明文</a:t>
            </a:r>
          </a:p>
        </p:txBody>
      </p:sp>
      <p:sp>
        <p:nvSpPr>
          <p:cNvPr id="42" name="Text Box 36"/>
          <p:cNvSpPr txBox="1">
            <a:spLocks noChangeArrowheads="1"/>
          </p:cNvSpPr>
          <p:nvPr/>
        </p:nvSpPr>
        <p:spPr bwMode="auto">
          <a:xfrm>
            <a:off x="6253342" y="3895267"/>
            <a:ext cx="646191" cy="36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解密</a:t>
            </a:r>
          </a:p>
        </p:txBody>
      </p:sp>
      <p:sp>
        <p:nvSpPr>
          <p:cNvPr id="43" name="Freeform 37"/>
          <p:cNvSpPr/>
          <p:nvPr/>
        </p:nvSpPr>
        <p:spPr bwMode="auto">
          <a:xfrm>
            <a:off x="7471482" y="3141833"/>
            <a:ext cx="4125" cy="303848"/>
          </a:xfrm>
          <a:custGeom>
            <a:avLst/>
            <a:gdLst>
              <a:gd name="T0" fmla="*/ 0 w 3"/>
              <a:gd name="T1" fmla="*/ 0 h 241"/>
              <a:gd name="T2" fmla="*/ 3 w 3"/>
              <a:gd name="T3" fmla="*/ 241 h 24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" h="241">
                <a:moveTo>
                  <a:pt x="0" y="0"/>
                </a:moveTo>
                <a:lnTo>
                  <a:pt x="3" y="241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59224" y="2079248"/>
            <a:ext cx="7152335" cy="476295"/>
            <a:chOff x="959224" y="2079248"/>
            <a:chExt cx="7152335" cy="476295"/>
          </a:xfrm>
        </p:grpSpPr>
        <p:sp>
          <p:nvSpPr>
            <p:cNvPr id="5" name="矩形 4"/>
            <p:cNvSpPr/>
            <p:nvPr/>
          </p:nvSpPr>
          <p:spPr>
            <a:xfrm>
              <a:off x="959224" y="2113066"/>
              <a:ext cx="7123481" cy="442477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991216" y="2079248"/>
              <a:ext cx="421461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altLang="zh-CN" sz="2400" b="1" i="1" dirty="0">
                  <a:latin typeface="Montserrat" panose="00000500000000000000" pitchFamily="2" charset="0"/>
                  <a:ea typeface="黑体" panose="02010609060101010101" pitchFamily="2" charset="-122"/>
                </a:rPr>
                <a:t>Y</a:t>
              </a:r>
              <a:r>
                <a:rPr lang="en-GB" altLang="zh-CN" sz="2400" b="1" dirty="0">
                  <a:latin typeface="Montserrat" panose="00000500000000000000" pitchFamily="2" charset="0"/>
                  <a:ea typeface="黑体" panose="02010609060101010101" pitchFamily="2" charset="-122"/>
                </a:rPr>
                <a:t> = DES</a:t>
              </a:r>
              <a:r>
                <a:rPr lang="en-GB" altLang="zh-CN" sz="2400" b="1" i="1" baseline="-25000" dirty="0">
                  <a:latin typeface="Montserrat" panose="00000500000000000000" pitchFamily="2" charset="0"/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>
                  <a:latin typeface="Montserrat" panose="00000500000000000000" pitchFamily="2" charset="0"/>
                  <a:ea typeface="黑体" panose="02010609060101010101" pitchFamily="2" charset="-122"/>
                </a:rPr>
                <a:t>1</a:t>
              </a:r>
              <a:r>
                <a:rPr lang="en-GB" altLang="zh-CN" sz="2400" b="1" dirty="0">
                  <a:latin typeface="Montserrat" panose="00000500000000000000" pitchFamily="2" charset="0"/>
                  <a:ea typeface="黑体" panose="02010609060101010101" pitchFamily="2" charset="-122"/>
                </a:rPr>
                <a:t>(DES</a:t>
              </a:r>
              <a:r>
                <a:rPr lang="en-GB" altLang="zh-CN" sz="2400" b="1" baseline="30000" dirty="0">
                  <a:latin typeface="Montserrat" panose="00000500000000000000" pitchFamily="2" charset="0"/>
                  <a:ea typeface="黑体" panose="02010609060101010101" pitchFamily="2" charset="-122"/>
                </a:rPr>
                <a:t>-1</a:t>
              </a:r>
              <a:r>
                <a:rPr lang="en-GB" altLang="zh-CN" sz="2400" b="1" i="1" baseline="-25000" dirty="0">
                  <a:latin typeface="Montserrat" panose="00000500000000000000" pitchFamily="2" charset="0"/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>
                  <a:latin typeface="Montserrat" panose="00000500000000000000" pitchFamily="2" charset="0"/>
                  <a:ea typeface="黑体" panose="02010609060101010101" pitchFamily="2" charset="-122"/>
                </a:rPr>
                <a:t>2</a:t>
              </a:r>
              <a:r>
                <a:rPr lang="en-GB" altLang="zh-CN" sz="2400" b="1" dirty="0">
                  <a:latin typeface="Montserrat" panose="00000500000000000000" pitchFamily="2" charset="0"/>
                  <a:ea typeface="黑体" panose="02010609060101010101" pitchFamily="2" charset="-122"/>
                </a:rPr>
                <a:t>(DES</a:t>
              </a:r>
              <a:r>
                <a:rPr lang="en-GB" altLang="zh-CN" sz="2400" b="1" i="1" baseline="-25000" dirty="0">
                  <a:latin typeface="Montserrat" panose="00000500000000000000" pitchFamily="2" charset="0"/>
                  <a:ea typeface="黑体" panose="02010609060101010101" pitchFamily="2" charset="-122"/>
                </a:rPr>
                <a:t>K</a:t>
              </a:r>
              <a:r>
                <a:rPr lang="en-GB" altLang="zh-CN" sz="2400" b="1" baseline="-40000" dirty="0">
                  <a:latin typeface="Montserrat" panose="00000500000000000000" pitchFamily="2" charset="0"/>
                  <a:ea typeface="黑体" panose="02010609060101010101" pitchFamily="2" charset="-122"/>
                </a:rPr>
                <a:t>1</a:t>
              </a:r>
              <a:r>
                <a:rPr lang="en-GB" altLang="zh-CN" sz="2400" b="1" dirty="0">
                  <a:latin typeface="Montserrat" panose="00000500000000000000" pitchFamily="2" charset="0"/>
                  <a:ea typeface="黑体" panose="02010609060101010101" pitchFamily="2" charset="-122"/>
                </a:rPr>
                <a:t>(</a:t>
              </a:r>
              <a:r>
                <a:rPr lang="en-GB" altLang="zh-CN" sz="2400" b="1" i="1" dirty="0">
                  <a:latin typeface="Montserrat" panose="00000500000000000000" pitchFamily="2" charset="0"/>
                  <a:ea typeface="黑体" panose="02010609060101010101" pitchFamily="2" charset="-122"/>
                </a:rPr>
                <a:t>X</a:t>
              </a:r>
              <a:r>
                <a:rPr lang="en-GB" altLang="zh-CN" sz="2400" b="1" dirty="0">
                  <a:latin typeface="Montserrat" panose="00000500000000000000" pitchFamily="2" charset="0"/>
                  <a:ea typeface="黑体" panose="02010609060101010101" pitchFamily="2" charset="-122"/>
                </a:rPr>
                <a:t>)))</a:t>
              </a:r>
              <a:endParaRPr lang="zh-CN" altLang="en-US" sz="2400" b="1" dirty="0">
                <a:latin typeface="Montserrat" panose="00000500000000000000" pitchFamily="2" charset="0"/>
                <a:ea typeface="黑体" panose="0201060906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6775937" y="2093878"/>
              <a:ext cx="133562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latin typeface="Montserrat" panose="00000500000000000000" pitchFamily="2" charset="0"/>
                  <a:ea typeface="+mn-ea"/>
                </a:rPr>
                <a:t>（</a:t>
              </a:r>
              <a:r>
                <a:rPr lang="en-US" altLang="zh-CN" sz="2400" b="1" dirty="0">
                  <a:latin typeface="Montserrat" panose="00000500000000000000" pitchFamily="2" charset="0"/>
                  <a:ea typeface="+mn-ea"/>
                </a:rPr>
                <a:t>7-3</a:t>
              </a:r>
              <a:r>
                <a:rPr lang="zh-CN" altLang="en-US" sz="2400" b="1" dirty="0">
                  <a:latin typeface="Montserrat" panose="00000500000000000000" pitchFamily="2" charset="0"/>
                  <a:ea typeface="+mn-ea"/>
                </a:rPr>
                <a:t>）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8D4FF-216D-45E4-F53F-45BC14D5B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en-US" altLang="zh-CN" dirty="0"/>
              <a:t>AES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6D2161-4A06-0CA9-F875-0398A22976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高级加密标准 </a:t>
            </a:r>
            <a:r>
              <a:rPr lang="en-US" altLang="zh-CN" dirty="0"/>
              <a:t>AES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Advanced Encryption Standard</a:t>
            </a:r>
          </a:p>
          <a:p>
            <a:r>
              <a:rPr lang="zh-CN" altLang="en-US" dirty="0"/>
              <a:t>是一种分组密码</a:t>
            </a:r>
            <a:endParaRPr lang="en-US" altLang="zh-CN" dirty="0"/>
          </a:p>
          <a:p>
            <a:r>
              <a:rPr lang="zh-CN" altLang="en-US" dirty="0"/>
              <a:t>分组长度为 </a:t>
            </a:r>
            <a:r>
              <a:rPr lang="en-US" altLang="zh-CN" dirty="0"/>
              <a:t>128 </a:t>
            </a:r>
            <a:r>
              <a:rPr lang="zh-CN" altLang="en-US" dirty="0"/>
              <a:t>位</a:t>
            </a:r>
            <a:endParaRPr lang="en-US" altLang="zh-CN" dirty="0"/>
          </a:p>
          <a:p>
            <a:r>
              <a:rPr lang="zh-CN" altLang="en-US" dirty="0"/>
              <a:t>有三种加密标准，其密钥分别为 </a:t>
            </a:r>
            <a:r>
              <a:rPr lang="en-US" altLang="zh-CN" dirty="0"/>
              <a:t>128 </a:t>
            </a:r>
            <a:r>
              <a:rPr lang="zh-CN" altLang="en-US" dirty="0"/>
              <a:t>位、</a:t>
            </a:r>
            <a:r>
              <a:rPr lang="en-US" altLang="zh-CN" dirty="0"/>
              <a:t>192 </a:t>
            </a:r>
            <a:r>
              <a:rPr lang="zh-CN" altLang="en-US" dirty="0"/>
              <a:t>位和 </a:t>
            </a:r>
            <a:r>
              <a:rPr lang="en-US" altLang="zh-CN" dirty="0"/>
              <a:t>256 </a:t>
            </a:r>
            <a:r>
              <a:rPr lang="zh-CN" altLang="en-US" dirty="0"/>
              <a:t>位</a:t>
            </a:r>
            <a:endParaRPr lang="en-US" altLang="zh-CN" dirty="0"/>
          </a:p>
          <a:p>
            <a:r>
              <a:rPr lang="zh-CN" altLang="en-US" dirty="0"/>
              <a:t>加密步骤复杂，运算速度比 </a:t>
            </a:r>
            <a:r>
              <a:rPr lang="en-US" altLang="zh-CN" dirty="0"/>
              <a:t>3DES </a:t>
            </a:r>
            <a:r>
              <a:rPr lang="zh-CN" altLang="en-US" dirty="0"/>
              <a:t>快得多，安全性也大大加强</a:t>
            </a:r>
            <a:endParaRPr lang="en-US" altLang="zh-CN" dirty="0"/>
          </a:p>
          <a:p>
            <a:r>
              <a:rPr lang="en-US" altLang="zh-CN" dirty="0"/>
              <a:t>2002 </a:t>
            </a:r>
            <a:r>
              <a:rPr lang="zh-CN" altLang="en-US" dirty="0"/>
              <a:t>年成为美国政府加密标准</a:t>
            </a:r>
            <a:endParaRPr lang="en-US" altLang="zh-CN" dirty="0"/>
          </a:p>
          <a:p>
            <a:r>
              <a:rPr lang="zh-CN" altLang="en-US" dirty="0"/>
              <a:t>现在是 </a:t>
            </a:r>
            <a:r>
              <a:rPr lang="en-US" altLang="zh-CN" dirty="0"/>
              <a:t>ISO/IEC 18033-3 </a:t>
            </a:r>
            <a:r>
              <a:rPr lang="zh-CN" altLang="en-US" dirty="0"/>
              <a:t>标准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564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B391DDB-8834-9AF8-A8D4-D854AECC8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en-US" altLang="zh-CN"/>
              <a:t>7.2.2  </a:t>
            </a:r>
            <a:r>
              <a:rPr lang="zh-CN" altLang="en-US"/>
              <a:t>公钥密码体制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505C7-60D9-FC01-8D1A-F856D964BA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又称为公开密钥密码体制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zh-CN" altLang="en-US" dirty="0">
                <a:solidFill>
                  <a:srgbClr val="C00000"/>
                </a:solidFill>
              </a:rPr>
              <a:t>不同</a:t>
            </a:r>
            <a:r>
              <a:rPr lang="zh-CN" altLang="en-US" dirty="0"/>
              <a:t>的加密密钥与解密密钥</a:t>
            </a:r>
            <a:endParaRPr lang="en-US" altLang="zh-CN" dirty="0"/>
          </a:p>
          <a:p>
            <a:r>
              <a:rPr lang="zh-CN" altLang="en-US" dirty="0"/>
              <a:t>又称为非对称密钥密码体制</a:t>
            </a:r>
            <a:endParaRPr lang="en-US" altLang="zh-CN" dirty="0"/>
          </a:p>
          <a:p>
            <a:r>
              <a:rPr lang="zh-CN" altLang="en-US" dirty="0"/>
              <a:t>公钥密码体制产生的主要原因：</a:t>
            </a:r>
          </a:p>
          <a:p>
            <a:pPr lvl="1"/>
            <a:r>
              <a:rPr lang="zh-CN" altLang="en-US" dirty="0"/>
              <a:t>对称密钥密码体制的密钥分配问题</a:t>
            </a:r>
          </a:p>
          <a:p>
            <a:pPr lvl="1"/>
            <a:r>
              <a:rPr lang="zh-CN" altLang="en-US" dirty="0"/>
              <a:t>对数字签名的需求</a:t>
            </a:r>
            <a:endParaRPr lang="en-US" altLang="zh-CN" dirty="0"/>
          </a:p>
          <a:p>
            <a:r>
              <a:rPr lang="zh-CN" altLang="en-US" dirty="0"/>
              <a:t>典型：</a:t>
            </a:r>
            <a:r>
              <a:rPr lang="en-US" altLang="zh-CN" dirty="0"/>
              <a:t>RSA </a:t>
            </a:r>
            <a:r>
              <a:rPr lang="zh-CN" altLang="en-US" dirty="0"/>
              <a:t>体制，一种基于数论中的大数分解问题的体制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498304" y="1908048"/>
            <a:ext cx="3993860" cy="358061"/>
            <a:chOff x="2674219" y="3417244"/>
            <a:chExt cx="4653925" cy="417239"/>
          </a:xfrm>
        </p:grpSpPr>
        <p:sp>
          <p:nvSpPr>
            <p:cNvPr id="6" name="TextBox 5"/>
            <p:cNvSpPr txBox="1"/>
            <p:nvPr/>
          </p:nvSpPr>
          <p:spPr>
            <a:xfrm>
              <a:off x="4475173" y="3446539"/>
              <a:ext cx="1052019" cy="3586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rPr>
                <a:t>不同密钥</a:t>
              </a:r>
            </a:p>
          </p:txBody>
        </p:sp>
        <p:sp>
          <p:nvSpPr>
            <p:cNvPr id="7" name="左箭头 6"/>
            <p:cNvSpPr/>
            <p:nvPr/>
          </p:nvSpPr>
          <p:spPr bwMode="auto">
            <a:xfrm>
              <a:off x="2674219" y="3417244"/>
              <a:ext cx="1342676" cy="417239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i="0" u="none" strike="noStrike" cap="none" normalizeH="0" baseline="0" dirty="0">
                <a:ln>
                  <a:noFill/>
                </a:ln>
                <a:effectLst/>
                <a:latin typeface="Montserrat" panose="00000500000000000000" pitchFamily="2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8" name="左箭头 7"/>
            <p:cNvSpPr/>
            <p:nvPr/>
          </p:nvSpPr>
          <p:spPr bwMode="auto">
            <a:xfrm flipH="1">
              <a:off x="5985468" y="3417244"/>
              <a:ext cx="1342676" cy="417239"/>
            </a:xfrm>
            <a:prstGeom prst="leftArrow">
              <a:avLst>
                <a:gd name="adj1" fmla="val 50000"/>
                <a:gd name="adj2" fmla="val 75915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400" i="0" u="none" strike="noStrike" cap="none" normalizeH="0" baseline="0" dirty="0">
                <a:ln>
                  <a:noFill/>
                </a:ln>
                <a:effectLst/>
                <a:latin typeface="Montserrat" panose="00000500000000000000" pitchFamily="2" charset="0"/>
                <a:ea typeface="微软雅黑 Light" panose="020B0502040204020203" pitchFamily="34" charset="-122"/>
              </a:endParaRPr>
            </a:p>
          </p:txBody>
        </p:sp>
      </p:grpSp>
      <p:sp>
        <p:nvSpPr>
          <p:cNvPr id="10" name="Line 52"/>
          <p:cNvSpPr>
            <a:spLocks noChangeShapeType="1"/>
          </p:cNvSpPr>
          <p:nvPr/>
        </p:nvSpPr>
        <p:spPr bwMode="auto">
          <a:xfrm>
            <a:off x="2389167" y="3430887"/>
            <a:ext cx="1194777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1" name="Line 53"/>
          <p:cNvSpPr>
            <a:spLocks noChangeShapeType="1"/>
          </p:cNvSpPr>
          <p:nvPr/>
        </p:nvSpPr>
        <p:spPr bwMode="auto">
          <a:xfrm>
            <a:off x="4458569" y="3440423"/>
            <a:ext cx="188821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2" name="Text Box 56"/>
          <p:cNvSpPr txBox="1">
            <a:spLocks noChangeArrowheads="1"/>
          </p:cNvSpPr>
          <p:nvPr/>
        </p:nvSpPr>
        <p:spPr bwMode="auto">
          <a:xfrm>
            <a:off x="7624932" y="3436442"/>
            <a:ext cx="7745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明文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X</a:t>
            </a: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</a:p>
        </p:txBody>
      </p:sp>
      <p:sp>
        <p:nvSpPr>
          <p:cNvPr id="13" name="Freeform 51"/>
          <p:cNvSpPr/>
          <p:nvPr/>
        </p:nvSpPr>
        <p:spPr bwMode="auto">
          <a:xfrm>
            <a:off x="1182513" y="3053517"/>
            <a:ext cx="423306" cy="389631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4" name="Freeform 72"/>
          <p:cNvSpPr/>
          <p:nvPr/>
        </p:nvSpPr>
        <p:spPr bwMode="auto">
          <a:xfrm flipH="1" flipV="1">
            <a:off x="2082638" y="2397291"/>
            <a:ext cx="68117" cy="728430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5" name="Freeform 134"/>
          <p:cNvSpPr/>
          <p:nvPr/>
        </p:nvSpPr>
        <p:spPr bwMode="auto">
          <a:xfrm flipV="1">
            <a:off x="6880817" y="2397291"/>
            <a:ext cx="39235" cy="728430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6" name="Freeform 50"/>
          <p:cNvSpPr/>
          <p:nvPr/>
        </p:nvSpPr>
        <p:spPr bwMode="auto">
          <a:xfrm rot="16200000">
            <a:off x="7523844" y="3099836"/>
            <a:ext cx="188004" cy="493169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7" name="Text Box 68"/>
          <p:cNvSpPr txBox="1">
            <a:spLocks noChangeArrowheads="1"/>
          </p:cNvSpPr>
          <p:nvPr/>
        </p:nvSpPr>
        <p:spPr bwMode="auto">
          <a:xfrm>
            <a:off x="5470416" y="3095750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密文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Y</a:t>
            </a:r>
          </a:p>
        </p:txBody>
      </p:sp>
      <p:sp>
        <p:nvSpPr>
          <p:cNvPr id="18" name="Text Box 54"/>
          <p:cNvSpPr txBox="1">
            <a:spLocks noChangeArrowheads="1"/>
          </p:cNvSpPr>
          <p:nvPr/>
        </p:nvSpPr>
        <p:spPr bwMode="auto">
          <a:xfrm>
            <a:off x="1584059" y="1312506"/>
            <a:ext cx="12891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B </a:t>
            </a: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的公钥 </a:t>
            </a:r>
            <a:r>
              <a:rPr kumimoji="1" lang="en-US" altLang="zh-CN" sz="1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PK</a:t>
            </a:r>
            <a:r>
              <a:rPr kumimoji="1" lang="en-US" altLang="zh-CN" sz="140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19" name="Text Box 55"/>
          <p:cNvSpPr txBox="1">
            <a:spLocks noChangeArrowheads="1"/>
          </p:cNvSpPr>
          <p:nvPr/>
        </p:nvSpPr>
        <p:spPr bwMode="auto">
          <a:xfrm>
            <a:off x="586779" y="3436442"/>
            <a:ext cx="89195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明文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X</a:t>
            </a:r>
          </a:p>
        </p:txBody>
      </p:sp>
      <p:sp>
        <p:nvSpPr>
          <p:cNvPr id="20" name="Text Box 57"/>
          <p:cNvSpPr txBox="1">
            <a:spLocks noChangeArrowheads="1"/>
          </p:cNvSpPr>
          <p:nvPr/>
        </p:nvSpPr>
        <p:spPr bwMode="auto">
          <a:xfrm>
            <a:off x="2755264" y="3095750"/>
            <a:ext cx="71365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密文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Y</a:t>
            </a:r>
          </a:p>
        </p:txBody>
      </p:sp>
      <p:pic>
        <p:nvPicPr>
          <p:cNvPr id="21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1866629" y="1883045"/>
            <a:ext cx="636511" cy="33593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Text Box 70"/>
          <p:cNvSpPr txBox="1">
            <a:spLocks noChangeArrowheads="1"/>
          </p:cNvSpPr>
          <p:nvPr/>
        </p:nvSpPr>
        <p:spPr bwMode="auto">
          <a:xfrm>
            <a:off x="659876" y="2662316"/>
            <a:ext cx="3113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23" name="Text Box 71"/>
          <p:cNvSpPr txBox="1">
            <a:spLocks noChangeArrowheads="1"/>
          </p:cNvSpPr>
          <p:nvPr/>
        </p:nvSpPr>
        <p:spPr bwMode="auto">
          <a:xfrm>
            <a:off x="8054300" y="2625741"/>
            <a:ext cx="3177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26" name="Rectangle 102"/>
          <p:cNvSpPr>
            <a:spLocks noChangeArrowheads="1"/>
          </p:cNvSpPr>
          <p:nvPr/>
        </p:nvSpPr>
        <p:spPr bwMode="auto">
          <a:xfrm>
            <a:off x="1605819" y="3133895"/>
            <a:ext cx="1095325" cy="614417"/>
          </a:xfrm>
          <a:prstGeom prst="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E</a:t>
            </a:r>
            <a:r>
              <a:rPr lang="en-US" altLang="zh-CN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加密算法</a:t>
            </a:r>
          </a:p>
        </p:txBody>
      </p:sp>
      <p:sp>
        <p:nvSpPr>
          <p:cNvPr id="27" name="Rectangle 103"/>
          <p:cNvSpPr>
            <a:spLocks noChangeArrowheads="1"/>
          </p:cNvSpPr>
          <p:nvPr/>
        </p:nvSpPr>
        <p:spPr bwMode="auto">
          <a:xfrm>
            <a:off x="6346779" y="3133895"/>
            <a:ext cx="1096687" cy="614417"/>
          </a:xfrm>
          <a:prstGeom prst="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D</a:t>
            </a:r>
            <a:r>
              <a:rPr lang="en-US" altLang="zh-CN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解密算法</a:t>
            </a:r>
          </a:p>
        </p:txBody>
      </p:sp>
      <p:sp>
        <p:nvSpPr>
          <p:cNvPr id="31" name="Text Box 132"/>
          <p:cNvSpPr txBox="1">
            <a:spLocks noChangeArrowheads="1"/>
          </p:cNvSpPr>
          <p:nvPr/>
        </p:nvSpPr>
        <p:spPr bwMode="auto">
          <a:xfrm>
            <a:off x="6915587" y="2527341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解密</a:t>
            </a:r>
            <a:endParaRPr kumimoji="1" lang="en-US" altLang="zh-CN" sz="1400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/>
        </p:nvSpPr>
        <p:spPr bwMode="auto">
          <a:xfrm>
            <a:off x="6245504" y="1312506"/>
            <a:ext cx="12715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B </a:t>
            </a: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的私钥 </a:t>
            </a:r>
            <a:r>
              <a:rPr kumimoji="1" lang="en-US" altLang="zh-CN" sz="1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SK</a:t>
            </a:r>
            <a:r>
              <a:rPr kumimoji="1" lang="en-US" altLang="zh-CN" sz="140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33" name="Text Box 132"/>
          <p:cNvSpPr txBox="1">
            <a:spLocks noChangeArrowheads="1"/>
          </p:cNvSpPr>
          <p:nvPr/>
        </p:nvSpPr>
        <p:spPr bwMode="auto">
          <a:xfrm>
            <a:off x="1569984" y="254483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kern="0" dirty="0">
                <a:latin typeface="Montserrat" panose="00000500000000000000" pitchFamily="2" charset="0"/>
                <a:ea typeface="微软雅黑 Light" panose="020B0502040204020203" pitchFamily="34" charset="-122"/>
              </a:rPr>
              <a:t>加</a:t>
            </a: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密</a:t>
            </a:r>
            <a:endParaRPr kumimoji="1" lang="en-US" altLang="zh-CN" sz="1400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pic>
        <p:nvPicPr>
          <p:cNvPr id="87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058" y="2723829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5928" y="2693220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9" name="Group 107"/>
          <p:cNvGrpSpPr/>
          <p:nvPr/>
        </p:nvGrpSpPr>
        <p:grpSpPr bwMode="auto">
          <a:xfrm>
            <a:off x="3568554" y="2928454"/>
            <a:ext cx="1884855" cy="1171395"/>
            <a:chOff x="2248" y="820"/>
            <a:chExt cx="2248" cy="883"/>
          </a:xfrm>
        </p:grpSpPr>
        <p:grpSp>
          <p:nvGrpSpPr>
            <p:cNvPr id="90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20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25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35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37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41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4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400" dirty="0">
                            <a:latin typeface="Montserrat" panose="00000500000000000000" pitchFamily="2" charset="0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4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400" dirty="0">
                            <a:latin typeface="Montserrat" panose="00000500000000000000" pitchFamily="2" charset="0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4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400" dirty="0">
                            <a:latin typeface="Montserrat" panose="00000500000000000000" pitchFamily="2" charset="0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4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400" dirty="0">
                            <a:latin typeface="Montserrat" panose="00000500000000000000" pitchFamily="2" charset="0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49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400" dirty="0">
                            <a:latin typeface="Montserrat" panose="00000500000000000000" pitchFamily="2" charset="0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4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dirty="0">
                          <a:latin typeface="Montserrat" panose="00000500000000000000" pitchFamily="2" charset="0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14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400" dirty="0">
                          <a:latin typeface="Montserrat" panose="00000500000000000000" pitchFamily="2" charset="0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144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400" dirty="0">
                          <a:latin typeface="Montserrat" panose="00000500000000000000" pitchFamily="2" charset="0"/>
                          <a:ea typeface="微软雅黑 Light" panose="020B0502040204020203" pitchFamily="34" charset="-122"/>
                        </a:endParaRPr>
                      </a:p>
                    </p:txBody>
                  </p:sp>
                </p:grpSp>
                <p:sp>
                  <p:nvSpPr>
                    <p:cNvPr id="13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400" dirty="0">
                        <a:latin typeface="Montserrat" panose="00000500000000000000" pitchFamily="2" charset="0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13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400" dirty="0">
                        <a:latin typeface="Montserrat" panose="00000500000000000000" pitchFamily="2" charset="0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140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400" dirty="0">
                        <a:latin typeface="Montserrat" panose="00000500000000000000" pitchFamily="2" charset="0"/>
                        <a:ea typeface="微软雅黑 Light" panose="020B0502040204020203" pitchFamily="34" charset="-122"/>
                      </a:endParaRPr>
                    </a:p>
                  </p:txBody>
                </p:sp>
              </p:grpSp>
              <p:sp>
                <p:nvSpPr>
                  <p:cNvPr id="136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126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2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3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3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3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33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34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 dirty="0">
                      <a:latin typeface="Montserrat" panose="00000500000000000000" pitchFamily="2" charset="0"/>
                      <a:ea typeface="微软雅黑 Light" panose="020B0502040204020203" pitchFamily="34" charset="-122"/>
                    </a:endParaRPr>
                  </a:p>
                </p:txBody>
              </p:sp>
            </p:grpSp>
            <p:sp>
              <p:nvSpPr>
                <p:cNvPr id="12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28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2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2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2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24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91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5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9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06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0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4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5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 dirty="0">
                    <a:latin typeface="Montserrat" panose="00000500000000000000" pitchFamily="2" charset="0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07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92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9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4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400" dirty="0">
                  <a:latin typeface="Montserrat" panose="00000500000000000000" pitchFamily="2" charset="0"/>
                  <a:ea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29" name="Text Box 131"/>
          <p:cNvSpPr txBox="1">
            <a:spLocks noChangeArrowheads="1"/>
          </p:cNvSpPr>
          <p:nvPr/>
        </p:nvSpPr>
        <p:spPr bwMode="auto">
          <a:xfrm>
            <a:off x="4044475" y="3264384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互联网</a:t>
            </a:r>
          </a:p>
        </p:txBody>
      </p:sp>
      <p:pic>
        <p:nvPicPr>
          <p:cNvPr id="152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56638" y="1865115"/>
            <a:ext cx="612499" cy="34515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37C09EC5-069B-4739-3B48-B1763F56F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 dirty="0"/>
              <a:t>公钥密码体制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500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23DB8-521C-307A-9014-2A096513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 dirty="0"/>
              <a:t>加密密钥与解密密钥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B0F83C-BA18-CEFD-3E44-1D42D65A04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加密密钥 </a:t>
            </a:r>
            <a:r>
              <a:rPr lang="en-US" altLang="zh-CN" dirty="0"/>
              <a:t>PK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public key</a:t>
            </a:r>
          </a:p>
          <a:p>
            <a:pPr lvl="1"/>
            <a:r>
              <a:rPr lang="zh-CN" altLang="en-US" dirty="0"/>
              <a:t>公钥</a:t>
            </a:r>
            <a:endParaRPr lang="en-US" altLang="zh-CN" dirty="0"/>
          </a:p>
          <a:p>
            <a:pPr lvl="1"/>
            <a:r>
              <a:rPr lang="zh-CN" altLang="en-US" dirty="0"/>
              <a:t>公开</a:t>
            </a:r>
            <a:endParaRPr lang="en-US" altLang="zh-CN" dirty="0"/>
          </a:p>
          <a:p>
            <a:r>
              <a:rPr lang="zh-CN" altLang="en-US" dirty="0"/>
              <a:t>解密密钥 </a:t>
            </a:r>
            <a:r>
              <a:rPr lang="en-US" altLang="zh-CN" dirty="0"/>
              <a:t>SK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secret key</a:t>
            </a:r>
          </a:p>
          <a:p>
            <a:pPr lvl="1"/>
            <a:r>
              <a:rPr lang="zh-CN" altLang="en-US" dirty="0"/>
              <a:t>私钥或秘钥</a:t>
            </a:r>
            <a:endParaRPr lang="en-US" altLang="zh-CN" dirty="0"/>
          </a:p>
          <a:p>
            <a:pPr lvl="1"/>
            <a:r>
              <a:rPr lang="zh-CN" altLang="en-US" dirty="0"/>
              <a:t>需要保密</a:t>
            </a:r>
          </a:p>
          <a:p>
            <a:r>
              <a:rPr lang="zh-CN" altLang="en-US" dirty="0"/>
              <a:t>加密算法 </a:t>
            </a:r>
            <a:r>
              <a:rPr lang="en-US" altLang="zh-CN" dirty="0"/>
              <a:t>E</a:t>
            </a:r>
          </a:p>
          <a:p>
            <a:pPr lvl="1"/>
            <a:r>
              <a:rPr lang="zh-CN" altLang="en-US" dirty="0"/>
              <a:t>公开</a:t>
            </a:r>
          </a:p>
          <a:p>
            <a:r>
              <a:rPr lang="zh-CN" altLang="en-US" dirty="0"/>
              <a:t>解密算法 </a:t>
            </a:r>
            <a:r>
              <a:rPr lang="en-US" altLang="zh-CN" dirty="0"/>
              <a:t>D </a:t>
            </a:r>
          </a:p>
          <a:p>
            <a:pPr lvl="1"/>
            <a:r>
              <a:rPr lang="zh-CN" altLang="en-US" dirty="0"/>
              <a:t>公开</a:t>
            </a:r>
          </a:p>
          <a:p>
            <a:r>
              <a:rPr lang="zh-CN" altLang="en-US" dirty="0"/>
              <a:t>虽然私钥 </a:t>
            </a:r>
            <a:r>
              <a:rPr lang="en-US" altLang="zh-CN" dirty="0"/>
              <a:t>SK </a:t>
            </a:r>
            <a:r>
              <a:rPr lang="zh-CN" altLang="en-US" dirty="0"/>
              <a:t>是由公钥 </a:t>
            </a:r>
            <a:r>
              <a:rPr lang="en-US" altLang="zh-CN" dirty="0"/>
              <a:t>PK </a:t>
            </a:r>
            <a:r>
              <a:rPr lang="zh-CN" altLang="en-US" dirty="0"/>
              <a:t>决定的，但却不能根据 </a:t>
            </a:r>
            <a:r>
              <a:rPr lang="en-US" altLang="zh-CN" dirty="0"/>
              <a:t>PK </a:t>
            </a:r>
            <a:r>
              <a:rPr lang="zh-CN" altLang="en-US" dirty="0"/>
              <a:t>计算出 </a:t>
            </a:r>
            <a:r>
              <a:rPr lang="en-US" altLang="zh-CN" dirty="0"/>
              <a:t>SK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943274" y="3389068"/>
            <a:ext cx="7189695" cy="406687"/>
            <a:chOff x="943274" y="4111016"/>
            <a:chExt cx="7189695" cy="406687"/>
          </a:xfrm>
        </p:grpSpPr>
        <p:sp>
          <p:nvSpPr>
            <p:cNvPr id="5" name="矩形 4"/>
            <p:cNvSpPr/>
            <p:nvPr/>
          </p:nvSpPr>
          <p:spPr>
            <a:xfrm>
              <a:off x="943274" y="4111016"/>
              <a:ext cx="7189695" cy="40635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505766" y="4117593"/>
              <a:ext cx="1170513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Montserrat" panose="00000500000000000000" pitchFamily="2" charset="0"/>
                  <a:ea typeface="+mn-ea"/>
                </a:rPr>
                <a:t>（</a:t>
              </a:r>
              <a:r>
                <a:rPr lang="en-US" altLang="zh-CN" sz="2000" b="1" dirty="0">
                  <a:latin typeface="Montserrat" panose="00000500000000000000" pitchFamily="2" charset="0"/>
                  <a:ea typeface="+mn-ea"/>
                </a:rPr>
                <a:t>7-4</a:t>
              </a:r>
              <a:r>
                <a:rPr lang="zh-CN" altLang="en-US" sz="2000" b="1" dirty="0">
                  <a:latin typeface="Montserrat" panose="00000500000000000000" pitchFamily="2" charset="0"/>
                  <a:ea typeface="+mn-ea"/>
                </a:rPr>
                <a:t>） </a:t>
              </a: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0133319"/>
                </p:ext>
              </p:extLst>
            </p:nvPr>
          </p:nvGraphicFramePr>
          <p:xfrm>
            <a:off x="2827020" y="4133480"/>
            <a:ext cx="264414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917360" imgH="241200" progId="Equation.3">
                    <p:embed/>
                  </p:oleObj>
                </mc:Choice>
                <mc:Fallback>
                  <p:oleObj name="公式" r:id="rId3" imgW="1917360" imgH="241200" progId="Equation.3">
                    <p:embed/>
                    <p:pic>
                      <p:nvPicPr>
                        <p:cNvPr id="0" name="Picture 1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020" y="4133480"/>
                          <a:ext cx="2644140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932329" y="2413536"/>
            <a:ext cx="7189695" cy="415925"/>
            <a:chOff x="932329" y="3163634"/>
            <a:chExt cx="7189695" cy="415925"/>
          </a:xfrm>
        </p:grpSpPr>
        <p:sp>
          <p:nvSpPr>
            <p:cNvPr id="12" name="矩形 11"/>
            <p:cNvSpPr/>
            <p:nvPr/>
          </p:nvSpPr>
          <p:spPr>
            <a:xfrm>
              <a:off x="932329" y="3167060"/>
              <a:ext cx="7189695" cy="403534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535719" y="3163634"/>
              <a:ext cx="114646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Montserrat" panose="00000500000000000000" pitchFamily="2" charset="0"/>
                  <a:ea typeface="+mn-ea"/>
                </a:rPr>
                <a:t>（</a:t>
              </a:r>
              <a:r>
                <a:rPr lang="en-US" altLang="zh-CN" sz="2000" b="1" dirty="0">
                  <a:latin typeface="Montserrat" panose="00000500000000000000" pitchFamily="2" charset="0"/>
                  <a:ea typeface="+mn-ea"/>
                </a:rPr>
                <a:t>7-3</a:t>
              </a:r>
              <a:r>
                <a:rPr lang="zh-CN" altLang="en-US" sz="2000" b="1" dirty="0">
                  <a:latin typeface="Montserrat" panose="00000500000000000000" pitchFamily="2" charset="0"/>
                  <a:ea typeface="+mn-ea"/>
                </a:rPr>
                <a:t>） </a:t>
              </a: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8375280"/>
                </p:ext>
              </p:extLst>
            </p:nvPr>
          </p:nvGraphicFramePr>
          <p:xfrm>
            <a:off x="2920946" y="3180923"/>
            <a:ext cx="1363755" cy="398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25480" imgH="241200" progId="Equation.3">
                    <p:embed/>
                  </p:oleObj>
                </mc:Choice>
                <mc:Fallback>
                  <p:oleObj name="公式" r:id="rId5" imgW="825480" imgH="241200" progId="Equation.3">
                    <p:embed/>
                    <p:pic>
                      <p:nvPicPr>
                        <p:cNvPr id="0" name="Picture 1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0946" y="3180923"/>
                          <a:ext cx="1363755" cy="3986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7985C698-6379-702B-570E-CE3EB87A2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 dirty="0"/>
              <a:t>公钥算法的特点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71FEB0B3-2A70-E9F9-05CC-199FEB1B27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密钥对产生器产生出接收者 </a:t>
            </a:r>
            <a:r>
              <a:rPr lang="en-US" altLang="zh-CN" dirty="0"/>
              <a:t>B </a:t>
            </a:r>
            <a:r>
              <a:rPr lang="zh-CN" altLang="en-US" dirty="0"/>
              <a:t>的一对密钥：</a:t>
            </a:r>
            <a:endParaRPr lang="en-US" altLang="zh-CN" dirty="0"/>
          </a:p>
          <a:p>
            <a:pPr lvl="1"/>
            <a:r>
              <a:rPr lang="zh-CN" altLang="en-US" dirty="0"/>
              <a:t>加密密钥 </a:t>
            </a:r>
            <a:r>
              <a:rPr lang="en-US" altLang="zh-CN" dirty="0"/>
              <a:t>PKB  </a:t>
            </a:r>
            <a:r>
              <a:rPr lang="zh-CN" altLang="en-US" dirty="0"/>
              <a:t>和 解密密钥 </a:t>
            </a:r>
            <a:r>
              <a:rPr lang="en-US" altLang="zh-CN" dirty="0"/>
              <a:t>SKB</a:t>
            </a:r>
            <a:endParaRPr lang="zh-CN" altLang="en-US" dirty="0"/>
          </a:p>
          <a:p>
            <a:pPr lvl="1"/>
            <a:r>
              <a:rPr lang="zh-CN" altLang="en-US" dirty="0"/>
              <a:t>加密密钥 </a:t>
            </a:r>
            <a:r>
              <a:rPr lang="en-US" altLang="zh-CN" dirty="0"/>
              <a:t>PKB </a:t>
            </a:r>
            <a:r>
              <a:rPr lang="zh-CN" altLang="en-US" dirty="0"/>
              <a:t>就是接收者 </a:t>
            </a:r>
            <a:r>
              <a:rPr lang="en-US" altLang="zh-CN" dirty="0"/>
              <a:t>B </a:t>
            </a:r>
            <a:r>
              <a:rPr lang="zh-CN" altLang="en-US" dirty="0"/>
              <a:t>的公钥，向公众公开</a:t>
            </a:r>
          </a:p>
          <a:p>
            <a:pPr lvl="1"/>
            <a:r>
              <a:rPr lang="zh-CN" altLang="en-US" dirty="0"/>
              <a:t>解密密钥 </a:t>
            </a:r>
            <a:r>
              <a:rPr lang="en-US" altLang="zh-CN" dirty="0"/>
              <a:t>SKB </a:t>
            </a:r>
            <a:r>
              <a:rPr lang="zh-CN" altLang="en-US" dirty="0"/>
              <a:t>就是接收者 </a:t>
            </a:r>
            <a:r>
              <a:rPr lang="en-US" altLang="zh-CN" dirty="0"/>
              <a:t>B </a:t>
            </a:r>
            <a:r>
              <a:rPr lang="zh-CN" altLang="en-US" dirty="0"/>
              <a:t>的私钥，对其他任何人都保密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dirty="0"/>
              <a:t>发送者 </a:t>
            </a:r>
            <a:r>
              <a:rPr lang="en-US" altLang="zh-CN" dirty="0"/>
              <a:t>A </a:t>
            </a:r>
            <a:r>
              <a:rPr lang="zh-CN" altLang="en-US" dirty="0"/>
              <a:t>用 </a:t>
            </a:r>
            <a:r>
              <a:rPr lang="en-US" altLang="zh-CN" dirty="0"/>
              <a:t>B </a:t>
            </a:r>
            <a:r>
              <a:rPr lang="zh-CN" altLang="en-US" dirty="0"/>
              <a:t>的公钥 </a:t>
            </a:r>
            <a:r>
              <a:rPr lang="en-US" altLang="zh-CN" dirty="0"/>
              <a:t>PKB </a:t>
            </a:r>
            <a:r>
              <a:rPr lang="zh-CN" altLang="en-US" dirty="0"/>
              <a:t>对明文 </a:t>
            </a:r>
            <a:r>
              <a:rPr lang="en-US" altLang="zh-CN" dirty="0"/>
              <a:t>X </a:t>
            </a:r>
            <a:r>
              <a:rPr lang="zh-CN" altLang="en-US" dirty="0"/>
              <a:t>加密（</a:t>
            </a:r>
            <a:r>
              <a:rPr lang="en-US" altLang="zh-CN" dirty="0"/>
              <a:t>E </a:t>
            </a:r>
            <a:r>
              <a:rPr lang="zh-CN" altLang="en-US" dirty="0"/>
              <a:t>运算），然后发送给 </a:t>
            </a:r>
            <a:r>
              <a:rPr lang="en-US" altLang="zh-CN" dirty="0"/>
              <a:t>B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接收者 </a:t>
            </a:r>
            <a:r>
              <a:rPr lang="en-US" altLang="zh-CN" dirty="0"/>
              <a:t>B </a:t>
            </a:r>
            <a:r>
              <a:rPr lang="zh-CN" altLang="en-US" dirty="0"/>
              <a:t>用自己的私钥 </a:t>
            </a:r>
            <a:r>
              <a:rPr lang="en-US" altLang="zh-CN" dirty="0"/>
              <a:t>SKB </a:t>
            </a:r>
            <a:r>
              <a:rPr lang="zh-CN" altLang="en-US" dirty="0"/>
              <a:t>解密（</a:t>
            </a:r>
            <a:r>
              <a:rPr lang="en-US" altLang="zh-CN" dirty="0"/>
              <a:t>D </a:t>
            </a:r>
            <a:r>
              <a:rPr lang="zh-CN" altLang="en-US" dirty="0"/>
              <a:t>运算），即可恢复出明文：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54B2AF5F-AE92-E7CB-86F3-21B531A83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/>
              <a:t>公钥算法的特点 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D41B6215-A0C1-7310-ADD7-3861FC1B60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从已知的 </a:t>
            </a:r>
            <a:r>
              <a:rPr lang="en-US" altLang="zh-CN" dirty="0"/>
              <a:t>PKB </a:t>
            </a:r>
            <a:r>
              <a:rPr lang="zh-CN" altLang="en-US" dirty="0"/>
              <a:t>实际上不可能推导出 </a:t>
            </a:r>
            <a:r>
              <a:rPr lang="en-US" altLang="zh-CN" dirty="0"/>
              <a:t>SKB</a:t>
            </a:r>
            <a:r>
              <a:rPr lang="zh-CN" altLang="en-US" dirty="0"/>
              <a:t>，即从 </a:t>
            </a:r>
            <a:r>
              <a:rPr lang="en-US" altLang="zh-CN" dirty="0"/>
              <a:t>PKB </a:t>
            </a:r>
            <a:r>
              <a:rPr lang="zh-CN" altLang="en-US" dirty="0"/>
              <a:t>到 </a:t>
            </a:r>
            <a:r>
              <a:rPr lang="en-US" altLang="zh-CN" dirty="0"/>
              <a:t>SKB </a:t>
            </a:r>
            <a:r>
              <a:rPr lang="zh-CN" altLang="en-US" dirty="0"/>
              <a:t>是计算上不可能的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加密密钥是公开的，但不能用来解密，即：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加密和解密运算可以对调，即加密和解密是互逆的：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932329" y="1834767"/>
            <a:ext cx="7189695" cy="406960"/>
            <a:chOff x="932329" y="2288326"/>
            <a:chExt cx="7189695" cy="406960"/>
          </a:xfrm>
        </p:grpSpPr>
        <p:sp>
          <p:nvSpPr>
            <p:cNvPr id="12" name="矩形 11"/>
            <p:cNvSpPr/>
            <p:nvPr/>
          </p:nvSpPr>
          <p:spPr>
            <a:xfrm>
              <a:off x="932329" y="2291752"/>
              <a:ext cx="7189695" cy="403534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535719" y="2288326"/>
              <a:ext cx="114646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Montserrat" panose="00000500000000000000" pitchFamily="2" charset="0"/>
                  <a:ea typeface="+mn-ea"/>
                </a:rPr>
                <a:t>（</a:t>
              </a:r>
              <a:r>
                <a:rPr lang="en-US" altLang="zh-CN" sz="2000" b="1" dirty="0">
                  <a:latin typeface="Montserrat" panose="00000500000000000000" pitchFamily="2" charset="0"/>
                  <a:ea typeface="+mn-ea"/>
                </a:rPr>
                <a:t>7-5</a:t>
              </a:r>
              <a:r>
                <a:rPr lang="zh-CN" altLang="en-US" sz="2000" b="1" dirty="0">
                  <a:latin typeface="Montserrat" panose="00000500000000000000" pitchFamily="2" charset="0"/>
                  <a:ea typeface="+mn-ea"/>
                </a:rPr>
                <a:t>） </a:t>
              </a: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4291625"/>
                </p:ext>
              </p:extLst>
            </p:nvPr>
          </p:nvGraphicFramePr>
          <p:xfrm>
            <a:off x="2705100" y="2306170"/>
            <a:ext cx="19812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269720" imgH="241200" progId="Equation.3">
                    <p:embed/>
                  </p:oleObj>
                </mc:Choice>
                <mc:Fallback>
                  <p:oleObj name="公式" r:id="rId3" imgW="1269720" imgH="241200" progId="Equation.3">
                    <p:embed/>
                    <p:pic>
                      <p:nvPicPr>
                        <p:cNvPr id="0" name="Picture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5100" y="2306170"/>
                          <a:ext cx="1981200" cy="368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943274" y="2858875"/>
            <a:ext cx="7189695" cy="409448"/>
            <a:chOff x="943274" y="3171384"/>
            <a:chExt cx="7189695" cy="409448"/>
          </a:xfrm>
        </p:grpSpPr>
        <p:sp>
          <p:nvSpPr>
            <p:cNvPr id="5" name="矩形 4"/>
            <p:cNvSpPr/>
            <p:nvPr/>
          </p:nvSpPr>
          <p:spPr>
            <a:xfrm>
              <a:off x="943274" y="3171384"/>
              <a:ext cx="7189695" cy="406351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512178" y="3177961"/>
              <a:ext cx="115768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000" b="1" dirty="0">
                  <a:latin typeface="Montserrat" panose="00000500000000000000" pitchFamily="2" charset="0"/>
                  <a:ea typeface="+mn-ea"/>
                </a:rPr>
                <a:t>（</a:t>
              </a:r>
              <a:r>
                <a:rPr lang="en-US" altLang="zh-CN" sz="2000" b="1" dirty="0">
                  <a:latin typeface="Montserrat" panose="00000500000000000000" pitchFamily="2" charset="0"/>
                  <a:ea typeface="+mn-ea"/>
                </a:rPr>
                <a:t>7-6</a:t>
              </a:r>
              <a:r>
                <a:rPr lang="zh-CN" altLang="en-US" sz="2000" b="1" dirty="0">
                  <a:latin typeface="Montserrat" panose="00000500000000000000" pitchFamily="2" charset="0"/>
                  <a:ea typeface="+mn-ea"/>
                </a:rPr>
                <a:t>） </a:t>
              </a: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9527294"/>
                </p:ext>
              </p:extLst>
            </p:nvPr>
          </p:nvGraphicFramePr>
          <p:xfrm>
            <a:off x="2514600" y="3183650"/>
            <a:ext cx="3522514" cy="397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311200" imgH="241200" progId="Equation.3">
                    <p:embed/>
                  </p:oleObj>
                </mc:Choice>
                <mc:Fallback>
                  <p:oleObj name="公式" r:id="rId5" imgW="2311200" imgH="241200" progId="Equation.3">
                    <p:embed/>
                    <p:pic>
                      <p:nvPicPr>
                        <p:cNvPr id="0" name="Picture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600" y="3183650"/>
                          <a:ext cx="3522514" cy="3971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2013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BCA2B-71E7-96C4-D417-CEA736C1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 dirty="0"/>
              <a:t>公开密钥 </a:t>
            </a:r>
            <a:r>
              <a:rPr lang="en-US" altLang="zh-CN" dirty="0"/>
              <a:t>vs </a:t>
            </a:r>
            <a:r>
              <a:rPr lang="zh-CN" altLang="en-US" dirty="0"/>
              <a:t>对称密钥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ED2BCC-E3FB-97B8-0B83-5DA18BC9CF1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使用对称密钥：</a:t>
            </a:r>
            <a:endParaRPr lang="en-US" altLang="zh-CN" dirty="0"/>
          </a:p>
          <a:p>
            <a:pPr lvl="1"/>
            <a:r>
              <a:rPr lang="zh-CN" altLang="en-US" dirty="0"/>
              <a:t>在通信信道上可以进行一对一的双向保密通信</a:t>
            </a:r>
            <a:endParaRPr lang="en-US" altLang="zh-CN" dirty="0"/>
          </a:p>
          <a:p>
            <a:pPr lvl="1"/>
            <a:r>
              <a:rPr lang="zh-CN" altLang="en-US" dirty="0"/>
              <a:t>这种保密通信仅限于持有此密钥的双方</a:t>
            </a:r>
          </a:p>
          <a:p>
            <a:r>
              <a:rPr lang="zh-CN" altLang="en-US" dirty="0"/>
              <a:t>使用公开密钥：</a:t>
            </a:r>
            <a:endParaRPr lang="en-US" altLang="zh-CN" dirty="0"/>
          </a:p>
          <a:p>
            <a:pPr lvl="1"/>
            <a:r>
              <a:rPr lang="zh-CN" altLang="en-US" dirty="0"/>
              <a:t>在通信信道上可以是多对一的单向保密通信</a:t>
            </a:r>
            <a:endParaRPr lang="en-US" altLang="zh-CN" dirty="0"/>
          </a:p>
          <a:p>
            <a:pPr lvl="1"/>
            <a:r>
              <a:rPr lang="zh-CN" altLang="en-US" dirty="0"/>
              <a:t>例如：很多顾客都向同一个网站发送各自的信用卡信息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2CA4326-459B-5BBD-E9CE-22CB02BE8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zh-CN" altLang="en-US" dirty="0"/>
              <a:t>注意 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6278F057-7930-0ED7-6194-5BEBD2C66E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任何加密方法的安全性取决于</a:t>
            </a:r>
            <a:endParaRPr lang="en-US" altLang="zh-CN" dirty="0"/>
          </a:p>
          <a:p>
            <a:pPr lvl="1"/>
            <a:r>
              <a:rPr lang="zh-CN" altLang="en-US" dirty="0"/>
              <a:t>密钥的长度</a:t>
            </a:r>
            <a:endParaRPr lang="en-US" altLang="zh-CN" dirty="0"/>
          </a:p>
          <a:p>
            <a:pPr lvl="1"/>
            <a:r>
              <a:rPr lang="zh-CN" altLang="en-US" dirty="0"/>
              <a:t>攻破密文所需的计算量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公钥加密算法的开销较大，不会使传统密码体制被弃用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287153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893578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748077" y="1252609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7.3.1  				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报文鉴别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7.3.2 				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实体鉴别</a:t>
            </a:r>
          </a:p>
        </p:txBody>
      </p:sp>
      <p:sp>
        <p:nvSpPr>
          <p:cNvPr id="9" name="Rectangle 27"/>
          <p:cNvSpPr>
            <a:spLocks noChangeArrowheads="1"/>
          </p:cNvSpPr>
          <p:nvPr/>
        </p:nvSpPr>
        <p:spPr bwMode="auto">
          <a:xfrm>
            <a:off x="687234" y="1287153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panose="02010600030101010101" pitchFamily="2" charset="-122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696123" y="1382085"/>
            <a:ext cx="16276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7.3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鉴别</a:t>
            </a: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3684702" y="1160937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E7E0C88-1B94-988D-7D9C-1A836E26F88B}"/>
              </a:ext>
            </a:extLst>
          </p:cNvPr>
          <p:cNvSpPr/>
          <p:nvPr/>
        </p:nvSpPr>
        <p:spPr>
          <a:xfrm>
            <a:off x="1201298" y="1372681"/>
            <a:ext cx="3150184" cy="576000"/>
          </a:xfrm>
          <a:custGeom>
            <a:avLst/>
            <a:gdLst>
              <a:gd name="connsiteX0" fmla="*/ 0 w 3150184"/>
              <a:gd name="connsiteY0" fmla="*/ 0 h 576000"/>
              <a:gd name="connsiteX1" fmla="*/ 3150184 w 3150184"/>
              <a:gd name="connsiteY1" fmla="*/ 0 h 576000"/>
              <a:gd name="connsiteX2" fmla="*/ 3150184 w 3150184"/>
              <a:gd name="connsiteY2" fmla="*/ 576000 h 576000"/>
              <a:gd name="connsiteX3" fmla="*/ 0 w 3150184"/>
              <a:gd name="connsiteY3" fmla="*/ 576000 h 576000"/>
              <a:gd name="connsiteX4" fmla="*/ 0 w 3150184"/>
              <a:gd name="connsiteY4" fmla="*/ 0 h 5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0184" h="576000">
                <a:moveTo>
                  <a:pt x="0" y="0"/>
                </a:moveTo>
                <a:lnTo>
                  <a:pt x="3150184" y="0"/>
                </a:lnTo>
                <a:lnTo>
                  <a:pt x="3150184" y="576000"/>
                </a:lnTo>
                <a:lnTo>
                  <a:pt x="0" y="576000"/>
                </a:lnTo>
                <a:lnTo>
                  <a:pt x="0" y="0"/>
                </a:lnTo>
                <a:close/>
              </a:path>
            </a:pathLst>
          </a:cu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实体鉴别</a:t>
            </a: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2A3A7A28-0DD2-DE83-5812-125E0E1924BE}"/>
              </a:ext>
            </a:extLst>
          </p:cNvPr>
          <p:cNvSpPr/>
          <p:nvPr/>
        </p:nvSpPr>
        <p:spPr>
          <a:xfrm>
            <a:off x="1201298" y="1948681"/>
            <a:ext cx="3150184" cy="1399950"/>
          </a:xfrm>
          <a:custGeom>
            <a:avLst/>
            <a:gdLst>
              <a:gd name="connsiteX0" fmla="*/ 0 w 3150184"/>
              <a:gd name="connsiteY0" fmla="*/ 0 h 1399950"/>
              <a:gd name="connsiteX1" fmla="*/ 3150184 w 3150184"/>
              <a:gd name="connsiteY1" fmla="*/ 0 h 1399950"/>
              <a:gd name="connsiteX2" fmla="*/ 3150184 w 3150184"/>
              <a:gd name="connsiteY2" fmla="*/ 1399950 h 1399950"/>
              <a:gd name="connsiteX3" fmla="*/ 0 w 3150184"/>
              <a:gd name="connsiteY3" fmla="*/ 1399950 h 1399950"/>
              <a:gd name="connsiteX4" fmla="*/ 0 w 3150184"/>
              <a:gd name="connsiteY4" fmla="*/ 0 h 139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0184" h="1399950">
                <a:moveTo>
                  <a:pt x="0" y="0"/>
                </a:moveTo>
                <a:lnTo>
                  <a:pt x="3150184" y="0"/>
                </a:lnTo>
                <a:lnTo>
                  <a:pt x="3150184" y="1399950"/>
                </a:lnTo>
                <a:lnTo>
                  <a:pt x="0" y="139995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1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6012" tIns="96012" rIns="128016" bIns="144018" numCol="1" spcCol="1270" anchor="t" anchorCtr="0">
            <a:noAutofit/>
          </a:bodyPr>
          <a:lstStyle/>
          <a:p>
            <a:pPr marL="171450" lvl="1" indent="-171450" algn="just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800" kern="1200" dirty="0">
                <a:solidFill>
                  <a:schemeClr val="tx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鉴别发信者，防止冒充者</a:t>
            </a:r>
          </a:p>
          <a:p>
            <a:pPr marL="171450" lvl="1" indent="-171450" algn="just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800" kern="1200" dirty="0">
                <a:solidFill>
                  <a:schemeClr val="tx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实体：发信的人或进程</a:t>
            </a:r>
          </a:p>
          <a:p>
            <a:pPr marL="171450" lvl="1" indent="-171450" algn="just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800" kern="1200" dirty="0">
                <a:solidFill>
                  <a:schemeClr val="tx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也常称为端点鉴别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8A342B3B-2DD2-F2B4-587B-C41E30B07ED1}"/>
              </a:ext>
            </a:extLst>
          </p:cNvPr>
          <p:cNvSpPr/>
          <p:nvPr/>
        </p:nvSpPr>
        <p:spPr>
          <a:xfrm>
            <a:off x="4792508" y="1372681"/>
            <a:ext cx="3150184" cy="576000"/>
          </a:xfrm>
          <a:custGeom>
            <a:avLst/>
            <a:gdLst>
              <a:gd name="connsiteX0" fmla="*/ 0 w 3150184"/>
              <a:gd name="connsiteY0" fmla="*/ 0 h 576000"/>
              <a:gd name="connsiteX1" fmla="*/ 3150184 w 3150184"/>
              <a:gd name="connsiteY1" fmla="*/ 0 h 576000"/>
              <a:gd name="connsiteX2" fmla="*/ 3150184 w 3150184"/>
              <a:gd name="connsiteY2" fmla="*/ 576000 h 576000"/>
              <a:gd name="connsiteX3" fmla="*/ 0 w 3150184"/>
              <a:gd name="connsiteY3" fmla="*/ 576000 h 576000"/>
              <a:gd name="connsiteX4" fmla="*/ 0 w 3150184"/>
              <a:gd name="connsiteY4" fmla="*/ 0 h 5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0184" h="576000">
                <a:moveTo>
                  <a:pt x="0" y="0"/>
                </a:moveTo>
                <a:lnTo>
                  <a:pt x="3150184" y="0"/>
                </a:lnTo>
                <a:lnTo>
                  <a:pt x="3150184" y="576000"/>
                </a:lnTo>
                <a:lnTo>
                  <a:pt x="0" y="576000"/>
                </a:lnTo>
                <a:lnTo>
                  <a:pt x="0" y="0"/>
                </a:lnTo>
                <a:close/>
              </a:path>
            </a:pathLst>
          </a:custGeom>
          <a:solidFill>
            <a:srgbClr val="9BBB59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报文鉴别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180224A-2CC3-EC5E-00C2-A31A85527253}"/>
              </a:ext>
            </a:extLst>
          </p:cNvPr>
          <p:cNvSpPr/>
          <p:nvPr/>
        </p:nvSpPr>
        <p:spPr>
          <a:xfrm>
            <a:off x="4792508" y="1948681"/>
            <a:ext cx="3150184" cy="1399950"/>
          </a:xfrm>
          <a:custGeom>
            <a:avLst/>
            <a:gdLst>
              <a:gd name="connsiteX0" fmla="*/ 0 w 3150184"/>
              <a:gd name="connsiteY0" fmla="*/ 0 h 1399950"/>
              <a:gd name="connsiteX1" fmla="*/ 3150184 w 3150184"/>
              <a:gd name="connsiteY1" fmla="*/ 0 h 1399950"/>
              <a:gd name="connsiteX2" fmla="*/ 3150184 w 3150184"/>
              <a:gd name="connsiteY2" fmla="*/ 1399950 h 1399950"/>
              <a:gd name="connsiteX3" fmla="*/ 0 w 3150184"/>
              <a:gd name="connsiteY3" fmla="*/ 1399950 h 1399950"/>
              <a:gd name="connsiteX4" fmla="*/ 0 w 3150184"/>
              <a:gd name="connsiteY4" fmla="*/ 0 h 139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0184" h="1399950">
                <a:moveTo>
                  <a:pt x="0" y="0"/>
                </a:moveTo>
                <a:lnTo>
                  <a:pt x="3150184" y="0"/>
                </a:lnTo>
                <a:lnTo>
                  <a:pt x="3150184" y="1399950"/>
                </a:lnTo>
                <a:lnTo>
                  <a:pt x="0" y="1399950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1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6012" tIns="96012" rIns="128016" bIns="144018" numCol="1" spcCol="1270" anchor="t" anchorCtr="0">
            <a:noAutofit/>
          </a:bodyPr>
          <a:lstStyle/>
          <a:p>
            <a:pPr marL="171450" lvl="1" indent="-171450" algn="just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800" kern="1200" dirty="0">
                <a:solidFill>
                  <a:schemeClr val="tx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报文未被他人篡改过</a:t>
            </a:r>
            <a:endParaRPr lang="en-US" altLang="zh-CN" sz="1800" kern="1200" dirty="0">
              <a:solidFill>
                <a:schemeClr val="tx1"/>
              </a:solidFill>
              <a:latin typeface="Montserrat" panose="00000500000000000000" pitchFamily="2" charset="0"/>
              <a:ea typeface="微软雅黑 Light" panose="020B0502040204020203" pitchFamily="34" charset="-122"/>
            </a:endParaRPr>
          </a:p>
          <a:p>
            <a:pPr marL="171450" lvl="1" indent="-171450" algn="just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altLang="zh-CN" dirty="0">
                <a:solidFill>
                  <a:schemeClr val="tx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MD5</a:t>
            </a:r>
            <a:endParaRPr lang="zh-CN" altLang="en-US" sz="1800" kern="1200" dirty="0">
              <a:solidFill>
                <a:schemeClr val="tx1"/>
              </a:solidFill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01266" y="3383014"/>
            <a:ext cx="6741460" cy="369332"/>
          </a:xfrm>
          <a:prstGeom prst="rect">
            <a:avLst/>
          </a:prstGeom>
          <a:solidFill>
            <a:srgbClr val="66CCFF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Montserrat" panose="00000500000000000000" pitchFamily="2" charset="0"/>
                <a:ea typeface="微软雅黑 Light" panose="020B0502040204020203" pitchFamily="34" charset="-122"/>
              </a:rPr>
              <a:t>报文鉴别通常包含：鉴别报文的发送者，鉴别报文的完整性。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A583B92-E4ED-2624-85E5-E12101D49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en-US" altLang="zh-CN" dirty="0"/>
              <a:t>7.3.1 </a:t>
            </a:r>
            <a:r>
              <a:rPr lang="zh-CN" altLang="en-US" dirty="0"/>
              <a:t>报文鉴别 </a:t>
            </a:r>
            <a:r>
              <a:rPr lang="en-US" altLang="zh-CN" dirty="0"/>
              <a:t>Authentication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44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581218BE-9357-6DE3-0502-9F9719B32A4F}"/>
              </a:ext>
            </a:extLst>
          </p:cNvPr>
          <p:cNvSpPr/>
          <p:nvPr/>
        </p:nvSpPr>
        <p:spPr>
          <a:xfrm>
            <a:off x="1201298" y="1372681"/>
            <a:ext cx="3150184" cy="576000"/>
          </a:xfrm>
          <a:custGeom>
            <a:avLst/>
            <a:gdLst>
              <a:gd name="connsiteX0" fmla="*/ 0 w 3150184"/>
              <a:gd name="connsiteY0" fmla="*/ 0 h 892800"/>
              <a:gd name="connsiteX1" fmla="*/ 3150184 w 3150184"/>
              <a:gd name="connsiteY1" fmla="*/ 0 h 892800"/>
              <a:gd name="connsiteX2" fmla="*/ 3150184 w 3150184"/>
              <a:gd name="connsiteY2" fmla="*/ 892800 h 892800"/>
              <a:gd name="connsiteX3" fmla="*/ 0 w 3150184"/>
              <a:gd name="connsiteY3" fmla="*/ 892800 h 892800"/>
              <a:gd name="connsiteX4" fmla="*/ 0 w 3150184"/>
              <a:gd name="connsiteY4" fmla="*/ 0 h 89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0184" h="892800">
                <a:moveTo>
                  <a:pt x="0" y="0"/>
                </a:moveTo>
                <a:lnTo>
                  <a:pt x="3150184" y="0"/>
                </a:lnTo>
                <a:lnTo>
                  <a:pt x="3150184" y="892800"/>
                </a:lnTo>
                <a:lnTo>
                  <a:pt x="0" y="892800"/>
                </a:lnTo>
                <a:lnTo>
                  <a:pt x="0" y="0"/>
                </a:lnTo>
                <a:close/>
              </a:path>
            </a:pathLst>
          </a:cu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鉴别与加密不同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90CA635-1C48-F126-F9A1-AE8B531E470A}"/>
              </a:ext>
            </a:extLst>
          </p:cNvPr>
          <p:cNvSpPr/>
          <p:nvPr/>
        </p:nvSpPr>
        <p:spPr>
          <a:xfrm>
            <a:off x="1201298" y="1948681"/>
            <a:ext cx="3150184" cy="1748619"/>
          </a:xfrm>
          <a:custGeom>
            <a:avLst/>
            <a:gdLst>
              <a:gd name="connsiteX0" fmla="*/ 0 w 3150184"/>
              <a:gd name="connsiteY0" fmla="*/ 0 h 1616805"/>
              <a:gd name="connsiteX1" fmla="*/ 3150184 w 3150184"/>
              <a:gd name="connsiteY1" fmla="*/ 0 h 1616805"/>
              <a:gd name="connsiteX2" fmla="*/ 3150184 w 3150184"/>
              <a:gd name="connsiteY2" fmla="*/ 1616805 h 1616805"/>
              <a:gd name="connsiteX3" fmla="*/ 0 w 3150184"/>
              <a:gd name="connsiteY3" fmla="*/ 1616805 h 1616805"/>
              <a:gd name="connsiteX4" fmla="*/ 0 w 3150184"/>
              <a:gd name="connsiteY4" fmla="*/ 0 h 1616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0184" h="1616805">
                <a:moveTo>
                  <a:pt x="0" y="0"/>
                </a:moveTo>
                <a:lnTo>
                  <a:pt x="3150184" y="0"/>
                </a:lnTo>
                <a:lnTo>
                  <a:pt x="3150184" y="1616805"/>
                </a:lnTo>
                <a:lnTo>
                  <a:pt x="0" y="1616805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1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6012" tIns="96012" rIns="128016" bIns="144018" numCol="1" spcCol="1270" anchor="t" anchorCtr="0">
            <a:noAutofit/>
          </a:bodyPr>
          <a:lstStyle/>
          <a:p>
            <a:pPr marL="171450" lvl="1" indent="-171450" algn="just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800" kern="1200" dirty="0">
                <a:latin typeface="Montserrat" panose="00000500000000000000" pitchFamily="2" charset="0"/>
                <a:ea typeface="微软雅黑 Light" panose="020B0502040204020203" pitchFamily="34" charset="-122"/>
              </a:rPr>
              <a:t>加密可以实现鉴别</a:t>
            </a:r>
          </a:p>
          <a:p>
            <a:pPr marL="171450" lvl="1" indent="-171450" algn="just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800" kern="1200" dirty="0">
                <a:latin typeface="Montserrat" panose="00000500000000000000" pitchFamily="2" charset="0"/>
                <a:ea typeface="微软雅黑 Light" panose="020B0502040204020203" pitchFamily="34" charset="-122"/>
              </a:rPr>
              <a:t>但许多报文不需要加密，但需要鉴别</a:t>
            </a: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A85342F7-A4EF-E996-1579-E251AF6322B1}"/>
              </a:ext>
            </a:extLst>
          </p:cNvPr>
          <p:cNvSpPr/>
          <p:nvPr/>
        </p:nvSpPr>
        <p:spPr>
          <a:xfrm>
            <a:off x="4792508" y="1372681"/>
            <a:ext cx="3150184" cy="576000"/>
          </a:xfrm>
          <a:custGeom>
            <a:avLst/>
            <a:gdLst>
              <a:gd name="connsiteX0" fmla="*/ 0 w 3150184"/>
              <a:gd name="connsiteY0" fmla="*/ 0 h 892800"/>
              <a:gd name="connsiteX1" fmla="*/ 3150184 w 3150184"/>
              <a:gd name="connsiteY1" fmla="*/ 0 h 892800"/>
              <a:gd name="connsiteX2" fmla="*/ 3150184 w 3150184"/>
              <a:gd name="connsiteY2" fmla="*/ 892800 h 892800"/>
              <a:gd name="connsiteX3" fmla="*/ 0 w 3150184"/>
              <a:gd name="connsiteY3" fmla="*/ 892800 h 892800"/>
              <a:gd name="connsiteX4" fmla="*/ 0 w 3150184"/>
              <a:gd name="connsiteY4" fmla="*/ 0 h 89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0184" h="892800">
                <a:moveTo>
                  <a:pt x="0" y="0"/>
                </a:moveTo>
                <a:lnTo>
                  <a:pt x="3150184" y="0"/>
                </a:lnTo>
                <a:lnTo>
                  <a:pt x="3150184" y="892800"/>
                </a:lnTo>
                <a:lnTo>
                  <a:pt x="0" y="892800"/>
                </a:lnTo>
                <a:lnTo>
                  <a:pt x="0" y="0"/>
                </a:lnTo>
                <a:close/>
              </a:path>
            </a:pathLst>
          </a:custGeom>
          <a:solidFill>
            <a:srgbClr val="9BBB59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鉴别与授权不同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B618997C-5ADB-2185-F6E6-9C6435B06EE8}"/>
              </a:ext>
            </a:extLst>
          </p:cNvPr>
          <p:cNvSpPr/>
          <p:nvPr/>
        </p:nvSpPr>
        <p:spPr>
          <a:xfrm>
            <a:off x="4792508" y="1948681"/>
            <a:ext cx="3150184" cy="1748619"/>
          </a:xfrm>
          <a:custGeom>
            <a:avLst/>
            <a:gdLst>
              <a:gd name="connsiteX0" fmla="*/ 0 w 3150184"/>
              <a:gd name="connsiteY0" fmla="*/ 0 h 1616805"/>
              <a:gd name="connsiteX1" fmla="*/ 3150184 w 3150184"/>
              <a:gd name="connsiteY1" fmla="*/ 0 h 1616805"/>
              <a:gd name="connsiteX2" fmla="*/ 3150184 w 3150184"/>
              <a:gd name="connsiteY2" fmla="*/ 1616805 h 1616805"/>
              <a:gd name="connsiteX3" fmla="*/ 0 w 3150184"/>
              <a:gd name="connsiteY3" fmla="*/ 1616805 h 1616805"/>
              <a:gd name="connsiteX4" fmla="*/ 0 w 3150184"/>
              <a:gd name="connsiteY4" fmla="*/ 0 h 1616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0184" h="1616805">
                <a:moveTo>
                  <a:pt x="0" y="0"/>
                </a:moveTo>
                <a:lnTo>
                  <a:pt x="3150184" y="0"/>
                </a:lnTo>
                <a:lnTo>
                  <a:pt x="3150184" y="1616805"/>
                </a:lnTo>
                <a:lnTo>
                  <a:pt x="0" y="1616805"/>
                </a:lnTo>
                <a:lnTo>
                  <a:pt x="0" y="0"/>
                </a:lnTo>
                <a:close/>
              </a:path>
            </a:pathLst>
          </a:custGeom>
          <a:noFill/>
        </p:spPr>
        <p:style>
          <a:lnRef idx="1"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lnRef>
          <a:fillRef idx="1"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fillRef>
          <a:effectRef idx="0"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6012" tIns="96012" rIns="128016" bIns="144018" numCol="1" spcCol="1270" anchor="t" anchorCtr="0">
            <a:noAutofit/>
          </a:bodyPr>
          <a:lstStyle/>
          <a:p>
            <a:pPr marL="171450" lvl="1" indent="-171450" algn="just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800" kern="1200" dirty="0">
                <a:latin typeface="Montserrat" panose="00000500000000000000" pitchFamily="2" charset="0"/>
                <a:ea typeface="微软雅黑 Light" panose="020B0502040204020203" pitchFamily="34" charset="-122"/>
              </a:rPr>
              <a:t>授权 </a:t>
            </a:r>
            <a:r>
              <a:rPr lang="en-US" altLang="en-US" sz="1800" kern="1200" dirty="0">
                <a:latin typeface="Montserrat" panose="00000500000000000000" pitchFamily="2" charset="0"/>
                <a:ea typeface="微软雅黑 Light" panose="020B0502040204020203" pitchFamily="34" charset="-122"/>
              </a:rPr>
              <a:t>Authorization</a:t>
            </a:r>
            <a:r>
              <a:rPr lang="zh-CN" altLang="en-US" sz="1800" kern="1200" dirty="0">
                <a:latin typeface="Montserrat" panose="00000500000000000000" pitchFamily="2" charset="0"/>
                <a:ea typeface="微软雅黑 Light" panose="020B0502040204020203" pitchFamily="34" charset="-122"/>
              </a:rPr>
              <a:t>：所进行的过程是否被允许（如是否可以对某文件进行读或写）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C99634-7FC7-B72F-44D7-1D3A196B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en-US" altLang="zh-CN" dirty="0"/>
              <a:t>7.3.1 </a:t>
            </a:r>
            <a:r>
              <a:rPr lang="zh-CN" altLang="en-US" dirty="0"/>
              <a:t>报文鉴别 </a:t>
            </a:r>
            <a:r>
              <a:rPr lang="en-US" altLang="zh-CN" dirty="0"/>
              <a:t>Authentication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432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671DB15-66BB-075C-F043-D85B6566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用数字签名进行鉴别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80ADD34-74D0-258A-3662-76110041DE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必须使用公钥密码，但要减小公钥密码算法的开销</a:t>
            </a:r>
            <a:endParaRPr lang="en-US" altLang="zh-CN" dirty="0"/>
          </a:p>
          <a:p>
            <a:r>
              <a:rPr lang="zh-CN" altLang="en-US" dirty="0"/>
              <a:t>数字签名的三个功能：</a:t>
            </a:r>
          </a:p>
          <a:p>
            <a:pPr lvl="1"/>
            <a:r>
              <a:rPr lang="zh-CN" altLang="en-US" dirty="0"/>
              <a:t>实体鉴别：证明来源</a:t>
            </a:r>
            <a:endParaRPr lang="en-US" altLang="zh-CN" dirty="0"/>
          </a:p>
          <a:p>
            <a:pPr lvl="1"/>
            <a:r>
              <a:rPr lang="zh-CN" altLang="en-US" dirty="0"/>
              <a:t>报文鉴别：防篡改，保证完整性</a:t>
            </a:r>
          </a:p>
          <a:p>
            <a:pPr lvl="1"/>
            <a:r>
              <a:rPr lang="zh-CN" altLang="en-US" dirty="0"/>
              <a:t>不可否认：防抵赖</a:t>
            </a:r>
          </a:p>
          <a:p>
            <a:endParaRPr lang="zh-CN" altLang="en-US" dirty="0"/>
          </a:p>
        </p:txBody>
      </p:sp>
      <p:sp>
        <p:nvSpPr>
          <p:cNvPr id="8" name="Line 53"/>
          <p:cNvSpPr>
            <a:spLocks noChangeShapeType="1"/>
          </p:cNvSpPr>
          <p:nvPr/>
        </p:nvSpPr>
        <p:spPr bwMode="auto">
          <a:xfrm>
            <a:off x="4693134" y="3992772"/>
            <a:ext cx="1856244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9" name="Group 107"/>
          <p:cNvGrpSpPr/>
          <p:nvPr/>
        </p:nvGrpSpPr>
        <p:grpSpPr bwMode="auto">
          <a:xfrm>
            <a:off x="3704399" y="3464179"/>
            <a:ext cx="1884855" cy="1171395"/>
            <a:chOff x="2248" y="820"/>
            <a:chExt cx="2248" cy="883"/>
          </a:xfrm>
        </p:grpSpPr>
        <p:grpSp>
          <p:nvGrpSpPr>
            <p:cNvPr id="12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42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7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7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9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3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7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8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9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70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71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4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65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66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</p:grpSp>
                <p:sp>
                  <p:nvSpPr>
                    <p:cNvPr id="60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61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62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</p:grpSp>
              <p:sp>
                <p:nvSpPr>
                  <p:cNvPr id="58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8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1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52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53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54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55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56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sp>
              <p:nvSpPr>
                <p:cNvPr id="49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0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43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4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5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6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13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7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8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9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0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1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28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30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1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2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3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4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5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6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7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29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14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5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9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3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4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5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6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72" name="Line 52"/>
          <p:cNvSpPr>
            <a:spLocks noChangeShapeType="1"/>
          </p:cNvSpPr>
          <p:nvPr/>
        </p:nvSpPr>
        <p:spPr bwMode="auto">
          <a:xfrm>
            <a:off x="2587045" y="3983398"/>
            <a:ext cx="117455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3" name="Text Box 56"/>
          <p:cNvSpPr txBox="1">
            <a:spLocks noChangeArrowheads="1"/>
          </p:cNvSpPr>
          <p:nvPr/>
        </p:nvSpPr>
        <p:spPr bwMode="auto">
          <a:xfrm>
            <a:off x="7732997" y="3976246"/>
            <a:ext cx="75373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明文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X</a:t>
            </a: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</a:p>
        </p:txBody>
      </p:sp>
      <p:sp>
        <p:nvSpPr>
          <p:cNvPr id="74" name="Freeform 51"/>
          <p:cNvSpPr/>
          <p:nvPr/>
        </p:nvSpPr>
        <p:spPr bwMode="auto">
          <a:xfrm>
            <a:off x="1257384" y="3612416"/>
            <a:ext cx="416140" cy="383034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5" name="Freeform 72"/>
          <p:cNvSpPr/>
          <p:nvPr/>
        </p:nvSpPr>
        <p:spPr bwMode="auto">
          <a:xfrm flipH="1" flipV="1">
            <a:off x="2142271" y="2967300"/>
            <a:ext cx="66964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6" name="Freeform 134"/>
          <p:cNvSpPr/>
          <p:nvPr/>
        </p:nvSpPr>
        <p:spPr bwMode="auto">
          <a:xfrm flipV="1">
            <a:off x="7065416" y="2967300"/>
            <a:ext cx="38570" cy="716098"/>
          </a:xfrm>
          <a:custGeom>
            <a:avLst/>
            <a:gdLst>
              <a:gd name="T0" fmla="*/ 0 w 1"/>
              <a:gd name="T1" fmla="*/ 314 h 314"/>
              <a:gd name="T2" fmla="*/ 0 w 1"/>
              <a:gd name="T3" fmla="*/ 0 h 3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314">
                <a:moveTo>
                  <a:pt x="0" y="314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7" name="Freeform 50"/>
          <p:cNvSpPr/>
          <p:nvPr/>
        </p:nvSpPr>
        <p:spPr bwMode="auto">
          <a:xfrm rot="16200000">
            <a:off x="7697557" y="3657952"/>
            <a:ext cx="184821" cy="484820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8" name="Text Box 68"/>
          <p:cNvSpPr txBox="1">
            <a:spLocks noChangeArrowheads="1"/>
          </p:cNvSpPr>
          <p:nvPr/>
        </p:nvSpPr>
        <p:spPr bwMode="auto">
          <a:xfrm>
            <a:off x="5629707" y="3653934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6379219" y="1990570"/>
            <a:ext cx="128753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kern="0" dirty="0">
                <a:solidFill>
                  <a:srgbClr val="CC0099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A </a:t>
            </a: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的公钥 </a:t>
            </a:r>
            <a:r>
              <a:rPr kumimoji="1" lang="en-US" altLang="zh-CN" sz="140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PK</a:t>
            </a:r>
            <a:r>
              <a:rPr kumimoji="1" lang="en-US" altLang="zh-CN" sz="1400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651276" y="3976246"/>
            <a:ext cx="87685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明文 </a:t>
            </a:r>
            <a:r>
              <a:rPr kumimoji="1" lang="en-US" altLang="zh-CN" sz="140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X</a:t>
            </a:r>
          </a:p>
        </p:txBody>
      </p:sp>
      <p:sp>
        <p:nvSpPr>
          <p:cNvPr id="81" name="Text Box 57"/>
          <p:cNvSpPr txBox="1">
            <a:spLocks noChangeArrowheads="1"/>
          </p:cNvSpPr>
          <p:nvPr/>
        </p:nvSpPr>
        <p:spPr bwMode="auto">
          <a:xfrm>
            <a:off x="2790185" y="3653934"/>
            <a:ext cx="7889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密文 </a:t>
            </a: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</a:p>
        </p:txBody>
      </p:sp>
      <p:pic>
        <p:nvPicPr>
          <p:cNvPr id="82" name="Picture 6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26348" y="2465055"/>
            <a:ext cx="625735" cy="33024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3" name="Text Box 70"/>
          <p:cNvSpPr txBox="1">
            <a:spLocks noChangeArrowheads="1"/>
          </p:cNvSpPr>
          <p:nvPr/>
        </p:nvSpPr>
        <p:spPr bwMode="auto">
          <a:xfrm>
            <a:off x="721773" y="3257717"/>
            <a:ext cx="31290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84" name="Text Box 71"/>
          <p:cNvSpPr txBox="1">
            <a:spLocks noChangeArrowheads="1"/>
          </p:cNvSpPr>
          <p:nvPr/>
        </p:nvSpPr>
        <p:spPr bwMode="auto">
          <a:xfrm>
            <a:off x="8248416" y="3206512"/>
            <a:ext cx="3193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85" name="Rectangle 102"/>
          <p:cNvSpPr>
            <a:spLocks noChangeArrowheads="1"/>
          </p:cNvSpPr>
          <p:nvPr/>
        </p:nvSpPr>
        <p:spPr bwMode="auto">
          <a:xfrm>
            <a:off x="1673524" y="3691434"/>
            <a:ext cx="1076782" cy="604016"/>
          </a:xfrm>
          <a:prstGeom prst="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D </a:t>
            </a:r>
            <a:r>
              <a:rPr lang="zh-CN" altLang="en-US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加密算法</a:t>
            </a:r>
          </a:p>
        </p:txBody>
      </p:sp>
      <p:sp>
        <p:nvSpPr>
          <p:cNvPr id="86" name="Rectangle 103"/>
          <p:cNvSpPr>
            <a:spLocks noChangeArrowheads="1"/>
          </p:cNvSpPr>
          <p:nvPr/>
        </p:nvSpPr>
        <p:spPr bwMode="auto">
          <a:xfrm>
            <a:off x="6540418" y="3691434"/>
            <a:ext cx="1078121" cy="604016"/>
          </a:xfrm>
          <a:prstGeom prst="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E </a:t>
            </a:r>
            <a:r>
              <a:rPr lang="zh-CN" altLang="en-US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解密算法</a:t>
            </a:r>
          </a:p>
        </p:txBody>
      </p:sp>
      <p:sp>
        <p:nvSpPr>
          <p:cNvPr id="87" name="Text Box 131"/>
          <p:cNvSpPr txBox="1">
            <a:spLocks noChangeArrowheads="1"/>
          </p:cNvSpPr>
          <p:nvPr/>
        </p:nvSpPr>
        <p:spPr bwMode="auto">
          <a:xfrm>
            <a:off x="4146067" y="3841287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</a:t>
            </a:r>
          </a:p>
        </p:txBody>
      </p:sp>
      <p:sp>
        <p:nvSpPr>
          <p:cNvPr id="88" name="Text Box 132"/>
          <p:cNvSpPr txBox="1">
            <a:spLocks noChangeArrowheads="1"/>
          </p:cNvSpPr>
          <p:nvPr/>
        </p:nvSpPr>
        <p:spPr bwMode="auto">
          <a:xfrm>
            <a:off x="7133757" y="2921906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kern="0" dirty="0">
                <a:latin typeface="Montserrat" panose="00000500000000000000" pitchFamily="2" charset="0"/>
                <a:ea typeface="微软雅黑 Light" panose="020B0502040204020203" pitchFamily="34" charset="-122"/>
              </a:rPr>
              <a:t>核实签名</a:t>
            </a:r>
            <a:endParaRPr kumimoji="1" lang="en-US" altLang="zh-CN" sz="1400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1558944" y="1990570"/>
            <a:ext cx="126989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kern="0" dirty="0">
                <a:solidFill>
                  <a:srgbClr val="CC0099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A </a:t>
            </a:r>
            <a:r>
              <a:rPr kumimoji="1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的私钥 </a:t>
            </a:r>
            <a:r>
              <a:rPr kumimoji="1" lang="en-US" altLang="zh-CN" sz="140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SK</a:t>
            </a:r>
            <a:r>
              <a:rPr kumimoji="1" lang="en-US" altLang="zh-CN" sz="1400" u="none" strike="noStrike" kern="0" cap="none" spc="0" normalizeH="0" baseline="-2500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90" name="Text Box 132"/>
          <p:cNvSpPr txBox="1">
            <a:spLocks noChangeArrowheads="1"/>
          </p:cNvSpPr>
          <p:nvPr/>
        </p:nvSpPr>
        <p:spPr bwMode="auto">
          <a:xfrm>
            <a:off x="1651433" y="2921906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微软雅黑 Light" panose="020B0502040204020203" pitchFamily="34" charset="-122"/>
              </a:rPr>
              <a:t>签名</a:t>
            </a:r>
            <a:endParaRPr kumimoji="1" lang="en-US" altLang="zh-CN" sz="140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pic>
        <p:nvPicPr>
          <p:cNvPr id="9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3" y="3303234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963" y="3272625"/>
            <a:ext cx="564170" cy="56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85008" y="2447263"/>
            <a:ext cx="612499" cy="345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890497" y="1845646"/>
            <a:ext cx="3363006" cy="12208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ts val="2200"/>
              </a:lnSpc>
            </a:pPr>
            <a:r>
              <a:rPr lang="zh-CN" altLang="en-US" sz="140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鉴别发送者：</a:t>
            </a:r>
          </a:p>
          <a:p>
            <a:pPr algn="just">
              <a:lnSpc>
                <a:spcPts val="2200"/>
              </a:lnSpc>
            </a:pP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A 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用其私钥 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SK</a:t>
            </a:r>
            <a:r>
              <a:rPr lang="en-US" altLang="zh-CN" sz="1400" baseline="-250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A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对报文 </a:t>
            </a:r>
            <a:r>
              <a:rPr lang="en-US" altLang="zh-CN" sz="1400" i="1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X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进行 </a:t>
            </a:r>
            <a:r>
              <a:rPr lang="en-US" altLang="zh-CN" sz="1400" i="1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D</a:t>
            </a:r>
            <a:r>
              <a:rPr lang="en-US" altLang="zh-CN" sz="1400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400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得到的密文。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B 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为了核实签名，用 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A 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的公钥 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PK</a:t>
            </a:r>
            <a:r>
              <a:rPr lang="en-US" altLang="zh-CN" sz="1400" baseline="-250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A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进行 </a:t>
            </a:r>
            <a:r>
              <a:rPr lang="en-US" altLang="zh-CN" sz="1400" i="1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E</a:t>
            </a:r>
            <a:r>
              <a:rPr lang="en-US" altLang="zh-CN" sz="1400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400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，还原出明文 </a:t>
            </a:r>
            <a:r>
              <a:rPr lang="en-US" altLang="zh-CN" sz="1400" i="1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X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。</a:t>
            </a:r>
            <a:endParaRPr lang="en-US" altLang="zh-CN" sz="1400" dirty="0">
              <a:solidFill>
                <a:srgbClr val="000066"/>
              </a:solidFill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0143645-39E7-79C9-4030-D9AA78837AC2}"/>
              </a:ext>
            </a:extLst>
          </p:cNvPr>
          <p:cNvSpPr/>
          <p:nvPr/>
        </p:nvSpPr>
        <p:spPr>
          <a:xfrm>
            <a:off x="2890497" y="2196405"/>
            <a:ext cx="3363006" cy="13747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40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鉴别报文：</a:t>
            </a:r>
            <a:endParaRPr lang="en-US" altLang="zh-CN" sz="1400" dirty="0">
              <a:solidFill>
                <a:srgbClr val="0000FF"/>
              </a:solidFill>
              <a:latin typeface="Montserrat" panose="00000500000000000000" pitchFamily="2" charset="0"/>
              <a:ea typeface="微软雅黑 Light" panose="020B0502040204020203" pitchFamily="34" charset="-122"/>
            </a:endParaRPr>
          </a:p>
          <a:p>
            <a:pPr algn="just">
              <a:lnSpc>
                <a:spcPts val="2000"/>
              </a:lnSpc>
            </a:pP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由于无法得到并使用 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A 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的私钥 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SK</a:t>
            </a:r>
            <a:r>
              <a:rPr lang="en-US" altLang="zh-CN" sz="1400" baseline="-250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A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对报文 </a:t>
            </a:r>
            <a:r>
              <a:rPr lang="en-US" altLang="zh-CN" sz="1400" i="1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X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进行 </a:t>
            </a:r>
            <a:r>
              <a:rPr lang="en-US" altLang="zh-CN" sz="1400" i="1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D</a:t>
            </a:r>
            <a:r>
              <a:rPr lang="en-US" altLang="zh-CN" sz="1400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400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，</a:t>
            </a:r>
            <a:r>
              <a:rPr lang="en-US" altLang="zh-CN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B 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对收到的报文进行核实签名的 </a:t>
            </a:r>
            <a:r>
              <a:rPr lang="en-US" altLang="zh-CN" sz="1400" i="1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E</a:t>
            </a:r>
            <a:r>
              <a:rPr lang="en-US" altLang="zh-CN" sz="1400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400" dirty="0">
                <a:solidFill>
                  <a:srgbClr val="C00000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  <a:r>
              <a:rPr lang="zh-CN" altLang="en-US" sz="1400" dirty="0">
                <a:solidFill>
                  <a:srgbClr val="000066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将会得出不可读的明文，可以发现报文已被篡改过。</a:t>
            </a:r>
            <a:endParaRPr lang="en-US" altLang="zh-CN" sz="1400" dirty="0">
              <a:solidFill>
                <a:srgbClr val="000066"/>
              </a:solidFill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矩形 94"/>
              <p:cNvSpPr/>
              <p:nvPr/>
            </p:nvSpPr>
            <p:spPr>
              <a:xfrm>
                <a:off x="2890497" y="2522008"/>
                <a:ext cx="3363006" cy="137473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2000"/>
                  </a:lnSpc>
                </a:pPr>
                <a:r>
                  <a:rPr lang="zh-CN" altLang="en-US" sz="1400" dirty="0">
                    <a:solidFill>
                      <a:srgbClr val="0000FF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不可否认：</a:t>
                </a:r>
                <a:endParaRPr lang="en-US" altLang="zh-CN" sz="1400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 algn="just">
                  <a:lnSpc>
                    <a:spcPts val="2000"/>
                  </a:lnSpc>
                </a:pPr>
                <a:r>
                  <a:rPr lang="en-US" altLang="zh-CN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A </a:t>
                </a:r>
                <a:r>
                  <a:rPr lang="zh-CN" altLang="en-US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要抵赖曾发送报文给 </a:t>
                </a:r>
                <a:r>
                  <a:rPr lang="en-US" altLang="zh-CN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B</a:t>
                </a:r>
                <a:r>
                  <a:rPr lang="zh-CN" altLang="en-US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，</a:t>
                </a:r>
                <a:r>
                  <a:rPr lang="en-US" altLang="zh-CN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B </a:t>
                </a:r>
                <a:r>
                  <a:rPr lang="zh-CN" altLang="en-US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可把 </a:t>
                </a:r>
                <a:r>
                  <a:rPr lang="en-US" altLang="zh-CN" sz="1400" i="1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X </a:t>
                </a:r>
                <a:r>
                  <a:rPr lang="zh-CN" altLang="en-US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𝐷</m:t>
                        </m:r>
                      </m:e>
                      <m:sub>
                        <m:sSub>
                          <m:sSubPr>
                            <m:ctrlPr>
                              <a:rPr lang="en-US" altLang="zh-CN" sz="1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A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sz="1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出示给进行公证的第三者。第三者很容易用 </a:t>
                </a:r>
                <a:r>
                  <a:rPr lang="en-US" altLang="zh-CN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PK</a:t>
                </a:r>
                <a:r>
                  <a:rPr lang="en-US" altLang="zh-CN" sz="1400" baseline="-250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A</a:t>
                </a:r>
                <a:r>
                  <a:rPr lang="zh-CN" altLang="en-US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去证实 </a:t>
                </a:r>
                <a:r>
                  <a:rPr lang="en-US" altLang="zh-CN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A </a:t>
                </a:r>
                <a:r>
                  <a:rPr lang="zh-CN" altLang="en-US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确实发送 </a:t>
                </a:r>
                <a:r>
                  <a:rPr lang="en-US" altLang="zh-CN" sz="1400" i="1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X   </a:t>
                </a:r>
                <a:r>
                  <a:rPr lang="zh-CN" altLang="en-US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给 </a:t>
                </a:r>
                <a:r>
                  <a:rPr lang="en-US" altLang="zh-CN" sz="1400" dirty="0">
                    <a:solidFill>
                      <a:srgbClr val="000066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B</a:t>
                </a:r>
              </a:p>
            </p:txBody>
          </p:sp>
        </mc:Choice>
        <mc:Fallback>
          <p:sp>
            <p:nvSpPr>
              <p:cNvPr id="95" name="矩形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497" y="2522008"/>
                <a:ext cx="3363006" cy="1374735"/>
              </a:xfrm>
              <a:prstGeom prst="rect">
                <a:avLst/>
              </a:prstGeom>
              <a:blipFill>
                <a:blip r:embed="rId5"/>
                <a:stretch>
                  <a:fillRect l="-361" r="-361" b="-22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CF6EF25-891D-688E-3EA0-1FCEDEE7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0" y="129236"/>
            <a:ext cx="3383999" cy="338554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用数字签名进行鉴别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654A65-5B5F-7E5B-B1F0-620DE4D5B0C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6000" y="467790"/>
            <a:ext cx="8172000" cy="4135710"/>
          </a:xfrm>
        </p:spPr>
        <p:txBody>
          <a:bodyPr/>
          <a:lstStyle/>
          <a:p>
            <a:r>
              <a:rPr lang="zh-CN" altLang="en-US" dirty="0"/>
              <a:t>可保证机密性的数字签名</a:t>
            </a:r>
            <a:endParaRPr lang="en-US" altLang="zh-CN" dirty="0"/>
          </a:p>
          <a:p>
            <a:r>
              <a:rPr lang="zh-CN" altLang="en-US" dirty="0"/>
              <a:t>先后进行两次 </a:t>
            </a:r>
            <a:r>
              <a:rPr lang="en-US" altLang="zh-CN" dirty="0"/>
              <a:t>D </a:t>
            </a:r>
            <a:r>
              <a:rPr lang="zh-CN" altLang="en-US" dirty="0"/>
              <a:t>运算和两次 </a:t>
            </a:r>
            <a:r>
              <a:rPr lang="en-US" altLang="zh-CN" dirty="0"/>
              <a:t>E </a:t>
            </a:r>
            <a:r>
              <a:rPr lang="zh-CN" altLang="en-US" dirty="0"/>
              <a:t>运算，运算量太大，花费非常多的 </a:t>
            </a:r>
            <a:r>
              <a:rPr lang="en-US" altLang="zh-CN" dirty="0"/>
              <a:t>CPU </a:t>
            </a:r>
            <a:r>
              <a:rPr lang="zh-CN" altLang="en-US" dirty="0"/>
              <a:t>时间</a:t>
            </a:r>
            <a:endParaRPr lang="en-US" altLang="zh-CN" dirty="0"/>
          </a:p>
          <a:p>
            <a:r>
              <a:rPr lang="zh-CN" altLang="en-US" dirty="0"/>
              <a:t>目前普遍使用开销小得多的对称密钥加密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94" name="Picture 3" descr="C:\Users\Administrator\Desktop\图片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65330" y="2404288"/>
            <a:ext cx="352055" cy="34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6" name="Group 107"/>
          <p:cNvGrpSpPr/>
          <p:nvPr/>
        </p:nvGrpSpPr>
        <p:grpSpPr bwMode="auto">
          <a:xfrm>
            <a:off x="3664454" y="2811612"/>
            <a:ext cx="1945425" cy="1033091"/>
            <a:chOff x="2248" y="820"/>
            <a:chExt cx="2248" cy="883"/>
          </a:xfrm>
        </p:grpSpPr>
        <p:grpSp>
          <p:nvGrpSpPr>
            <p:cNvPr id="97" name="Group 108"/>
            <p:cNvGrpSpPr/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27" name="Group 109"/>
              <p:cNvGrpSpPr/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32" name="Group 110"/>
                <p:cNvGrpSpPr/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42" name="Group 111"/>
                  <p:cNvGrpSpPr/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44" name="Group 112"/>
                    <p:cNvGrpSpPr/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48" name="Group 113"/>
                      <p:cNvGrpSpPr/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52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53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54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55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56" name="Freeform 118"/>
                        <p:cNvSpPr/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49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150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151" name="Freeform 121"/>
                      <p:cNvSpPr/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</p:grpSp>
                <p:sp>
                  <p:nvSpPr>
                    <p:cNvPr id="145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146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147" name="Freeform 124"/>
                    <p:cNvSpPr/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</p:grpSp>
              <p:sp>
                <p:nvSpPr>
                  <p:cNvPr id="143" name="Freeform 125"/>
                  <p:cNvSpPr/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133" name="Group 126"/>
                <p:cNvGrpSpPr/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36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37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38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39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40" name="Freeform 131"/>
                  <p:cNvSpPr/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41" name="Freeform 132"/>
                  <p:cNvSpPr/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sp>
              <p:nvSpPr>
                <p:cNvPr id="134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35" name="Freeform 134"/>
                <p:cNvSpPr/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28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29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30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31" name="Freeform 138"/>
              <p:cNvSpPr/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98" name="Group 139"/>
            <p:cNvGrpSpPr/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12" name="Group 140"/>
              <p:cNvGrpSpPr/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23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24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25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26" name="Freeform 144"/>
                <p:cNvSpPr/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13" name="Group 145"/>
              <p:cNvGrpSpPr/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15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6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7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8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9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20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21" name="Freeform 152"/>
                <p:cNvSpPr/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22" name="Freeform 153"/>
                <p:cNvSpPr/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14" name="Freeform 154"/>
              <p:cNvSpPr/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99" name="Group 155"/>
            <p:cNvGrpSpPr/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00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1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2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3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4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5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6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7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8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9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10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11" name="Freeform 167"/>
              <p:cNvSpPr/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159" name="Text Box 109"/>
          <p:cNvSpPr txBox="1">
            <a:spLocks noChangeArrowheads="1"/>
          </p:cNvSpPr>
          <p:nvPr/>
        </p:nvSpPr>
        <p:spPr bwMode="auto">
          <a:xfrm>
            <a:off x="6511413" y="2810362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核实签名</a:t>
            </a:r>
          </a:p>
        </p:txBody>
      </p:sp>
      <p:sp>
        <p:nvSpPr>
          <p:cNvPr id="160" name="Text Box 129"/>
          <p:cNvSpPr txBox="1">
            <a:spLocks noChangeArrowheads="1"/>
          </p:cNvSpPr>
          <p:nvPr/>
        </p:nvSpPr>
        <p:spPr bwMode="auto">
          <a:xfrm>
            <a:off x="5410867" y="2811612"/>
            <a:ext cx="5966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解密 </a:t>
            </a:r>
          </a:p>
        </p:txBody>
      </p:sp>
      <p:sp>
        <p:nvSpPr>
          <p:cNvPr id="161" name="Text Box 128"/>
          <p:cNvSpPr txBox="1">
            <a:spLocks noChangeArrowheads="1"/>
          </p:cNvSpPr>
          <p:nvPr/>
        </p:nvSpPr>
        <p:spPr bwMode="auto">
          <a:xfrm>
            <a:off x="2632644" y="2811612"/>
            <a:ext cx="5966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 </a:t>
            </a:r>
          </a:p>
        </p:txBody>
      </p:sp>
      <p:sp>
        <p:nvSpPr>
          <p:cNvPr id="162" name="Text Box 108"/>
          <p:cNvSpPr txBox="1">
            <a:spLocks noChangeArrowheads="1"/>
          </p:cNvSpPr>
          <p:nvPr/>
        </p:nvSpPr>
        <p:spPr bwMode="auto">
          <a:xfrm>
            <a:off x="1207736" y="2811612"/>
            <a:ext cx="59663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签名 </a:t>
            </a:r>
          </a:p>
        </p:txBody>
      </p:sp>
      <p:sp>
        <p:nvSpPr>
          <p:cNvPr id="163" name="Rectangle 38"/>
          <p:cNvSpPr>
            <a:spLocks noChangeArrowheads="1"/>
          </p:cNvSpPr>
          <p:nvPr/>
        </p:nvSpPr>
        <p:spPr bwMode="auto">
          <a:xfrm>
            <a:off x="2888296" y="3207787"/>
            <a:ext cx="705990" cy="457413"/>
          </a:xfrm>
          <a:prstGeom prst="rect">
            <a:avLst/>
          </a:prstGeom>
          <a:solidFill>
            <a:srgbClr val="9BBB59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E </a:t>
            </a:r>
            <a:r>
              <a:rPr lang="zh-CN" altLang="en-US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164" name="Line 39"/>
          <p:cNvSpPr>
            <a:spLocks noChangeShapeType="1"/>
          </p:cNvSpPr>
          <p:nvPr/>
        </p:nvSpPr>
        <p:spPr bwMode="auto">
          <a:xfrm>
            <a:off x="2137480" y="3435243"/>
            <a:ext cx="75683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5" name="Rectangle 40"/>
          <p:cNvSpPr>
            <a:spLocks noChangeArrowheads="1"/>
          </p:cNvSpPr>
          <p:nvPr/>
        </p:nvSpPr>
        <p:spPr bwMode="auto">
          <a:xfrm>
            <a:off x="1442714" y="3214036"/>
            <a:ext cx="705990" cy="457413"/>
          </a:xfrm>
          <a:prstGeom prst="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D </a:t>
            </a:r>
            <a:r>
              <a:rPr lang="zh-CN" altLang="en-US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166" name="Text Box 41"/>
          <p:cNvSpPr txBox="1">
            <a:spLocks noChangeArrowheads="1"/>
          </p:cNvSpPr>
          <p:nvPr/>
        </p:nvSpPr>
        <p:spPr bwMode="auto">
          <a:xfrm>
            <a:off x="575461" y="3435244"/>
            <a:ext cx="72167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明文 </a:t>
            </a:r>
            <a:r>
              <a:rPr kumimoji="1" lang="en-US" altLang="zh-CN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</a:p>
        </p:txBody>
      </p:sp>
      <p:sp>
        <p:nvSpPr>
          <p:cNvPr id="167" name="Text Box 42"/>
          <p:cNvSpPr txBox="1">
            <a:spLocks noChangeArrowheads="1"/>
          </p:cNvSpPr>
          <p:nvPr/>
        </p:nvSpPr>
        <p:spPr bwMode="auto">
          <a:xfrm>
            <a:off x="7769962" y="3435244"/>
            <a:ext cx="77457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明文 </a:t>
            </a:r>
            <a:r>
              <a:rPr kumimoji="1" lang="en-US" altLang="zh-CN" sz="1400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kumimoji="1"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  <p:pic>
        <p:nvPicPr>
          <p:cNvPr id="168" name="Picture 43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217253" y="2472510"/>
            <a:ext cx="322439" cy="17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69" name="Text Box 44"/>
          <p:cNvSpPr txBox="1">
            <a:spLocks noChangeArrowheads="1"/>
          </p:cNvSpPr>
          <p:nvPr/>
        </p:nvSpPr>
        <p:spPr bwMode="auto">
          <a:xfrm>
            <a:off x="766362" y="2579156"/>
            <a:ext cx="3064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170" name="Text Box 45"/>
          <p:cNvSpPr txBox="1">
            <a:spLocks noChangeArrowheads="1"/>
          </p:cNvSpPr>
          <p:nvPr/>
        </p:nvSpPr>
        <p:spPr bwMode="auto">
          <a:xfrm>
            <a:off x="7875358" y="2584155"/>
            <a:ext cx="2904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171" name="Text Box 47"/>
          <p:cNvSpPr txBox="1">
            <a:spLocks noChangeArrowheads="1"/>
          </p:cNvSpPr>
          <p:nvPr/>
        </p:nvSpPr>
        <p:spPr bwMode="auto">
          <a:xfrm>
            <a:off x="1073261" y="2062838"/>
            <a:ext cx="1231427" cy="33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1400" dirty="0">
                <a:solidFill>
                  <a:srgbClr val="CA30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kumimoji="1" lang="zh-CN" altLang="en-US" sz="1400" dirty="0">
                <a:solidFill>
                  <a:srgbClr val="CA30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的私钥 </a:t>
            </a:r>
            <a:r>
              <a:rPr kumimoji="1" lang="en-US" altLang="zh-CN" sz="1400" dirty="0">
                <a:solidFill>
                  <a:srgbClr val="CA30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</a:t>
            </a:r>
            <a:r>
              <a:rPr kumimoji="1" lang="en-US" altLang="zh-CN" sz="1400" baseline="-25000" dirty="0">
                <a:solidFill>
                  <a:srgbClr val="CA30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172" name="Freeform 48"/>
          <p:cNvSpPr/>
          <p:nvPr/>
        </p:nvSpPr>
        <p:spPr bwMode="auto">
          <a:xfrm>
            <a:off x="1733053" y="2735377"/>
            <a:ext cx="2708" cy="48615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3" name="Freeform 49"/>
          <p:cNvSpPr/>
          <p:nvPr/>
        </p:nvSpPr>
        <p:spPr bwMode="auto">
          <a:xfrm>
            <a:off x="7390658" y="2735377"/>
            <a:ext cx="10831" cy="472410"/>
          </a:xfrm>
          <a:custGeom>
            <a:avLst/>
            <a:gdLst>
              <a:gd name="T0" fmla="*/ 0 w 8"/>
              <a:gd name="T1" fmla="*/ 0 h 378"/>
              <a:gd name="T2" fmla="*/ 8 w 8"/>
              <a:gd name="T3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" h="378">
                <a:moveTo>
                  <a:pt x="0" y="0"/>
                </a:moveTo>
                <a:lnTo>
                  <a:pt x="8" y="378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4" name="Freeform 51"/>
          <p:cNvSpPr/>
          <p:nvPr/>
        </p:nvSpPr>
        <p:spPr bwMode="auto">
          <a:xfrm rot="16200000">
            <a:off x="7759862" y="3020271"/>
            <a:ext cx="177466" cy="667477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5" name="Freeform 52"/>
          <p:cNvSpPr/>
          <p:nvPr/>
        </p:nvSpPr>
        <p:spPr bwMode="auto">
          <a:xfrm>
            <a:off x="955909" y="3154046"/>
            <a:ext cx="492823" cy="289945"/>
          </a:xfrm>
          <a:custGeom>
            <a:avLst/>
            <a:gdLst>
              <a:gd name="T0" fmla="*/ 1 w 194"/>
              <a:gd name="T1" fmla="*/ 0 h 232"/>
              <a:gd name="T2" fmla="*/ 0 w 194"/>
              <a:gd name="T3" fmla="*/ 231 h 232"/>
              <a:gd name="T4" fmla="*/ 194 w 194"/>
              <a:gd name="T5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" h="232">
                <a:moveTo>
                  <a:pt x="1" y="0"/>
                </a:moveTo>
                <a:lnTo>
                  <a:pt x="0" y="231"/>
                </a:lnTo>
                <a:lnTo>
                  <a:pt x="194" y="23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6" name="Text Box 107"/>
          <p:cNvSpPr txBox="1">
            <a:spLocks noChangeArrowheads="1"/>
          </p:cNvSpPr>
          <p:nvPr/>
        </p:nvSpPr>
        <p:spPr bwMode="auto">
          <a:xfrm>
            <a:off x="4222668" y="2464177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</a:t>
            </a:r>
          </a:p>
        </p:txBody>
      </p:sp>
      <p:sp>
        <p:nvSpPr>
          <p:cNvPr id="177" name="Rectangle 110"/>
          <p:cNvSpPr>
            <a:spLocks noChangeArrowheads="1"/>
          </p:cNvSpPr>
          <p:nvPr/>
        </p:nvSpPr>
        <p:spPr bwMode="auto">
          <a:xfrm>
            <a:off x="7098965" y="3207787"/>
            <a:ext cx="705990" cy="457413"/>
          </a:xfrm>
          <a:prstGeom prst="rect">
            <a:avLst/>
          </a:prstGeom>
          <a:solidFill>
            <a:srgbClr val="9BBB59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E </a:t>
            </a:r>
            <a:r>
              <a:rPr lang="zh-CN" altLang="en-US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179" name="Text Box 113"/>
          <p:cNvSpPr txBox="1">
            <a:spLocks noChangeArrowheads="1"/>
          </p:cNvSpPr>
          <p:nvPr/>
        </p:nvSpPr>
        <p:spPr bwMode="auto">
          <a:xfrm>
            <a:off x="5160323" y="2062838"/>
            <a:ext cx="1204176" cy="3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4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kumimoji="1" lang="zh-CN" altLang="en-US" sz="14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的私钥 </a:t>
            </a:r>
            <a:r>
              <a:rPr kumimoji="1" lang="en-US" altLang="zh-CN" sz="14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</a:t>
            </a:r>
            <a:r>
              <a:rPr kumimoji="1" lang="en-US" altLang="zh-CN" sz="1400" baseline="-250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180" name="Rectangle 115"/>
          <p:cNvSpPr>
            <a:spLocks noChangeArrowheads="1"/>
          </p:cNvSpPr>
          <p:nvPr/>
        </p:nvSpPr>
        <p:spPr bwMode="auto">
          <a:xfrm>
            <a:off x="5655688" y="3207787"/>
            <a:ext cx="705990" cy="457413"/>
          </a:xfrm>
          <a:prstGeom prst="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381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spcFirstLastPara="0" vert="horz" wrap="square" lIns="10160" tIns="10160" rIns="10160" bIns="10160" numCol="1" spcCol="1270" anchor="ctr" anchorCtr="0">
            <a:noAutofit/>
          </a:bodyPr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D</a:t>
            </a:r>
            <a:r>
              <a:rPr lang="en-US" altLang="zh-CN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 </a:t>
            </a:r>
            <a:r>
              <a:rPr lang="zh-CN" altLang="en-US" sz="1400" dirty="0">
                <a:solidFill>
                  <a:schemeClr val="bg1"/>
                </a:solidFill>
                <a:latin typeface="Montserrat" panose="00000500000000000000" pitchFamily="2" charset="0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181" name="Line 116"/>
          <p:cNvSpPr>
            <a:spLocks noChangeShapeType="1"/>
          </p:cNvSpPr>
          <p:nvPr/>
        </p:nvSpPr>
        <p:spPr bwMode="auto">
          <a:xfrm>
            <a:off x="6361678" y="3434041"/>
            <a:ext cx="737287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2" name="Freeform 117"/>
          <p:cNvSpPr/>
          <p:nvPr/>
        </p:nvSpPr>
        <p:spPr bwMode="auto">
          <a:xfrm>
            <a:off x="3159682" y="2775368"/>
            <a:ext cx="8124" cy="459913"/>
          </a:xfrm>
          <a:custGeom>
            <a:avLst/>
            <a:gdLst>
              <a:gd name="T0" fmla="*/ 0 w 6"/>
              <a:gd name="T1" fmla="*/ 0 h 368"/>
              <a:gd name="T2" fmla="*/ 6 w 6"/>
              <a:gd name="T3" fmla="*/ 368 h 3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" h="368">
                <a:moveTo>
                  <a:pt x="0" y="0"/>
                </a:moveTo>
                <a:lnTo>
                  <a:pt x="6" y="368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3" name="Freeform 118"/>
          <p:cNvSpPr/>
          <p:nvPr/>
        </p:nvSpPr>
        <p:spPr bwMode="auto">
          <a:xfrm>
            <a:off x="5923012" y="2735377"/>
            <a:ext cx="2708" cy="486157"/>
          </a:xfrm>
          <a:custGeom>
            <a:avLst/>
            <a:gdLst>
              <a:gd name="T0" fmla="*/ 0 w 2"/>
              <a:gd name="T1" fmla="*/ 0 h 389"/>
              <a:gd name="T2" fmla="*/ 2 w 2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389">
                <a:moveTo>
                  <a:pt x="0" y="0"/>
                </a:moveTo>
                <a:lnTo>
                  <a:pt x="2" y="389"/>
                </a:lnTo>
              </a:path>
            </a:pathLst>
          </a:custGeom>
          <a:noFill/>
          <a:ln w="38100" cmpd="sng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4" name="Line 119"/>
          <p:cNvSpPr>
            <a:spLocks noChangeShapeType="1"/>
          </p:cNvSpPr>
          <p:nvPr/>
        </p:nvSpPr>
        <p:spPr bwMode="auto">
          <a:xfrm>
            <a:off x="2894315" y="4030435"/>
            <a:ext cx="334821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5" name="Text Box 120"/>
          <p:cNvSpPr txBox="1">
            <a:spLocks noChangeArrowheads="1"/>
          </p:cNvSpPr>
          <p:nvPr/>
        </p:nvSpPr>
        <p:spPr bwMode="auto">
          <a:xfrm>
            <a:off x="4065987" y="3884241"/>
            <a:ext cx="1018227" cy="292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3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加密与解密</a:t>
            </a:r>
          </a:p>
        </p:txBody>
      </p:sp>
      <p:sp>
        <p:nvSpPr>
          <p:cNvPr id="186" name="Line 121"/>
          <p:cNvSpPr>
            <a:spLocks noChangeShapeType="1"/>
          </p:cNvSpPr>
          <p:nvPr/>
        </p:nvSpPr>
        <p:spPr bwMode="auto">
          <a:xfrm>
            <a:off x="1507108" y="4389284"/>
            <a:ext cx="6262854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7" name="Text Box 122"/>
          <p:cNvSpPr txBox="1">
            <a:spLocks noChangeArrowheads="1"/>
          </p:cNvSpPr>
          <p:nvPr/>
        </p:nvSpPr>
        <p:spPr bwMode="auto">
          <a:xfrm>
            <a:off x="3902992" y="4235396"/>
            <a:ext cx="144142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14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签名与核实签名</a:t>
            </a:r>
          </a:p>
        </p:txBody>
      </p:sp>
      <p:sp>
        <p:nvSpPr>
          <p:cNvPr id="189" name="Text Box 126"/>
          <p:cNvSpPr txBox="1">
            <a:spLocks noChangeArrowheads="1"/>
          </p:cNvSpPr>
          <p:nvPr/>
        </p:nvSpPr>
        <p:spPr bwMode="auto">
          <a:xfrm>
            <a:off x="2508013" y="2062838"/>
            <a:ext cx="1213794" cy="31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</a:pPr>
            <a:r>
              <a:rPr kumimoji="1" lang="en-US" altLang="zh-CN" sz="14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kumimoji="1" lang="zh-CN" altLang="en-US" sz="14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 </a:t>
            </a:r>
            <a:r>
              <a:rPr kumimoji="1" lang="en-US" altLang="zh-CN" sz="14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PK</a:t>
            </a:r>
            <a:r>
              <a:rPr kumimoji="1" lang="en-US" altLang="zh-CN" sz="1400" baseline="-250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190" name="Text Box 127"/>
          <p:cNvSpPr txBox="1">
            <a:spLocks noChangeArrowheads="1"/>
          </p:cNvSpPr>
          <p:nvPr/>
        </p:nvSpPr>
        <p:spPr bwMode="auto">
          <a:xfrm>
            <a:off x="6703092" y="2062838"/>
            <a:ext cx="1241045" cy="330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zh-CN" sz="1400" dirty="0">
                <a:solidFill>
                  <a:srgbClr val="CA30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kumimoji="1" lang="zh-CN" altLang="en-US" sz="1400" dirty="0">
                <a:solidFill>
                  <a:srgbClr val="CA30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 </a:t>
            </a:r>
            <a:r>
              <a:rPr kumimoji="1" lang="en-US" altLang="zh-CN" sz="1400" dirty="0">
                <a:solidFill>
                  <a:srgbClr val="CA30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PK</a:t>
            </a:r>
            <a:r>
              <a:rPr kumimoji="1" lang="en-US" altLang="zh-CN" sz="1400" baseline="-25000" dirty="0">
                <a:solidFill>
                  <a:srgbClr val="CA30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191" name="Text Box 130"/>
          <p:cNvSpPr txBox="1">
            <a:spLocks noChangeArrowheads="1"/>
          </p:cNvSpPr>
          <p:nvPr/>
        </p:nvSpPr>
        <p:spPr bwMode="auto">
          <a:xfrm>
            <a:off x="4347061" y="2893541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密文</a:t>
            </a:r>
            <a:endParaRPr kumimoji="1" lang="zh-CN" altLang="en-US" sz="1400" i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92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02" y="2855069"/>
            <a:ext cx="404225" cy="40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332" y="2858436"/>
            <a:ext cx="404225" cy="40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" name="Line 114"/>
          <p:cNvSpPr>
            <a:spLocks noChangeShapeType="1"/>
          </p:cNvSpPr>
          <p:nvPr/>
        </p:nvSpPr>
        <p:spPr bwMode="auto">
          <a:xfrm>
            <a:off x="3594285" y="3435243"/>
            <a:ext cx="2079606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95" name="Picture 50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554425" y="2464863"/>
            <a:ext cx="319674" cy="18022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5732093" y="2395137"/>
            <a:ext cx="352055" cy="357633"/>
            <a:chOff x="5732093" y="1694638"/>
            <a:chExt cx="352055" cy="357633"/>
          </a:xfrm>
        </p:grpSpPr>
        <p:pic>
          <p:nvPicPr>
            <p:cNvPr id="197" name="Picture 3" descr="C:\Users\Administrator\Desktop\图片1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732093" y="1703789"/>
              <a:ext cx="352055" cy="348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8" name="矩形 197"/>
            <p:cNvSpPr/>
            <p:nvPr/>
          </p:nvSpPr>
          <p:spPr>
            <a:xfrm>
              <a:off x="5783979" y="1694638"/>
              <a:ext cx="246379" cy="340240"/>
            </a:xfrm>
            <a:prstGeom prst="rect">
              <a:avLst/>
            </a:prstGeom>
            <a:no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Montserrat" panose="00000500000000000000" pitchFamily="2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2100418" y="3128340"/>
                <a:ext cx="898323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418" y="3128340"/>
                <a:ext cx="898323" cy="3262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矩形 177"/>
              <p:cNvSpPr/>
              <p:nvPr/>
            </p:nvSpPr>
            <p:spPr>
              <a:xfrm>
                <a:off x="6314573" y="3128340"/>
                <a:ext cx="898323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SK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mc:Choice>
        <mc:Fallback>
          <p:sp>
            <p:nvSpPr>
              <p:cNvPr id="178" name="矩形 1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573" y="3128340"/>
                <a:ext cx="898323" cy="3262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矩形 195"/>
              <p:cNvSpPr/>
              <p:nvPr/>
            </p:nvSpPr>
            <p:spPr>
              <a:xfrm>
                <a:off x="3935325" y="3135666"/>
                <a:ext cx="1393330" cy="3262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sty m:val="p"/>
                            </m:rPr>
                            <a:rPr lang="en-US" altLang="zh-CN" sz="1400" b="0" i="0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PK</m:t>
                          </m:r>
                          <m:r>
                            <m:rPr>
                              <m:sty m:val="p"/>
                            </m:rPr>
                            <a:rPr lang="en-US" altLang="zh-CN" sz="1400" b="0" i="0" baseline="-40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zh-CN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4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</mc:Choice>
        <mc:Fallback>
          <p:sp>
            <p:nvSpPr>
              <p:cNvPr id="196" name="矩形 1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325" y="3135666"/>
                <a:ext cx="1393330" cy="326243"/>
              </a:xfrm>
              <a:prstGeom prst="rect">
                <a:avLst/>
              </a:prstGeom>
              <a:blipFill>
                <a:blip r:embed="rId9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73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83139"/>
            <a:ext cx="8207807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散列函数（又称为杂凑函数，哈希函数）在计算机领域中广泛使用。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符合密码学要求的散列函数又常称为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密码散列函数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(cryptographic hash function)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密码散列函数 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H(X)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应具有以下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四个特点：</a:t>
            </a: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结果的长度应较短和固定。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应具有很好的抗碰撞性，避免不同的输入产生相同的输出。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应是单向函数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(one-way function)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，不能逆向变换。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5963" lvl="1" indent="-341313" eaLnBrk="0" hangingPunct="0">
              <a:lnSpc>
                <a:spcPts val="3000"/>
              </a:lnSpc>
              <a:buClr>
                <a:srgbClr val="990099"/>
              </a:buClr>
              <a:buSzPct val="90000"/>
              <a:buFont typeface="+mj-lt"/>
              <a:buAutoNum type="arabicPeriod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其他特性：输出的每一个比特都与输入的每一个比特有关；仅改动输入的一个比特，输出也会相差极大；包括许多非线性运算等。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2165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557518" y="588442"/>
            <a:ext cx="20329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密码散列函数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5"/>
          <p:cNvSpPr>
            <a:spLocks noChangeArrowheads="1"/>
          </p:cNvSpPr>
          <p:nvPr/>
        </p:nvSpPr>
        <p:spPr bwMode="auto">
          <a:xfrm>
            <a:off x="504633" y="61910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22" name="矩形 4"/>
          <p:cNvSpPr>
            <a:spLocks noChangeArrowheads="1"/>
          </p:cNvSpPr>
          <p:nvPr/>
        </p:nvSpPr>
        <p:spPr bwMode="auto">
          <a:xfrm>
            <a:off x="622624" y="581976"/>
            <a:ext cx="27494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密码散列函数是单向的</a:t>
            </a:r>
          </a:p>
        </p:txBody>
      </p:sp>
      <p:sp>
        <p:nvSpPr>
          <p:cNvPr id="31" name="右箭头 30"/>
          <p:cNvSpPr/>
          <p:nvPr/>
        </p:nvSpPr>
        <p:spPr>
          <a:xfrm rot="10800000">
            <a:off x="2718455" y="2400484"/>
            <a:ext cx="3976798" cy="144369"/>
          </a:xfrm>
          <a:prstGeom prst="rightArrow">
            <a:avLst>
              <a:gd name="adj1" fmla="val 50000"/>
              <a:gd name="adj2" fmla="val 119191"/>
            </a:avLst>
          </a:prstGeom>
          <a:solidFill>
            <a:srgbClr val="0000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669591" y="1924296"/>
            <a:ext cx="3944978" cy="318149"/>
            <a:chOff x="2669591" y="1924296"/>
            <a:chExt cx="3944978" cy="318149"/>
          </a:xfrm>
        </p:grpSpPr>
        <p:sp>
          <p:nvSpPr>
            <p:cNvPr id="26" name="右箭头 25"/>
            <p:cNvSpPr/>
            <p:nvPr/>
          </p:nvSpPr>
          <p:spPr>
            <a:xfrm>
              <a:off x="2669591" y="2013373"/>
              <a:ext cx="1074978" cy="132592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右箭头 26"/>
            <p:cNvSpPr/>
            <p:nvPr/>
          </p:nvSpPr>
          <p:spPr>
            <a:xfrm>
              <a:off x="5434700" y="2027449"/>
              <a:ext cx="1179869" cy="135628"/>
            </a:xfrm>
            <a:prstGeom prst="rightArrow">
              <a:avLst>
                <a:gd name="adj1" fmla="val 50000"/>
                <a:gd name="adj2" fmla="val 119191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766444" y="1924296"/>
              <a:ext cx="1807636" cy="318149"/>
            </a:xfrm>
            <a:prstGeom prst="rect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单向散列变换 </a:t>
              </a:r>
              <a:endParaRPr lang="zh-CN" altLang="en-US" sz="1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522677" y="1954062"/>
            <a:ext cx="2295169" cy="995496"/>
            <a:chOff x="3522677" y="1954062"/>
            <a:chExt cx="2295169" cy="995496"/>
          </a:xfrm>
        </p:grpSpPr>
        <p:sp>
          <p:nvSpPr>
            <p:cNvPr id="33" name="TextBox 15"/>
            <p:cNvSpPr txBox="1"/>
            <p:nvPr/>
          </p:nvSpPr>
          <p:spPr>
            <a:xfrm>
              <a:off x="3522677" y="2611004"/>
              <a:ext cx="22951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itchFamily="18" charset="0"/>
                </a:rPr>
                <a:t>逆向变换是不可能的</a:t>
              </a:r>
            </a:p>
          </p:txBody>
        </p:sp>
        <p:sp>
          <p:nvSpPr>
            <p:cNvPr id="34" name="TextBox 18"/>
            <p:cNvSpPr txBox="1"/>
            <p:nvPr/>
          </p:nvSpPr>
          <p:spPr>
            <a:xfrm>
              <a:off x="4354963" y="1954062"/>
              <a:ext cx="56457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5400" b="1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Symbol" panose="05050102010706020507"/>
                </a:rPr>
                <a:t></a:t>
              </a:r>
              <a:endParaRPr lang="zh-CN" altLang="en-US" sz="54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429863" y="1265869"/>
            <a:ext cx="2059716" cy="1412400"/>
            <a:chOff x="6429863" y="1265869"/>
            <a:chExt cx="2059716" cy="1412400"/>
          </a:xfrm>
        </p:grpSpPr>
        <p:sp>
          <p:nvSpPr>
            <p:cNvPr id="30" name="TextBox 12"/>
            <p:cNvSpPr txBox="1"/>
            <p:nvPr/>
          </p:nvSpPr>
          <p:spPr>
            <a:xfrm>
              <a:off x="6429863" y="1265869"/>
              <a:ext cx="2059716" cy="6798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itchFamily="18" charset="0"/>
                </a:rPr>
                <a:t>输出固定长度</a:t>
              </a:r>
              <a:endPara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endParaRPr>
            </a:p>
            <a:p>
              <a:pPr algn="ctr">
                <a:lnSpc>
                  <a:spcPts val="2400"/>
                </a:lnSpc>
              </a:pPr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itchFamily="18" charset="0"/>
                </a:rPr>
                <a:t>的散列值 </a:t>
              </a:r>
              <a:r>
                <a:rPr lang="en-US" altLang="zh-CN" sz="16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itchFamily="18" charset="0"/>
                </a:rPr>
                <a:t>H</a:t>
              </a:r>
              <a:r>
                <a:rPr lang="en-US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itchFamily="18" charset="0"/>
                </a:rPr>
                <a:t>(</a:t>
              </a:r>
              <a:r>
                <a:rPr lang="en-US" altLang="zh-CN" sz="16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itchFamily="18" charset="0"/>
                </a:rPr>
                <a:t>X</a:t>
              </a:r>
              <a:r>
                <a:rPr lang="en-US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itchFamily="18" charset="0"/>
                </a:rPr>
                <a:t>)</a:t>
              </a:r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endParaRPr>
            </a:p>
          </p:txBody>
        </p:sp>
        <p:sp>
          <p:nvSpPr>
            <p:cNvPr id="25" name="流程图: 文档 24"/>
            <p:cNvSpPr/>
            <p:nvPr/>
          </p:nvSpPr>
          <p:spPr>
            <a:xfrm>
              <a:off x="6623598" y="1916527"/>
              <a:ext cx="1579109" cy="761742"/>
            </a:xfrm>
            <a:prstGeom prst="flowChartDocument">
              <a:avLst/>
            </a:prstGeom>
            <a:solidFill>
              <a:srgbClr val="99FF99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10010…1011</a:t>
              </a:r>
              <a:endParaRPr lang="zh-CN" altLang="en-US" sz="140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06148" y="1192271"/>
            <a:ext cx="1948078" cy="2503002"/>
            <a:chOff x="906148" y="1192271"/>
            <a:chExt cx="1948078" cy="2503002"/>
          </a:xfrm>
        </p:grpSpPr>
        <p:sp>
          <p:nvSpPr>
            <p:cNvPr id="28" name="流程图: 文档 27"/>
            <p:cNvSpPr/>
            <p:nvPr/>
          </p:nvSpPr>
          <p:spPr>
            <a:xfrm>
              <a:off x="1123857" y="1500946"/>
              <a:ext cx="1576667" cy="2194327"/>
            </a:xfrm>
            <a:prstGeom prst="flowChartDocumen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TextBox 2"/>
            <p:cNvSpPr txBox="1"/>
            <p:nvPr/>
          </p:nvSpPr>
          <p:spPr>
            <a:xfrm>
              <a:off x="906148" y="1192271"/>
              <a:ext cx="19480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任意长度的明文 </a:t>
              </a:r>
              <a:r>
                <a:rPr lang="en-US" altLang="zh-CN" sz="16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itchFamily="18" charset="0"/>
                </a:rPr>
                <a:t>X</a:t>
              </a:r>
              <a:endParaRPr lang="zh-CN" altLang="en-US" sz="1600" b="1" i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endParaRPr>
            </a:p>
          </p:txBody>
        </p:sp>
        <p:sp>
          <p:nvSpPr>
            <p:cNvPr id="29" name="TextBox 8"/>
            <p:cNvSpPr txBox="1"/>
            <p:nvPr/>
          </p:nvSpPr>
          <p:spPr>
            <a:xfrm>
              <a:off x="1131839" y="1503877"/>
              <a:ext cx="160499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这是要发送的不需要加密的明文，长度不限，</a:t>
              </a: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………</a:t>
              </a:r>
            </a:p>
            <a:p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……………………………,</a:t>
              </a:r>
            </a:p>
            <a:p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…………………………….</a:t>
              </a:r>
            </a:p>
            <a:p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…………………………….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41963"/>
            <a:ext cx="812901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Message Digest 5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报文摘要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的第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个版本。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Secure Hash Algorithm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安全散列算法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比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更安全，但计算起来却比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要慢些。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1995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年发布的新版本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 [RFC 3174]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在安全性方面有了很大的改进。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1910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81976"/>
            <a:ext cx="30059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实用的单向密码散列函数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21614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84486"/>
            <a:ext cx="13324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算法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3932"/>
            <a:ext cx="812901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的设计者 </a:t>
            </a:r>
            <a:r>
              <a:rPr lang="en-US" altLang="zh-CN" sz="2000" b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Rivest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曾提出一个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猜想：</a:t>
            </a: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基本思想：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用足够复杂的方法，使报文摘要代码中的每一位都与原来报文中的每一位有关。</a:t>
            </a:r>
          </a:p>
        </p:txBody>
      </p:sp>
      <p:sp>
        <p:nvSpPr>
          <p:cNvPr id="2" name="矩形 1"/>
          <p:cNvSpPr/>
          <p:nvPr/>
        </p:nvSpPr>
        <p:spPr>
          <a:xfrm>
            <a:off x="936372" y="1489377"/>
            <a:ext cx="7270378" cy="8775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marL="0" lvl="1">
              <a:lnSpc>
                <a:spcPts val="3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根据给定的 </a:t>
            </a:r>
            <a:r>
              <a:rPr lang="en-US" altLang="zh-CN" sz="200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200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报文摘要代码，要找出一个与原来报文有相同报文摘要的另一报文，其难度在计算上几乎是不可能的。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5"/>
          <p:cNvSpPr>
            <a:spLocks noChangeArrowheads="1"/>
          </p:cNvSpPr>
          <p:nvPr/>
        </p:nvSpPr>
        <p:spPr bwMode="auto">
          <a:xfrm>
            <a:off x="504633" y="615159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622624" y="578031"/>
            <a:ext cx="24272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算法计算步骤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0964"/>
            <a:ext cx="8183676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58775" indent="-352425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附加：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把任意长的报文按模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b="1" baseline="30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64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计算其余数（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64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位），追加在报文的后面。</a:t>
            </a:r>
          </a:p>
          <a:p>
            <a:pPr marL="358775" indent="-352425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填充：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在报文和余数之间填充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～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512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位，使得填充后的总长度是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512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的整数倍。填充的首位是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，后面都是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2085029" y="2290979"/>
            <a:ext cx="2672348" cy="366793"/>
          </a:xfrm>
          <a:prstGeom prst="rect">
            <a:avLst/>
          </a:prstGeom>
          <a:solidFill>
            <a:srgbClr val="0000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4757377" y="2290979"/>
            <a:ext cx="1257576" cy="366793"/>
          </a:xfrm>
          <a:prstGeom prst="rect">
            <a:avLst/>
          </a:prstGeom>
          <a:solidFill>
            <a:srgbClr val="CC0099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1000…00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014953" y="2290979"/>
            <a:ext cx="1047980" cy="366793"/>
          </a:xfrm>
          <a:prstGeom prst="rect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余数</a:t>
            </a: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085029" y="2710171"/>
            <a:ext cx="0" cy="94318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9"/>
          <p:cNvCxnSpPr/>
          <p:nvPr/>
        </p:nvCxnSpPr>
        <p:spPr bwMode="auto">
          <a:xfrm>
            <a:off x="4757377" y="2710171"/>
            <a:ext cx="0" cy="36679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0"/>
          <p:cNvCxnSpPr/>
          <p:nvPr/>
        </p:nvCxnSpPr>
        <p:spPr bwMode="auto">
          <a:xfrm>
            <a:off x="6014953" y="2710171"/>
            <a:ext cx="0" cy="68118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连接符 11"/>
          <p:cNvCxnSpPr/>
          <p:nvPr/>
        </p:nvCxnSpPr>
        <p:spPr bwMode="auto">
          <a:xfrm>
            <a:off x="7039366" y="2710171"/>
            <a:ext cx="0" cy="94318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/>
          <p:cNvCxnSpPr/>
          <p:nvPr/>
        </p:nvCxnSpPr>
        <p:spPr bwMode="auto">
          <a:xfrm>
            <a:off x="2085029" y="2893567"/>
            <a:ext cx="2672348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/>
          <p:cNvCxnSpPr/>
          <p:nvPr/>
        </p:nvCxnSpPr>
        <p:spPr bwMode="auto">
          <a:xfrm>
            <a:off x="2085029" y="3181761"/>
            <a:ext cx="3929924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/>
          <p:cNvCxnSpPr/>
          <p:nvPr/>
        </p:nvCxnSpPr>
        <p:spPr bwMode="auto">
          <a:xfrm>
            <a:off x="2085029" y="3496155"/>
            <a:ext cx="4954337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2928606" y="2762570"/>
            <a:ext cx="902811" cy="307777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报文长度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9019" y="3050764"/>
            <a:ext cx="2802370" cy="307777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带填充位的长度，模 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512 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余 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448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37914" y="3350579"/>
            <a:ext cx="2005677" cy="307777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总长度，</a:t>
            </a:r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512 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的整数倍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6014953" y="3047802"/>
            <a:ext cx="1024412" cy="307777"/>
            <a:chOff x="6969224" y="5477162"/>
            <a:chExt cx="1407773" cy="422956"/>
          </a:xfrm>
        </p:grpSpPr>
        <p:cxnSp>
          <p:nvCxnSpPr>
            <p:cNvPr id="20" name="直接箭头连接符 19"/>
            <p:cNvCxnSpPr/>
            <p:nvPr/>
          </p:nvCxnSpPr>
          <p:spPr bwMode="auto">
            <a:xfrm>
              <a:off x="6969224" y="5657182"/>
              <a:ext cx="140777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TextBox 20"/>
            <p:cNvSpPr txBox="1"/>
            <p:nvPr/>
          </p:nvSpPr>
          <p:spPr>
            <a:xfrm>
              <a:off x="7321259" y="5477162"/>
              <a:ext cx="850755" cy="422956"/>
            </a:xfrm>
            <a:prstGeom prst="rect">
              <a:avLst/>
            </a:prstGeom>
            <a:solidFill>
              <a:srgbClr val="C5E5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kumimoji="1" sz="1400" b="1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64 </a:t>
              </a:r>
              <a:r>
                <a:rPr lang="zh-CN" altLang="en-US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5"/>
          <p:cNvSpPr>
            <a:spLocks noChangeArrowheads="1"/>
          </p:cNvSpPr>
          <p:nvPr/>
        </p:nvSpPr>
        <p:spPr bwMode="auto">
          <a:xfrm>
            <a:off x="504633" y="615159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24" name="矩形 4"/>
          <p:cNvSpPr>
            <a:spLocks noChangeArrowheads="1"/>
          </p:cNvSpPr>
          <p:nvPr/>
        </p:nvSpPr>
        <p:spPr bwMode="auto">
          <a:xfrm>
            <a:off x="622624" y="578031"/>
            <a:ext cx="24272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算法计算步骤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0964"/>
            <a:ext cx="818367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58775" indent="-352425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 startAt="3"/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分组：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把追加和填充后的报文分割为多个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512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位的数据块，每个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512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位的报文数据再分成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128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位的数据块。</a:t>
            </a:r>
          </a:p>
          <a:p>
            <a:pPr marL="358775" indent="-352425" eaLnBrk="0" hangingPunct="0">
              <a:lnSpc>
                <a:spcPts val="3000"/>
              </a:lnSpc>
              <a:buClr>
                <a:srgbClr val="990099"/>
              </a:buClr>
              <a:buFont typeface="+mj-lt"/>
              <a:buAutoNum type="arabicPeriod" startAt="3"/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计算：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128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位的数据块依次送到不同的散列函数进行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轮计算。每一轮又都按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32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位的小数据块进行复杂的运算。一直到最后计算出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报文摘要代码（</a:t>
            </a:r>
            <a:r>
              <a:rPr lang="en-US" altLang="zh-CN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128 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</a:p>
        </p:txBody>
      </p:sp>
      <p:sp>
        <p:nvSpPr>
          <p:cNvPr id="2" name="矩形 1"/>
          <p:cNvSpPr/>
          <p:nvPr/>
        </p:nvSpPr>
        <p:spPr>
          <a:xfrm>
            <a:off x="905435" y="2976900"/>
            <a:ext cx="7234518" cy="13915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2004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年，中国学者王小云发表了轰动世界的密码学论文，证明可以用系统的方法找出一对报文，这对报文具有相同的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报文，而这仅需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15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分钟，或不到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小时。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的安全性就产生了动摇。随后，又有许多学者开发了对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实际的攻击。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最终被安全散列算法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标准所取代。</a:t>
            </a:r>
          </a:p>
        </p:txBody>
      </p:sp>
    </p:spTree>
    <p:extLst>
      <p:ext uri="{BB962C8B-B14F-4D97-AF65-F5344CB8AC3E}">
        <p14:creationId xmlns:p14="http://schemas.microsoft.com/office/powerpoint/2010/main" val="74961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79248"/>
            <a:ext cx="25090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安全散列算法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</a:t>
            </a:r>
            <a:endParaRPr lang="zh-CN" altLang="en-US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5606"/>
            <a:ext cx="812901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安全散列算法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(Secure Hash Algorithm)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：由美国标准与技术协会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NIST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提出的一个散列算法系列。</a:t>
            </a: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相似，但其散列值的长度为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160 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也是先把输入报文划分为许多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512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位长的数据块，然后经过复杂运算后得出散列值。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4400" y="2979662"/>
            <a:ext cx="7091082" cy="116955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但 </a:t>
            </a:r>
            <a:r>
              <a:rPr lang="en-US" altLang="zh-CN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 </a:t>
            </a:r>
            <a:r>
              <a:rPr lang="zh-CN" altLang="en-US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后来也被证明其实际安全性并未达到设计要求，并且也曾被王小云教授的研究团队攻破。谷歌也宣布了攻破 </a:t>
            </a:r>
            <a:r>
              <a:rPr lang="en-US" altLang="zh-CN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 </a:t>
            </a:r>
            <a:r>
              <a:rPr lang="zh-CN" altLang="en-US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的消息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。许多组织都已纷纷宣布停用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zh-CN" altLang="en-US" b="1" dirty="0">
              <a:solidFill>
                <a:schemeClr val="dk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22624" y="579248"/>
            <a:ext cx="25090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安全散列算法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</a:t>
            </a:r>
            <a:endParaRPr lang="zh-CN" altLang="en-US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5606"/>
            <a:ext cx="812901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已被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SHA-2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SHA-3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所替代。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SHA-2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的多种变型：</a:t>
            </a: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 eaLnBrk="0" hangingPunct="0">
              <a:lnSpc>
                <a:spcPts val="2800"/>
              </a:lnSpc>
              <a:buClr>
                <a:srgbClr val="0070C0"/>
              </a:buClr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SHA-224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SHA-256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SHA-384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SHA-512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SHA-3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的多种变型：</a:t>
            </a: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lvl="2" eaLnBrk="0" hangingPunct="0">
              <a:lnSpc>
                <a:spcPts val="2800"/>
              </a:lnSpc>
              <a:buClr>
                <a:srgbClr val="0070C0"/>
              </a:buClr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SHA3-224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SHA3-256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SHA3-384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SHA3-512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SHA-3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采用了与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SHA-2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完全不同的散列函数。</a:t>
            </a:r>
          </a:p>
        </p:txBody>
      </p:sp>
      <p:sp>
        <p:nvSpPr>
          <p:cNvPr id="2" name="矩形 1"/>
          <p:cNvSpPr/>
          <p:nvPr/>
        </p:nvSpPr>
        <p:spPr>
          <a:xfrm>
            <a:off x="1479176" y="3232043"/>
            <a:ext cx="5979459" cy="7227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目前，</a:t>
            </a:r>
            <a:r>
              <a:rPr lang="zh-CN" altLang="en-US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密码学家尚无法把一个任意已知的报文 </a:t>
            </a:r>
            <a:r>
              <a:rPr lang="en-US" altLang="zh-CN" b="1" i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zh-CN" altLang="en-US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，篡改为具有同样 </a:t>
            </a:r>
            <a:r>
              <a:rPr lang="en-US" altLang="zh-CN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 </a:t>
            </a:r>
            <a:r>
              <a:rPr lang="en-US" altLang="zh-CN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 </a:t>
            </a:r>
            <a:r>
              <a:rPr lang="zh-CN" altLang="en-US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散列值的另一报文 </a:t>
            </a:r>
            <a:r>
              <a:rPr lang="en-US" altLang="zh-CN" b="1" i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Y</a:t>
            </a:r>
            <a:r>
              <a:rPr lang="zh-CN" altLang="en-US" b="1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8216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9475" y="61832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788076" y="585114"/>
            <a:ext cx="3571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用报文鉴别码实现报文鉴别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961046"/>
            <a:ext cx="8473161" cy="433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散列函数问题：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可以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防篡改，但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不能防伪造，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不能真正实现报文鉴别。</a:t>
            </a:r>
          </a:p>
        </p:txBody>
      </p:sp>
      <p:grpSp>
        <p:nvGrpSpPr>
          <p:cNvPr id="85" name="组合 84"/>
          <p:cNvGrpSpPr/>
          <p:nvPr/>
        </p:nvGrpSpPr>
        <p:grpSpPr>
          <a:xfrm>
            <a:off x="4573166" y="2581858"/>
            <a:ext cx="1334311" cy="273985"/>
            <a:chOff x="4573166" y="2581858"/>
            <a:chExt cx="1334311" cy="273985"/>
          </a:xfrm>
        </p:grpSpPr>
        <p:sp>
          <p:nvSpPr>
            <p:cNvPr id="35" name="Rectangle 20"/>
            <p:cNvSpPr>
              <a:spLocks noChangeArrowheads="1"/>
            </p:cNvSpPr>
            <p:nvPr/>
          </p:nvSpPr>
          <p:spPr bwMode="auto">
            <a:xfrm>
              <a:off x="5503043" y="2627522"/>
              <a:ext cx="40443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H(X)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4573166" y="2764515"/>
              <a:ext cx="9298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 flipV="1">
              <a:off x="4583214" y="258185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4773998" y="1723203"/>
            <a:ext cx="1133479" cy="639299"/>
            <a:chOff x="4773998" y="1723203"/>
            <a:chExt cx="1133479" cy="639299"/>
          </a:xfrm>
        </p:grpSpPr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5504476" y="1896895"/>
              <a:ext cx="403001" cy="228321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H'(X)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0" name="Text Box 25"/>
            <p:cNvSpPr txBox="1">
              <a:spLocks noChangeArrowheads="1"/>
            </p:cNvSpPr>
            <p:nvPr/>
          </p:nvSpPr>
          <p:spPr bwMode="auto">
            <a:xfrm>
              <a:off x="5039856" y="1766561"/>
              <a:ext cx="31611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</a:t>
              </a:r>
            </a:p>
          </p:txBody>
        </p:sp>
        <p:sp>
          <p:nvSpPr>
            <p:cNvPr id="41" name="AutoShape 26"/>
            <p:cNvSpPr/>
            <p:nvPr/>
          </p:nvSpPr>
          <p:spPr bwMode="auto">
            <a:xfrm>
              <a:off x="4773998" y="1723203"/>
              <a:ext cx="129357" cy="639299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2" name="Line 27"/>
            <p:cNvSpPr>
              <a:spLocks noChangeShapeType="1"/>
            </p:cNvSpPr>
            <p:nvPr/>
          </p:nvSpPr>
          <p:spPr bwMode="auto">
            <a:xfrm>
              <a:off x="4994192" y="2033888"/>
              <a:ext cx="4109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5633436" y="2170880"/>
            <a:ext cx="681627" cy="410978"/>
            <a:chOff x="5633436" y="2170880"/>
            <a:chExt cx="681627" cy="410978"/>
          </a:xfrm>
        </p:grpSpPr>
        <p:sp>
          <p:nvSpPr>
            <p:cNvPr id="43" name="AutoShape 28"/>
            <p:cNvSpPr>
              <a:spLocks noChangeArrowheads="1"/>
            </p:cNvSpPr>
            <p:nvPr/>
          </p:nvSpPr>
          <p:spPr bwMode="auto">
            <a:xfrm>
              <a:off x="5633436" y="2170880"/>
              <a:ext cx="136993" cy="410978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FF00"/>
            </a:solidFill>
            <a:ln w="6350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4" name="Text Box 29"/>
            <p:cNvSpPr txBox="1">
              <a:spLocks noChangeArrowheads="1"/>
            </p:cNvSpPr>
            <p:nvPr/>
          </p:nvSpPr>
          <p:spPr bwMode="auto">
            <a:xfrm>
              <a:off x="5771324" y="2193712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比较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319689" y="1844382"/>
            <a:ext cx="791008" cy="481090"/>
            <a:chOff x="4641155" y="1412783"/>
            <a:chExt cx="1319957" cy="802796"/>
          </a:xfrm>
        </p:grpSpPr>
        <p:sp>
          <p:nvSpPr>
            <p:cNvPr id="30" name="右箭头 29"/>
            <p:cNvSpPr/>
            <p:nvPr/>
          </p:nvSpPr>
          <p:spPr bwMode="auto">
            <a:xfrm>
              <a:off x="4641155" y="1744885"/>
              <a:ext cx="1319957" cy="470694"/>
            </a:xfrm>
            <a:prstGeom prst="rightArrow">
              <a:avLst/>
            </a:prstGeom>
            <a:solidFill>
              <a:srgbClr val="99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100" b="0" i="0" u="none" strike="noStrike" cap="none" normalizeH="0" baseline="0" dirty="0">
                <a:ln>
                  <a:noFill/>
                </a:ln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1" name="TextBox 28"/>
            <p:cNvSpPr txBox="1"/>
            <p:nvPr/>
          </p:nvSpPr>
          <p:spPr>
            <a:xfrm>
              <a:off x="4808985" y="1412783"/>
              <a:ext cx="907339" cy="513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CC0099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发送</a:t>
              </a:r>
            </a:p>
          </p:txBody>
        </p:sp>
      </p:grp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749867" y="1714238"/>
            <a:ext cx="365314" cy="639299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88150" y="1714238"/>
            <a:ext cx="365314" cy="870478"/>
            <a:chOff x="3730055" y="1669413"/>
            <a:chExt cx="365314" cy="870478"/>
          </a:xfrm>
        </p:grpSpPr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3730055" y="1669413"/>
              <a:ext cx="365314" cy="639299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</a:p>
          </p:txBody>
        </p:sp>
        <p:sp>
          <p:nvSpPr>
            <p:cNvPr id="24" name="Rectangle 14" descr="浅色竖线"/>
            <p:cNvSpPr>
              <a:spLocks noChangeArrowheads="1"/>
            </p:cNvSpPr>
            <p:nvPr/>
          </p:nvSpPr>
          <p:spPr bwMode="auto">
            <a:xfrm>
              <a:off x="3730055" y="2311570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100" b="1" i="1" kern="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H(X)</a:t>
              </a:r>
              <a:endParaRPr kumimoji="1" lang="zh-CN" altLang="en-US" sz="1100" b="1" i="1" kern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115181" y="2581858"/>
            <a:ext cx="765674" cy="182657"/>
            <a:chOff x="2115181" y="2581858"/>
            <a:chExt cx="765674" cy="182657"/>
          </a:xfrm>
        </p:grpSpPr>
        <p:sp>
          <p:nvSpPr>
            <p:cNvPr id="25" name="Line 15"/>
            <p:cNvSpPr>
              <a:spLocks noChangeShapeType="1"/>
            </p:cNvSpPr>
            <p:nvPr/>
          </p:nvSpPr>
          <p:spPr bwMode="auto">
            <a:xfrm>
              <a:off x="2115181" y="2764515"/>
              <a:ext cx="7656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Line 16"/>
            <p:cNvSpPr>
              <a:spLocks noChangeShapeType="1"/>
            </p:cNvSpPr>
            <p:nvPr/>
          </p:nvSpPr>
          <p:spPr bwMode="auto">
            <a:xfrm flipV="1">
              <a:off x="2879772" y="258185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1655926" y="2328446"/>
            <a:ext cx="459255" cy="527397"/>
            <a:chOff x="1655926" y="2328446"/>
            <a:chExt cx="459255" cy="527397"/>
          </a:xfrm>
        </p:grpSpPr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1749867" y="2627522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H(X)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>
              <a:off x="1932524" y="2353537"/>
              <a:ext cx="0" cy="27398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655926" y="2328446"/>
              <a:ext cx="31611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383455" y="1714238"/>
            <a:ext cx="365314" cy="870478"/>
            <a:chOff x="3730055" y="1669413"/>
            <a:chExt cx="365314" cy="870478"/>
          </a:xfrm>
        </p:grpSpPr>
        <p:sp>
          <p:nvSpPr>
            <p:cNvPr id="48" name="Rectangle 13"/>
            <p:cNvSpPr>
              <a:spLocks noChangeArrowheads="1"/>
            </p:cNvSpPr>
            <p:nvPr/>
          </p:nvSpPr>
          <p:spPr bwMode="auto">
            <a:xfrm>
              <a:off x="3730055" y="1669413"/>
              <a:ext cx="365314" cy="639299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</a:p>
          </p:txBody>
        </p:sp>
        <p:sp>
          <p:nvSpPr>
            <p:cNvPr id="49" name="Rectangle 14" descr="浅色竖线"/>
            <p:cNvSpPr>
              <a:spLocks noChangeArrowheads="1"/>
            </p:cNvSpPr>
            <p:nvPr/>
          </p:nvSpPr>
          <p:spPr bwMode="auto">
            <a:xfrm>
              <a:off x="3730055" y="2311570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1100" b="1" i="1" kern="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H(X)</a:t>
              </a:r>
              <a:endParaRPr kumimoji="1" lang="zh-CN" altLang="en-US" sz="1100" b="1" i="1" kern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3" name="左大括号 2"/>
          <p:cNvSpPr/>
          <p:nvPr/>
        </p:nvSpPr>
        <p:spPr>
          <a:xfrm>
            <a:off x="6297134" y="2033888"/>
            <a:ext cx="144192" cy="629230"/>
          </a:xfrm>
          <a:prstGeom prst="leftBrace">
            <a:avLst>
              <a:gd name="adj1" fmla="val 16475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51373" y="1728367"/>
            <a:ext cx="1587137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H’(X) </a:t>
            </a:r>
            <a:r>
              <a:rPr kumimoji="1" lang="en-US" altLang="zh-CN" sz="1600" b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i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H(X)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是 </a:t>
            </a:r>
            <a:r>
              <a:rPr kumimoji="1" lang="en-US" altLang="zh-CN" sz="1400" b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发送过来的。</a:t>
            </a:r>
            <a:endParaRPr kumimoji="1" lang="en-US" altLang="zh-CN" sz="1400" b="1" kern="0" dirty="0">
              <a:solidFill>
                <a:srgbClr val="0000FF"/>
              </a:solidFill>
              <a:latin typeface="Montserrat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451373" y="2361174"/>
            <a:ext cx="1759428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H’(X) </a:t>
            </a:r>
            <a:r>
              <a:rPr kumimoji="1" lang="en-US" altLang="zh-CN" sz="1600" b="1" kern="0" dirty="0"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≠ </a:t>
            </a:r>
            <a:r>
              <a:rPr kumimoji="1" lang="en-US" altLang="zh-CN" sz="1600" b="1" i="1" kern="0" dirty="0"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H(X)</a:t>
            </a:r>
            <a:r>
              <a:rPr kumimoji="1" lang="zh-CN" altLang="en-US" sz="1400" b="1" kern="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不是 </a:t>
            </a:r>
            <a:r>
              <a:rPr kumimoji="1" lang="en-US" altLang="zh-CN" sz="1400" b="1" kern="0" dirty="0"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发送过来的。</a:t>
            </a:r>
            <a:endParaRPr kumimoji="1" lang="en-US" altLang="zh-CN" sz="1400" b="1" kern="0" dirty="0">
              <a:latin typeface="Montserrat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3319689" y="3277537"/>
            <a:ext cx="791008" cy="481090"/>
            <a:chOff x="4641155" y="1412783"/>
            <a:chExt cx="1319957" cy="802796"/>
          </a:xfrm>
        </p:grpSpPr>
        <p:sp>
          <p:nvSpPr>
            <p:cNvPr id="63" name="右箭头 62"/>
            <p:cNvSpPr/>
            <p:nvPr/>
          </p:nvSpPr>
          <p:spPr bwMode="auto">
            <a:xfrm>
              <a:off x="4641155" y="1744885"/>
              <a:ext cx="1319957" cy="470694"/>
            </a:xfrm>
            <a:prstGeom prst="rightArrow">
              <a:avLst/>
            </a:prstGeom>
            <a:solidFill>
              <a:srgbClr val="99FF6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100" b="0" i="0" u="none" strike="noStrike" cap="none" normalizeH="0" baseline="0" dirty="0">
                <a:ln>
                  <a:noFill/>
                </a:ln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4" name="TextBox 28"/>
            <p:cNvSpPr txBox="1"/>
            <p:nvPr/>
          </p:nvSpPr>
          <p:spPr>
            <a:xfrm>
              <a:off x="4808985" y="1412783"/>
              <a:ext cx="907339" cy="513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CC0099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发送</a:t>
              </a: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1655926" y="3147393"/>
            <a:ext cx="1397538" cy="1141605"/>
            <a:chOff x="1655926" y="3048778"/>
            <a:chExt cx="1397538" cy="1141605"/>
          </a:xfrm>
        </p:grpSpPr>
        <p:sp>
          <p:nvSpPr>
            <p:cNvPr id="65" name="Rectangle 5"/>
            <p:cNvSpPr>
              <a:spLocks noChangeArrowheads="1"/>
            </p:cNvSpPr>
            <p:nvPr/>
          </p:nvSpPr>
          <p:spPr bwMode="auto">
            <a:xfrm>
              <a:off x="1749867" y="3048778"/>
              <a:ext cx="365314" cy="639299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1" kern="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</a:t>
              </a:r>
              <a:endParaRPr kumimoji="1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6" name="Rectangle 6"/>
            <p:cNvSpPr>
              <a:spLocks noChangeArrowheads="1"/>
            </p:cNvSpPr>
            <p:nvPr/>
          </p:nvSpPr>
          <p:spPr bwMode="auto">
            <a:xfrm>
              <a:off x="1749867" y="3962062"/>
              <a:ext cx="365314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H(M)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7" name="Line 8"/>
            <p:cNvSpPr>
              <a:spLocks noChangeShapeType="1"/>
            </p:cNvSpPr>
            <p:nvPr/>
          </p:nvSpPr>
          <p:spPr bwMode="auto">
            <a:xfrm>
              <a:off x="1932524" y="3688077"/>
              <a:ext cx="0" cy="27398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2688150" y="3048778"/>
              <a:ext cx="365314" cy="870478"/>
              <a:chOff x="3730055" y="1669413"/>
              <a:chExt cx="365314" cy="870478"/>
            </a:xfrm>
          </p:grpSpPr>
          <p:sp>
            <p:nvSpPr>
              <p:cNvPr id="69" name="Rectangle 13"/>
              <p:cNvSpPr>
                <a:spLocks noChangeArrowheads="1"/>
              </p:cNvSpPr>
              <p:nvPr/>
            </p:nvSpPr>
            <p:spPr bwMode="auto">
              <a:xfrm>
                <a:off x="3730055" y="1669413"/>
                <a:ext cx="365314" cy="639299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1" kern="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M</a:t>
                </a:r>
                <a:endParaRPr kumimoji="1" lang="en-US" altLang="zh-CN" sz="1600" b="1" i="1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70" name="Rectangle 14" descr="浅色竖线"/>
              <p:cNvSpPr>
                <a:spLocks noChangeArrowheads="1"/>
              </p:cNvSpPr>
              <p:nvPr/>
            </p:nvSpPr>
            <p:spPr bwMode="auto">
              <a:xfrm>
                <a:off x="3730055" y="2311570"/>
                <a:ext cx="365314" cy="228321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1100" b="1" i="1" kern="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H(M)</a:t>
                </a:r>
                <a:endParaRPr kumimoji="1" lang="zh-CN" altLang="en-US" sz="1100" b="1" i="1" kern="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71" name="Line 15"/>
            <p:cNvSpPr>
              <a:spLocks noChangeShapeType="1"/>
            </p:cNvSpPr>
            <p:nvPr/>
          </p:nvSpPr>
          <p:spPr bwMode="auto">
            <a:xfrm>
              <a:off x="2115181" y="4099055"/>
              <a:ext cx="76567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 flipV="1">
              <a:off x="2879772" y="391639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1655926" y="3662986"/>
              <a:ext cx="31611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</a:t>
              </a: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4383455" y="3147393"/>
            <a:ext cx="1931608" cy="1141605"/>
            <a:chOff x="4383455" y="3048778"/>
            <a:chExt cx="1931608" cy="1141605"/>
          </a:xfrm>
        </p:grpSpPr>
        <p:sp>
          <p:nvSpPr>
            <p:cNvPr id="53" name="Rectangle 20"/>
            <p:cNvSpPr>
              <a:spLocks noChangeArrowheads="1"/>
            </p:cNvSpPr>
            <p:nvPr/>
          </p:nvSpPr>
          <p:spPr bwMode="auto">
            <a:xfrm>
              <a:off x="5447251" y="3962062"/>
              <a:ext cx="460226" cy="228321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H(M)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4573166" y="4099055"/>
              <a:ext cx="87408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5" name="Line 23"/>
            <p:cNvSpPr>
              <a:spLocks noChangeShapeType="1"/>
            </p:cNvSpPr>
            <p:nvPr/>
          </p:nvSpPr>
          <p:spPr bwMode="auto">
            <a:xfrm flipV="1">
              <a:off x="4583214" y="3916398"/>
              <a:ext cx="0" cy="18265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6" name="Rectangle 24"/>
            <p:cNvSpPr>
              <a:spLocks noChangeArrowheads="1"/>
            </p:cNvSpPr>
            <p:nvPr/>
          </p:nvSpPr>
          <p:spPr bwMode="auto">
            <a:xfrm>
              <a:off x="5447251" y="3231435"/>
              <a:ext cx="460226" cy="228321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vl="0" algn="ctr">
                <a:defRPr/>
              </a:pPr>
              <a:r>
                <a:rPr kumimoji="1" lang="en-US" altLang="zh-CN" sz="1100" b="1" i="1" kern="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H'(M)</a:t>
              </a:r>
              <a:endParaRPr kumimoji="1" lang="en-US" altLang="zh-CN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7" name="Text Box 25"/>
            <p:cNvSpPr txBox="1">
              <a:spLocks noChangeArrowheads="1"/>
            </p:cNvSpPr>
            <p:nvPr/>
          </p:nvSpPr>
          <p:spPr bwMode="auto">
            <a:xfrm>
              <a:off x="5039856" y="3101101"/>
              <a:ext cx="316112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</a:t>
              </a:r>
            </a:p>
          </p:txBody>
        </p:sp>
        <p:sp>
          <p:nvSpPr>
            <p:cNvPr id="58" name="AutoShape 26"/>
            <p:cNvSpPr/>
            <p:nvPr/>
          </p:nvSpPr>
          <p:spPr bwMode="auto">
            <a:xfrm>
              <a:off x="4773998" y="3057743"/>
              <a:ext cx="129357" cy="639299"/>
            </a:xfrm>
            <a:prstGeom prst="rightBrace">
              <a:avLst>
                <a:gd name="adj1" fmla="val 29167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9" name="Line 27"/>
            <p:cNvSpPr>
              <a:spLocks noChangeShapeType="1"/>
            </p:cNvSpPr>
            <p:nvPr/>
          </p:nvSpPr>
          <p:spPr bwMode="auto">
            <a:xfrm>
              <a:off x="4994192" y="3368428"/>
              <a:ext cx="41097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0" name="AutoShape 28"/>
            <p:cNvSpPr>
              <a:spLocks noChangeArrowheads="1"/>
            </p:cNvSpPr>
            <p:nvPr/>
          </p:nvSpPr>
          <p:spPr bwMode="auto">
            <a:xfrm>
              <a:off x="5618196" y="3505420"/>
              <a:ext cx="136993" cy="410978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FF00"/>
            </a:solidFill>
            <a:ln w="6350">
              <a:solidFill>
                <a:srgbClr val="000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1" name="Text Box 29"/>
            <p:cNvSpPr txBox="1">
              <a:spLocks noChangeArrowheads="1"/>
            </p:cNvSpPr>
            <p:nvPr/>
          </p:nvSpPr>
          <p:spPr bwMode="auto">
            <a:xfrm>
              <a:off x="5771324" y="3528252"/>
              <a:ext cx="543739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400" b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比较</a:t>
              </a: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4383455" y="3048778"/>
              <a:ext cx="365314" cy="870478"/>
              <a:chOff x="3730055" y="1669413"/>
              <a:chExt cx="365314" cy="870478"/>
            </a:xfrm>
          </p:grpSpPr>
          <p:sp>
            <p:nvSpPr>
              <p:cNvPr id="75" name="Rectangle 13"/>
              <p:cNvSpPr>
                <a:spLocks noChangeArrowheads="1"/>
              </p:cNvSpPr>
              <p:nvPr/>
            </p:nvSpPr>
            <p:spPr bwMode="auto">
              <a:xfrm>
                <a:off x="3730055" y="1669413"/>
                <a:ext cx="365314" cy="639299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1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M</a:t>
                </a:r>
              </a:p>
            </p:txBody>
          </p:sp>
          <p:sp>
            <p:nvSpPr>
              <p:cNvPr id="76" name="Rectangle 14" descr="浅色竖线"/>
              <p:cNvSpPr>
                <a:spLocks noChangeArrowheads="1"/>
              </p:cNvSpPr>
              <p:nvPr/>
            </p:nvSpPr>
            <p:spPr bwMode="auto">
              <a:xfrm>
                <a:off x="3730055" y="2311570"/>
                <a:ext cx="365314" cy="228321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1100" b="1" i="1" kern="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H(M)</a:t>
                </a:r>
                <a:endParaRPr kumimoji="1" lang="zh-CN" altLang="en-US" sz="1100" b="1" i="1" kern="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78" name="文本框 77"/>
          <p:cNvSpPr txBox="1"/>
          <p:nvPr/>
        </p:nvSpPr>
        <p:spPr>
          <a:xfrm>
            <a:off x="6451373" y="3482168"/>
            <a:ext cx="1587137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kumimoji="1" lang="en-US" altLang="zh-CN" sz="1600" b="1" i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H’(M) </a:t>
            </a:r>
            <a:r>
              <a:rPr kumimoji="1" lang="en-US" altLang="zh-CN" sz="1600" b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i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H(M)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</a:t>
            </a:r>
            <a:endParaRPr kumimoji="1" lang="en-US" altLang="zh-CN" sz="1400" b="1" kern="0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400" b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是 </a:t>
            </a:r>
            <a:r>
              <a:rPr kumimoji="1" lang="en-US" altLang="zh-CN" sz="1400" b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 </a:t>
            </a:r>
            <a:r>
              <a:rPr kumimoji="1" lang="zh-CN" altLang="en-US" sz="1400" b="1" kern="0" dirty="0">
                <a:solidFill>
                  <a:srgbClr val="0000FF"/>
                </a:solidFill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发送过来的。</a:t>
            </a:r>
            <a:endParaRPr kumimoji="1" lang="en-US" altLang="zh-CN" sz="1400" b="1" kern="0" dirty="0">
              <a:solidFill>
                <a:srgbClr val="0000FF"/>
              </a:solidFill>
              <a:latin typeface="Montserrat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7" name="Text Box 9"/>
          <p:cNvSpPr txBox="1">
            <a:spLocks noChangeArrowheads="1"/>
          </p:cNvSpPr>
          <p:nvPr/>
        </p:nvSpPr>
        <p:spPr bwMode="auto">
          <a:xfrm>
            <a:off x="825009" y="1833870"/>
            <a:ext cx="85756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</a:t>
            </a:r>
            <a:r>
              <a:rPr kumimoji="1" lang="zh-CN" altLang="en-US" sz="1600" b="1" kern="0" noProof="0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CC00CC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9" name="Text Box 9"/>
          <p:cNvSpPr txBox="1">
            <a:spLocks noChangeArrowheads="1"/>
          </p:cNvSpPr>
          <p:nvPr/>
        </p:nvSpPr>
        <p:spPr bwMode="auto">
          <a:xfrm>
            <a:off x="825009" y="3222470"/>
            <a:ext cx="8189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1" lang="en-US" altLang="zh-CN" sz="1600" b="1" kern="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伪造</a:t>
            </a:r>
            <a:r>
              <a:rPr kumimoji="1" lang="zh-CN" altLang="en-US" sz="1600" b="1" kern="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</a:t>
            </a:r>
            <a:endParaRPr kumimoji="1" lang="en-US" altLang="zh-CN" sz="1600" b="1" kern="0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0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 animBg="1"/>
      <p:bldP spid="4" grpId="0"/>
      <p:bldP spid="50" grpId="0"/>
      <p:bldP spid="78" grpId="0"/>
      <p:bldP spid="7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81553"/>
            <a:ext cx="8129016" cy="470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解决方法：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采用报文鉴别码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9475" y="61832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788076" y="585114"/>
            <a:ext cx="3571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用报文鉴别码实现报文鉴别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43275" y="1515980"/>
            <a:ext cx="7331148" cy="136191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双方共享的密钥 </a:t>
            </a:r>
            <a:r>
              <a:rPr lang="en-US" altLang="zh-CN" sz="2000" b="1" i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与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 </a:t>
            </a:r>
            <a:r>
              <a:rPr lang="en-US" altLang="zh-CN" sz="2000" b="1" i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拼接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，然后进行散列运算。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散列运算得出的结果为固定长度的 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H(X + K)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，称为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报文鉴别码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(Message Authentication Code)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35292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用报文鉴别码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鉴别报文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28394" y="1067351"/>
            <a:ext cx="7631175" cy="2388484"/>
            <a:chOff x="750635" y="1041447"/>
            <a:chExt cx="7631175" cy="2388484"/>
          </a:xfrm>
        </p:grpSpPr>
        <p:sp>
          <p:nvSpPr>
            <p:cNvPr id="86" name="菱形 105"/>
            <p:cNvSpPr>
              <a:spLocks noChangeArrowheads="1"/>
            </p:cNvSpPr>
            <p:nvPr/>
          </p:nvSpPr>
          <p:spPr bwMode="auto">
            <a:xfrm>
              <a:off x="6804116" y="2811900"/>
              <a:ext cx="364280" cy="474845"/>
            </a:xfrm>
            <a:prstGeom prst="diamond">
              <a:avLst/>
            </a:prstGeom>
            <a:solidFill>
              <a:srgbClr val="00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7" name="矩形 116"/>
            <p:cNvSpPr>
              <a:spLocks noChangeArrowheads="1"/>
            </p:cNvSpPr>
            <p:nvPr/>
          </p:nvSpPr>
          <p:spPr bwMode="auto">
            <a:xfrm>
              <a:off x="7700905" y="1535319"/>
              <a:ext cx="564680" cy="20732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88" name="直接连接符 104"/>
            <p:cNvCxnSpPr>
              <a:cxnSpLocks noChangeShapeType="1"/>
            </p:cNvCxnSpPr>
            <p:nvPr/>
          </p:nvCxnSpPr>
          <p:spPr bwMode="auto">
            <a:xfrm>
              <a:off x="3536308" y="2117009"/>
              <a:ext cx="1398194" cy="0"/>
            </a:xfrm>
            <a:prstGeom prst="line">
              <a:avLst/>
            </a:prstGeom>
            <a:noFill/>
            <a:ln w="12700" algn="ctr">
              <a:solidFill>
                <a:srgbClr val="0000CC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89" name="Object 2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2842233"/>
                </p:ext>
              </p:extLst>
            </p:nvPr>
          </p:nvGraphicFramePr>
          <p:xfrm>
            <a:off x="4752361" y="1492029"/>
            <a:ext cx="1274981" cy="669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687068" imgH="964692" progId="">
                    <p:embed/>
                  </p:oleObj>
                </mc:Choice>
                <mc:Fallback>
                  <p:oleObj name="VISIO" r:id="rId2" imgW="1687068" imgH="964692" progId="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361" y="1492029"/>
                          <a:ext cx="1274981" cy="669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dist="25400" dir="54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" name="Line 203"/>
            <p:cNvSpPr>
              <a:spLocks noChangeShapeType="1"/>
            </p:cNvSpPr>
            <p:nvPr/>
          </p:nvSpPr>
          <p:spPr bwMode="auto">
            <a:xfrm rot="5400000">
              <a:off x="734249" y="2331380"/>
              <a:ext cx="765352" cy="1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1" name="Line 9"/>
            <p:cNvSpPr>
              <a:spLocks noChangeShapeType="1"/>
            </p:cNvSpPr>
            <p:nvPr/>
          </p:nvSpPr>
          <p:spPr bwMode="auto">
            <a:xfrm>
              <a:off x="1835440" y="1868871"/>
              <a:ext cx="11544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2" name="Text Box 48"/>
            <p:cNvSpPr txBox="1">
              <a:spLocks noChangeArrowheads="1"/>
            </p:cNvSpPr>
            <p:nvPr/>
          </p:nvSpPr>
          <p:spPr bwMode="auto">
            <a:xfrm>
              <a:off x="925040" y="1278831"/>
              <a:ext cx="30649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  <p:grpSp>
          <p:nvGrpSpPr>
            <p:cNvPr id="93" name="Group 103"/>
            <p:cNvGrpSpPr>
              <a:grpSpLocks/>
            </p:cNvGrpSpPr>
            <p:nvPr/>
          </p:nvGrpSpPr>
          <p:grpSpPr bwMode="auto">
            <a:xfrm>
              <a:off x="1148397" y="1315858"/>
              <a:ext cx="425887" cy="369843"/>
              <a:chOff x="921" y="2412"/>
              <a:chExt cx="284" cy="265"/>
            </a:xfrm>
          </p:grpSpPr>
          <p:grpSp>
            <p:nvGrpSpPr>
              <p:cNvPr id="94" name="Group 104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08" name="Freeform 105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09" name="Freeform 106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" name="Freeform 107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1" name="Freeform 108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2" name="Rectangle 109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3" name="Rectangle 110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4" name="Rectangle 111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5" name="Line 112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grpSp>
              <p:nvGrpSpPr>
                <p:cNvPr id="116" name="Group 113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17" name="Freeform 114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18" name="Freeform 115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57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95" name="Group 117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96" name="Freeform 118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97" name="Freeform 119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98" name="Freeform 120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99" name="Freeform 121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00" name="Rectangle 122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01" name="Rectangle 123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02" name="Rectangle 124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03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grpSp>
              <p:nvGrpSpPr>
                <p:cNvPr id="104" name="Group 126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05" name="Freeform 127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06" name="Freeform 128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07" name="Rectangle 129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</p:grpSp>
        <p:sp>
          <p:nvSpPr>
            <p:cNvPr id="158" name="Rectangle 165"/>
            <p:cNvSpPr>
              <a:spLocks noChangeArrowheads="1"/>
            </p:cNvSpPr>
            <p:nvPr/>
          </p:nvSpPr>
          <p:spPr bwMode="auto">
            <a:xfrm>
              <a:off x="863133" y="1766202"/>
              <a:ext cx="972307" cy="212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报文 </a:t>
              </a:r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</a:p>
          </p:txBody>
        </p:sp>
        <p:sp>
          <p:nvSpPr>
            <p:cNvPr id="159" name="Text Box 167"/>
            <p:cNvSpPr txBox="1">
              <a:spLocks noChangeArrowheads="1"/>
            </p:cNvSpPr>
            <p:nvPr/>
          </p:nvSpPr>
          <p:spPr bwMode="auto">
            <a:xfrm>
              <a:off x="2920691" y="1681966"/>
              <a:ext cx="3401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b="1" dirty="0">
                  <a:solidFill>
                    <a:srgbClr val="C00000"/>
                  </a:solidFill>
                  <a:latin typeface="Montserrat" panose="00000500000000000000" pitchFamily="2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</a:t>
              </a:r>
            </a:p>
          </p:txBody>
        </p:sp>
        <p:sp>
          <p:nvSpPr>
            <p:cNvPr id="160" name="Rectangle 171"/>
            <p:cNvSpPr>
              <a:spLocks noChangeArrowheads="1"/>
            </p:cNvSpPr>
            <p:nvPr/>
          </p:nvSpPr>
          <p:spPr bwMode="auto">
            <a:xfrm>
              <a:off x="2913550" y="2762560"/>
              <a:ext cx="425887" cy="2123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MAC</a:t>
              </a:r>
            </a:p>
          </p:txBody>
        </p:sp>
        <p:sp>
          <p:nvSpPr>
            <p:cNvPr id="161" name="Rectangle 173"/>
            <p:cNvSpPr>
              <a:spLocks noChangeArrowheads="1"/>
            </p:cNvSpPr>
            <p:nvPr/>
          </p:nvSpPr>
          <p:spPr bwMode="auto">
            <a:xfrm>
              <a:off x="3962194" y="1766202"/>
              <a:ext cx="972307" cy="2123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报文 </a:t>
              </a:r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</a:p>
          </p:txBody>
        </p:sp>
        <p:sp>
          <p:nvSpPr>
            <p:cNvPr id="162" name="Rectangle 174"/>
            <p:cNvSpPr>
              <a:spLocks noChangeArrowheads="1"/>
            </p:cNvSpPr>
            <p:nvPr/>
          </p:nvSpPr>
          <p:spPr bwMode="auto">
            <a:xfrm>
              <a:off x="3536308" y="1766202"/>
              <a:ext cx="425887" cy="2123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MAC</a:t>
              </a:r>
            </a:p>
          </p:txBody>
        </p:sp>
        <p:sp>
          <p:nvSpPr>
            <p:cNvPr id="163" name="Text Box 175"/>
            <p:cNvSpPr txBox="1">
              <a:spLocks noChangeArrowheads="1"/>
            </p:cNvSpPr>
            <p:nvPr/>
          </p:nvSpPr>
          <p:spPr bwMode="auto">
            <a:xfrm>
              <a:off x="6490209" y="1278831"/>
              <a:ext cx="29046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  <p:grpSp>
          <p:nvGrpSpPr>
            <p:cNvPr id="164" name="Group 176"/>
            <p:cNvGrpSpPr>
              <a:grpSpLocks/>
            </p:cNvGrpSpPr>
            <p:nvPr/>
          </p:nvGrpSpPr>
          <p:grpSpPr bwMode="auto">
            <a:xfrm>
              <a:off x="6695636" y="1315858"/>
              <a:ext cx="425887" cy="369843"/>
              <a:chOff x="921" y="2412"/>
              <a:chExt cx="284" cy="265"/>
            </a:xfrm>
          </p:grpSpPr>
          <p:grpSp>
            <p:nvGrpSpPr>
              <p:cNvPr id="165" name="Group 177"/>
              <p:cNvGrpSpPr>
                <a:grpSpLocks/>
              </p:cNvGrpSpPr>
              <p:nvPr/>
            </p:nvGrpSpPr>
            <p:grpSpPr bwMode="auto">
              <a:xfrm>
                <a:off x="928" y="2417"/>
                <a:ext cx="277" cy="260"/>
                <a:chOff x="928" y="2417"/>
                <a:chExt cx="277" cy="260"/>
              </a:xfrm>
            </p:grpSpPr>
            <p:sp>
              <p:nvSpPr>
                <p:cNvPr id="179" name="Freeform 178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0" name="Freeform 179"/>
                <p:cNvSpPr>
                  <a:spLocks/>
                </p:cNvSpPr>
                <p:nvPr/>
              </p:nvSpPr>
              <p:spPr bwMode="auto">
                <a:xfrm>
                  <a:off x="935" y="2552"/>
                  <a:ext cx="262" cy="25"/>
                </a:xfrm>
                <a:custGeom>
                  <a:avLst/>
                  <a:gdLst>
                    <a:gd name="T0" fmla="*/ 0 w 262"/>
                    <a:gd name="T1" fmla="*/ 25 h 25"/>
                    <a:gd name="T2" fmla="*/ 31 w 262"/>
                    <a:gd name="T3" fmla="*/ 0 h 25"/>
                    <a:gd name="T4" fmla="*/ 231 w 262"/>
                    <a:gd name="T5" fmla="*/ 0 h 25"/>
                    <a:gd name="T6" fmla="*/ 262 w 262"/>
                    <a:gd name="T7" fmla="*/ 25 h 25"/>
                    <a:gd name="T8" fmla="*/ 0 w 262"/>
                    <a:gd name="T9" fmla="*/ 25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5"/>
                    <a:gd name="T17" fmla="*/ 262 w 262"/>
                    <a:gd name="T18" fmla="*/ 25 h 2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5">
                      <a:moveTo>
                        <a:pt x="0" y="25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5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1" name="Freeform 180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2" name="Freeform 181"/>
                <p:cNvSpPr>
                  <a:spLocks/>
                </p:cNvSpPr>
                <p:nvPr/>
              </p:nvSpPr>
              <p:spPr bwMode="auto">
                <a:xfrm>
                  <a:off x="974" y="2417"/>
                  <a:ext cx="185" cy="17"/>
                </a:xfrm>
                <a:custGeom>
                  <a:avLst/>
                  <a:gdLst>
                    <a:gd name="T0" fmla="*/ 0 w 185"/>
                    <a:gd name="T1" fmla="*/ 17 h 17"/>
                    <a:gd name="T2" fmla="*/ 23 w 185"/>
                    <a:gd name="T3" fmla="*/ 0 h 17"/>
                    <a:gd name="T4" fmla="*/ 163 w 185"/>
                    <a:gd name="T5" fmla="*/ 0 h 17"/>
                    <a:gd name="T6" fmla="*/ 185 w 185"/>
                    <a:gd name="T7" fmla="*/ 17 h 17"/>
                    <a:gd name="T8" fmla="*/ 0 w 185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5"/>
                    <a:gd name="T16" fmla="*/ 0 h 17"/>
                    <a:gd name="T17" fmla="*/ 185 w 185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5" h="17">
                      <a:moveTo>
                        <a:pt x="0" y="17"/>
                      </a:moveTo>
                      <a:lnTo>
                        <a:pt x="23" y="0"/>
                      </a:lnTo>
                      <a:lnTo>
                        <a:pt x="163" y="0"/>
                      </a:lnTo>
                      <a:lnTo>
                        <a:pt x="185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3" name="Rectangle 182"/>
                <p:cNvSpPr>
                  <a:spLocks noChangeArrowheads="1"/>
                </p:cNvSpPr>
                <p:nvPr/>
              </p:nvSpPr>
              <p:spPr bwMode="auto">
                <a:xfrm>
                  <a:off x="974" y="2434"/>
                  <a:ext cx="185" cy="13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4" name="Rectangle 183"/>
                <p:cNvSpPr>
                  <a:spLocks noChangeArrowheads="1"/>
                </p:cNvSpPr>
                <p:nvPr/>
              </p:nvSpPr>
              <p:spPr bwMode="auto">
                <a:xfrm>
                  <a:off x="937" y="2576"/>
                  <a:ext cx="260" cy="5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5" name="Rectangle 184"/>
                <p:cNvSpPr>
                  <a:spLocks noChangeArrowheads="1"/>
                </p:cNvSpPr>
                <p:nvPr/>
              </p:nvSpPr>
              <p:spPr bwMode="auto">
                <a:xfrm>
                  <a:off x="992" y="2450"/>
                  <a:ext cx="150" cy="10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6" name="Line 185"/>
                <p:cNvSpPr>
                  <a:spLocks noChangeShapeType="1"/>
                </p:cNvSpPr>
                <p:nvPr/>
              </p:nvSpPr>
              <p:spPr bwMode="auto">
                <a:xfrm flipH="1">
                  <a:off x="1115" y="2598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grpSp>
              <p:nvGrpSpPr>
                <p:cNvPr id="187" name="Group 186"/>
                <p:cNvGrpSpPr>
                  <a:grpSpLocks/>
                </p:cNvGrpSpPr>
                <p:nvPr/>
              </p:nvGrpSpPr>
              <p:grpSpPr bwMode="auto">
                <a:xfrm>
                  <a:off x="928" y="2639"/>
                  <a:ext cx="277" cy="38"/>
                  <a:chOff x="928" y="2639"/>
                  <a:chExt cx="277" cy="38"/>
                </a:xfrm>
              </p:grpSpPr>
              <p:sp>
                <p:nvSpPr>
                  <p:cNvPr id="188" name="Freeform 187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89" name="Freeform 188"/>
                  <p:cNvSpPr>
                    <a:spLocks/>
                  </p:cNvSpPr>
                  <p:nvPr/>
                </p:nvSpPr>
                <p:spPr bwMode="auto">
                  <a:xfrm>
                    <a:off x="928" y="2639"/>
                    <a:ext cx="277" cy="29"/>
                  </a:xfrm>
                  <a:custGeom>
                    <a:avLst/>
                    <a:gdLst>
                      <a:gd name="T0" fmla="*/ 0 w 277"/>
                      <a:gd name="T1" fmla="*/ 29 h 29"/>
                      <a:gd name="T2" fmla="*/ 33 w 277"/>
                      <a:gd name="T3" fmla="*/ 0 h 29"/>
                      <a:gd name="T4" fmla="*/ 245 w 277"/>
                      <a:gd name="T5" fmla="*/ 0 h 29"/>
                      <a:gd name="T6" fmla="*/ 277 w 277"/>
                      <a:gd name="T7" fmla="*/ 29 h 29"/>
                      <a:gd name="T8" fmla="*/ 0 w 277"/>
                      <a:gd name="T9" fmla="*/ 29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9"/>
                      <a:gd name="T17" fmla="*/ 277 w 277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9">
                        <a:moveTo>
                          <a:pt x="0" y="29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90" name="Rectangle 189"/>
                  <p:cNvSpPr>
                    <a:spLocks noChangeArrowheads="1"/>
                  </p:cNvSpPr>
                  <p:nvPr/>
                </p:nvSpPr>
                <p:spPr bwMode="auto">
                  <a:xfrm>
                    <a:off x="930" y="2666"/>
                    <a:ext cx="274" cy="11"/>
                  </a:xfrm>
                  <a:prstGeom prst="rect">
                    <a:avLst/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166" name="Group 190"/>
              <p:cNvGrpSpPr>
                <a:grpSpLocks/>
              </p:cNvGrpSpPr>
              <p:nvPr/>
            </p:nvGrpSpPr>
            <p:grpSpPr bwMode="auto">
              <a:xfrm>
                <a:off x="921" y="2412"/>
                <a:ext cx="277" cy="261"/>
                <a:chOff x="921" y="2412"/>
                <a:chExt cx="277" cy="261"/>
              </a:xfrm>
            </p:grpSpPr>
            <p:sp>
              <p:nvSpPr>
                <p:cNvPr id="167" name="Freeform 191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68" name="Freeform 192"/>
                <p:cNvSpPr>
                  <a:spLocks/>
                </p:cNvSpPr>
                <p:nvPr/>
              </p:nvSpPr>
              <p:spPr bwMode="auto">
                <a:xfrm>
                  <a:off x="928" y="2547"/>
                  <a:ext cx="262" cy="26"/>
                </a:xfrm>
                <a:custGeom>
                  <a:avLst/>
                  <a:gdLst>
                    <a:gd name="T0" fmla="*/ 0 w 262"/>
                    <a:gd name="T1" fmla="*/ 26 h 26"/>
                    <a:gd name="T2" fmla="*/ 31 w 262"/>
                    <a:gd name="T3" fmla="*/ 0 h 26"/>
                    <a:gd name="T4" fmla="*/ 231 w 262"/>
                    <a:gd name="T5" fmla="*/ 0 h 26"/>
                    <a:gd name="T6" fmla="*/ 262 w 262"/>
                    <a:gd name="T7" fmla="*/ 26 h 26"/>
                    <a:gd name="T8" fmla="*/ 0 w 262"/>
                    <a:gd name="T9" fmla="*/ 26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2"/>
                    <a:gd name="T16" fmla="*/ 0 h 26"/>
                    <a:gd name="T17" fmla="*/ 262 w 262"/>
                    <a:gd name="T18" fmla="*/ 26 h 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2" h="26">
                      <a:moveTo>
                        <a:pt x="0" y="26"/>
                      </a:moveTo>
                      <a:lnTo>
                        <a:pt x="31" y="0"/>
                      </a:lnTo>
                      <a:lnTo>
                        <a:pt x="231" y="0"/>
                      </a:lnTo>
                      <a:lnTo>
                        <a:pt x="262" y="26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69" name="Freeform 193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70" name="Freeform 194"/>
                <p:cNvSpPr>
                  <a:spLocks/>
                </p:cNvSpPr>
                <p:nvPr/>
              </p:nvSpPr>
              <p:spPr bwMode="auto">
                <a:xfrm>
                  <a:off x="968" y="2412"/>
                  <a:ext cx="184" cy="17"/>
                </a:xfrm>
                <a:custGeom>
                  <a:avLst/>
                  <a:gdLst>
                    <a:gd name="T0" fmla="*/ 0 w 184"/>
                    <a:gd name="T1" fmla="*/ 17 h 17"/>
                    <a:gd name="T2" fmla="*/ 22 w 184"/>
                    <a:gd name="T3" fmla="*/ 0 h 17"/>
                    <a:gd name="T4" fmla="*/ 162 w 184"/>
                    <a:gd name="T5" fmla="*/ 0 h 17"/>
                    <a:gd name="T6" fmla="*/ 184 w 184"/>
                    <a:gd name="T7" fmla="*/ 17 h 17"/>
                    <a:gd name="T8" fmla="*/ 0 w 184"/>
                    <a:gd name="T9" fmla="*/ 17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4"/>
                    <a:gd name="T16" fmla="*/ 0 h 17"/>
                    <a:gd name="T17" fmla="*/ 184 w 18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4" h="17">
                      <a:moveTo>
                        <a:pt x="0" y="17"/>
                      </a:moveTo>
                      <a:lnTo>
                        <a:pt x="22" y="0"/>
                      </a:lnTo>
                      <a:lnTo>
                        <a:pt x="162" y="0"/>
                      </a:lnTo>
                      <a:lnTo>
                        <a:pt x="184" y="17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71" name="Rectangle 195"/>
                <p:cNvSpPr>
                  <a:spLocks noChangeArrowheads="1"/>
                </p:cNvSpPr>
                <p:nvPr/>
              </p:nvSpPr>
              <p:spPr bwMode="auto">
                <a:xfrm>
                  <a:off x="968" y="2429"/>
                  <a:ext cx="184" cy="132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72" name="Rectangle 196"/>
                <p:cNvSpPr>
                  <a:spLocks noChangeArrowheads="1"/>
                </p:cNvSpPr>
                <p:nvPr/>
              </p:nvSpPr>
              <p:spPr bwMode="auto">
                <a:xfrm>
                  <a:off x="930" y="2571"/>
                  <a:ext cx="260" cy="59"/>
                </a:xfrm>
                <a:prstGeom prst="rect">
                  <a:avLst/>
                </a:prstGeom>
                <a:solidFill>
                  <a:srgbClr val="B7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73" name="Rectangle 197"/>
                <p:cNvSpPr>
                  <a:spLocks noChangeArrowheads="1"/>
                </p:cNvSpPr>
                <p:nvPr/>
              </p:nvSpPr>
              <p:spPr bwMode="auto">
                <a:xfrm>
                  <a:off x="985" y="2445"/>
                  <a:ext cx="150" cy="10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74" name="Line 198"/>
                <p:cNvSpPr>
                  <a:spLocks noChangeShapeType="1"/>
                </p:cNvSpPr>
                <p:nvPr/>
              </p:nvSpPr>
              <p:spPr bwMode="auto">
                <a:xfrm flipH="1">
                  <a:off x="1108" y="2593"/>
                  <a:ext cx="61" cy="1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grpSp>
              <p:nvGrpSpPr>
                <p:cNvPr id="175" name="Group 199"/>
                <p:cNvGrpSpPr>
                  <a:grpSpLocks/>
                </p:cNvGrpSpPr>
                <p:nvPr/>
              </p:nvGrpSpPr>
              <p:grpSpPr bwMode="auto">
                <a:xfrm>
                  <a:off x="921" y="2635"/>
                  <a:ext cx="277" cy="38"/>
                  <a:chOff x="921" y="2635"/>
                  <a:chExt cx="277" cy="38"/>
                </a:xfrm>
              </p:grpSpPr>
              <p:sp>
                <p:nvSpPr>
                  <p:cNvPr id="176" name="Freeform 200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77" name="Freeform 201"/>
                  <p:cNvSpPr>
                    <a:spLocks/>
                  </p:cNvSpPr>
                  <p:nvPr/>
                </p:nvSpPr>
                <p:spPr bwMode="auto">
                  <a:xfrm>
                    <a:off x="921" y="2635"/>
                    <a:ext cx="277" cy="28"/>
                  </a:xfrm>
                  <a:custGeom>
                    <a:avLst/>
                    <a:gdLst>
                      <a:gd name="T0" fmla="*/ 0 w 277"/>
                      <a:gd name="T1" fmla="*/ 28 h 28"/>
                      <a:gd name="T2" fmla="*/ 33 w 277"/>
                      <a:gd name="T3" fmla="*/ 0 h 28"/>
                      <a:gd name="T4" fmla="*/ 245 w 277"/>
                      <a:gd name="T5" fmla="*/ 0 h 28"/>
                      <a:gd name="T6" fmla="*/ 277 w 277"/>
                      <a:gd name="T7" fmla="*/ 28 h 28"/>
                      <a:gd name="T8" fmla="*/ 0 w 277"/>
                      <a:gd name="T9" fmla="*/ 28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"/>
                      <a:gd name="T16" fmla="*/ 0 h 28"/>
                      <a:gd name="T17" fmla="*/ 277 w 277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" h="28">
                        <a:moveTo>
                          <a:pt x="0" y="28"/>
                        </a:moveTo>
                        <a:lnTo>
                          <a:pt x="33" y="0"/>
                        </a:lnTo>
                        <a:lnTo>
                          <a:pt x="245" y="0"/>
                        </a:lnTo>
                        <a:lnTo>
                          <a:pt x="277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C9C9B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78" name="Rectangle 202"/>
                  <p:cNvSpPr>
                    <a:spLocks noChangeArrowheads="1"/>
                  </p:cNvSpPr>
                  <p:nvPr/>
                </p:nvSpPr>
                <p:spPr bwMode="auto">
                  <a:xfrm>
                    <a:off x="923" y="2662"/>
                    <a:ext cx="274" cy="11"/>
                  </a:xfrm>
                  <a:prstGeom prst="rect">
                    <a:avLst/>
                  </a:prstGeom>
                  <a:solidFill>
                    <a:srgbClr val="BAB79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</p:grpSp>
        <p:sp>
          <p:nvSpPr>
            <p:cNvPr id="191" name="Text Box 204"/>
            <p:cNvSpPr txBox="1">
              <a:spLocks noChangeArrowheads="1"/>
            </p:cNvSpPr>
            <p:nvPr/>
          </p:nvSpPr>
          <p:spPr bwMode="auto">
            <a:xfrm>
              <a:off x="6241625" y="2197878"/>
              <a:ext cx="492443" cy="292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700"/>
                </a:lnSpc>
              </a:pPr>
              <a:r>
                <a:rPr lang="zh-CN" altLang="en-US" sz="1200" b="1" dirty="0">
                  <a:solidFill>
                    <a:srgbClr val="CC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分离</a:t>
              </a:r>
            </a:p>
          </p:txBody>
        </p:sp>
        <p:sp>
          <p:nvSpPr>
            <p:cNvPr id="192" name="Rectangle 205"/>
            <p:cNvSpPr>
              <a:spLocks noChangeArrowheads="1"/>
            </p:cNvSpPr>
            <p:nvPr/>
          </p:nvSpPr>
          <p:spPr bwMode="auto">
            <a:xfrm>
              <a:off x="6477336" y="1752202"/>
              <a:ext cx="972307" cy="2030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报文 </a:t>
              </a:r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</a:p>
          </p:txBody>
        </p:sp>
        <p:sp>
          <p:nvSpPr>
            <p:cNvPr id="193" name="Rectangle 206"/>
            <p:cNvSpPr>
              <a:spLocks noChangeArrowheads="1"/>
            </p:cNvSpPr>
            <p:nvPr/>
          </p:nvSpPr>
          <p:spPr bwMode="auto">
            <a:xfrm>
              <a:off x="6047432" y="1752202"/>
              <a:ext cx="425887" cy="2018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MAC</a:t>
              </a:r>
            </a:p>
          </p:txBody>
        </p:sp>
        <p:sp>
          <p:nvSpPr>
            <p:cNvPr id="194" name="Text Box 208"/>
            <p:cNvSpPr txBox="1">
              <a:spLocks noChangeArrowheads="1"/>
            </p:cNvSpPr>
            <p:nvPr/>
          </p:nvSpPr>
          <p:spPr bwMode="auto">
            <a:xfrm>
              <a:off x="5119321" y="1595865"/>
              <a:ext cx="6018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发送 </a:t>
              </a:r>
            </a:p>
          </p:txBody>
        </p:sp>
        <p:sp>
          <p:nvSpPr>
            <p:cNvPr id="195" name="Text Box 211"/>
            <p:cNvSpPr txBox="1">
              <a:spLocks noChangeArrowheads="1"/>
            </p:cNvSpPr>
            <p:nvPr/>
          </p:nvSpPr>
          <p:spPr bwMode="auto">
            <a:xfrm>
              <a:off x="2645096" y="2968266"/>
              <a:ext cx="9541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固定长度的</a:t>
              </a:r>
              <a:endPara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报文鉴别码</a:t>
              </a:r>
            </a:p>
          </p:txBody>
        </p:sp>
        <p:sp>
          <p:nvSpPr>
            <p:cNvPr id="196" name="Rectangle 212"/>
            <p:cNvSpPr>
              <a:spLocks noChangeArrowheads="1"/>
            </p:cNvSpPr>
            <p:nvPr/>
          </p:nvSpPr>
          <p:spPr bwMode="auto">
            <a:xfrm>
              <a:off x="7493839" y="2918068"/>
              <a:ext cx="771746" cy="2711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</a:t>
              </a: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(</a:t>
              </a:r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 + K</a:t>
              </a: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)</a:t>
              </a:r>
            </a:p>
          </p:txBody>
        </p:sp>
        <p:sp>
          <p:nvSpPr>
            <p:cNvPr id="197" name="Text Box 213"/>
            <p:cNvSpPr txBox="1">
              <a:spLocks noChangeArrowheads="1"/>
            </p:cNvSpPr>
            <p:nvPr/>
          </p:nvSpPr>
          <p:spPr bwMode="auto">
            <a:xfrm>
              <a:off x="1948760" y="2588153"/>
              <a:ext cx="793998" cy="322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2000"/>
                </a:lnSpc>
              </a:pPr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</a:t>
              </a: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(</a:t>
              </a:r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+ </a:t>
              </a:r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) </a:t>
              </a:r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8" name="Line 216"/>
            <p:cNvSpPr>
              <a:spLocks noChangeShapeType="1"/>
            </p:cNvSpPr>
            <p:nvPr/>
          </p:nvSpPr>
          <p:spPr bwMode="auto">
            <a:xfrm flipV="1">
              <a:off x="3236312" y="1881705"/>
              <a:ext cx="3040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9" name="Line 217"/>
            <p:cNvSpPr>
              <a:spLocks noChangeShapeType="1"/>
            </p:cNvSpPr>
            <p:nvPr/>
          </p:nvSpPr>
          <p:spPr bwMode="auto">
            <a:xfrm rot="16200000" flipV="1">
              <a:off x="2688250" y="2389218"/>
              <a:ext cx="8470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0" name="Line 219"/>
            <p:cNvSpPr>
              <a:spLocks noChangeShapeType="1"/>
            </p:cNvSpPr>
            <p:nvPr/>
          </p:nvSpPr>
          <p:spPr bwMode="auto">
            <a:xfrm rot="10800000" flipH="1">
              <a:off x="1836780" y="2875730"/>
              <a:ext cx="10839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1" name="AutoShape 227"/>
            <p:cNvSpPr>
              <a:spLocks noChangeArrowheads="1"/>
            </p:cNvSpPr>
            <p:nvPr/>
          </p:nvSpPr>
          <p:spPr bwMode="auto">
            <a:xfrm>
              <a:off x="4976019" y="1809370"/>
              <a:ext cx="1032574" cy="100336"/>
            </a:xfrm>
            <a:prstGeom prst="rightArrow">
              <a:avLst>
                <a:gd name="adj1" fmla="val 50000"/>
                <a:gd name="adj2" fmla="val 133456"/>
              </a:avLst>
            </a:prstGeom>
            <a:solidFill>
              <a:srgbClr val="CC00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2" name="Text Box 229"/>
            <p:cNvSpPr txBox="1">
              <a:spLocks noChangeArrowheads="1"/>
            </p:cNvSpPr>
            <p:nvPr/>
          </p:nvSpPr>
          <p:spPr bwMode="auto">
            <a:xfrm>
              <a:off x="5036133" y="1252472"/>
              <a:ext cx="72327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互联网</a:t>
              </a:r>
            </a:p>
          </p:txBody>
        </p:sp>
        <p:sp>
          <p:nvSpPr>
            <p:cNvPr id="203" name="Text Box 231"/>
            <p:cNvSpPr txBox="1">
              <a:spLocks noChangeArrowheads="1"/>
            </p:cNvSpPr>
            <p:nvPr/>
          </p:nvSpPr>
          <p:spPr bwMode="auto">
            <a:xfrm>
              <a:off x="3272197" y="1041447"/>
              <a:ext cx="9541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固定长度的</a:t>
              </a:r>
              <a:endPara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报文鉴别码</a:t>
              </a:r>
            </a:p>
          </p:txBody>
        </p:sp>
        <p:sp>
          <p:nvSpPr>
            <p:cNvPr id="204" name="Line 232"/>
            <p:cNvSpPr>
              <a:spLocks noChangeShapeType="1"/>
            </p:cNvSpPr>
            <p:nvPr/>
          </p:nvSpPr>
          <p:spPr bwMode="auto">
            <a:xfrm flipH="1">
              <a:off x="3737198" y="1469278"/>
              <a:ext cx="0" cy="3004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5" name="Line 222"/>
            <p:cNvSpPr>
              <a:spLocks noChangeShapeType="1"/>
            </p:cNvSpPr>
            <p:nvPr/>
          </p:nvSpPr>
          <p:spPr bwMode="auto">
            <a:xfrm rot="16200000" flipH="1">
              <a:off x="5794669" y="2438972"/>
              <a:ext cx="9581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6" name="Text Box 224"/>
            <p:cNvSpPr txBox="1">
              <a:spLocks noChangeArrowheads="1"/>
            </p:cNvSpPr>
            <p:nvPr/>
          </p:nvSpPr>
          <p:spPr bwMode="auto">
            <a:xfrm>
              <a:off x="2839104" y="1530168"/>
              <a:ext cx="52210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solidFill>
                    <a:srgbClr val="CC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拼接</a:t>
              </a:r>
            </a:p>
          </p:txBody>
        </p:sp>
        <p:sp>
          <p:nvSpPr>
            <p:cNvPr id="207" name="矩形 105"/>
            <p:cNvSpPr>
              <a:spLocks noChangeArrowheads="1"/>
            </p:cNvSpPr>
            <p:nvPr/>
          </p:nvSpPr>
          <p:spPr bwMode="auto">
            <a:xfrm>
              <a:off x="3780054" y="2018941"/>
              <a:ext cx="881237" cy="214003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8" name="Text Box 224"/>
            <p:cNvSpPr txBox="1">
              <a:spLocks noChangeArrowheads="1"/>
            </p:cNvSpPr>
            <p:nvPr/>
          </p:nvSpPr>
          <p:spPr bwMode="auto">
            <a:xfrm>
              <a:off x="3751810" y="1982376"/>
              <a:ext cx="9990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扩展的报文</a:t>
              </a:r>
            </a:p>
          </p:txBody>
        </p:sp>
        <p:sp>
          <p:nvSpPr>
            <p:cNvPr id="209" name="Rectangle 165"/>
            <p:cNvSpPr>
              <a:spLocks noChangeArrowheads="1"/>
            </p:cNvSpPr>
            <p:nvPr/>
          </p:nvSpPr>
          <p:spPr bwMode="auto">
            <a:xfrm>
              <a:off x="863134" y="2712392"/>
              <a:ext cx="968176" cy="5191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endPara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0" name="TextBox 105"/>
            <p:cNvSpPr txBox="1">
              <a:spLocks noChangeArrowheads="1"/>
            </p:cNvSpPr>
            <p:nvPr/>
          </p:nvSpPr>
          <p:spPr bwMode="auto">
            <a:xfrm>
              <a:off x="750635" y="2706557"/>
              <a:ext cx="1179951" cy="528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拼接后进行</a:t>
              </a:r>
              <a:endPara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散列运算</a:t>
              </a:r>
              <a:endPara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1" name="Rectangle 206"/>
            <p:cNvSpPr>
              <a:spLocks noChangeArrowheads="1"/>
            </p:cNvSpPr>
            <p:nvPr/>
          </p:nvSpPr>
          <p:spPr bwMode="auto">
            <a:xfrm>
              <a:off x="6044753" y="2947236"/>
              <a:ext cx="425887" cy="20183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2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MAC</a:t>
              </a:r>
            </a:p>
          </p:txBody>
        </p:sp>
        <p:sp>
          <p:nvSpPr>
            <p:cNvPr id="212" name="Text Box 172"/>
            <p:cNvSpPr txBox="1">
              <a:spLocks noChangeArrowheads="1"/>
            </p:cNvSpPr>
            <p:nvPr/>
          </p:nvSpPr>
          <p:spPr bwMode="auto">
            <a:xfrm>
              <a:off x="7608205" y="1476086"/>
              <a:ext cx="718120" cy="293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密钥 </a:t>
              </a:r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endParaRPr lang="zh-CN" altLang="en-US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213" name="组合 113"/>
            <p:cNvGrpSpPr>
              <a:grpSpLocks/>
            </p:cNvGrpSpPr>
            <p:nvPr/>
          </p:nvGrpSpPr>
          <p:grpSpPr bwMode="auto">
            <a:xfrm>
              <a:off x="7397662" y="2121168"/>
              <a:ext cx="984148" cy="531480"/>
              <a:chOff x="3635896" y="4066386"/>
              <a:chExt cx="1168323" cy="597014"/>
            </a:xfrm>
          </p:grpSpPr>
          <p:sp>
            <p:nvSpPr>
              <p:cNvPr id="214" name="矩形 112"/>
              <p:cNvSpPr>
                <a:spLocks noChangeArrowheads="1"/>
              </p:cNvSpPr>
              <p:nvPr/>
            </p:nvSpPr>
            <p:spPr bwMode="auto">
              <a:xfrm>
                <a:off x="3635896" y="4066386"/>
                <a:ext cx="1149628" cy="58232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5" name="Text Box 223"/>
              <p:cNvSpPr txBox="1">
                <a:spLocks noChangeArrowheads="1"/>
              </p:cNvSpPr>
              <p:nvPr/>
            </p:nvSpPr>
            <p:spPr bwMode="auto">
              <a:xfrm>
                <a:off x="3671559" y="4089996"/>
                <a:ext cx="1132660" cy="573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ts val="1700"/>
                  </a:lnSpc>
                </a:pPr>
                <a:r>
                  <a: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拼接后进行</a:t>
                </a:r>
                <a:endPara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  <a:p>
                <a:pPr algn="ctr" eaLnBrk="1" hangingPunct="1">
                  <a:lnSpc>
                    <a:spcPts val="1700"/>
                  </a:lnSpc>
                </a:pPr>
                <a:r>
                  <a: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散列运算</a:t>
                </a:r>
                <a:endParaRPr lang="zh-CN" altLang="en-US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cxnSp>
          <p:nvCxnSpPr>
            <p:cNvPr id="216" name="肘形连接符 118"/>
            <p:cNvCxnSpPr>
              <a:cxnSpLocks noChangeShapeType="1"/>
            </p:cNvCxnSpPr>
            <p:nvPr/>
          </p:nvCxnSpPr>
          <p:spPr bwMode="auto">
            <a:xfrm rot="16200000" flipH="1">
              <a:off x="7428070" y="1865295"/>
              <a:ext cx="298426" cy="247244"/>
            </a:xfrm>
            <a:prstGeom prst="bentConnector3">
              <a:avLst>
                <a:gd name="adj1" fmla="val -1068"/>
              </a:avLst>
            </a:prstGeom>
            <a:noFill/>
            <a:ln w="2857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7" name="Line 221"/>
            <p:cNvSpPr>
              <a:spLocks noChangeShapeType="1"/>
            </p:cNvSpPr>
            <p:nvPr/>
          </p:nvSpPr>
          <p:spPr bwMode="auto">
            <a:xfrm rot="16200000" flipH="1">
              <a:off x="1434580" y="2564957"/>
              <a:ext cx="302174" cy="66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8" name="Line 221"/>
            <p:cNvSpPr>
              <a:spLocks noChangeShapeType="1"/>
            </p:cNvSpPr>
            <p:nvPr/>
          </p:nvSpPr>
          <p:spPr bwMode="auto">
            <a:xfrm rot="16200000" flipH="1" flipV="1">
              <a:off x="7786320" y="1929539"/>
              <a:ext cx="3873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9" name="Text Box 211"/>
            <p:cNvSpPr txBox="1">
              <a:spLocks noChangeArrowheads="1"/>
            </p:cNvSpPr>
            <p:nvPr/>
          </p:nvSpPr>
          <p:spPr bwMode="auto">
            <a:xfrm>
              <a:off x="4760397" y="2425386"/>
              <a:ext cx="954107" cy="276999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不安全信道</a:t>
              </a:r>
            </a:p>
          </p:txBody>
        </p:sp>
        <p:sp>
          <p:nvSpPr>
            <p:cNvPr id="220" name="Line 232"/>
            <p:cNvSpPr>
              <a:spLocks noChangeShapeType="1"/>
            </p:cNvSpPr>
            <p:nvPr/>
          </p:nvSpPr>
          <p:spPr bwMode="auto">
            <a:xfrm flipV="1">
              <a:off x="5246551" y="1896872"/>
              <a:ext cx="182140" cy="528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1" name="TextBox 103"/>
            <p:cNvSpPr txBox="1">
              <a:spLocks noChangeArrowheads="1"/>
            </p:cNvSpPr>
            <p:nvPr/>
          </p:nvSpPr>
          <p:spPr bwMode="auto">
            <a:xfrm rot="16200000">
              <a:off x="6287768" y="1935572"/>
              <a:ext cx="389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</a:t>
              </a:r>
              <a:endParaRPr lang="zh-CN" altLang="en-US" sz="14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2" name="Text Box 213"/>
            <p:cNvSpPr txBox="1">
              <a:spLocks noChangeArrowheads="1"/>
            </p:cNvSpPr>
            <p:nvPr/>
          </p:nvSpPr>
          <p:spPr bwMode="auto">
            <a:xfrm>
              <a:off x="6688940" y="2918068"/>
              <a:ext cx="522313" cy="271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400"/>
                </a:lnSpc>
              </a:pP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  =</a:t>
              </a: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？</a:t>
              </a:r>
            </a:p>
          </p:txBody>
        </p:sp>
        <p:sp>
          <p:nvSpPr>
            <p:cNvPr id="223" name="Line 221"/>
            <p:cNvSpPr>
              <a:spLocks noChangeShapeType="1"/>
            </p:cNvSpPr>
            <p:nvPr/>
          </p:nvSpPr>
          <p:spPr bwMode="auto">
            <a:xfrm rot="16200000" flipH="1">
              <a:off x="7733064" y="2787141"/>
              <a:ext cx="264840" cy="40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4" name="矩形 223"/>
            <p:cNvSpPr/>
            <p:nvPr/>
          </p:nvSpPr>
          <p:spPr bwMode="auto">
            <a:xfrm>
              <a:off x="1244605" y="2237485"/>
              <a:ext cx="586704" cy="20935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5" name="Text Box 172"/>
            <p:cNvSpPr txBox="1">
              <a:spLocks noChangeArrowheads="1"/>
            </p:cNvSpPr>
            <p:nvPr/>
          </p:nvSpPr>
          <p:spPr bwMode="auto">
            <a:xfrm>
              <a:off x="1189701" y="2193211"/>
              <a:ext cx="678073" cy="293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密钥 </a:t>
              </a:r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endParaRPr lang="zh-CN" altLang="en-US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6" name="Line 221"/>
            <p:cNvSpPr>
              <a:spLocks noChangeShapeType="1"/>
            </p:cNvSpPr>
            <p:nvPr/>
          </p:nvSpPr>
          <p:spPr bwMode="auto">
            <a:xfrm flipH="1">
              <a:off x="7140273" y="3055738"/>
              <a:ext cx="3535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7" name="Line 221"/>
            <p:cNvSpPr>
              <a:spLocks noChangeShapeType="1"/>
            </p:cNvSpPr>
            <p:nvPr/>
          </p:nvSpPr>
          <p:spPr bwMode="auto">
            <a:xfrm rot="10800000" flipH="1">
              <a:off x="6484032" y="3042904"/>
              <a:ext cx="3120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8" name="Text Box 204"/>
            <p:cNvSpPr txBox="1">
              <a:spLocks noChangeArrowheads="1"/>
            </p:cNvSpPr>
            <p:nvPr/>
          </p:nvSpPr>
          <p:spPr bwMode="auto">
            <a:xfrm>
              <a:off x="6752537" y="2567935"/>
              <a:ext cx="492443" cy="293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700"/>
                </a:lnSpc>
              </a:pPr>
              <a:r>
                <a:rPr lang="zh-CN" altLang="en-US" sz="1200" b="1" dirty="0">
                  <a:solidFill>
                    <a:srgbClr val="CC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比较</a:t>
              </a:r>
            </a:p>
          </p:txBody>
        </p:sp>
        <p:cxnSp>
          <p:nvCxnSpPr>
            <p:cNvPr id="229" name="直接连接符 109"/>
            <p:cNvCxnSpPr>
              <a:cxnSpLocks noChangeShapeType="1"/>
            </p:cNvCxnSpPr>
            <p:nvPr/>
          </p:nvCxnSpPr>
          <p:spPr bwMode="auto">
            <a:xfrm>
              <a:off x="6484032" y="1691042"/>
              <a:ext cx="0" cy="326675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5" name="矩形 44"/>
          <p:cNvSpPr/>
          <p:nvPr/>
        </p:nvSpPr>
        <p:spPr>
          <a:xfrm>
            <a:off x="2027956" y="4217949"/>
            <a:ext cx="5283073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zh-CN" sz="20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这样的报文鉴别码称为</a:t>
            </a:r>
            <a:r>
              <a:rPr lang="zh-CN" altLang="zh-CN" sz="2000" b="1" kern="5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数字签名</a:t>
            </a:r>
            <a:r>
              <a:rPr lang="zh-CN" altLang="zh-CN" sz="20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或</a:t>
            </a:r>
            <a:r>
              <a:rPr lang="zh-CN" altLang="zh-CN" sz="2000" b="1" kern="5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数字指纹。</a:t>
            </a:r>
            <a:endParaRPr lang="zh-CN" altLang="en-US" sz="2000" b="1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96844" y="3566932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只要入侵者不掌握密钥 </a:t>
            </a:r>
            <a:r>
              <a:rPr lang="en-US" altLang="zh-CN" sz="1600" b="1" i="1" kern="5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，就无法伪造 </a:t>
            </a:r>
            <a:r>
              <a:rPr lang="en-US" altLang="zh-CN" sz="1600" b="1" kern="5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发送的报文（因为无法伪造 </a:t>
            </a:r>
            <a:r>
              <a:rPr lang="en-US" altLang="zh-CN" sz="1600" b="1" kern="5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1600" b="1" kern="5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1600" b="1" kern="500" dirty="0">
                <a:solidFill>
                  <a:schemeClr val="dk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）。</a:t>
            </a:r>
            <a:endParaRPr lang="en-US" altLang="zh-CN" sz="1600" b="1" kern="500" dirty="0">
              <a:solidFill>
                <a:schemeClr val="dk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鉴别过程并没有执行加密算法，消耗的计算资源少。</a:t>
            </a:r>
            <a:endParaRPr lang="zh-CN" altLang="en-US" sz="1600" b="1" kern="500" dirty="0">
              <a:solidFill>
                <a:schemeClr val="dk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33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25108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HMAC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与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不同</a:t>
            </a:r>
          </a:p>
        </p:txBody>
      </p:sp>
      <p:grpSp>
        <p:nvGrpSpPr>
          <p:cNvPr id="47" name="组合 46"/>
          <p:cNvGrpSpPr/>
          <p:nvPr/>
        </p:nvGrpSpPr>
        <p:grpSpPr>
          <a:xfrm>
            <a:off x="1585985" y="1029489"/>
            <a:ext cx="2252161" cy="1632076"/>
            <a:chOff x="1538879" y="1158109"/>
            <a:chExt cx="2579688" cy="2045064"/>
          </a:xfrm>
        </p:grpSpPr>
        <p:sp>
          <p:nvSpPr>
            <p:cNvPr id="231" name="Line 203"/>
            <p:cNvSpPr>
              <a:spLocks noChangeShapeType="1"/>
            </p:cNvSpPr>
            <p:nvPr/>
          </p:nvSpPr>
          <p:spPr bwMode="auto">
            <a:xfrm rot="5400000" flipV="1">
              <a:off x="2041323" y="1441842"/>
              <a:ext cx="449262" cy="419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2" name="Line 221"/>
            <p:cNvSpPr>
              <a:spLocks noChangeShapeType="1"/>
            </p:cNvSpPr>
            <p:nvPr/>
          </p:nvSpPr>
          <p:spPr bwMode="auto">
            <a:xfrm rot="16200000" flipH="1" flipV="1">
              <a:off x="3127173" y="1379929"/>
              <a:ext cx="401638" cy="593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3" name="Rectangle 165"/>
            <p:cNvSpPr>
              <a:spLocks noChangeArrowheads="1"/>
            </p:cNvSpPr>
            <p:nvPr/>
          </p:nvSpPr>
          <p:spPr bwMode="auto">
            <a:xfrm>
              <a:off x="1538879" y="1198161"/>
              <a:ext cx="1152525" cy="2682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明文 </a:t>
              </a:r>
              <a:endParaRPr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4" name="Rectangle 171"/>
            <p:cNvSpPr>
              <a:spLocks noChangeArrowheads="1"/>
            </p:cNvSpPr>
            <p:nvPr/>
          </p:nvSpPr>
          <p:spPr bwMode="auto">
            <a:xfrm>
              <a:off x="2364379" y="2914248"/>
              <a:ext cx="742950" cy="28892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MAC</a:t>
              </a:r>
            </a:p>
          </p:txBody>
        </p:sp>
        <p:sp>
          <p:nvSpPr>
            <p:cNvPr id="235" name="矩形 234"/>
            <p:cNvSpPr/>
            <p:nvPr/>
          </p:nvSpPr>
          <p:spPr bwMode="auto">
            <a:xfrm>
              <a:off x="3278779" y="1210861"/>
              <a:ext cx="792163" cy="2587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6" name="Text Box 172"/>
            <p:cNvSpPr txBox="1">
              <a:spLocks noChangeArrowheads="1"/>
            </p:cNvSpPr>
            <p:nvPr/>
          </p:nvSpPr>
          <p:spPr bwMode="auto">
            <a:xfrm>
              <a:off x="3254967" y="1158109"/>
              <a:ext cx="863600" cy="388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密钥 </a:t>
              </a:r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endParaRPr lang="zh-CN" altLang="en-US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7" name="Line 221"/>
            <p:cNvSpPr>
              <a:spLocks noChangeShapeType="1"/>
            </p:cNvSpPr>
            <p:nvPr/>
          </p:nvSpPr>
          <p:spPr bwMode="auto">
            <a:xfrm rot="16200000" flipH="1">
              <a:off x="2580279" y="2744386"/>
              <a:ext cx="331787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8" name="椭圆 108"/>
            <p:cNvSpPr>
              <a:spLocks noChangeArrowheads="1"/>
            </p:cNvSpPr>
            <p:nvPr/>
          </p:nvSpPr>
          <p:spPr bwMode="auto">
            <a:xfrm>
              <a:off x="1838917" y="1858561"/>
              <a:ext cx="1871662" cy="720725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9" name="Text Box 211"/>
            <p:cNvSpPr txBox="1">
              <a:spLocks noChangeArrowheads="1"/>
            </p:cNvSpPr>
            <p:nvPr/>
          </p:nvSpPr>
          <p:spPr bwMode="auto">
            <a:xfrm>
              <a:off x="2211725" y="1897884"/>
              <a:ext cx="1183198" cy="655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计算 </a:t>
              </a: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MAC</a:t>
              </a:r>
            </a:p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的算法</a:t>
              </a: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585985" y="2884059"/>
            <a:ext cx="2252160" cy="1642212"/>
            <a:chOff x="4731342" y="1139059"/>
            <a:chExt cx="2579687" cy="2057764"/>
          </a:xfrm>
        </p:grpSpPr>
        <p:sp>
          <p:nvSpPr>
            <p:cNvPr id="230" name="Line 221"/>
            <p:cNvSpPr>
              <a:spLocks noChangeShapeType="1"/>
            </p:cNvSpPr>
            <p:nvPr/>
          </p:nvSpPr>
          <p:spPr bwMode="auto">
            <a:xfrm rot="16200000" flipH="1">
              <a:off x="5872754" y="2063348"/>
              <a:ext cx="331788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0" name="Line 203"/>
            <p:cNvSpPr>
              <a:spLocks noChangeShapeType="1"/>
            </p:cNvSpPr>
            <p:nvPr/>
          </p:nvSpPr>
          <p:spPr bwMode="auto">
            <a:xfrm rot="5400000" flipV="1">
              <a:off x="5271885" y="1378342"/>
              <a:ext cx="409575" cy="3635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1" name="Line 221"/>
            <p:cNvSpPr>
              <a:spLocks noChangeShapeType="1"/>
            </p:cNvSpPr>
            <p:nvPr/>
          </p:nvSpPr>
          <p:spPr bwMode="auto">
            <a:xfrm rot="16200000" flipH="1" flipV="1">
              <a:off x="6544267" y="1482323"/>
              <a:ext cx="298450" cy="2476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2" name="Rectangle 165"/>
            <p:cNvSpPr>
              <a:spLocks noChangeArrowheads="1"/>
            </p:cNvSpPr>
            <p:nvPr/>
          </p:nvSpPr>
          <p:spPr bwMode="auto">
            <a:xfrm>
              <a:off x="4731342" y="1188636"/>
              <a:ext cx="1152525" cy="2587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明文 </a:t>
              </a:r>
              <a:endParaRPr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3" name="Rectangle 171"/>
            <p:cNvSpPr>
              <a:spLocks noChangeArrowheads="1"/>
            </p:cNvSpPr>
            <p:nvPr/>
          </p:nvSpPr>
          <p:spPr bwMode="auto">
            <a:xfrm>
              <a:off x="5652092" y="2907898"/>
              <a:ext cx="720725" cy="28892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HMAC</a:t>
              </a:r>
            </a:p>
          </p:txBody>
        </p:sp>
        <p:grpSp>
          <p:nvGrpSpPr>
            <p:cNvPr id="244" name="组合 115"/>
            <p:cNvGrpSpPr>
              <a:grpSpLocks/>
            </p:cNvGrpSpPr>
            <p:nvPr/>
          </p:nvGrpSpPr>
          <p:grpSpPr bwMode="auto">
            <a:xfrm>
              <a:off x="6447429" y="1139059"/>
              <a:ext cx="863600" cy="388871"/>
              <a:chOff x="1883864" y="783243"/>
              <a:chExt cx="864096" cy="388871"/>
            </a:xfrm>
          </p:grpSpPr>
          <p:sp>
            <p:nvSpPr>
              <p:cNvPr id="245" name="矩形 244"/>
              <p:cNvSpPr/>
              <p:nvPr/>
            </p:nvSpPr>
            <p:spPr bwMode="auto">
              <a:xfrm>
                <a:off x="1907691" y="835995"/>
                <a:ext cx="792617" cy="2587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46" name="Text Box 172"/>
              <p:cNvSpPr txBox="1">
                <a:spLocks noChangeArrowheads="1"/>
              </p:cNvSpPr>
              <p:nvPr/>
            </p:nvSpPr>
            <p:spPr bwMode="auto">
              <a:xfrm>
                <a:off x="1883864" y="783243"/>
                <a:ext cx="864096" cy="3888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ts val="1700"/>
                  </a:lnSpc>
                </a:pPr>
                <a:r>
                  <a:rPr lang="zh-CN" altLang="en-US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密钥 </a:t>
                </a:r>
                <a:r>
                  <a:rPr lang="en-US" altLang="zh-CN" sz="1400" b="1" i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K</a:t>
                </a:r>
                <a:endParaRPr lang="zh-CN" altLang="en-US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247" name="Line 221"/>
            <p:cNvSpPr>
              <a:spLocks noChangeShapeType="1"/>
            </p:cNvSpPr>
            <p:nvPr/>
          </p:nvSpPr>
          <p:spPr bwMode="auto">
            <a:xfrm rot="16200000" flipH="1">
              <a:off x="5848942" y="2744386"/>
              <a:ext cx="331787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248" name="组合 128"/>
            <p:cNvGrpSpPr>
              <a:grpSpLocks/>
            </p:cNvGrpSpPr>
            <p:nvPr/>
          </p:nvGrpSpPr>
          <p:grpSpPr bwMode="auto">
            <a:xfrm>
              <a:off x="5036142" y="2212577"/>
              <a:ext cx="1873250" cy="438151"/>
              <a:chOff x="3665798" y="1766129"/>
              <a:chExt cx="1872208" cy="438736"/>
            </a:xfrm>
          </p:grpSpPr>
          <p:sp>
            <p:nvSpPr>
              <p:cNvPr id="249" name="椭圆 119"/>
              <p:cNvSpPr>
                <a:spLocks noChangeArrowheads="1"/>
              </p:cNvSpPr>
              <p:nvPr/>
            </p:nvSpPr>
            <p:spPr bwMode="auto">
              <a:xfrm>
                <a:off x="3665798" y="1766129"/>
                <a:ext cx="1872208" cy="438736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50" name="Text Box 211"/>
              <p:cNvSpPr txBox="1">
                <a:spLocks noChangeArrowheads="1"/>
              </p:cNvSpPr>
              <p:nvPr/>
            </p:nvSpPr>
            <p:spPr bwMode="auto">
              <a:xfrm>
                <a:off x="3904062" y="1795826"/>
                <a:ext cx="1444593" cy="386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密码散列算法</a:t>
                </a:r>
                <a:endPara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251" name="Rectangle 165"/>
            <p:cNvSpPr>
              <a:spLocks noChangeArrowheads="1"/>
            </p:cNvSpPr>
            <p:nvPr/>
          </p:nvSpPr>
          <p:spPr bwMode="auto">
            <a:xfrm>
              <a:off x="5026617" y="1763311"/>
              <a:ext cx="1152525" cy="25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明文 </a:t>
              </a:r>
              <a:endParaRPr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2" name="矩形 251"/>
            <p:cNvSpPr/>
            <p:nvPr/>
          </p:nvSpPr>
          <p:spPr bwMode="auto">
            <a:xfrm>
              <a:off x="6171204" y="1764898"/>
              <a:ext cx="792163" cy="254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3" name="Text Box 172"/>
            <p:cNvSpPr txBox="1">
              <a:spLocks noChangeArrowheads="1"/>
            </p:cNvSpPr>
            <p:nvPr/>
          </p:nvSpPr>
          <p:spPr bwMode="auto">
            <a:xfrm>
              <a:off x="6147392" y="1710560"/>
              <a:ext cx="863600" cy="388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密钥 </a:t>
              </a:r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endParaRPr lang="zh-CN" altLang="en-US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4" name="Text Box 172"/>
            <p:cNvSpPr txBox="1">
              <a:spLocks noChangeArrowheads="1"/>
            </p:cNvSpPr>
            <p:nvPr/>
          </p:nvSpPr>
          <p:spPr bwMode="auto">
            <a:xfrm>
              <a:off x="5723529" y="1471165"/>
              <a:ext cx="863600" cy="388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拼接</a:t>
              </a:r>
              <a:endParaRPr lang="zh-CN" altLang="en-US" sz="1400" b="1" i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cxnSp>
        <p:nvCxnSpPr>
          <p:cNvPr id="50" name="直接连接符 49"/>
          <p:cNvCxnSpPr/>
          <p:nvPr/>
        </p:nvCxnSpPr>
        <p:spPr>
          <a:xfrm>
            <a:off x="914401" y="2788025"/>
            <a:ext cx="3541059" cy="0"/>
          </a:xfrm>
          <a:prstGeom prst="line">
            <a:avLst/>
          </a:prstGeom>
          <a:ln w="28575">
            <a:solidFill>
              <a:srgbClr val="00006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4779296" y="1224623"/>
            <a:ext cx="3823334" cy="3172237"/>
            <a:chOff x="4782695" y="1274675"/>
            <a:chExt cx="3617585" cy="3172237"/>
          </a:xfrm>
        </p:grpSpPr>
        <p:sp>
          <p:nvSpPr>
            <p:cNvPr id="53" name="任意多边形 52"/>
            <p:cNvSpPr/>
            <p:nvPr/>
          </p:nvSpPr>
          <p:spPr>
            <a:xfrm>
              <a:off x="4782695" y="1274675"/>
              <a:ext cx="3617585" cy="365680"/>
            </a:xfrm>
            <a:custGeom>
              <a:avLst/>
              <a:gdLst>
                <a:gd name="connsiteX0" fmla="*/ 0 w 3617585"/>
                <a:gd name="connsiteY0" fmla="*/ 81122 h 486720"/>
                <a:gd name="connsiteX1" fmla="*/ 81122 w 3617585"/>
                <a:gd name="connsiteY1" fmla="*/ 0 h 486720"/>
                <a:gd name="connsiteX2" fmla="*/ 3536463 w 3617585"/>
                <a:gd name="connsiteY2" fmla="*/ 0 h 486720"/>
                <a:gd name="connsiteX3" fmla="*/ 3617585 w 3617585"/>
                <a:gd name="connsiteY3" fmla="*/ 81122 h 486720"/>
                <a:gd name="connsiteX4" fmla="*/ 3617585 w 3617585"/>
                <a:gd name="connsiteY4" fmla="*/ 405598 h 486720"/>
                <a:gd name="connsiteX5" fmla="*/ 3536463 w 3617585"/>
                <a:gd name="connsiteY5" fmla="*/ 486720 h 486720"/>
                <a:gd name="connsiteX6" fmla="*/ 81122 w 3617585"/>
                <a:gd name="connsiteY6" fmla="*/ 486720 h 486720"/>
                <a:gd name="connsiteX7" fmla="*/ 0 w 3617585"/>
                <a:gd name="connsiteY7" fmla="*/ 405598 h 486720"/>
                <a:gd name="connsiteX8" fmla="*/ 0 w 3617585"/>
                <a:gd name="connsiteY8" fmla="*/ 81122 h 48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7585" h="486720">
                  <a:moveTo>
                    <a:pt x="0" y="81122"/>
                  </a:moveTo>
                  <a:cubicBezTo>
                    <a:pt x="0" y="36320"/>
                    <a:pt x="36320" y="0"/>
                    <a:pt x="81122" y="0"/>
                  </a:cubicBezTo>
                  <a:lnTo>
                    <a:pt x="3536463" y="0"/>
                  </a:lnTo>
                  <a:cubicBezTo>
                    <a:pt x="3581265" y="0"/>
                    <a:pt x="3617585" y="36320"/>
                    <a:pt x="3617585" y="81122"/>
                  </a:cubicBezTo>
                  <a:lnTo>
                    <a:pt x="3617585" y="405598"/>
                  </a:lnTo>
                  <a:cubicBezTo>
                    <a:pt x="3617585" y="450400"/>
                    <a:pt x="3581265" y="486720"/>
                    <a:pt x="3536463" y="486720"/>
                  </a:cubicBezTo>
                  <a:lnTo>
                    <a:pt x="81122" y="486720"/>
                  </a:lnTo>
                  <a:cubicBezTo>
                    <a:pt x="36320" y="486720"/>
                    <a:pt x="0" y="450400"/>
                    <a:pt x="0" y="405598"/>
                  </a:cubicBezTo>
                  <a:lnTo>
                    <a:pt x="0" y="81122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4720" tIns="84720" rIns="84720" bIns="84720" numCol="1" spcCol="1270" anchor="ctr" anchorCtr="0">
              <a:noAutofit/>
            </a:bodyPr>
            <a:lstStyle/>
            <a:p>
              <a:pPr lvl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000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MAC</a:t>
              </a:r>
              <a:endParaRPr lang="zh-CN" altLang="en-US" sz="2000" b="1" kern="12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4782695" y="1647085"/>
              <a:ext cx="3617585" cy="740024"/>
            </a:xfrm>
            <a:custGeom>
              <a:avLst/>
              <a:gdLst>
                <a:gd name="connsiteX0" fmla="*/ 0 w 3617585"/>
                <a:gd name="connsiteY0" fmla="*/ 0 h 740024"/>
                <a:gd name="connsiteX1" fmla="*/ 3617585 w 3617585"/>
                <a:gd name="connsiteY1" fmla="*/ 0 h 740024"/>
                <a:gd name="connsiteX2" fmla="*/ 3617585 w 3617585"/>
                <a:gd name="connsiteY2" fmla="*/ 740024 h 740024"/>
                <a:gd name="connsiteX3" fmla="*/ 0 w 3617585"/>
                <a:gd name="connsiteY3" fmla="*/ 740024 h 740024"/>
                <a:gd name="connsiteX4" fmla="*/ 0 w 3617585"/>
                <a:gd name="connsiteY4" fmla="*/ 0 h 74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85" h="740024">
                  <a:moveTo>
                    <a:pt x="0" y="0"/>
                  </a:moveTo>
                  <a:lnTo>
                    <a:pt x="3617585" y="0"/>
                  </a:lnTo>
                  <a:lnTo>
                    <a:pt x="3617585" y="740024"/>
                  </a:lnTo>
                  <a:lnTo>
                    <a:pt x="0" y="74002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858" tIns="20320" rIns="113792" bIns="2032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把密钥 </a:t>
              </a:r>
              <a:r>
                <a:rPr lang="en-US" altLang="en-US" b="1" i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</a:t>
              </a:r>
              <a:r>
                <a:rPr lang="zh-CN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作为计算 </a:t>
              </a:r>
              <a:r>
                <a:rPr lang="en-US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MAC </a:t>
              </a:r>
              <a:r>
                <a:rPr lang="zh-CN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的参数。</a:t>
              </a:r>
            </a:p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可以使用多种计算 </a:t>
              </a:r>
              <a:r>
                <a:rPr lang="en-US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MAC </a:t>
              </a:r>
              <a:r>
                <a:rPr lang="zh-CN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的算法。</a:t>
              </a: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4782695" y="2944282"/>
              <a:ext cx="3617585" cy="365680"/>
            </a:xfrm>
            <a:custGeom>
              <a:avLst/>
              <a:gdLst>
                <a:gd name="connsiteX0" fmla="*/ 0 w 3617585"/>
                <a:gd name="connsiteY0" fmla="*/ 81122 h 486720"/>
                <a:gd name="connsiteX1" fmla="*/ 81122 w 3617585"/>
                <a:gd name="connsiteY1" fmla="*/ 0 h 486720"/>
                <a:gd name="connsiteX2" fmla="*/ 3536463 w 3617585"/>
                <a:gd name="connsiteY2" fmla="*/ 0 h 486720"/>
                <a:gd name="connsiteX3" fmla="*/ 3617585 w 3617585"/>
                <a:gd name="connsiteY3" fmla="*/ 81122 h 486720"/>
                <a:gd name="connsiteX4" fmla="*/ 3617585 w 3617585"/>
                <a:gd name="connsiteY4" fmla="*/ 405598 h 486720"/>
                <a:gd name="connsiteX5" fmla="*/ 3536463 w 3617585"/>
                <a:gd name="connsiteY5" fmla="*/ 486720 h 486720"/>
                <a:gd name="connsiteX6" fmla="*/ 81122 w 3617585"/>
                <a:gd name="connsiteY6" fmla="*/ 486720 h 486720"/>
                <a:gd name="connsiteX7" fmla="*/ 0 w 3617585"/>
                <a:gd name="connsiteY7" fmla="*/ 405598 h 486720"/>
                <a:gd name="connsiteX8" fmla="*/ 0 w 3617585"/>
                <a:gd name="connsiteY8" fmla="*/ 81122 h 48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7585" h="486720">
                  <a:moveTo>
                    <a:pt x="0" y="81122"/>
                  </a:moveTo>
                  <a:cubicBezTo>
                    <a:pt x="0" y="36320"/>
                    <a:pt x="36320" y="0"/>
                    <a:pt x="81122" y="0"/>
                  </a:cubicBezTo>
                  <a:lnTo>
                    <a:pt x="3536463" y="0"/>
                  </a:lnTo>
                  <a:cubicBezTo>
                    <a:pt x="3581265" y="0"/>
                    <a:pt x="3617585" y="36320"/>
                    <a:pt x="3617585" y="81122"/>
                  </a:cubicBezTo>
                  <a:lnTo>
                    <a:pt x="3617585" y="405598"/>
                  </a:lnTo>
                  <a:cubicBezTo>
                    <a:pt x="3617585" y="450400"/>
                    <a:pt x="3581265" y="486720"/>
                    <a:pt x="3536463" y="486720"/>
                  </a:cubicBezTo>
                  <a:lnTo>
                    <a:pt x="81122" y="486720"/>
                  </a:lnTo>
                  <a:cubicBezTo>
                    <a:pt x="36320" y="486720"/>
                    <a:pt x="0" y="450400"/>
                    <a:pt x="0" y="405598"/>
                  </a:cubicBezTo>
                  <a:lnTo>
                    <a:pt x="0" y="81122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2">
                <a:hueOff val="4681519"/>
                <a:satOff val="-5839"/>
                <a:lumOff val="1373"/>
                <a:alphaOff val="0"/>
              </a:schemeClr>
            </a:fillRef>
            <a:effectRef idx="1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84720" tIns="84720" rIns="84720" bIns="84720" numCol="1" spcCol="1270" anchor="ctr" anchorCtr="0">
              <a:noAutofit/>
            </a:bodyPr>
            <a:lstStyle/>
            <a:p>
              <a:pPr lvl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US" sz="2000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HMAC (Hashed MAC)</a:t>
              </a:r>
              <a:endParaRPr lang="zh-CN" altLang="en-US" sz="2000" b="1" kern="12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4782695" y="3316692"/>
              <a:ext cx="3617585" cy="1130220"/>
            </a:xfrm>
            <a:custGeom>
              <a:avLst/>
              <a:gdLst>
                <a:gd name="connsiteX0" fmla="*/ 0 w 3617585"/>
                <a:gd name="connsiteY0" fmla="*/ 0 h 1130220"/>
                <a:gd name="connsiteX1" fmla="*/ 3617585 w 3617585"/>
                <a:gd name="connsiteY1" fmla="*/ 0 h 1130220"/>
                <a:gd name="connsiteX2" fmla="*/ 3617585 w 3617585"/>
                <a:gd name="connsiteY2" fmla="*/ 1130220 h 1130220"/>
                <a:gd name="connsiteX3" fmla="*/ 0 w 3617585"/>
                <a:gd name="connsiteY3" fmla="*/ 1130220 h 1130220"/>
                <a:gd name="connsiteX4" fmla="*/ 0 w 3617585"/>
                <a:gd name="connsiteY4" fmla="*/ 0 h 113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85" h="1130220">
                  <a:moveTo>
                    <a:pt x="0" y="0"/>
                  </a:moveTo>
                  <a:lnTo>
                    <a:pt x="3617585" y="0"/>
                  </a:lnTo>
                  <a:lnTo>
                    <a:pt x="3617585" y="1130220"/>
                  </a:lnTo>
                  <a:lnTo>
                    <a:pt x="0" y="113022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858" tIns="20320" rIns="113792" bIns="2032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把密钥 </a:t>
              </a:r>
              <a:r>
                <a:rPr lang="en-US" altLang="en-US" b="1" i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</a:t>
              </a:r>
              <a:r>
                <a:rPr lang="zh-CN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拼接在明文后面。</a:t>
              </a:r>
            </a:p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使用密码散列算法对其进行运算。</a:t>
              </a:r>
            </a:p>
            <a:p>
              <a:pPr marL="171450" lvl="1" indent="-171450" algn="l" defTabSz="711200">
                <a:lnSpc>
                  <a:spcPts val="2400"/>
                </a:lnSpc>
                <a:spcBef>
                  <a:spcPct val="0"/>
                </a:spcBef>
                <a:spcAft>
                  <a:spcPct val="20000"/>
                </a:spcAft>
                <a:buChar char="••"/>
              </a:pPr>
              <a:r>
                <a:rPr lang="zh-CN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得出的散列值就是 </a:t>
              </a:r>
              <a:r>
                <a:rPr lang="en-US" altLang="en-US" b="1" kern="12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HMAC</a:t>
              </a:r>
              <a:endParaRPr lang="zh-CN" altLang="en-US" b="1" kern="12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50681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使用已签名的报文鉴别码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对报文鉴别</a:t>
            </a:r>
          </a:p>
        </p:txBody>
      </p:sp>
      <p:sp>
        <p:nvSpPr>
          <p:cNvPr id="156" name="矩形 155"/>
          <p:cNvSpPr/>
          <p:nvPr/>
        </p:nvSpPr>
        <p:spPr>
          <a:xfrm>
            <a:off x="696844" y="3971364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没有对报文进行加密，而是对很短的散列 </a:t>
            </a:r>
            <a:r>
              <a:rPr lang="en-US" altLang="zh-CN" sz="1600" b="1" i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H(X)</a:t>
            </a:r>
            <a:r>
              <a:rPr lang="en-US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进行 </a:t>
            </a:r>
            <a:r>
              <a:rPr lang="en-US" altLang="zh-CN" sz="1600" b="1" i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运算。</a:t>
            </a:r>
            <a:endParaRPr lang="en-US" altLang="zh-CN" sz="1600" b="1" kern="500" dirty="0">
              <a:solidFill>
                <a:schemeClr val="dk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入侵者没有 </a:t>
            </a:r>
            <a:r>
              <a:rPr lang="en-US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的私钥，因此不可能伪造出 </a:t>
            </a:r>
            <a:r>
              <a:rPr lang="en-US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发出的报文。</a:t>
            </a:r>
            <a:endParaRPr lang="en-US" altLang="zh-CN" sz="1600" b="1" kern="500" dirty="0">
              <a:solidFill>
                <a:schemeClr val="dk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7" name="Rectangle 46"/>
          <p:cNvSpPr>
            <a:spLocks noChangeArrowheads="1"/>
          </p:cNvSpPr>
          <p:nvPr/>
        </p:nvSpPr>
        <p:spPr bwMode="auto">
          <a:xfrm>
            <a:off x="509474" y="936728"/>
            <a:ext cx="81290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如何分发共享密钥 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？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解决：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采用公钥系统。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8" name="Line 219"/>
          <p:cNvSpPr>
            <a:spLocks noChangeShapeType="1"/>
          </p:cNvSpPr>
          <p:nvPr/>
        </p:nvSpPr>
        <p:spPr bwMode="auto">
          <a:xfrm rot="10800000" flipH="1">
            <a:off x="2260250" y="3270652"/>
            <a:ext cx="692470" cy="408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9" name="直接连接符 104"/>
          <p:cNvCxnSpPr>
            <a:cxnSpLocks noChangeShapeType="1"/>
          </p:cNvCxnSpPr>
          <p:nvPr/>
        </p:nvCxnSpPr>
        <p:spPr bwMode="auto">
          <a:xfrm>
            <a:off x="3586114" y="2449368"/>
            <a:ext cx="1478398" cy="0"/>
          </a:xfrm>
          <a:prstGeom prst="line">
            <a:avLst/>
          </a:prstGeom>
          <a:noFill/>
          <a:ln w="12700" algn="ctr">
            <a:solidFill>
              <a:srgbClr val="0000FF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0" name="Object 2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847960"/>
              </p:ext>
            </p:extLst>
          </p:nvPr>
        </p:nvGraphicFramePr>
        <p:xfrm>
          <a:off x="4871924" y="1867165"/>
          <a:ext cx="1348118" cy="681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87068" imgH="964692" progId="">
                  <p:embed/>
                </p:oleObj>
              </mc:Choice>
              <mc:Fallback>
                <p:oleObj name="VISIO" r:id="rId2" imgW="1687068" imgH="964692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924" y="1867165"/>
                        <a:ext cx="1348118" cy="681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" name="Line 203"/>
          <p:cNvSpPr>
            <a:spLocks noChangeShapeType="1"/>
          </p:cNvSpPr>
          <p:nvPr/>
        </p:nvSpPr>
        <p:spPr bwMode="auto">
          <a:xfrm rot="5400000">
            <a:off x="829921" y="2709968"/>
            <a:ext cx="874691" cy="127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2" name="Line 9"/>
          <p:cNvSpPr>
            <a:spLocks noChangeShapeType="1"/>
          </p:cNvSpPr>
          <p:nvPr/>
        </p:nvSpPr>
        <p:spPr bwMode="auto">
          <a:xfrm>
            <a:off x="1787680" y="2197103"/>
            <a:ext cx="122067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63" name="Picture 47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27787" y="2672340"/>
            <a:ext cx="306201" cy="17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" name="Text Box 48"/>
          <p:cNvSpPr txBox="1">
            <a:spLocks noChangeArrowheads="1"/>
          </p:cNvSpPr>
          <p:nvPr/>
        </p:nvSpPr>
        <p:spPr bwMode="auto">
          <a:xfrm>
            <a:off x="862974" y="1633360"/>
            <a:ext cx="300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grpSp>
        <p:nvGrpSpPr>
          <p:cNvPr id="165" name="Group 103"/>
          <p:cNvGrpSpPr>
            <a:grpSpLocks/>
          </p:cNvGrpSpPr>
          <p:nvPr/>
        </p:nvGrpSpPr>
        <p:grpSpPr bwMode="auto">
          <a:xfrm>
            <a:off x="1061227" y="1634547"/>
            <a:ext cx="450317" cy="376225"/>
            <a:chOff x="921" y="2412"/>
            <a:chExt cx="284" cy="265"/>
          </a:xfrm>
        </p:grpSpPr>
        <p:grpSp>
          <p:nvGrpSpPr>
            <p:cNvPr id="166" name="Group 104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180" name="Freeform 105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1" name="Freeform 10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2" name="Freeform 107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3" name="Freeform 10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4" name="Rectangle 10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5" name="Rectangle 11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6" name="Rectangle 11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7" name="Line 11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188" name="Group 113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189" name="Freeform 114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0" name="Freeform 11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1" name="Rectangle 11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  <p:grpSp>
          <p:nvGrpSpPr>
            <p:cNvPr id="167" name="Group 117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168" name="Freeform 118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9" name="Freeform 11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0" name="Freeform 120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1" name="Freeform 12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2" name="Rectangle 12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3" name="Rectangle 12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4" name="Rectangle 12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5" name="Line 12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176" name="Group 126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177" name="Freeform 127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78" name="Freeform 12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79" name="Rectangle 12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</p:grpSp>
      <p:sp>
        <p:nvSpPr>
          <p:cNvPr id="192" name="Rectangle 165"/>
          <p:cNvSpPr>
            <a:spLocks noChangeArrowheads="1"/>
          </p:cNvSpPr>
          <p:nvPr/>
        </p:nvSpPr>
        <p:spPr bwMode="auto">
          <a:xfrm>
            <a:off x="759599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 </a:t>
            </a: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</a:p>
        </p:txBody>
      </p:sp>
      <p:sp>
        <p:nvSpPr>
          <p:cNvPr id="193" name="Text Box 167"/>
          <p:cNvSpPr txBox="1">
            <a:spLocks noChangeArrowheads="1"/>
          </p:cNvSpPr>
          <p:nvPr/>
        </p:nvSpPr>
        <p:spPr bwMode="auto">
          <a:xfrm>
            <a:off x="2952164" y="2014714"/>
            <a:ext cx="362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194" name="Rectangle 169"/>
          <p:cNvSpPr>
            <a:spLocks noChangeArrowheads="1"/>
          </p:cNvSpPr>
          <p:nvPr/>
        </p:nvSpPr>
        <p:spPr bwMode="auto">
          <a:xfrm>
            <a:off x="1017327" y="3157246"/>
            <a:ext cx="448901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GB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(</a:t>
            </a:r>
            <a:r>
              <a:rPr lang="en-GB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en-GB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endParaRPr lang="en-US" altLang="zh-CN" sz="1200" b="1" i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5" name="Rectangle 170"/>
          <p:cNvSpPr>
            <a:spLocks noChangeArrowheads="1"/>
          </p:cNvSpPr>
          <p:nvPr/>
        </p:nvSpPr>
        <p:spPr bwMode="auto">
          <a:xfrm>
            <a:off x="1902384" y="3140631"/>
            <a:ext cx="591926" cy="269409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 </a:t>
            </a:r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196" name="Rectangle 171"/>
          <p:cNvSpPr>
            <a:spLocks noChangeArrowheads="1"/>
          </p:cNvSpPr>
          <p:nvPr/>
        </p:nvSpPr>
        <p:spPr bwMode="auto">
          <a:xfrm>
            <a:off x="2944626" y="3157246"/>
            <a:ext cx="427139" cy="25279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</a:t>
            </a:r>
          </a:p>
        </p:txBody>
      </p:sp>
      <p:sp>
        <p:nvSpPr>
          <p:cNvPr id="197" name="Text Box 172"/>
          <p:cNvSpPr txBox="1">
            <a:spLocks noChangeArrowheads="1"/>
          </p:cNvSpPr>
          <p:nvPr/>
        </p:nvSpPr>
        <p:spPr bwMode="auto">
          <a:xfrm>
            <a:off x="1723957" y="2581635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的私钥</a:t>
            </a:r>
            <a:endParaRPr lang="zh-CN" altLang="en-US" sz="1200" b="1" i="1" dirty="0">
              <a:solidFill>
                <a:srgbClr val="CC00CC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8" name="Rectangle 173"/>
          <p:cNvSpPr>
            <a:spLocks noChangeArrowheads="1"/>
          </p:cNvSpPr>
          <p:nvPr/>
        </p:nvSpPr>
        <p:spPr bwMode="auto">
          <a:xfrm>
            <a:off x="4036431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 </a:t>
            </a: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</a:p>
        </p:txBody>
      </p:sp>
      <p:sp>
        <p:nvSpPr>
          <p:cNvPr id="199" name="Rectangle 174"/>
          <p:cNvSpPr>
            <a:spLocks noChangeArrowheads="1"/>
          </p:cNvSpPr>
          <p:nvPr/>
        </p:nvSpPr>
        <p:spPr bwMode="auto">
          <a:xfrm>
            <a:off x="3586114" y="2092662"/>
            <a:ext cx="450317" cy="21600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</a:t>
            </a:r>
          </a:p>
        </p:txBody>
      </p:sp>
      <p:sp>
        <p:nvSpPr>
          <p:cNvPr id="200" name="Text Box 175"/>
          <p:cNvSpPr txBox="1">
            <a:spLocks noChangeArrowheads="1"/>
          </p:cNvSpPr>
          <p:nvPr/>
        </p:nvSpPr>
        <p:spPr bwMode="auto">
          <a:xfrm>
            <a:off x="6728419" y="1633360"/>
            <a:ext cx="2744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grpSp>
        <p:nvGrpSpPr>
          <p:cNvPr id="201" name="Group 176"/>
          <p:cNvGrpSpPr>
            <a:grpSpLocks/>
          </p:cNvGrpSpPr>
          <p:nvPr/>
        </p:nvGrpSpPr>
        <p:grpSpPr bwMode="auto">
          <a:xfrm>
            <a:off x="6926671" y="1634547"/>
            <a:ext cx="450317" cy="376225"/>
            <a:chOff x="921" y="2412"/>
            <a:chExt cx="284" cy="265"/>
          </a:xfrm>
        </p:grpSpPr>
        <p:grpSp>
          <p:nvGrpSpPr>
            <p:cNvPr id="202" name="Group 177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6" name="Freeform 178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7" name="Freeform 179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8" name="Freeform 180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9" name="Freeform 181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0" name="Rectangle 182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1" name="Rectangle 183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2" name="Rectangle 184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3" name="Line 185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224" name="Group 186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25" name="Freeform 187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26" name="Freeform 188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27" name="Rectangle 189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  <p:grpSp>
          <p:nvGrpSpPr>
            <p:cNvPr id="203" name="Group 190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4" name="Freeform 191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5" name="Freeform 192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6" name="Freeform 193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7" name="Freeform 194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8" name="Rectangle 195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9" name="Rectangle 196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0" name="Rectangle 197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1" name="Line 198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212" name="Group 199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3" name="Freeform 200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14" name="Freeform 201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15" name="Rectangle 202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</p:grpSp>
      <p:sp>
        <p:nvSpPr>
          <p:cNvPr id="228" name="Text Box 204"/>
          <p:cNvSpPr txBox="1">
            <a:spLocks noChangeArrowheads="1"/>
          </p:cNvSpPr>
          <p:nvPr/>
        </p:nvSpPr>
        <p:spPr bwMode="auto">
          <a:xfrm>
            <a:off x="845917" y="336850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固定长度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</a:t>
            </a:r>
          </a:p>
        </p:txBody>
      </p:sp>
      <p:sp>
        <p:nvSpPr>
          <p:cNvPr id="229" name="Rectangle 205"/>
          <p:cNvSpPr>
            <a:spLocks noChangeArrowheads="1"/>
          </p:cNvSpPr>
          <p:nvPr/>
        </p:nvSpPr>
        <p:spPr bwMode="auto">
          <a:xfrm>
            <a:off x="6695848" y="2078420"/>
            <a:ext cx="1028081" cy="2065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 </a:t>
            </a: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</a:p>
        </p:txBody>
      </p:sp>
      <p:sp>
        <p:nvSpPr>
          <p:cNvPr id="255" name="Rectangle 206"/>
          <p:cNvSpPr>
            <a:spLocks noChangeArrowheads="1"/>
          </p:cNvSpPr>
          <p:nvPr/>
        </p:nvSpPr>
        <p:spPr bwMode="auto">
          <a:xfrm>
            <a:off x="6241284" y="2078420"/>
            <a:ext cx="450317" cy="205321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</a:t>
            </a:r>
          </a:p>
        </p:txBody>
      </p:sp>
      <p:sp>
        <p:nvSpPr>
          <p:cNvPr id="256" name="Text Box 208"/>
          <p:cNvSpPr txBox="1">
            <a:spLocks noChangeArrowheads="1"/>
          </p:cNvSpPr>
          <p:nvPr/>
        </p:nvSpPr>
        <p:spPr bwMode="auto">
          <a:xfrm>
            <a:off x="5344419" y="1928350"/>
            <a:ext cx="5389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 </a:t>
            </a:r>
          </a:p>
        </p:txBody>
      </p:sp>
      <p:sp>
        <p:nvSpPr>
          <p:cNvPr id="257" name="Rectangle 210"/>
          <p:cNvSpPr>
            <a:spLocks noChangeArrowheads="1"/>
          </p:cNvSpPr>
          <p:nvPr/>
        </p:nvSpPr>
        <p:spPr bwMode="auto">
          <a:xfrm>
            <a:off x="6252612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GB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(</a:t>
            </a:r>
            <a:r>
              <a:rPr lang="en-GB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en-GB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endParaRPr lang="en-US" altLang="zh-CN" sz="1200" b="1" i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8" name="Text Box 211"/>
          <p:cNvSpPr txBox="1">
            <a:spLocks noChangeArrowheads="1"/>
          </p:cNvSpPr>
          <p:nvPr/>
        </p:nvSpPr>
        <p:spPr bwMode="auto">
          <a:xfrm>
            <a:off x="2663157" y="3382213"/>
            <a:ext cx="9541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已签名的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报文鉴别码</a:t>
            </a:r>
          </a:p>
        </p:txBody>
      </p:sp>
      <p:sp>
        <p:nvSpPr>
          <p:cNvPr id="259" name="Rectangle 212"/>
          <p:cNvSpPr>
            <a:spLocks noChangeArrowheads="1"/>
          </p:cNvSpPr>
          <p:nvPr/>
        </p:nvSpPr>
        <p:spPr bwMode="auto">
          <a:xfrm>
            <a:off x="7825888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</a:p>
        </p:txBody>
      </p:sp>
      <p:sp>
        <p:nvSpPr>
          <p:cNvPr id="260" name="Text Box 213"/>
          <p:cNvSpPr txBox="1">
            <a:spLocks noChangeArrowheads="1"/>
          </p:cNvSpPr>
          <p:nvPr/>
        </p:nvSpPr>
        <p:spPr bwMode="auto">
          <a:xfrm>
            <a:off x="779604" y="249499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261" name="Line 214"/>
          <p:cNvSpPr>
            <a:spLocks noChangeShapeType="1"/>
          </p:cNvSpPr>
          <p:nvPr/>
        </p:nvSpPr>
        <p:spPr bwMode="auto">
          <a:xfrm rot="5400000" flipV="1">
            <a:off x="2046851" y="2986343"/>
            <a:ext cx="32281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2" name="Text Box 215"/>
          <p:cNvSpPr txBox="1">
            <a:spLocks noChangeArrowheads="1"/>
          </p:cNvSpPr>
          <p:nvPr/>
        </p:nvSpPr>
        <p:spPr bwMode="auto">
          <a:xfrm>
            <a:off x="5064512" y="2635042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</a:t>
            </a:r>
            <a:endParaRPr lang="zh-CN" altLang="en-US" sz="1200" b="1" i="1" dirty="0">
              <a:solidFill>
                <a:srgbClr val="CC00CC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3" name="Line 216"/>
          <p:cNvSpPr>
            <a:spLocks noChangeShapeType="1"/>
          </p:cNvSpPr>
          <p:nvPr/>
        </p:nvSpPr>
        <p:spPr bwMode="auto">
          <a:xfrm flipV="1">
            <a:off x="3268910" y="2210158"/>
            <a:ext cx="32145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4" name="Line 217"/>
          <p:cNvSpPr>
            <a:spLocks noChangeShapeType="1"/>
          </p:cNvSpPr>
          <p:nvPr/>
        </p:nvSpPr>
        <p:spPr bwMode="auto">
          <a:xfrm rot="16200000" flipV="1">
            <a:off x="2706396" y="2726428"/>
            <a:ext cx="861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5" name="Line 218"/>
          <p:cNvSpPr>
            <a:spLocks noChangeShapeType="1"/>
          </p:cNvSpPr>
          <p:nvPr/>
        </p:nvSpPr>
        <p:spPr bwMode="auto">
          <a:xfrm rot="10800000" flipH="1" flipV="1">
            <a:off x="1476140" y="3264061"/>
            <a:ext cx="42624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6" name="Line 220"/>
          <p:cNvSpPr>
            <a:spLocks noChangeShapeType="1"/>
          </p:cNvSpPr>
          <p:nvPr/>
        </p:nvSpPr>
        <p:spPr bwMode="auto">
          <a:xfrm>
            <a:off x="5931159" y="2792890"/>
            <a:ext cx="300211" cy="356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7" name="Line 221"/>
          <p:cNvSpPr>
            <a:spLocks noChangeShapeType="1"/>
          </p:cNvSpPr>
          <p:nvPr/>
        </p:nvSpPr>
        <p:spPr bwMode="auto">
          <a:xfrm rot="16200000" flipH="1">
            <a:off x="6341507" y="3013067"/>
            <a:ext cx="319257" cy="70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8" name="Text Box 223"/>
          <p:cNvSpPr txBox="1">
            <a:spLocks noChangeArrowheads="1"/>
          </p:cNvSpPr>
          <p:nvPr/>
        </p:nvSpPr>
        <p:spPr bwMode="auto">
          <a:xfrm>
            <a:off x="7571170" y="234545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269" name="AutoShape 227"/>
          <p:cNvSpPr>
            <a:spLocks noChangeArrowheads="1"/>
          </p:cNvSpPr>
          <p:nvPr/>
        </p:nvSpPr>
        <p:spPr bwMode="auto">
          <a:xfrm>
            <a:off x="5108412" y="2136575"/>
            <a:ext cx="1091805" cy="102067"/>
          </a:xfrm>
          <a:prstGeom prst="rightArrow">
            <a:avLst>
              <a:gd name="adj1" fmla="val 50000"/>
              <a:gd name="adj2" fmla="val 133456"/>
            </a:avLst>
          </a:prstGeom>
          <a:solidFill>
            <a:srgbClr val="CC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0" name="Text Box 229"/>
          <p:cNvSpPr txBox="1">
            <a:spLocks noChangeArrowheads="1"/>
          </p:cNvSpPr>
          <p:nvPr/>
        </p:nvSpPr>
        <p:spPr bwMode="auto">
          <a:xfrm>
            <a:off x="5178901" y="145381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不安全的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</a:t>
            </a:r>
          </a:p>
        </p:txBody>
      </p:sp>
      <p:sp>
        <p:nvSpPr>
          <p:cNvPr id="271" name="Text Box 231"/>
          <p:cNvSpPr txBox="1">
            <a:spLocks noChangeArrowheads="1"/>
          </p:cNvSpPr>
          <p:nvPr/>
        </p:nvSpPr>
        <p:spPr bwMode="auto">
          <a:xfrm>
            <a:off x="3347606" y="1445056"/>
            <a:ext cx="9541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已签名的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报文鉴别码</a:t>
            </a:r>
          </a:p>
        </p:txBody>
      </p:sp>
      <p:sp>
        <p:nvSpPr>
          <p:cNvPr id="272" name="Line 232"/>
          <p:cNvSpPr>
            <a:spLocks noChangeShapeType="1"/>
          </p:cNvSpPr>
          <p:nvPr/>
        </p:nvSpPr>
        <p:spPr bwMode="auto">
          <a:xfrm flipH="1">
            <a:off x="3812689" y="1867166"/>
            <a:ext cx="0" cy="2527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3" name="Rectangle 170"/>
          <p:cNvSpPr>
            <a:spLocks noChangeArrowheads="1"/>
          </p:cNvSpPr>
          <p:nvPr/>
        </p:nvSpPr>
        <p:spPr bwMode="auto">
          <a:xfrm>
            <a:off x="6222874" y="2656405"/>
            <a:ext cx="574933" cy="268223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</a:t>
            </a:r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274" name="Line 222"/>
          <p:cNvSpPr>
            <a:spLocks noChangeShapeType="1"/>
          </p:cNvSpPr>
          <p:nvPr/>
        </p:nvSpPr>
        <p:spPr bwMode="auto">
          <a:xfrm rot="16200000" flipH="1">
            <a:off x="6299934" y="2470343"/>
            <a:ext cx="372664" cy="113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5" name="Text Box 224"/>
          <p:cNvSpPr txBox="1">
            <a:spLocks noChangeArrowheads="1"/>
          </p:cNvSpPr>
          <p:nvPr/>
        </p:nvSpPr>
        <p:spPr bwMode="auto">
          <a:xfrm>
            <a:off x="2879487" y="1862417"/>
            <a:ext cx="4924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拼接</a:t>
            </a:r>
          </a:p>
        </p:txBody>
      </p:sp>
      <p:sp>
        <p:nvSpPr>
          <p:cNvPr id="276" name="矩形 105"/>
          <p:cNvSpPr>
            <a:spLocks noChangeArrowheads="1"/>
          </p:cNvSpPr>
          <p:nvPr/>
        </p:nvSpPr>
        <p:spPr bwMode="auto">
          <a:xfrm>
            <a:off x="3843843" y="2348435"/>
            <a:ext cx="931787" cy="198176"/>
          </a:xfrm>
          <a:prstGeom prst="rect">
            <a:avLst/>
          </a:prstGeom>
          <a:solidFill>
            <a:srgbClr val="C3E3F9"/>
          </a:solidFill>
          <a:ln>
            <a:noFill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7" name="Text Box 224"/>
          <p:cNvSpPr txBox="1">
            <a:spLocks noChangeArrowheads="1"/>
          </p:cNvSpPr>
          <p:nvPr/>
        </p:nvSpPr>
        <p:spPr bwMode="auto">
          <a:xfrm>
            <a:off x="3851680" y="2308665"/>
            <a:ext cx="9541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扩展的报文</a:t>
            </a:r>
          </a:p>
        </p:txBody>
      </p:sp>
      <p:pic>
        <p:nvPicPr>
          <p:cNvPr id="278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29714" y="2652165"/>
            <a:ext cx="306201" cy="177011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0" name="肘形连接符 106"/>
          <p:cNvCxnSpPr>
            <a:cxnSpLocks noChangeShapeType="1"/>
          </p:cNvCxnSpPr>
          <p:nvPr/>
        </p:nvCxnSpPr>
        <p:spPr bwMode="auto">
          <a:xfrm rot="16200000" flipH="1">
            <a:off x="7410343" y="2518229"/>
            <a:ext cx="968451" cy="321452"/>
          </a:xfrm>
          <a:prstGeom prst="bentConnector3">
            <a:avLst>
              <a:gd name="adj1" fmla="val -773"/>
            </a:avLst>
          </a:prstGeom>
          <a:noFill/>
          <a:ln w="28575" algn="ctr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1" name="菱形 105"/>
          <p:cNvSpPr>
            <a:spLocks noChangeArrowheads="1"/>
          </p:cNvSpPr>
          <p:nvPr/>
        </p:nvSpPr>
        <p:spPr bwMode="auto">
          <a:xfrm>
            <a:off x="7075360" y="3033816"/>
            <a:ext cx="385176" cy="483038"/>
          </a:xfrm>
          <a:prstGeom prst="diamond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2" name="Text Box 213"/>
          <p:cNvSpPr txBox="1">
            <a:spLocks noChangeArrowheads="1"/>
          </p:cNvSpPr>
          <p:nvPr/>
        </p:nvSpPr>
        <p:spPr bwMode="auto">
          <a:xfrm>
            <a:off x="7081713" y="3141817"/>
            <a:ext cx="404324" cy="27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400"/>
              </a:lnSpc>
            </a:pPr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=?</a:t>
            </a:r>
          </a:p>
        </p:txBody>
      </p:sp>
      <p:sp>
        <p:nvSpPr>
          <p:cNvPr id="283" name="Text Box 204"/>
          <p:cNvSpPr txBox="1">
            <a:spLocks noChangeArrowheads="1"/>
          </p:cNvSpPr>
          <p:nvPr/>
        </p:nvSpPr>
        <p:spPr bwMode="auto">
          <a:xfrm>
            <a:off x="7017290" y="2789604"/>
            <a:ext cx="492443" cy="29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zh-CN" altLang="en-US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比较</a:t>
            </a:r>
          </a:p>
        </p:txBody>
      </p:sp>
      <p:sp>
        <p:nvSpPr>
          <p:cNvPr id="284" name="Line 214"/>
          <p:cNvSpPr>
            <a:spLocks noChangeShapeType="1"/>
          </p:cNvSpPr>
          <p:nvPr/>
        </p:nvSpPr>
        <p:spPr bwMode="auto">
          <a:xfrm rot="10800000" flipV="1">
            <a:off x="7452040" y="3291357"/>
            <a:ext cx="38517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5" name="Line 214"/>
          <p:cNvSpPr>
            <a:spLocks noChangeShapeType="1"/>
          </p:cNvSpPr>
          <p:nvPr/>
        </p:nvSpPr>
        <p:spPr bwMode="auto">
          <a:xfrm rot="10800000" flipH="1" flipV="1">
            <a:off x="6714451" y="3284237"/>
            <a:ext cx="36766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6" name="Text Box 204"/>
          <p:cNvSpPr txBox="1">
            <a:spLocks noChangeArrowheads="1"/>
          </p:cNvSpPr>
          <p:nvPr/>
        </p:nvSpPr>
        <p:spPr bwMode="auto">
          <a:xfrm>
            <a:off x="7676426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固定长度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</a:t>
            </a:r>
          </a:p>
        </p:txBody>
      </p:sp>
      <p:sp>
        <p:nvSpPr>
          <p:cNvPr id="287" name="Text Box 204"/>
          <p:cNvSpPr txBox="1">
            <a:spLocks noChangeArrowheads="1"/>
          </p:cNvSpPr>
          <p:nvPr/>
        </p:nvSpPr>
        <p:spPr bwMode="auto">
          <a:xfrm>
            <a:off x="6079784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固定长度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548609" y="2021744"/>
            <a:ext cx="307777" cy="593344"/>
            <a:chOff x="6306563" y="1716946"/>
            <a:chExt cx="307777" cy="593344"/>
          </a:xfrm>
        </p:grpSpPr>
        <p:sp>
          <p:nvSpPr>
            <p:cNvPr id="289" name="TextBox 103"/>
            <p:cNvSpPr txBox="1">
              <a:spLocks noChangeArrowheads="1"/>
            </p:cNvSpPr>
            <p:nvPr/>
          </p:nvSpPr>
          <p:spPr bwMode="auto">
            <a:xfrm rot="16200000">
              <a:off x="6265527" y="1961476"/>
              <a:ext cx="389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</a:t>
              </a:r>
              <a:endParaRPr lang="zh-CN" altLang="en-US" sz="14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0" name="直接连接符 109"/>
            <p:cNvCxnSpPr>
              <a:cxnSpLocks noChangeShapeType="1"/>
            </p:cNvCxnSpPr>
            <p:nvPr/>
          </p:nvCxnSpPr>
          <p:spPr bwMode="auto">
            <a:xfrm>
              <a:off x="6461791" y="1716946"/>
              <a:ext cx="0" cy="326675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21208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AutoShape 5"/>
          <p:cNvSpPr>
            <a:spLocks noChangeArrowheads="1"/>
          </p:cNvSpPr>
          <p:nvPr/>
        </p:nvSpPr>
        <p:spPr bwMode="auto">
          <a:xfrm>
            <a:off x="504633" y="61637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85" name="矩形 4"/>
          <p:cNvSpPr>
            <a:spLocks noChangeArrowheads="1"/>
          </p:cNvSpPr>
          <p:nvPr/>
        </p:nvSpPr>
        <p:spPr bwMode="auto">
          <a:xfrm>
            <a:off x="622624" y="579248"/>
            <a:ext cx="50681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使用已签名的报文鉴别码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对报文鉴别</a:t>
            </a:r>
          </a:p>
        </p:txBody>
      </p:sp>
      <p:sp>
        <p:nvSpPr>
          <p:cNvPr id="156" name="矩形 155"/>
          <p:cNvSpPr/>
          <p:nvPr/>
        </p:nvSpPr>
        <p:spPr>
          <a:xfrm>
            <a:off x="696844" y="3971364"/>
            <a:ext cx="8007884" cy="6565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没有对报文进行加密，而是对很短的散列 </a:t>
            </a:r>
            <a:r>
              <a:rPr lang="en-US" altLang="zh-CN" sz="1600" b="1" i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H(X)</a:t>
            </a:r>
            <a:r>
              <a:rPr lang="en-US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进行 </a:t>
            </a:r>
            <a:r>
              <a:rPr lang="en-US" altLang="zh-CN" sz="1600" b="1" i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运算。</a:t>
            </a:r>
            <a:endParaRPr lang="en-US" altLang="zh-CN" sz="1600" b="1" kern="500" dirty="0">
              <a:solidFill>
                <a:schemeClr val="dk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入侵者没有 </a:t>
            </a:r>
            <a:r>
              <a:rPr lang="en-US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的私钥，因此不可能伪造出 </a:t>
            </a:r>
            <a:r>
              <a:rPr lang="en-US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发出的报文。</a:t>
            </a:r>
            <a:endParaRPr lang="en-US" altLang="zh-CN" sz="1600" b="1" kern="500" dirty="0">
              <a:solidFill>
                <a:schemeClr val="dk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7" name="Rectangle 46"/>
          <p:cNvSpPr>
            <a:spLocks noChangeArrowheads="1"/>
          </p:cNvSpPr>
          <p:nvPr/>
        </p:nvSpPr>
        <p:spPr bwMode="auto">
          <a:xfrm>
            <a:off x="509474" y="936728"/>
            <a:ext cx="81290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如何分发共享密钥 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？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解决：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采用公钥系统。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8" name="Line 219"/>
          <p:cNvSpPr>
            <a:spLocks noChangeShapeType="1"/>
          </p:cNvSpPr>
          <p:nvPr/>
        </p:nvSpPr>
        <p:spPr bwMode="auto">
          <a:xfrm rot="10800000" flipH="1">
            <a:off x="2260250" y="3270652"/>
            <a:ext cx="692470" cy="408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9" name="直接连接符 104"/>
          <p:cNvCxnSpPr>
            <a:cxnSpLocks noChangeShapeType="1"/>
          </p:cNvCxnSpPr>
          <p:nvPr/>
        </p:nvCxnSpPr>
        <p:spPr bwMode="auto">
          <a:xfrm>
            <a:off x="3586114" y="2449368"/>
            <a:ext cx="1478398" cy="0"/>
          </a:xfrm>
          <a:prstGeom prst="line">
            <a:avLst/>
          </a:prstGeom>
          <a:noFill/>
          <a:ln w="12700" algn="ctr">
            <a:solidFill>
              <a:srgbClr val="0000FF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60" name="Object 2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847960"/>
              </p:ext>
            </p:extLst>
          </p:nvPr>
        </p:nvGraphicFramePr>
        <p:xfrm>
          <a:off x="4871924" y="1867165"/>
          <a:ext cx="1348118" cy="681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687068" imgH="964692" progId="">
                  <p:embed/>
                </p:oleObj>
              </mc:Choice>
              <mc:Fallback>
                <p:oleObj name="VISIO" r:id="rId2" imgW="1687068" imgH="964692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924" y="1867165"/>
                        <a:ext cx="1348118" cy="6812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" name="Line 203"/>
          <p:cNvSpPr>
            <a:spLocks noChangeShapeType="1"/>
          </p:cNvSpPr>
          <p:nvPr/>
        </p:nvSpPr>
        <p:spPr bwMode="auto">
          <a:xfrm rot="5400000">
            <a:off x="829921" y="2709968"/>
            <a:ext cx="874691" cy="1274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2" name="Line 9"/>
          <p:cNvSpPr>
            <a:spLocks noChangeShapeType="1"/>
          </p:cNvSpPr>
          <p:nvPr/>
        </p:nvSpPr>
        <p:spPr bwMode="auto">
          <a:xfrm>
            <a:off x="1787680" y="2197103"/>
            <a:ext cx="122067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63" name="Picture 47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27787" y="2672340"/>
            <a:ext cx="306201" cy="17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" name="Text Box 48"/>
          <p:cNvSpPr txBox="1">
            <a:spLocks noChangeArrowheads="1"/>
          </p:cNvSpPr>
          <p:nvPr/>
        </p:nvSpPr>
        <p:spPr bwMode="auto">
          <a:xfrm>
            <a:off x="862974" y="1633360"/>
            <a:ext cx="300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grpSp>
        <p:nvGrpSpPr>
          <p:cNvPr id="165" name="Group 103"/>
          <p:cNvGrpSpPr>
            <a:grpSpLocks/>
          </p:cNvGrpSpPr>
          <p:nvPr/>
        </p:nvGrpSpPr>
        <p:grpSpPr bwMode="auto">
          <a:xfrm>
            <a:off x="1061227" y="1634547"/>
            <a:ext cx="450317" cy="376225"/>
            <a:chOff x="921" y="2412"/>
            <a:chExt cx="284" cy="265"/>
          </a:xfrm>
        </p:grpSpPr>
        <p:grpSp>
          <p:nvGrpSpPr>
            <p:cNvPr id="166" name="Group 104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180" name="Freeform 105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1" name="Freeform 106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2" name="Freeform 107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3" name="Freeform 108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4" name="Rectangle 109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5" name="Rectangle 110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6" name="Rectangle 111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7" name="Line 112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188" name="Group 113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189" name="Freeform 114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0" name="Freeform 115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1" name="Rectangle 116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  <p:grpSp>
          <p:nvGrpSpPr>
            <p:cNvPr id="167" name="Group 117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168" name="Freeform 118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9" name="Freeform 119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0" name="Freeform 120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1" name="Freeform 121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2" name="Rectangle 122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3" name="Rectangle 123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4" name="Rectangle 124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5" name="Line 125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176" name="Group 126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177" name="Freeform 127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78" name="Freeform 128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79" name="Rectangle 129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</p:grpSp>
      <p:sp>
        <p:nvSpPr>
          <p:cNvPr id="192" name="Rectangle 165"/>
          <p:cNvSpPr>
            <a:spLocks noChangeArrowheads="1"/>
          </p:cNvSpPr>
          <p:nvPr/>
        </p:nvSpPr>
        <p:spPr bwMode="auto">
          <a:xfrm>
            <a:off x="759599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 </a:t>
            </a: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</a:p>
        </p:txBody>
      </p:sp>
      <p:sp>
        <p:nvSpPr>
          <p:cNvPr id="193" name="Text Box 167"/>
          <p:cNvSpPr txBox="1">
            <a:spLocks noChangeArrowheads="1"/>
          </p:cNvSpPr>
          <p:nvPr/>
        </p:nvSpPr>
        <p:spPr bwMode="auto">
          <a:xfrm>
            <a:off x="2952164" y="2014714"/>
            <a:ext cx="362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Symbol" panose="05050102010706020507" pitchFamily="18" charset="2"/>
              </a:rPr>
              <a:t></a:t>
            </a:r>
          </a:p>
        </p:txBody>
      </p:sp>
      <p:sp>
        <p:nvSpPr>
          <p:cNvPr id="194" name="Rectangle 169"/>
          <p:cNvSpPr>
            <a:spLocks noChangeArrowheads="1"/>
          </p:cNvSpPr>
          <p:nvPr/>
        </p:nvSpPr>
        <p:spPr bwMode="auto">
          <a:xfrm>
            <a:off x="1017327" y="3157246"/>
            <a:ext cx="448901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GB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(</a:t>
            </a:r>
            <a:r>
              <a:rPr lang="en-GB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en-GB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endParaRPr lang="en-US" altLang="zh-CN" sz="1200" b="1" i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5" name="Rectangle 170"/>
          <p:cNvSpPr>
            <a:spLocks noChangeArrowheads="1"/>
          </p:cNvSpPr>
          <p:nvPr/>
        </p:nvSpPr>
        <p:spPr bwMode="auto">
          <a:xfrm>
            <a:off x="1902384" y="3140631"/>
            <a:ext cx="591926" cy="269409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 </a:t>
            </a:r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196" name="Rectangle 171"/>
          <p:cNvSpPr>
            <a:spLocks noChangeArrowheads="1"/>
          </p:cNvSpPr>
          <p:nvPr/>
        </p:nvSpPr>
        <p:spPr bwMode="auto">
          <a:xfrm>
            <a:off x="2944626" y="3157246"/>
            <a:ext cx="427139" cy="25279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</a:t>
            </a:r>
          </a:p>
        </p:txBody>
      </p:sp>
      <p:sp>
        <p:nvSpPr>
          <p:cNvPr id="197" name="Text Box 172"/>
          <p:cNvSpPr txBox="1">
            <a:spLocks noChangeArrowheads="1"/>
          </p:cNvSpPr>
          <p:nvPr/>
        </p:nvSpPr>
        <p:spPr bwMode="auto">
          <a:xfrm>
            <a:off x="1723957" y="2581635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的私钥</a:t>
            </a:r>
            <a:endParaRPr lang="zh-CN" altLang="en-US" sz="1200" b="1" i="1" dirty="0">
              <a:solidFill>
                <a:srgbClr val="CC00CC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8" name="Rectangle 173"/>
          <p:cNvSpPr>
            <a:spLocks noChangeArrowheads="1"/>
          </p:cNvSpPr>
          <p:nvPr/>
        </p:nvSpPr>
        <p:spPr bwMode="auto">
          <a:xfrm>
            <a:off x="4036431" y="2092662"/>
            <a:ext cx="1028081" cy="2160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 </a:t>
            </a: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</a:p>
        </p:txBody>
      </p:sp>
      <p:sp>
        <p:nvSpPr>
          <p:cNvPr id="199" name="Rectangle 174"/>
          <p:cNvSpPr>
            <a:spLocks noChangeArrowheads="1"/>
          </p:cNvSpPr>
          <p:nvPr/>
        </p:nvSpPr>
        <p:spPr bwMode="auto">
          <a:xfrm>
            <a:off x="3586114" y="2092662"/>
            <a:ext cx="450317" cy="21600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</a:t>
            </a:r>
          </a:p>
        </p:txBody>
      </p:sp>
      <p:sp>
        <p:nvSpPr>
          <p:cNvPr id="200" name="Text Box 175"/>
          <p:cNvSpPr txBox="1">
            <a:spLocks noChangeArrowheads="1"/>
          </p:cNvSpPr>
          <p:nvPr/>
        </p:nvSpPr>
        <p:spPr bwMode="auto">
          <a:xfrm>
            <a:off x="6728419" y="1633360"/>
            <a:ext cx="2744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grpSp>
        <p:nvGrpSpPr>
          <p:cNvPr id="201" name="Group 176"/>
          <p:cNvGrpSpPr>
            <a:grpSpLocks/>
          </p:cNvGrpSpPr>
          <p:nvPr/>
        </p:nvGrpSpPr>
        <p:grpSpPr bwMode="auto">
          <a:xfrm>
            <a:off x="6926671" y="1634547"/>
            <a:ext cx="450317" cy="376225"/>
            <a:chOff x="921" y="2412"/>
            <a:chExt cx="284" cy="265"/>
          </a:xfrm>
        </p:grpSpPr>
        <p:grpSp>
          <p:nvGrpSpPr>
            <p:cNvPr id="202" name="Group 177"/>
            <p:cNvGrpSpPr>
              <a:grpSpLocks/>
            </p:cNvGrpSpPr>
            <p:nvPr/>
          </p:nvGrpSpPr>
          <p:grpSpPr bwMode="auto">
            <a:xfrm>
              <a:off x="928" y="2417"/>
              <a:ext cx="277" cy="260"/>
              <a:chOff x="928" y="2417"/>
              <a:chExt cx="277" cy="260"/>
            </a:xfrm>
          </p:grpSpPr>
          <p:sp>
            <p:nvSpPr>
              <p:cNvPr id="216" name="Freeform 178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7" name="Freeform 179"/>
              <p:cNvSpPr>
                <a:spLocks/>
              </p:cNvSpPr>
              <p:nvPr/>
            </p:nvSpPr>
            <p:spPr bwMode="auto">
              <a:xfrm>
                <a:off x="935" y="2552"/>
                <a:ext cx="262" cy="25"/>
              </a:xfrm>
              <a:custGeom>
                <a:avLst/>
                <a:gdLst>
                  <a:gd name="T0" fmla="*/ 0 w 262"/>
                  <a:gd name="T1" fmla="*/ 25 h 25"/>
                  <a:gd name="T2" fmla="*/ 31 w 262"/>
                  <a:gd name="T3" fmla="*/ 0 h 25"/>
                  <a:gd name="T4" fmla="*/ 231 w 262"/>
                  <a:gd name="T5" fmla="*/ 0 h 25"/>
                  <a:gd name="T6" fmla="*/ 262 w 262"/>
                  <a:gd name="T7" fmla="*/ 25 h 25"/>
                  <a:gd name="T8" fmla="*/ 0 w 262"/>
                  <a:gd name="T9" fmla="*/ 25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5"/>
                  <a:gd name="T17" fmla="*/ 262 w 262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5">
                    <a:moveTo>
                      <a:pt x="0" y="25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5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8" name="Freeform 180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9" name="Freeform 181"/>
              <p:cNvSpPr>
                <a:spLocks/>
              </p:cNvSpPr>
              <p:nvPr/>
            </p:nvSpPr>
            <p:spPr bwMode="auto">
              <a:xfrm>
                <a:off x="974" y="2417"/>
                <a:ext cx="185" cy="17"/>
              </a:xfrm>
              <a:custGeom>
                <a:avLst/>
                <a:gdLst>
                  <a:gd name="T0" fmla="*/ 0 w 185"/>
                  <a:gd name="T1" fmla="*/ 17 h 17"/>
                  <a:gd name="T2" fmla="*/ 23 w 185"/>
                  <a:gd name="T3" fmla="*/ 0 h 17"/>
                  <a:gd name="T4" fmla="*/ 163 w 185"/>
                  <a:gd name="T5" fmla="*/ 0 h 17"/>
                  <a:gd name="T6" fmla="*/ 185 w 185"/>
                  <a:gd name="T7" fmla="*/ 17 h 17"/>
                  <a:gd name="T8" fmla="*/ 0 w 185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5"/>
                  <a:gd name="T16" fmla="*/ 0 h 17"/>
                  <a:gd name="T17" fmla="*/ 185 w 185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5" h="17">
                    <a:moveTo>
                      <a:pt x="0" y="17"/>
                    </a:moveTo>
                    <a:lnTo>
                      <a:pt x="23" y="0"/>
                    </a:lnTo>
                    <a:lnTo>
                      <a:pt x="163" y="0"/>
                    </a:lnTo>
                    <a:lnTo>
                      <a:pt x="185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0" name="Rectangle 182"/>
              <p:cNvSpPr>
                <a:spLocks noChangeArrowheads="1"/>
              </p:cNvSpPr>
              <p:nvPr/>
            </p:nvSpPr>
            <p:spPr bwMode="auto">
              <a:xfrm>
                <a:off x="974" y="2434"/>
                <a:ext cx="185" cy="13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1" name="Rectangle 183"/>
              <p:cNvSpPr>
                <a:spLocks noChangeArrowheads="1"/>
              </p:cNvSpPr>
              <p:nvPr/>
            </p:nvSpPr>
            <p:spPr bwMode="auto">
              <a:xfrm>
                <a:off x="937" y="2576"/>
                <a:ext cx="260" cy="5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2" name="Rectangle 184"/>
              <p:cNvSpPr>
                <a:spLocks noChangeArrowheads="1"/>
              </p:cNvSpPr>
              <p:nvPr/>
            </p:nvSpPr>
            <p:spPr bwMode="auto">
              <a:xfrm>
                <a:off x="992" y="2450"/>
                <a:ext cx="150" cy="10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3" name="Line 185"/>
              <p:cNvSpPr>
                <a:spLocks noChangeShapeType="1"/>
              </p:cNvSpPr>
              <p:nvPr/>
            </p:nvSpPr>
            <p:spPr bwMode="auto">
              <a:xfrm flipH="1">
                <a:off x="1115" y="2598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224" name="Group 186"/>
              <p:cNvGrpSpPr>
                <a:grpSpLocks/>
              </p:cNvGrpSpPr>
              <p:nvPr/>
            </p:nvGrpSpPr>
            <p:grpSpPr bwMode="auto">
              <a:xfrm>
                <a:off x="928" y="2639"/>
                <a:ext cx="277" cy="38"/>
                <a:chOff x="928" y="2639"/>
                <a:chExt cx="277" cy="38"/>
              </a:xfrm>
            </p:grpSpPr>
            <p:sp>
              <p:nvSpPr>
                <p:cNvPr id="225" name="Freeform 187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26" name="Freeform 188"/>
                <p:cNvSpPr>
                  <a:spLocks/>
                </p:cNvSpPr>
                <p:nvPr/>
              </p:nvSpPr>
              <p:spPr bwMode="auto">
                <a:xfrm>
                  <a:off x="928" y="2639"/>
                  <a:ext cx="277" cy="29"/>
                </a:xfrm>
                <a:custGeom>
                  <a:avLst/>
                  <a:gdLst>
                    <a:gd name="T0" fmla="*/ 0 w 277"/>
                    <a:gd name="T1" fmla="*/ 29 h 29"/>
                    <a:gd name="T2" fmla="*/ 33 w 277"/>
                    <a:gd name="T3" fmla="*/ 0 h 29"/>
                    <a:gd name="T4" fmla="*/ 245 w 277"/>
                    <a:gd name="T5" fmla="*/ 0 h 29"/>
                    <a:gd name="T6" fmla="*/ 277 w 277"/>
                    <a:gd name="T7" fmla="*/ 29 h 29"/>
                    <a:gd name="T8" fmla="*/ 0 w 277"/>
                    <a:gd name="T9" fmla="*/ 29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9"/>
                    <a:gd name="T17" fmla="*/ 277 w 277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9">
                      <a:moveTo>
                        <a:pt x="0" y="29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27" name="Rectangle 189"/>
                <p:cNvSpPr>
                  <a:spLocks noChangeArrowheads="1"/>
                </p:cNvSpPr>
                <p:nvPr/>
              </p:nvSpPr>
              <p:spPr bwMode="auto">
                <a:xfrm>
                  <a:off x="930" y="2666"/>
                  <a:ext cx="274" cy="11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  <p:grpSp>
          <p:nvGrpSpPr>
            <p:cNvPr id="203" name="Group 190"/>
            <p:cNvGrpSpPr>
              <a:grpSpLocks/>
            </p:cNvGrpSpPr>
            <p:nvPr/>
          </p:nvGrpSpPr>
          <p:grpSpPr bwMode="auto">
            <a:xfrm>
              <a:off x="921" y="2412"/>
              <a:ext cx="277" cy="261"/>
              <a:chOff x="921" y="2412"/>
              <a:chExt cx="277" cy="261"/>
            </a:xfrm>
          </p:grpSpPr>
          <p:sp>
            <p:nvSpPr>
              <p:cNvPr id="204" name="Freeform 191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5" name="Freeform 192"/>
              <p:cNvSpPr>
                <a:spLocks/>
              </p:cNvSpPr>
              <p:nvPr/>
            </p:nvSpPr>
            <p:spPr bwMode="auto">
              <a:xfrm>
                <a:off x="928" y="2547"/>
                <a:ext cx="262" cy="26"/>
              </a:xfrm>
              <a:custGeom>
                <a:avLst/>
                <a:gdLst>
                  <a:gd name="T0" fmla="*/ 0 w 262"/>
                  <a:gd name="T1" fmla="*/ 26 h 26"/>
                  <a:gd name="T2" fmla="*/ 31 w 262"/>
                  <a:gd name="T3" fmla="*/ 0 h 26"/>
                  <a:gd name="T4" fmla="*/ 231 w 262"/>
                  <a:gd name="T5" fmla="*/ 0 h 26"/>
                  <a:gd name="T6" fmla="*/ 262 w 262"/>
                  <a:gd name="T7" fmla="*/ 26 h 26"/>
                  <a:gd name="T8" fmla="*/ 0 w 26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2"/>
                  <a:gd name="T16" fmla="*/ 0 h 26"/>
                  <a:gd name="T17" fmla="*/ 262 w 262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2" h="26">
                    <a:moveTo>
                      <a:pt x="0" y="26"/>
                    </a:moveTo>
                    <a:lnTo>
                      <a:pt x="31" y="0"/>
                    </a:lnTo>
                    <a:lnTo>
                      <a:pt x="231" y="0"/>
                    </a:lnTo>
                    <a:lnTo>
                      <a:pt x="262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6" name="Freeform 193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7" name="Freeform 194"/>
              <p:cNvSpPr>
                <a:spLocks/>
              </p:cNvSpPr>
              <p:nvPr/>
            </p:nvSpPr>
            <p:spPr bwMode="auto">
              <a:xfrm>
                <a:off x="968" y="2412"/>
                <a:ext cx="184" cy="17"/>
              </a:xfrm>
              <a:custGeom>
                <a:avLst/>
                <a:gdLst>
                  <a:gd name="T0" fmla="*/ 0 w 184"/>
                  <a:gd name="T1" fmla="*/ 17 h 17"/>
                  <a:gd name="T2" fmla="*/ 22 w 184"/>
                  <a:gd name="T3" fmla="*/ 0 h 17"/>
                  <a:gd name="T4" fmla="*/ 162 w 184"/>
                  <a:gd name="T5" fmla="*/ 0 h 17"/>
                  <a:gd name="T6" fmla="*/ 184 w 184"/>
                  <a:gd name="T7" fmla="*/ 17 h 17"/>
                  <a:gd name="T8" fmla="*/ 0 w 184"/>
                  <a:gd name="T9" fmla="*/ 17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4"/>
                  <a:gd name="T16" fmla="*/ 0 h 17"/>
                  <a:gd name="T17" fmla="*/ 184 w 18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4" h="17">
                    <a:moveTo>
                      <a:pt x="0" y="17"/>
                    </a:moveTo>
                    <a:lnTo>
                      <a:pt x="22" y="0"/>
                    </a:lnTo>
                    <a:lnTo>
                      <a:pt x="162" y="0"/>
                    </a:lnTo>
                    <a:lnTo>
                      <a:pt x="184" y="17"/>
                    </a:lnTo>
                    <a:lnTo>
                      <a:pt x="0" y="17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8" name="Rectangle 195"/>
              <p:cNvSpPr>
                <a:spLocks noChangeArrowheads="1"/>
              </p:cNvSpPr>
              <p:nvPr/>
            </p:nvSpPr>
            <p:spPr bwMode="auto">
              <a:xfrm>
                <a:off x="968" y="2429"/>
                <a:ext cx="184" cy="132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9" name="Rectangle 196"/>
              <p:cNvSpPr>
                <a:spLocks noChangeArrowheads="1"/>
              </p:cNvSpPr>
              <p:nvPr/>
            </p:nvSpPr>
            <p:spPr bwMode="auto">
              <a:xfrm>
                <a:off x="930" y="2571"/>
                <a:ext cx="260" cy="59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0" name="Rectangle 197"/>
              <p:cNvSpPr>
                <a:spLocks noChangeArrowheads="1"/>
              </p:cNvSpPr>
              <p:nvPr/>
            </p:nvSpPr>
            <p:spPr bwMode="auto">
              <a:xfrm>
                <a:off x="985" y="2445"/>
                <a:ext cx="150" cy="1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1" name="Line 198"/>
              <p:cNvSpPr>
                <a:spLocks noChangeShapeType="1"/>
              </p:cNvSpPr>
              <p:nvPr/>
            </p:nvSpPr>
            <p:spPr bwMode="auto">
              <a:xfrm flipH="1">
                <a:off x="1108" y="2593"/>
                <a:ext cx="61" cy="1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212" name="Group 199"/>
              <p:cNvGrpSpPr>
                <a:grpSpLocks/>
              </p:cNvGrpSpPr>
              <p:nvPr/>
            </p:nvGrpSpPr>
            <p:grpSpPr bwMode="auto">
              <a:xfrm>
                <a:off x="921" y="2635"/>
                <a:ext cx="277" cy="38"/>
                <a:chOff x="921" y="2635"/>
                <a:chExt cx="277" cy="38"/>
              </a:xfrm>
            </p:grpSpPr>
            <p:sp>
              <p:nvSpPr>
                <p:cNvPr id="213" name="Freeform 200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14" name="Freeform 201"/>
                <p:cNvSpPr>
                  <a:spLocks/>
                </p:cNvSpPr>
                <p:nvPr/>
              </p:nvSpPr>
              <p:spPr bwMode="auto">
                <a:xfrm>
                  <a:off x="921" y="2635"/>
                  <a:ext cx="277" cy="28"/>
                </a:xfrm>
                <a:custGeom>
                  <a:avLst/>
                  <a:gdLst>
                    <a:gd name="T0" fmla="*/ 0 w 277"/>
                    <a:gd name="T1" fmla="*/ 28 h 28"/>
                    <a:gd name="T2" fmla="*/ 33 w 277"/>
                    <a:gd name="T3" fmla="*/ 0 h 28"/>
                    <a:gd name="T4" fmla="*/ 245 w 277"/>
                    <a:gd name="T5" fmla="*/ 0 h 28"/>
                    <a:gd name="T6" fmla="*/ 277 w 277"/>
                    <a:gd name="T7" fmla="*/ 28 h 28"/>
                    <a:gd name="T8" fmla="*/ 0 w 277"/>
                    <a:gd name="T9" fmla="*/ 28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"/>
                    <a:gd name="T16" fmla="*/ 0 h 28"/>
                    <a:gd name="T17" fmla="*/ 277 w 277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" h="28">
                      <a:moveTo>
                        <a:pt x="0" y="28"/>
                      </a:moveTo>
                      <a:lnTo>
                        <a:pt x="33" y="0"/>
                      </a:lnTo>
                      <a:lnTo>
                        <a:pt x="245" y="0"/>
                      </a:lnTo>
                      <a:lnTo>
                        <a:pt x="277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C9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15" name="Rectangle 202"/>
                <p:cNvSpPr>
                  <a:spLocks noChangeArrowheads="1"/>
                </p:cNvSpPr>
                <p:nvPr/>
              </p:nvSpPr>
              <p:spPr bwMode="auto">
                <a:xfrm>
                  <a:off x="923" y="2662"/>
                  <a:ext cx="274" cy="11"/>
                </a:xfrm>
                <a:prstGeom prst="rect">
                  <a:avLst/>
                </a:prstGeom>
                <a:solidFill>
                  <a:srgbClr val="BAB79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</p:grpSp>
      <p:sp>
        <p:nvSpPr>
          <p:cNvPr id="228" name="Text Box 204"/>
          <p:cNvSpPr txBox="1">
            <a:spLocks noChangeArrowheads="1"/>
          </p:cNvSpPr>
          <p:nvPr/>
        </p:nvSpPr>
        <p:spPr bwMode="auto">
          <a:xfrm>
            <a:off x="845917" y="336850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固定长度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</a:t>
            </a:r>
          </a:p>
        </p:txBody>
      </p:sp>
      <p:sp>
        <p:nvSpPr>
          <p:cNvPr id="229" name="Rectangle 205"/>
          <p:cNvSpPr>
            <a:spLocks noChangeArrowheads="1"/>
          </p:cNvSpPr>
          <p:nvPr/>
        </p:nvSpPr>
        <p:spPr bwMode="auto">
          <a:xfrm>
            <a:off x="6695848" y="2078420"/>
            <a:ext cx="1028081" cy="2065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 </a:t>
            </a: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</a:p>
        </p:txBody>
      </p:sp>
      <p:sp>
        <p:nvSpPr>
          <p:cNvPr id="255" name="Rectangle 206"/>
          <p:cNvSpPr>
            <a:spLocks noChangeArrowheads="1"/>
          </p:cNvSpPr>
          <p:nvPr/>
        </p:nvSpPr>
        <p:spPr bwMode="auto">
          <a:xfrm>
            <a:off x="6241284" y="2078420"/>
            <a:ext cx="450317" cy="205321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</a:t>
            </a:r>
          </a:p>
        </p:txBody>
      </p:sp>
      <p:sp>
        <p:nvSpPr>
          <p:cNvPr id="256" name="Text Box 208"/>
          <p:cNvSpPr txBox="1">
            <a:spLocks noChangeArrowheads="1"/>
          </p:cNvSpPr>
          <p:nvPr/>
        </p:nvSpPr>
        <p:spPr bwMode="auto">
          <a:xfrm>
            <a:off x="5344419" y="1928350"/>
            <a:ext cx="5389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 </a:t>
            </a:r>
          </a:p>
        </p:txBody>
      </p:sp>
      <p:sp>
        <p:nvSpPr>
          <p:cNvPr id="257" name="Rectangle 210"/>
          <p:cNvSpPr>
            <a:spLocks noChangeArrowheads="1"/>
          </p:cNvSpPr>
          <p:nvPr/>
        </p:nvSpPr>
        <p:spPr bwMode="auto">
          <a:xfrm>
            <a:off x="6252612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GB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(</a:t>
            </a:r>
            <a:r>
              <a:rPr lang="en-GB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en-GB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endParaRPr lang="en-US" altLang="zh-CN" sz="1200" b="1" i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8" name="Text Box 211"/>
          <p:cNvSpPr txBox="1">
            <a:spLocks noChangeArrowheads="1"/>
          </p:cNvSpPr>
          <p:nvPr/>
        </p:nvSpPr>
        <p:spPr bwMode="auto">
          <a:xfrm>
            <a:off x="2438307" y="3382213"/>
            <a:ext cx="1569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已签名的非固定长度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的报文鉴别码</a:t>
            </a:r>
          </a:p>
        </p:txBody>
      </p:sp>
      <p:sp>
        <p:nvSpPr>
          <p:cNvPr id="259" name="Rectangle 212"/>
          <p:cNvSpPr>
            <a:spLocks noChangeArrowheads="1"/>
          </p:cNvSpPr>
          <p:nvPr/>
        </p:nvSpPr>
        <p:spPr bwMode="auto">
          <a:xfrm>
            <a:off x="7825888" y="3157246"/>
            <a:ext cx="450317" cy="21600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</a:p>
        </p:txBody>
      </p:sp>
      <p:sp>
        <p:nvSpPr>
          <p:cNvPr id="260" name="Text Box 213"/>
          <p:cNvSpPr txBox="1">
            <a:spLocks noChangeArrowheads="1"/>
          </p:cNvSpPr>
          <p:nvPr/>
        </p:nvSpPr>
        <p:spPr bwMode="auto">
          <a:xfrm>
            <a:off x="779604" y="249499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261" name="Line 214"/>
          <p:cNvSpPr>
            <a:spLocks noChangeShapeType="1"/>
          </p:cNvSpPr>
          <p:nvPr/>
        </p:nvSpPr>
        <p:spPr bwMode="auto">
          <a:xfrm rot="5400000" flipV="1">
            <a:off x="2046851" y="2986343"/>
            <a:ext cx="32281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2" name="Text Box 215"/>
          <p:cNvSpPr txBox="1">
            <a:spLocks noChangeArrowheads="1"/>
          </p:cNvSpPr>
          <p:nvPr/>
        </p:nvSpPr>
        <p:spPr bwMode="auto">
          <a:xfrm>
            <a:off x="5064512" y="2635042"/>
            <a:ext cx="761747" cy="29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</a:t>
            </a:r>
            <a:endParaRPr lang="zh-CN" altLang="en-US" sz="1200" b="1" i="1" dirty="0">
              <a:solidFill>
                <a:srgbClr val="CC00CC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3" name="Line 216"/>
          <p:cNvSpPr>
            <a:spLocks noChangeShapeType="1"/>
          </p:cNvSpPr>
          <p:nvPr/>
        </p:nvSpPr>
        <p:spPr bwMode="auto">
          <a:xfrm flipV="1">
            <a:off x="3268910" y="2210158"/>
            <a:ext cx="32145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4" name="Line 217"/>
          <p:cNvSpPr>
            <a:spLocks noChangeShapeType="1"/>
          </p:cNvSpPr>
          <p:nvPr/>
        </p:nvSpPr>
        <p:spPr bwMode="auto">
          <a:xfrm rot="16200000" flipV="1">
            <a:off x="2706396" y="2726428"/>
            <a:ext cx="861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5" name="Line 218"/>
          <p:cNvSpPr>
            <a:spLocks noChangeShapeType="1"/>
          </p:cNvSpPr>
          <p:nvPr/>
        </p:nvSpPr>
        <p:spPr bwMode="auto">
          <a:xfrm rot="10800000" flipH="1" flipV="1">
            <a:off x="1476140" y="3264061"/>
            <a:ext cx="42624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6" name="Line 220"/>
          <p:cNvSpPr>
            <a:spLocks noChangeShapeType="1"/>
          </p:cNvSpPr>
          <p:nvPr/>
        </p:nvSpPr>
        <p:spPr bwMode="auto">
          <a:xfrm>
            <a:off x="5931159" y="2792890"/>
            <a:ext cx="300211" cy="356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7" name="Line 221"/>
          <p:cNvSpPr>
            <a:spLocks noChangeShapeType="1"/>
          </p:cNvSpPr>
          <p:nvPr/>
        </p:nvSpPr>
        <p:spPr bwMode="auto">
          <a:xfrm rot="16200000" flipH="1">
            <a:off x="6341507" y="3013067"/>
            <a:ext cx="319257" cy="70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8" name="Text Box 223"/>
          <p:cNvSpPr txBox="1">
            <a:spLocks noChangeArrowheads="1"/>
          </p:cNvSpPr>
          <p:nvPr/>
        </p:nvSpPr>
        <p:spPr bwMode="auto">
          <a:xfrm>
            <a:off x="7571170" y="2345457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269" name="AutoShape 227"/>
          <p:cNvSpPr>
            <a:spLocks noChangeArrowheads="1"/>
          </p:cNvSpPr>
          <p:nvPr/>
        </p:nvSpPr>
        <p:spPr bwMode="auto">
          <a:xfrm>
            <a:off x="5108412" y="2136575"/>
            <a:ext cx="1091805" cy="102067"/>
          </a:xfrm>
          <a:prstGeom prst="rightArrow">
            <a:avLst>
              <a:gd name="adj1" fmla="val 50000"/>
              <a:gd name="adj2" fmla="val 133456"/>
            </a:avLst>
          </a:prstGeom>
          <a:solidFill>
            <a:srgbClr val="CC00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0" name="Text Box 229"/>
          <p:cNvSpPr txBox="1">
            <a:spLocks noChangeArrowheads="1"/>
          </p:cNvSpPr>
          <p:nvPr/>
        </p:nvSpPr>
        <p:spPr bwMode="auto">
          <a:xfrm>
            <a:off x="5178901" y="1453819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不安全的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</a:t>
            </a:r>
          </a:p>
        </p:txBody>
      </p:sp>
      <p:sp>
        <p:nvSpPr>
          <p:cNvPr id="271" name="Text Box 231"/>
          <p:cNvSpPr txBox="1">
            <a:spLocks noChangeArrowheads="1"/>
          </p:cNvSpPr>
          <p:nvPr/>
        </p:nvSpPr>
        <p:spPr bwMode="auto">
          <a:xfrm>
            <a:off x="3032816" y="1445056"/>
            <a:ext cx="1569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已签名的非固定长度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的报文鉴别码</a:t>
            </a:r>
          </a:p>
        </p:txBody>
      </p:sp>
      <p:sp>
        <p:nvSpPr>
          <p:cNvPr id="272" name="Line 232"/>
          <p:cNvSpPr>
            <a:spLocks noChangeShapeType="1"/>
          </p:cNvSpPr>
          <p:nvPr/>
        </p:nvSpPr>
        <p:spPr bwMode="auto">
          <a:xfrm flipH="1">
            <a:off x="3812689" y="1867166"/>
            <a:ext cx="0" cy="2527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3" name="Rectangle 170"/>
          <p:cNvSpPr>
            <a:spLocks noChangeArrowheads="1"/>
          </p:cNvSpPr>
          <p:nvPr/>
        </p:nvSpPr>
        <p:spPr bwMode="auto">
          <a:xfrm>
            <a:off x="6222874" y="2656405"/>
            <a:ext cx="574933" cy="268223"/>
          </a:xfrm>
          <a:prstGeom prst="rect">
            <a:avLst/>
          </a:prstGeom>
          <a:solidFill>
            <a:srgbClr val="66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990099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12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</a:t>
            </a:r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</a:t>
            </a:r>
          </a:p>
        </p:txBody>
      </p:sp>
      <p:sp>
        <p:nvSpPr>
          <p:cNvPr id="274" name="Line 222"/>
          <p:cNvSpPr>
            <a:spLocks noChangeShapeType="1"/>
          </p:cNvSpPr>
          <p:nvPr/>
        </p:nvSpPr>
        <p:spPr bwMode="auto">
          <a:xfrm rot="16200000" flipH="1">
            <a:off x="6299934" y="2470343"/>
            <a:ext cx="372664" cy="113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5" name="Text Box 224"/>
          <p:cNvSpPr txBox="1">
            <a:spLocks noChangeArrowheads="1"/>
          </p:cNvSpPr>
          <p:nvPr/>
        </p:nvSpPr>
        <p:spPr bwMode="auto">
          <a:xfrm>
            <a:off x="2879487" y="1862417"/>
            <a:ext cx="4924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拼接</a:t>
            </a:r>
          </a:p>
        </p:txBody>
      </p:sp>
      <p:sp>
        <p:nvSpPr>
          <p:cNvPr id="276" name="矩形 105"/>
          <p:cNvSpPr>
            <a:spLocks noChangeArrowheads="1"/>
          </p:cNvSpPr>
          <p:nvPr/>
        </p:nvSpPr>
        <p:spPr bwMode="auto">
          <a:xfrm>
            <a:off x="3843843" y="2348435"/>
            <a:ext cx="931787" cy="198176"/>
          </a:xfrm>
          <a:prstGeom prst="rect">
            <a:avLst/>
          </a:prstGeom>
          <a:solidFill>
            <a:srgbClr val="C3E3F9"/>
          </a:solidFill>
          <a:ln>
            <a:noFill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7" name="Text Box 224"/>
          <p:cNvSpPr txBox="1">
            <a:spLocks noChangeArrowheads="1"/>
          </p:cNvSpPr>
          <p:nvPr/>
        </p:nvSpPr>
        <p:spPr bwMode="auto">
          <a:xfrm>
            <a:off x="3851680" y="2308665"/>
            <a:ext cx="9541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扩展的报文</a:t>
            </a:r>
          </a:p>
        </p:txBody>
      </p:sp>
      <p:pic>
        <p:nvPicPr>
          <p:cNvPr id="278" name="Picture 50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29714" y="2652165"/>
            <a:ext cx="306201" cy="177011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0" name="肘形连接符 106"/>
          <p:cNvCxnSpPr>
            <a:cxnSpLocks noChangeShapeType="1"/>
          </p:cNvCxnSpPr>
          <p:nvPr/>
        </p:nvCxnSpPr>
        <p:spPr bwMode="auto">
          <a:xfrm rot="16200000" flipH="1">
            <a:off x="7410343" y="2518229"/>
            <a:ext cx="968451" cy="321452"/>
          </a:xfrm>
          <a:prstGeom prst="bentConnector3">
            <a:avLst>
              <a:gd name="adj1" fmla="val -773"/>
            </a:avLst>
          </a:prstGeom>
          <a:noFill/>
          <a:ln w="28575" algn="ctr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1" name="菱形 105"/>
          <p:cNvSpPr>
            <a:spLocks noChangeArrowheads="1"/>
          </p:cNvSpPr>
          <p:nvPr/>
        </p:nvSpPr>
        <p:spPr bwMode="auto">
          <a:xfrm>
            <a:off x="7075360" y="3033816"/>
            <a:ext cx="385176" cy="483038"/>
          </a:xfrm>
          <a:prstGeom prst="diamond">
            <a:avLst/>
          </a:prstGeom>
          <a:solidFill>
            <a:srgbClr val="FFFF66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2" name="Text Box 213"/>
          <p:cNvSpPr txBox="1">
            <a:spLocks noChangeArrowheads="1"/>
          </p:cNvSpPr>
          <p:nvPr/>
        </p:nvSpPr>
        <p:spPr bwMode="auto">
          <a:xfrm>
            <a:off x="7081713" y="3141817"/>
            <a:ext cx="404324" cy="271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400"/>
              </a:lnSpc>
            </a:pPr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=?</a:t>
            </a:r>
          </a:p>
        </p:txBody>
      </p:sp>
      <p:sp>
        <p:nvSpPr>
          <p:cNvPr id="283" name="Text Box 204"/>
          <p:cNvSpPr txBox="1">
            <a:spLocks noChangeArrowheads="1"/>
          </p:cNvSpPr>
          <p:nvPr/>
        </p:nvSpPr>
        <p:spPr bwMode="auto">
          <a:xfrm>
            <a:off x="7017290" y="2789604"/>
            <a:ext cx="492443" cy="29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700"/>
              </a:lnSpc>
            </a:pPr>
            <a:r>
              <a:rPr lang="zh-CN" altLang="en-US" sz="1200" b="1" dirty="0">
                <a:solidFill>
                  <a:srgbClr val="CC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比较</a:t>
            </a:r>
          </a:p>
        </p:txBody>
      </p:sp>
      <p:sp>
        <p:nvSpPr>
          <p:cNvPr id="284" name="Line 214"/>
          <p:cNvSpPr>
            <a:spLocks noChangeShapeType="1"/>
          </p:cNvSpPr>
          <p:nvPr/>
        </p:nvSpPr>
        <p:spPr bwMode="auto">
          <a:xfrm rot="10800000" flipV="1">
            <a:off x="7452040" y="3291357"/>
            <a:ext cx="38517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5" name="Line 214"/>
          <p:cNvSpPr>
            <a:spLocks noChangeShapeType="1"/>
          </p:cNvSpPr>
          <p:nvPr/>
        </p:nvSpPr>
        <p:spPr bwMode="auto">
          <a:xfrm rot="10800000" flipH="1" flipV="1">
            <a:off x="6714451" y="3284237"/>
            <a:ext cx="36766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6" name="Text Box 204"/>
          <p:cNvSpPr txBox="1">
            <a:spLocks noChangeArrowheads="1"/>
          </p:cNvSpPr>
          <p:nvPr/>
        </p:nvSpPr>
        <p:spPr bwMode="auto">
          <a:xfrm>
            <a:off x="7676426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固定长度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</a:t>
            </a:r>
          </a:p>
        </p:txBody>
      </p:sp>
      <p:sp>
        <p:nvSpPr>
          <p:cNvPr id="287" name="Text Box 204"/>
          <p:cNvSpPr txBox="1">
            <a:spLocks noChangeArrowheads="1"/>
          </p:cNvSpPr>
          <p:nvPr/>
        </p:nvSpPr>
        <p:spPr bwMode="auto">
          <a:xfrm>
            <a:off x="6079784" y="33566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固定长度</a:t>
            </a:r>
            <a:endParaRPr lang="en-US" altLang="zh-CN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散列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548609" y="2021744"/>
            <a:ext cx="307777" cy="593344"/>
            <a:chOff x="6306563" y="1716946"/>
            <a:chExt cx="307777" cy="593344"/>
          </a:xfrm>
        </p:grpSpPr>
        <p:sp>
          <p:nvSpPr>
            <p:cNvPr id="289" name="TextBox 103"/>
            <p:cNvSpPr txBox="1">
              <a:spLocks noChangeArrowheads="1"/>
            </p:cNvSpPr>
            <p:nvPr/>
          </p:nvSpPr>
          <p:spPr bwMode="auto">
            <a:xfrm rot="16200000">
              <a:off x="6265527" y="1961476"/>
              <a:ext cx="389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solidFill>
                    <a:srgbClr val="FF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</a:t>
              </a:r>
              <a:endParaRPr lang="zh-CN" altLang="en-US" sz="14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0" name="直接连接符 109"/>
            <p:cNvCxnSpPr>
              <a:cxnSpLocks noChangeShapeType="1"/>
            </p:cNvCxnSpPr>
            <p:nvPr/>
          </p:nvCxnSpPr>
          <p:spPr bwMode="auto">
            <a:xfrm>
              <a:off x="6461791" y="1716946"/>
              <a:ext cx="0" cy="326675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4" name="矩形 113"/>
          <p:cNvSpPr/>
          <p:nvPr/>
        </p:nvSpPr>
        <p:spPr>
          <a:xfrm>
            <a:off x="1571942" y="2533966"/>
            <a:ext cx="5929420" cy="1169551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kern="500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所得到的扩展报文：不可伪造，不可否认。</a:t>
            </a:r>
            <a:endParaRPr lang="en-US" altLang="zh-CN" b="1" kern="500" dirty="0">
              <a:solidFill>
                <a:srgbClr val="0000CC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en-US" b="1" kern="500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可简称为：“</a:t>
            </a:r>
            <a:r>
              <a:rPr lang="en-US" altLang="zh-CN" b="1" kern="500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b="1" kern="500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用自己的私钥进行签名，</a:t>
            </a:r>
            <a:r>
              <a:rPr lang="en-US" altLang="zh-CN" b="1" kern="500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b="1" kern="500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用 </a:t>
            </a:r>
            <a:r>
              <a:rPr lang="en-US" altLang="zh-CN" b="1" kern="500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b="1" kern="500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的公钥进行鉴别”。</a:t>
            </a:r>
            <a:endParaRPr lang="zh-CN" altLang="en-US" b="1" dirty="0">
              <a:solidFill>
                <a:srgbClr val="0000CC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641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19620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359564" y="594156"/>
            <a:ext cx="24336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7.4.2  </a:t>
            </a: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实体鉴别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1054041"/>
            <a:ext cx="8129016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实体鉴别与报文鉴别不同。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报文鉴别：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每一个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收到的报文都要鉴别报文的发送者。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实体鉴别：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在系统接入的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全部持续时间内，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对和自己通信的对方实体只需验证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一次。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509475" y="61362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3160774" y="580410"/>
            <a:ext cx="28264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最简单的实体鉴别过程 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7852" y="974624"/>
            <a:ext cx="8133857" cy="472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使用共享的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对称密钥 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AB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实现实体鉴别。</a:t>
            </a:r>
          </a:p>
        </p:txBody>
      </p:sp>
      <p:sp>
        <p:nvSpPr>
          <p:cNvPr id="10" name="Line 4"/>
          <p:cNvSpPr>
            <a:spLocks noChangeShapeType="1"/>
          </p:cNvSpPr>
          <p:nvPr/>
        </p:nvSpPr>
        <p:spPr bwMode="auto">
          <a:xfrm>
            <a:off x="1902880" y="2522923"/>
            <a:ext cx="525462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 dirty="0">
              <a:solidFill>
                <a:srgbClr val="000099"/>
              </a:solidFill>
              <a:latin typeface="Montserrat" panose="00000500000000000000" pitchFamily="2" charset="0"/>
              <a:ea typeface="黑体" panose="02010609060101010101" pitchFamily="2" charset="-122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386697" y="1593591"/>
            <a:ext cx="3658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 b="1" dirty="0">
                <a:latin typeface="Montserrat" panose="00000500000000000000" pitchFamily="2" charset="0"/>
                <a:ea typeface="黑体" panose="02010609060101010101" pitchFamily="2" charset="-122"/>
              </a:rPr>
              <a:t>A</a:t>
            </a:r>
          </a:p>
        </p:txBody>
      </p:sp>
      <p:sp>
        <p:nvSpPr>
          <p:cNvPr id="13" name="Text Box 35"/>
          <p:cNvSpPr txBox="1">
            <a:spLocks noChangeArrowheads="1"/>
          </p:cNvSpPr>
          <p:nvPr/>
        </p:nvSpPr>
        <p:spPr bwMode="auto">
          <a:xfrm>
            <a:off x="7377769" y="1575777"/>
            <a:ext cx="3754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000" b="1" dirty="0">
                <a:latin typeface="Montserrat" panose="00000500000000000000" pitchFamily="2" charset="0"/>
                <a:ea typeface="黑体" panose="02010609060101010101" pitchFamily="2" charset="-122"/>
              </a:rPr>
              <a:t>B</a:t>
            </a:r>
          </a:p>
        </p:txBody>
      </p:sp>
      <p:sp>
        <p:nvSpPr>
          <p:cNvPr id="15" name="Line 63"/>
          <p:cNvSpPr>
            <a:spLocks noChangeShapeType="1"/>
          </p:cNvSpPr>
          <p:nvPr/>
        </p:nvSpPr>
        <p:spPr bwMode="auto">
          <a:xfrm rot="16200000" flipH="1">
            <a:off x="1595737" y="2520892"/>
            <a:ext cx="626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 dirty="0">
              <a:solidFill>
                <a:srgbClr val="000099"/>
              </a:solidFill>
              <a:latin typeface="Montserrat" panose="00000500000000000000" pitchFamily="2" charset="0"/>
              <a:ea typeface="黑体" panose="02010609060101010101" pitchFamily="2" charset="-122"/>
            </a:endParaRPr>
          </a:p>
        </p:txBody>
      </p:sp>
      <p:sp>
        <p:nvSpPr>
          <p:cNvPr id="16" name="Line 64"/>
          <p:cNvSpPr>
            <a:spLocks noChangeShapeType="1"/>
          </p:cNvSpPr>
          <p:nvPr/>
        </p:nvSpPr>
        <p:spPr bwMode="auto">
          <a:xfrm rot="16200000" flipH="1">
            <a:off x="6867763" y="2527835"/>
            <a:ext cx="62615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 dirty="0">
              <a:solidFill>
                <a:srgbClr val="000099"/>
              </a:solidFill>
              <a:latin typeface="Montserrat" panose="00000500000000000000" pitchFamily="2" charset="0"/>
              <a:ea typeface="黑体" panose="02010609060101010101" pitchFamily="2" charset="-122"/>
            </a:endParaRPr>
          </a:p>
        </p:txBody>
      </p:sp>
      <p:sp>
        <p:nvSpPr>
          <p:cNvPr id="17" name="Rectangle 65"/>
          <p:cNvSpPr>
            <a:spLocks noChangeArrowheads="1"/>
          </p:cNvSpPr>
          <p:nvPr/>
        </p:nvSpPr>
        <p:spPr bwMode="auto">
          <a:xfrm>
            <a:off x="3683954" y="2302239"/>
            <a:ext cx="1932957" cy="446647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kumimoji="1"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A, </a:t>
            </a:r>
            <a:r>
              <a:rPr kumimoji="1"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口令</a:t>
            </a:r>
          </a:p>
        </p:txBody>
      </p:sp>
      <p:pic>
        <p:nvPicPr>
          <p:cNvPr id="18" name="Picture 6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363" y="1932254"/>
            <a:ext cx="360736" cy="497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9" name="Text Box 67"/>
          <p:cNvSpPr txBox="1">
            <a:spLocks noChangeArrowheads="1"/>
          </p:cNvSpPr>
          <p:nvPr/>
        </p:nvSpPr>
        <p:spPr bwMode="auto">
          <a:xfrm>
            <a:off x="2964880" y="1878821"/>
            <a:ext cx="6110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b="1" i="1" dirty="0">
                <a:latin typeface="Montserrat" panose="00000500000000000000" pitchFamily="2" charset="0"/>
                <a:ea typeface="黑体" panose="02010609060101010101" pitchFamily="2" charset="-122"/>
              </a:rPr>
              <a:t>K</a:t>
            </a:r>
            <a:r>
              <a:rPr lang="en-US" altLang="zh-CN" sz="2000" b="1" baseline="-25000" dirty="0">
                <a:latin typeface="Montserrat" panose="00000500000000000000" pitchFamily="2" charset="0"/>
                <a:ea typeface="黑体" panose="02010609060101010101" pitchFamily="2" charset="-122"/>
              </a:rPr>
              <a:t>AB</a:t>
            </a:r>
          </a:p>
        </p:txBody>
      </p:sp>
      <p:pic>
        <p:nvPicPr>
          <p:cNvPr id="7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230" y="1676274"/>
            <a:ext cx="510846" cy="51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301" y="1676031"/>
            <a:ext cx="510846" cy="51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081325" y="3026368"/>
            <a:ext cx="6991253" cy="1323439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存在明显漏洞：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不能抵抗重放攻击。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ts val="24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重放攻击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(replay attack)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：入侵者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不需要破译报文，而是直接把由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加密的报文发送给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，使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误认为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就是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就会向伪装成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发送许多本来应当发给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的报文。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509475" y="609658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3327486" y="576447"/>
            <a:ext cx="249299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使用不重数进行鉴别</a:t>
            </a:r>
          </a:p>
        </p:txBody>
      </p:sp>
      <p:sp>
        <p:nvSpPr>
          <p:cNvPr id="5" name="矩形 4"/>
          <p:cNvSpPr/>
          <p:nvPr/>
        </p:nvSpPr>
        <p:spPr>
          <a:xfrm>
            <a:off x="6475495" y="1520409"/>
            <a:ext cx="2042931" cy="260981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不重数</a:t>
            </a:r>
            <a:r>
              <a:rPr lang="zh-CN" altLang="en-US" sz="15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15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(nonce) </a:t>
            </a:r>
            <a:r>
              <a:rPr lang="zh-CN" altLang="en-US" sz="15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：是一个不重复使用的大随机数，即“一次一数”。</a:t>
            </a:r>
            <a:endParaRPr lang="en-US" altLang="zh-CN" sz="15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5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由于不重数不能重复使用，所以 </a:t>
            </a:r>
            <a:r>
              <a:rPr lang="en-US" altLang="zh-CN" sz="15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</a:t>
            </a:r>
            <a:r>
              <a:rPr lang="zh-CN" altLang="en-US" sz="15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在进行重放攻击时无法重复使用所截获的不重数。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96591" y="1150851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524860" y="1171941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16200000" flipH="1" flipV="1">
            <a:off x="269004" y="2818769"/>
            <a:ext cx="24953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4999384" y="2810859"/>
            <a:ext cx="25111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64" name="Group 80"/>
          <p:cNvGrpSpPr/>
          <p:nvPr/>
        </p:nvGrpSpPr>
        <p:grpSpPr bwMode="auto">
          <a:xfrm>
            <a:off x="1510621" y="1617225"/>
            <a:ext cx="4725179" cy="336708"/>
            <a:chOff x="1036" y="1899"/>
            <a:chExt cx="3900" cy="388"/>
          </a:xfrm>
        </p:grpSpPr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036" y="2073"/>
              <a:ext cx="39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2504" y="1899"/>
              <a:ext cx="1058" cy="388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A, </a:t>
              </a:r>
              <a:r>
                <a:rPr kumimoji="1" lang="en-US" altLang="zh-CN" sz="20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</p:grpSp>
      <p:grpSp>
        <p:nvGrpSpPr>
          <p:cNvPr id="67" name="Group 82"/>
          <p:cNvGrpSpPr/>
          <p:nvPr/>
        </p:nvGrpSpPr>
        <p:grpSpPr bwMode="auto">
          <a:xfrm>
            <a:off x="1547749" y="3286552"/>
            <a:ext cx="4648849" cy="600519"/>
            <a:chOff x="1062" y="3289"/>
            <a:chExt cx="3837" cy="692"/>
          </a:xfrm>
        </p:grpSpPr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1062" y="3794"/>
              <a:ext cx="383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908" y="3628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  <p:pic>
          <p:nvPicPr>
            <p:cNvPr id="70" name="Picture 7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" y="3311"/>
              <a:ext cx="316" cy="42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2348" y="3289"/>
              <a:ext cx="421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AB</a:t>
              </a:r>
            </a:p>
          </p:txBody>
        </p:sp>
      </p:grpSp>
      <p:grpSp>
        <p:nvGrpSpPr>
          <p:cNvPr id="72" name="Group 81"/>
          <p:cNvGrpSpPr/>
          <p:nvPr/>
        </p:nvGrpSpPr>
        <p:grpSpPr bwMode="auto">
          <a:xfrm>
            <a:off x="1534898" y="2322427"/>
            <a:ext cx="4681562" cy="787097"/>
            <a:chOff x="1053" y="2434"/>
            <a:chExt cx="3864" cy="907"/>
          </a:xfrm>
        </p:grpSpPr>
        <p:sp>
          <p:nvSpPr>
            <p:cNvPr id="73" name="Line 66"/>
            <p:cNvSpPr>
              <a:spLocks noChangeShapeType="1"/>
            </p:cNvSpPr>
            <p:nvPr/>
          </p:nvSpPr>
          <p:spPr bwMode="auto">
            <a:xfrm flipH="1" flipV="1">
              <a:off x="1053" y="2815"/>
              <a:ext cx="386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2166" y="2434"/>
              <a:ext cx="1757" cy="90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kumimoji="1" lang="zh-CN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3275" y="2851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  <p:sp>
          <p:nvSpPr>
            <p:cNvPr id="76" name="Text Box 72"/>
            <p:cNvSpPr txBox="1">
              <a:spLocks noChangeArrowheads="1"/>
            </p:cNvSpPr>
            <p:nvPr/>
          </p:nvSpPr>
          <p:spPr bwMode="auto">
            <a:xfrm>
              <a:off x="2417" y="2783"/>
              <a:ext cx="574" cy="4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 b="1" i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2000" b="1" baseline="-25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  <a:r>
                <a:rPr kumimoji="1" lang="zh-CN" altLang="en-US" sz="20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，</a:t>
              </a:r>
              <a:endParaRPr kumimoji="1"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77" name="Picture 7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7" y="2578"/>
              <a:ext cx="294" cy="417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8" name="Text Box 76"/>
            <p:cNvSpPr txBox="1">
              <a:spLocks noChangeArrowheads="1"/>
            </p:cNvSpPr>
            <p:nvPr/>
          </p:nvSpPr>
          <p:spPr bwMode="auto">
            <a:xfrm>
              <a:off x="2750" y="2532"/>
              <a:ext cx="421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i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AB</a:t>
              </a:r>
            </a:p>
          </p:txBody>
        </p:sp>
      </p:grpSp>
      <p:sp>
        <p:nvSpPr>
          <p:cNvPr id="79" name="Text Box 78"/>
          <p:cNvSpPr txBox="1">
            <a:spLocks noChangeArrowheads="1"/>
          </p:cNvSpPr>
          <p:nvPr/>
        </p:nvSpPr>
        <p:spPr bwMode="auto">
          <a:xfrm>
            <a:off x="915168" y="3468546"/>
            <a:ext cx="5637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</a:t>
            </a:r>
            <a:endParaRPr lang="zh-CN" altLang="en-US" b="1" baseline="-25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8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11" y="1100722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47" y="1099492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5"/>
          <p:cNvSpPr>
            <a:spLocks noChangeArrowheads="1"/>
          </p:cNvSpPr>
          <p:nvPr/>
        </p:nvSpPr>
        <p:spPr bwMode="auto">
          <a:xfrm>
            <a:off x="509475" y="60965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2814527" y="576444"/>
            <a:ext cx="35189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使用公钥体制进行不重数鉴别</a:t>
            </a:r>
          </a:p>
        </p:txBody>
      </p:sp>
      <p:sp>
        <p:nvSpPr>
          <p:cNvPr id="5" name="矩形 4"/>
          <p:cNvSpPr/>
          <p:nvPr/>
        </p:nvSpPr>
        <p:spPr>
          <a:xfrm>
            <a:off x="6351929" y="1722115"/>
            <a:ext cx="2194036" cy="122084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在使用公钥密码体制时，可以对不重数进行签名鉴别。</a:t>
            </a:r>
            <a:endParaRPr lang="en-US" altLang="zh-CN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使用公钥核实签名。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96591" y="1153753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524860" y="1174843"/>
            <a:ext cx="2870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16200000" flipH="1" flipV="1">
            <a:off x="269004" y="2821671"/>
            <a:ext cx="24953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4999384" y="2813761"/>
            <a:ext cx="25111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64" name="Group 80"/>
          <p:cNvGrpSpPr/>
          <p:nvPr/>
        </p:nvGrpSpPr>
        <p:grpSpPr bwMode="auto">
          <a:xfrm>
            <a:off x="1510621" y="1620127"/>
            <a:ext cx="4725179" cy="336708"/>
            <a:chOff x="1036" y="1899"/>
            <a:chExt cx="3900" cy="388"/>
          </a:xfrm>
        </p:grpSpPr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1036" y="2073"/>
              <a:ext cx="390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2504" y="1899"/>
              <a:ext cx="1058" cy="388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A, </a:t>
              </a:r>
              <a:r>
                <a:rPr kumimoji="1" lang="en-US" altLang="zh-CN" sz="20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</p:grpSp>
      <p:grpSp>
        <p:nvGrpSpPr>
          <p:cNvPr id="67" name="Group 82"/>
          <p:cNvGrpSpPr/>
          <p:nvPr/>
        </p:nvGrpSpPr>
        <p:grpSpPr bwMode="auto">
          <a:xfrm>
            <a:off x="1547749" y="3289454"/>
            <a:ext cx="4648849" cy="600519"/>
            <a:chOff x="1062" y="3289"/>
            <a:chExt cx="3837" cy="692"/>
          </a:xfrm>
        </p:grpSpPr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1062" y="3794"/>
              <a:ext cx="383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908" y="3628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  <p:pic>
          <p:nvPicPr>
            <p:cNvPr id="70" name="Picture 7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3" y="3311"/>
              <a:ext cx="316" cy="42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Text Box 74"/>
            <p:cNvSpPr txBox="1">
              <a:spLocks noChangeArrowheads="1"/>
            </p:cNvSpPr>
            <p:nvPr/>
          </p:nvSpPr>
          <p:spPr bwMode="auto">
            <a:xfrm>
              <a:off x="2348" y="3289"/>
              <a:ext cx="458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SK</a:t>
              </a:r>
              <a:r>
                <a:rPr lang="en-US" altLang="zh-CN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</p:grpSp>
      <p:grpSp>
        <p:nvGrpSpPr>
          <p:cNvPr id="72" name="Group 81"/>
          <p:cNvGrpSpPr/>
          <p:nvPr/>
        </p:nvGrpSpPr>
        <p:grpSpPr bwMode="auto">
          <a:xfrm>
            <a:off x="1534898" y="2325329"/>
            <a:ext cx="4681562" cy="787097"/>
            <a:chOff x="1053" y="2434"/>
            <a:chExt cx="3864" cy="907"/>
          </a:xfrm>
        </p:grpSpPr>
        <p:sp>
          <p:nvSpPr>
            <p:cNvPr id="73" name="Line 66"/>
            <p:cNvSpPr>
              <a:spLocks noChangeShapeType="1"/>
            </p:cNvSpPr>
            <p:nvPr/>
          </p:nvSpPr>
          <p:spPr bwMode="auto">
            <a:xfrm flipH="1" flipV="1">
              <a:off x="1053" y="2815"/>
              <a:ext cx="386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2166" y="2434"/>
              <a:ext cx="1757" cy="90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kumimoji="1" lang="zh-CN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5" name="Rectangle 71"/>
            <p:cNvSpPr>
              <a:spLocks noChangeArrowheads="1"/>
            </p:cNvSpPr>
            <p:nvPr/>
          </p:nvSpPr>
          <p:spPr bwMode="auto">
            <a:xfrm>
              <a:off x="3275" y="2851"/>
              <a:ext cx="474" cy="353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r>
                <a:rPr kumimoji="1" lang="en-US" altLang="zh-CN" sz="20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20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  <p:sp>
          <p:nvSpPr>
            <p:cNvPr id="76" name="Text Box 72"/>
            <p:cNvSpPr txBox="1">
              <a:spLocks noChangeArrowheads="1"/>
            </p:cNvSpPr>
            <p:nvPr/>
          </p:nvSpPr>
          <p:spPr bwMode="auto">
            <a:xfrm>
              <a:off x="2417" y="2783"/>
              <a:ext cx="574" cy="46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000" b="1" i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2000" b="1" baseline="-25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  <a:r>
                <a:rPr kumimoji="1" lang="zh-CN" altLang="en-US" sz="20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，</a:t>
              </a:r>
              <a:endParaRPr kumimoji="1"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77" name="Picture 75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7" y="2578"/>
              <a:ext cx="294" cy="417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8" name="Text Box 76"/>
            <p:cNvSpPr txBox="1">
              <a:spLocks noChangeArrowheads="1"/>
            </p:cNvSpPr>
            <p:nvPr/>
          </p:nvSpPr>
          <p:spPr bwMode="auto">
            <a:xfrm>
              <a:off x="2750" y="2532"/>
              <a:ext cx="450" cy="42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SK</a:t>
              </a:r>
              <a:r>
                <a:rPr lang="en-US" altLang="zh-CN" b="1" baseline="-25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</p:grpSp>
      <p:sp>
        <p:nvSpPr>
          <p:cNvPr id="79" name="Text Box 78"/>
          <p:cNvSpPr txBox="1">
            <a:spLocks noChangeArrowheads="1"/>
          </p:cNvSpPr>
          <p:nvPr/>
        </p:nvSpPr>
        <p:spPr bwMode="auto">
          <a:xfrm>
            <a:off x="915168" y="3471448"/>
            <a:ext cx="5637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</a:t>
            </a:r>
            <a:endParaRPr lang="zh-CN" altLang="en-US" b="1" baseline="-25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8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411" y="110362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447" y="110239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880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968691" y="575593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假冒攻击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94768"/>
            <a:ext cx="8218067" cy="343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冒充是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，发送报文给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，说：“我是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A”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选择一个不重数 </a:t>
            </a:r>
            <a:r>
              <a:rPr lang="en-US" altLang="zh-CN" sz="19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9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，发送给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，但被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</a:t>
            </a:r>
            <a:r>
              <a:rPr lang="zh-CN" altLang="en-US" sz="19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截获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了。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用自己的私钥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</a:t>
            </a:r>
            <a:r>
              <a:rPr lang="en-US" altLang="zh-CN" sz="19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9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冒充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的私钥，对 </a:t>
            </a:r>
            <a:r>
              <a:rPr lang="en-US" altLang="zh-CN" sz="19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9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加密，并发送给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向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发送报文，要求对方把解密用的公钥发送过来，但这报文也被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</a:t>
            </a:r>
            <a:r>
              <a:rPr lang="zh-CN" altLang="en-US" sz="19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截获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了。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把自己的公钥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PK</a:t>
            </a:r>
            <a:r>
              <a:rPr lang="en-US" altLang="zh-CN" sz="19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9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冒充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的公钥发送给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900" indent="-3429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用收到的公钥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PK</a:t>
            </a:r>
            <a:r>
              <a:rPr lang="en-US" altLang="zh-CN" sz="19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对收到的加密的 </a:t>
            </a:r>
            <a:r>
              <a:rPr lang="en-US" altLang="zh-CN" sz="19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9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进行解密，其结果当然正确。于是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相信通信的对方是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，接着就向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发送许多敏感数据，但都被 </a:t>
            </a:r>
            <a:r>
              <a:rPr lang="en-US" altLang="zh-CN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 </a:t>
            </a:r>
            <a:r>
              <a:rPr lang="zh-CN" altLang="en-US" sz="19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截获了。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AutoShape 5"/>
          <p:cNvSpPr>
            <a:spLocks noChangeArrowheads="1"/>
          </p:cNvSpPr>
          <p:nvPr/>
        </p:nvSpPr>
        <p:spPr bwMode="auto">
          <a:xfrm>
            <a:off x="509475" y="61218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567" name="Rectangle 6"/>
          <p:cNvSpPr>
            <a:spLocks noChangeArrowheads="1"/>
          </p:cNvSpPr>
          <p:nvPr/>
        </p:nvSpPr>
        <p:spPr bwMode="auto">
          <a:xfrm>
            <a:off x="3801975" y="578974"/>
            <a:ext cx="15440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中间人攻击 </a:t>
            </a:r>
          </a:p>
        </p:txBody>
      </p:sp>
      <p:sp>
        <p:nvSpPr>
          <p:cNvPr id="5" name="矩形 4"/>
          <p:cNvSpPr/>
          <p:nvPr/>
        </p:nvSpPr>
        <p:spPr>
          <a:xfrm>
            <a:off x="1182254" y="3988273"/>
            <a:ext cx="6982691" cy="369332"/>
          </a:xfrm>
          <a:prstGeom prst="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可见，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公钥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分配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以及认证公钥的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真实性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是一个非常重要的问题。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971433" y="1036048"/>
            <a:ext cx="32412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6917971" y="1036048"/>
            <a:ext cx="30489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rot="5400000">
            <a:off x="704576" y="2659514"/>
            <a:ext cx="224003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3" name="Line 65"/>
          <p:cNvSpPr>
            <a:spLocks noChangeShapeType="1"/>
          </p:cNvSpPr>
          <p:nvPr/>
        </p:nvSpPr>
        <p:spPr bwMode="auto">
          <a:xfrm rot="16200000" flipH="1">
            <a:off x="6246702" y="2636371"/>
            <a:ext cx="2221691" cy="552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64" name="Group 553"/>
          <p:cNvGrpSpPr/>
          <p:nvPr/>
        </p:nvGrpSpPr>
        <p:grpSpPr bwMode="auto">
          <a:xfrm>
            <a:off x="1817970" y="1508922"/>
            <a:ext cx="2772273" cy="272107"/>
            <a:chOff x="428" y="1792"/>
            <a:chExt cx="2511" cy="267"/>
          </a:xfrm>
        </p:grpSpPr>
        <p:sp>
          <p:nvSpPr>
            <p:cNvPr id="65" name="Line 6"/>
            <p:cNvSpPr>
              <a:spLocks noChangeShapeType="1"/>
            </p:cNvSpPr>
            <p:nvPr/>
          </p:nvSpPr>
          <p:spPr bwMode="auto">
            <a:xfrm>
              <a:off x="428" y="1927"/>
              <a:ext cx="2511" cy="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6" name="Rectangle 66"/>
            <p:cNvSpPr>
              <a:spLocks noChangeArrowheads="1"/>
            </p:cNvSpPr>
            <p:nvPr/>
          </p:nvSpPr>
          <p:spPr bwMode="auto">
            <a:xfrm>
              <a:off x="1031" y="1792"/>
              <a:ext cx="568" cy="267"/>
            </a:xfrm>
            <a:prstGeom prst="rect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我是 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  <a:endParaRPr kumimoji="1" lang="en-US" altLang="zh-CN" sz="1400" b="1" i="1" baseline="-25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67" name="Group 67"/>
          <p:cNvGrpSpPr/>
          <p:nvPr/>
        </p:nvGrpSpPr>
        <p:grpSpPr bwMode="auto">
          <a:xfrm>
            <a:off x="4305398" y="1114522"/>
            <a:ext cx="512280" cy="413765"/>
            <a:chOff x="624" y="2968"/>
            <a:chExt cx="1331" cy="920"/>
          </a:xfrm>
        </p:grpSpPr>
        <p:sp>
          <p:nvSpPr>
            <p:cNvPr id="68" name="Freeform 68"/>
            <p:cNvSpPr/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992 w 1426"/>
                <a:gd name="T1" fmla="*/ 2292 h 2309"/>
                <a:gd name="T2" fmla="*/ 964 w 1426"/>
                <a:gd name="T3" fmla="*/ 2309 h 2309"/>
                <a:gd name="T4" fmla="*/ 0 w 1426"/>
                <a:gd name="T5" fmla="*/ 1462 h 2309"/>
                <a:gd name="T6" fmla="*/ 326 w 1426"/>
                <a:gd name="T7" fmla="*/ 59 h 2309"/>
                <a:gd name="T8" fmla="*/ 369 w 1426"/>
                <a:gd name="T9" fmla="*/ 18 h 2309"/>
                <a:gd name="T10" fmla="*/ 414 w 1426"/>
                <a:gd name="T11" fmla="*/ 0 h 2309"/>
                <a:gd name="T12" fmla="*/ 457 w 1426"/>
                <a:gd name="T13" fmla="*/ 9 h 2309"/>
                <a:gd name="T14" fmla="*/ 1381 w 1426"/>
                <a:gd name="T15" fmla="*/ 400 h 2309"/>
                <a:gd name="T16" fmla="*/ 1411 w 1426"/>
                <a:gd name="T17" fmla="*/ 421 h 2309"/>
                <a:gd name="T18" fmla="*/ 1422 w 1426"/>
                <a:gd name="T19" fmla="*/ 425 h 2309"/>
                <a:gd name="T20" fmla="*/ 1426 w 1426"/>
                <a:gd name="T21" fmla="*/ 445 h 2309"/>
                <a:gd name="T22" fmla="*/ 1017 w 1426"/>
                <a:gd name="T23" fmla="*/ 2306 h 2309"/>
                <a:gd name="T24" fmla="*/ 992 w 1426"/>
                <a:gd name="T25" fmla="*/ 2292 h 2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9" name="Freeform 69"/>
            <p:cNvSpPr/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573 w 573"/>
                <a:gd name="T1" fmla="*/ 86 h 1980"/>
                <a:gd name="T2" fmla="*/ 568 w 573"/>
                <a:gd name="T3" fmla="*/ 132 h 1980"/>
                <a:gd name="T4" fmla="*/ 155 w 573"/>
                <a:gd name="T5" fmla="*/ 1923 h 1980"/>
                <a:gd name="T6" fmla="*/ 151 w 573"/>
                <a:gd name="T7" fmla="*/ 1955 h 1980"/>
                <a:gd name="T8" fmla="*/ 140 w 573"/>
                <a:gd name="T9" fmla="*/ 1972 h 1980"/>
                <a:gd name="T10" fmla="*/ 125 w 573"/>
                <a:gd name="T11" fmla="*/ 1980 h 1980"/>
                <a:gd name="T12" fmla="*/ 111 w 573"/>
                <a:gd name="T13" fmla="*/ 1975 h 1980"/>
                <a:gd name="T14" fmla="*/ 86 w 573"/>
                <a:gd name="T15" fmla="*/ 1955 h 1980"/>
                <a:gd name="T16" fmla="*/ 0 w 573"/>
                <a:gd name="T17" fmla="*/ 1880 h 1980"/>
                <a:gd name="T18" fmla="*/ 425 w 573"/>
                <a:gd name="T19" fmla="*/ 39 h 1980"/>
                <a:gd name="T20" fmla="*/ 420 w 573"/>
                <a:gd name="T21" fmla="*/ 27 h 1980"/>
                <a:gd name="T22" fmla="*/ 396 w 573"/>
                <a:gd name="T23" fmla="*/ 0 h 1980"/>
                <a:gd name="T24" fmla="*/ 445 w 573"/>
                <a:gd name="T25" fmla="*/ 20 h 1980"/>
                <a:gd name="T26" fmla="*/ 541 w 573"/>
                <a:gd name="T27" fmla="*/ 61 h 1980"/>
                <a:gd name="T28" fmla="*/ 559 w 573"/>
                <a:gd name="T29" fmla="*/ 75 h 1980"/>
                <a:gd name="T30" fmla="*/ 573 w 573"/>
                <a:gd name="T31" fmla="*/ 86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0" name="Freeform 70"/>
            <p:cNvSpPr/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31 w 1045"/>
                <a:gd name="T3" fmla="*/ 1 h 441"/>
                <a:gd name="T4" fmla="*/ 62 w 1045"/>
                <a:gd name="T5" fmla="*/ 10 h 441"/>
                <a:gd name="T6" fmla="*/ 1005 w 1045"/>
                <a:gd name="T7" fmla="*/ 409 h 441"/>
                <a:gd name="T8" fmla="*/ 1037 w 1045"/>
                <a:gd name="T9" fmla="*/ 427 h 441"/>
                <a:gd name="T10" fmla="*/ 1045 w 1045"/>
                <a:gd name="T11" fmla="*/ 441 h 441"/>
                <a:gd name="T12" fmla="*/ 0 w 1045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1" name="Freeform 71"/>
            <p:cNvSpPr/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619 w 955"/>
                <a:gd name="T1" fmla="*/ 1719 h 1719"/>
                <a:gd name="T2" fmla="*/ 0 w 955"/>
                <a:gd name="T3" fmla="*/ 1212 h 1719"/>
                <a:gd name="T4" fmla="*/ 290 w 955"/>
                <a:gd name="T5" fmla="*/ 0 h 1719"/>
                <a:gd name="T6" fmla="*/ 955 w 955"/>
                <a:gd name="T7" fmla="*/ 313 h 1719"/>
                <a:gd name="T8" fmla="*/ 619 w 955"/>
                <a:gd name="T9" fmla="*/ 1719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2" name="Freeform 72"/>
            <p:cNvSpPr/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546 w 862"/>
                <a:gd name="T1" fmla="*/ 1587 h 1587"/>
                <a:gd name="T2" fmla="*/ 0 w 862"/>
                <a:gd name="T3" fmla="*/ 1134 h 1587"/>
                <a:gd name="T4" fmla="*/ 272 w 862"/>
                <a:gd name="T5" fmla="*/ 0 h 1587"/>
                <a:gd name="T6" fmla="*/ 862 w 862"/>
                <a:gd name="T7" fmla="*/ 268 h 1587"/>
                <a:gd name="T8" fmla="*/ 546 w 862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3" name="Freeform 73"/>
            <p:cNvSpPr/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393 w 408"/>
                <a:gd name="T1" fmla="*/ 0 h 1480"/>
                <a:gd name="T2" fmla="*/ 370 w 408"/>
                <a:gd name="T3" fmla="*/ 11 h 1480"/>
                <a:gd name="T4" fmla="*/ 356 w 408"/>
                <a:gd name="T5" fmla="*/ 19 h 1480"/>
                <a:gd name="T6" fmla="*/ 338 w 408"/>
                <a:gd name="T7" fmla="*/ 37 h 1480"/>
                <a:gd name="T8" fmla="*/ 325 w 408"/>
                <a:gd name="T9" fmla="*/ 59 h 1480"/>
                <a:gd name="T10" fmla="*/ 320 w 408"/>
                <a:gd name="T11" fmla="*/ 77 h 1480"/>
                <a:gd name="T12" fmla="*/ 0 w 408"/>
                <a:gd name="T13" fmla="*/ 1459 h 1480"/>
                <a:gd name="T14" fmla="*/ 12 w 408"/>
                <a:gd name="T15" fmla="*/ 1480 h 1480"/>
                <a:gd name="T16" fmla="*/ 337 w 408"/>
                <a:gd name="T17" fmla="*/ 77 h 1480"/>
                <a:gd name="T18" fmla="*/ 346 w 408"/>
                <a:gd name="T19" fmla="*/ 57 h 1480"/>
                <a:gd name="T20" fmla="*/ 355 w 408"/>
                <a:gd name="T21" fmla="*/ 43 h 1480"/>
                <a:gd name="T22" fmla="*/ 368 w 408"/>
                <a:gd name="T23" fmla="*/ 30 h 1480"/>
                <a:gd name="T24" fmla="*/ 384 w 408"/>
                <a:gd name="T25" fmla="*/ 19 h 1480"/>
                <a:gd name="T26" fmla="*/ 400 w 408"/>
                <a:gd name="T27" fmla="*/ 12 h 1480"/>
                <a:gd name="T28" fmla="*/ 408 w 408"/>
                <a:gd name="T29" fmla="*/ 5 h 1480"/>
                <a:gd name="T30" fmla="*/ 393 w 408"/>
                <a:gd name="T31" fmla="*/ 0 h 1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4" name="Freeform 74"/>
            <p:cNvSpPr/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1065 w 1065"/>
                <a:gd name="T1" fmla="*/ 963 h 963"/>
                <a:gd name="T2" fmla="*/ 1047 w 1065"/>
                <a:gd name="T3" fmla="*/ 833 h 963"/>
                <a:gd name="T4" fmla="*/ 1015 w 1065"/>
                <a:gd name="T5" fmla="*/ 776 h 963"/>
                <a:gd name="T6" fmla="*/ 137 w 1065"/>
                <a:gd name="T7" fmla="*/ 3 h 963"/>
                <a:gd name="T8" fmla="*/ 96 w 1065"/>
                <a:gd name="T9" fmla="*/ 0 h 963"/>
                <a:gd name="T10" fmla="*/ 59 w 1065"/>
                <a:gd name="T11" fmla="*/ 3 h 963"/>
                <a:gd name="T12" fmla="*/ 32 w 1065"/>
                <a:gd name="T13" fmla="*/ 42 h 963"/>
                <a:gd name="T14" fmla="*/ 0 w 1065"/>
                <a:gd name="T15" fmla="*/ 145 h 963"/>
                <a:gd name="T16" fmla="*/ 865 w 1065"/>
                <a:gd name="T17" fmla="*/ 954 h 963"/>
                <a:gd name="T18" fmla="*/ 1065 w 1065"/>
                <a:gd name="T19" fmla="*/ 963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5" name="Freeform 75"/>
            <p:cNvSpPr/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121 w 1969"/>
                <a:gd name="T3" fmla="*/ 24 h 862"/>
                <a:gd name="T4" fmla="*/ 1969 w 1969"/>
                <a:gd name="T5" fmla="*/ 814 h 862"/>
                <a:gd name="T6" fmla="*/ 478 w 1969"/>
                <a:gd name="T7" fmla="*/ 862 h 862"/>
                <a:gd name="T8" fmla="*/ 0 w 1969"/>
                <a:gd name="T9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6" name="Freeform 76"/>
            <p:cNvSpPr/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54 w 1777"/>
                <a:gd name="T1" fmla="*/ 52 h 297"/>
                <a:gd name="T2" fmla="*/ 0 w 1777"/>
                <a:gd name="T3" fmla="*/ 297 h 297"/>
                <a:gd name="T4" fmla="*/ 1759 w 1777"/>
                <a:gd name="T5" fmla="*/ 257 h 297"/>
                <a:gd name="T6" fmla="*/ 1777 w 1777"/>
                <a:gd name="T7" fmla="*/ 173 h 297"/>
                <a:gd name="T8" fmla="*/ 1773 w 1777"/>
                <a:gd name="T9" fmla="*/ 74 h 297"/>
                <a:gd name="T10" fmla="*/ 1768 w 1777"/>
                <a:gd name="T11" fmla="*/ 0 h 297"/>
                <a:gd name="T12" fmla="*/ 54 w 1777"/>
                <a:gd name="T13" fmla="*/ 52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7" name="Freeform 77"/>
            <p:cNvSpPr/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37 w 513"/>
                <a:gd name="T1" fmla="*/ 0 h 1106"/>
                <a:gd name="T2" fmla="*/ 0 w 513"/>
                <a:gd name="T3" fmla="*/ 200 h 1106"/>
                <a:gd name="T4" fmla="*/ 457 w 513"/>
                <a:gd name="T5" fmla="*/ 1106 h 1106"/>
                <a:gd name="T6" fmla="*/ 513 w 513"/>
                <a:gd name="T7" fmla="*/ 862 h 1106"/>
                <a:gd name="T8" fmla="*/ 37 w 513"/>
                <a:gd name="T9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8" name="Freeform 78"/>
            <p:cNvSpPr/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2 w 262"/>
                <a:gd name="T1" fmla="*/ 25 h 25"/>
                <a:gd name="T2" fmla="*/ 0 w 262"/>
                <a:gd name="T3" fmla="*/ 0 h 25"/>
                <a:gd name="T4" fmla="*/ 249 w 262"/>
                <a:gd name="T5" fmla="*/ 0 h 25"/>
                <a:gd name="T6" fmla="*/ 262 w 262"/>
                <a:gd name="T7" fmla="*/ 19 h 25"/>
                <a:gd name="T8" fmla="*/ 2 w 262"/>
                <a:gd name="T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9" name="Freeform 79"/>
            <p:cNvSpPr/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557 w 561"/>
                <a:gd name="T1" fmla="*/ 801 h 836"/>
                <a:gd name="T2" fmla="*/ 0 w 561"/>
                <a:gd name="T3" fmla="*/ 0 h 836"/>
                <a:gd name="T4" fmla="*/ 561 w 561"/>
                <a:gd name="T5" fmla="*/ 836 h 836"/>
                <a:gd name="T6" fmla="*/ 557 w 561"/>
                <a:gd name="T7" fmla="*/ 801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80" name="Group 80"/>
            <p:cNvGrpSpPr/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06" name="Group 81"/>
              <p:cNvGrpSpPr/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517" name="Freeform 82"/>
                <p:cNvSpPr/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3 w 22"/>
                    <a:gd name="T1" fmla="*/ 67 h 67"/>
                    <a:gd name="T2" fmla="*/ 0 w 22"/>
                    <a:gd name="T3" fmla="*/ 26 h 67"/>
                    <a:gd name="T4" fmla="*/ 9 w 22"/>
                    <a:gd name="T5" fmla="*/ 0 h 67"/>
                    <a:gd name="T6" fmla="*/ 22 w 22"/>
                    <a:gd name="T7" fmla="*/ 30 h 67"/>
                    <a:gd name="T8" fmla="*/ 13 w 22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18" name="Freeform 83"/>
                <p:cNvSpPr/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2 w 73"/>
                    <a:gd name="T1" fmla="*/ 0 h 29"/>
                    <a:gd name="T2" fmla="*/ 50 w 73"/>
                    <a:gd name="T3" fmla="*/ 0 h 29"/>
                    <a:gd name="T4" fmla="*/ 52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6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19" name="Freeform 84"/>
                <p:cNvSpPr/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7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07" name="Group 85"/>
              <p:cNvGrpSpPr/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514" name="Freeform 86"/>
                <p:cNvSpPr/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15" name="Freeform 87"/>
                <p:cNvSpPr/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49 w 74"/>
                    <a:gd name="T3" fmla="*/ 0 h 29"/>
                    <a:gd name="T4" fmla="*/ 50 w 74"/>
                    <a:gd name="T5" fmla="*/ 2 h 29"/>
                    <a:gd name="T6" fmla="*/ 56 w 74"/>
                    <a:gd name="T7" fmla="*/ 11 h 29"/>
                    <a:gd name="T8" fmla="*/ 74 w 74"/>
                    <a:gd name="T9" fmla="*/ 29 h 29"/>
                    <a:gd name="T10" fmla="*/ 18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16" name="Freeform 88"/>
                <p:cNvSpPr/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08" name="Freeform 89"/>
              <p:cNvSpPr/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9" name="Freeform 90"/>
              <p:cNvSpPr/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15 w 24"/>
                  <a:gd name="T1" fmla="*/ 68 h 68"/>
                  <a:gd name="T2" fmla="*/ 0 w 24"/>
                  <a:gd name="T3" fmla="*/ 27 h 68"/>
                  <a:gd name="T4" fmla="*/ 11 w 24"/>
                  <a:gd name="T5" fmla="*/ 0 h 68"/>
                  <a:gd name="T6" fmla="*/ 24 w 24"/>
                  <a:gd name="T7" fmla="*/ 31 h 68"/>
                  <a:gd name="T8" fmla="*/ 15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10" name="Freeform 91"/>
              <p:cNvSpPr/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49 w 70"/>
                  <a:gd name="T3" fmla="*/ 0 h 30"/>
                  <a:gd name="T4" fmla="*/ 50 w 70"/>
                  <a:gd name="T5" fmla="*/ 3 h 30"/>
                  <a:gd name="T6" fmla="*/ 54 w 70"/>
                  <a:gd name="T7" fmla="*/ 13 h 30"/>
                  <a:gd name="T8" fmla="*/ 70 w 70"/>
                  <a:gd name="T9" fmla="*/ 30 h 30"/>
                  <a:gd name="T10" fmla="*/ 16 w 70"/>
                  <a:gd name="T11" fmla="*/ 30 h 30"/>
                  <a:gd name="T12" fmla="*/ 7 w 70"/>
                  <a:gd name="T13" fmla="*/ 21 h 30"/>
                  <a:gd name="T14" fmla="*/ 0 w 70"/>
                  <a:gd name="T15" fmla="*/ 7 h 30"/>
                  <a:gd name="T16" fmla="*/ 0 w 70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11" name="Freeform 92"/>
              <p:cNvSpPr/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36 h 36"/>
                  <a:gd name="T2" fmla="*/ 1 w 83"/>
                  <a:gd name="T3" fmla="*/ 19 h 36"/>
                  <a:gd name="T4" fmla="*/ 7 w 83"/>
                  <a:gd name="T5" fmla="*/ 8 h 36"/>
                  <a:gd name="T6" fmla="*/ 10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112" name="Group 93"/>
              <p:cNvGrpSpPr/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511" name="Freeform 94"/>
                <p:cNvSpPr/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4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4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12" name="Freeform 95"/>
                <p:cNvSpPr/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2 w 73"/>
                    <a:gd name="T1" fmla="*/ 0 h 30"/>
                    <a:gd name="T2" fmla="*/ 49 w 73"/>
                    <a:gd name="T3" fmla="*/ 0 h 30"/>
                    <a:gd name="T4" fmla="*/ 50 w 73"/>
                    <a:gd name="T5" fmla="*/ 3 h 30"/>
                    <a:gd name="T6" fmla="*/ 57 w 73"/>
                    <a:gd name="T7" fmla="*/ 12 h 30"/>
                    <a:gd name="T8" fmla="*/ 73 w 73"/>
                    <a:gd name="T9" fmla="*/ 30 h 30"/>
                    <a:gd name="T10" fmla="*/ 19 w 73"/>
                    <a:gd name="T11" fmla="*/ 30 h 30"/>
                    <a:gd name="T12" fmla="*/ 10 w 73"/>
                    <a:gd name="T13" fmla="*/ 21 h 30"/>
                    <a:gd name="T14" fmla="*/ 0 w 73"/>
                    <a:gd name="T15" fmla="*/ 7 h 30"/>
                    <a:gd name="T16" fmla="*/ 2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13" name="Freeform 96"/>
                <p:cNvSpPr/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13" name="Group 97"/>
              <p:cNvGrpSpPr/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508" name="Freeform 98"/>
                <p:cNvSpPr/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09" name="Freeform 99"/>
                <p:cNvSpPr/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3 w 74"/>
                    <a:gd name="T1" fmla="*/ 0 h 30"/>
                    <a:gd name="T2" fmla="*/ 49 w 74"/>
                    <a:gd name="T3" fmla="*/ 0 h 30"/>
                    <a:gd name="T4" fmla="*/ 52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10 w 74"/>
                    <a:gd name="T13" fmla="*/ 21 h 30"/>
                    <a:gd name="T14" fmla="*/ 0 w 74"/>
                    <a:gd name="T15" fmla="*/ 6 h 30"/>
                    <a:gd name="T16" fmla="*/ 3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10" name="Freeform 100"/>
                <p:cNvSpPr/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6 w 83"/>
                    <a:gd name="T5" fmla="*/ 8 h 36"/>
                    <a:gd name="T6" fmla="*/ 10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14" name="Group 101"/>
              <p:cNvGrpSpPr/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505" name="Freeform 102"/>
                <p:cNvSpPr/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9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06" name="Freeform 103"/>
                <p:cNvSpPr/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2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9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2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07" name="Freeform 104"/>
                <p:cNvSpPr/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5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15" name="Group 105"/>
              <p:cNvGrpSpPr/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02" name="Freeform 106"/>
                <p:cNvSpPr/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0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03" name="Freeform 107"/>
                <p:cNvSpPr/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2 w 75"/>
                    <a:gd name="T3" fmla="*/ 0 h 30"/>
                    <a:gd name="T4" fmla="*/ 53 w 75"/>
                    <a:gd name="T5" fmla="*/ 3 h 30"/>
                    <a:gd name="T6" fmla="*/ 57 w 75"/>
                    <a:gd name="T7" fmla="*/ 12 h 30"/>
                    <a:gd name="T8" fmla="*/ 75 w 75"/>
                    <a:gd name="T9" fmla="*/ 30 h 30"/>
                    <a:gd name="T10" fmla="*/ 19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6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04" name="Freeform 108"/>
                <p:cNvSpPr/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16" name="Group 109"/>
              <p:cNvGrpSpPr/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482" name="Group 110"/>
                <p:cNvGrpSpPr/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499" name="Freeform 111"/>
                  <p:cNvSpPr/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0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500" name="Freeform 112"/>
                  <p:cNvSpPr/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2 w 75"/>
                      <a:gd name="T1" fmla="*/ 0 h 29"/>
                      <a:gd name="T2" fmla="*/ 50 w 75"/>
                      <a:gd name="T3" fmla="*/ 0 h 29"/>
                      <a:gd name="T4" fmla="*/ 52 w 75"/>
                      <a:gd name="T5" fmla="*/ 3 h 29"/>
                      <a:gd name="T6" fmla="*/ 57 w 75"/>
                      <a:gd name="T7" fmla="*/ 12 h 29"/>
                      <a:gd name="T8" fmla="*/ 75 w 75"/>
                      <a:gd name="T9" fmla="*/ 29 h 29"/>
                      <a:gd name="T10" fmla="*/ 19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2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501" name="Freeform 113"/>
                  <p:cNvSpPr/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37 h 37"/>
                      <a:gd name="T2" fmla="*/ 2 w 82"/>
                      <a:gd name="T3" fmla="*/ 22 h 37"/>
                      <a:gd name="T4" fmla="*/ 7 w 82"/>
                      <a:gd name="T5" fmla="*/ 7 h 37"/>
                      <a:gd name="T6" fmla="*/ 13 w 82"/>
                      <a:gd name="T7" fmla="*/ 0 h 37"/>
                      <a:gd name="T8" fmla="*/ 69 w 82"/>
                      <a:gd name="T9" fmla="*/ 0 h 37"/>
                      <a:gd name="T10" fmla="*/ 82 w 82"/>
                      <a:gd name="T11" fmla="*/ 37 h 37"/>
                      <a:gd name="T12" fmla="*/ 0 w 82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83" name="Group 114"/>
                <p:cNvGrpSpPr/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496" name="Freeform 115"/>
                  <p:cNvSpPr/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97" name="Freeform 116"/>
                  <p:cNvSpPr/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3 w 75"/>
                      <a:gd name="T5" fmla="*/ 3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98" name="Freeform 117"/>
                  <p:cNvSpPr/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84" name="Group 118"/>
                <p:cNvGrpSpPr/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493" name="Freeform 119"/>
                  <p:cNvSpPr/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94" name="Freeform 120"/>
                  <p:cNvSpPr/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7 w 73"/>
                      <a:gd name="T7" fmla="*/ 11 h 29"/>
                      <a:gd name="T8" fmla="*/ 73 w 73"/>
                      <a:gd name="T9" fmla="*/ 29 h 29"/>
                      <a:gd name="T10" fmla="*/ 19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95" name="Freeform 121"/>
                  <p:cNvSpPr/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20 h 36"/>
                      <a:gd name="T4" fmla="*/ 7 w 83"/>
                      <a:gd name="T5" fmla="*/ 8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85" name="Group 122"/>
                <p:cNvGrpSpPr/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490" name="Freeform 123"/>
                  <p:cNvSpPr/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7 h 69"/>
                      <a:gd name="T4" fmla="*/ 12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91" name="Freeform 124"/>
                  <p:cNvSpPr/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3 w 74"/>
                      <a:gd name="T1" fmla="*/ 0 h 29"/>
                      <a:gd name="T2" fmla="*/ 49 w 74"/>
                      <a:gd name="T3" fmla="*/ 0 h 29"/>
                      <a:gd name="T4" fmla="*/ 53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3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92" name="Freeform 125"/>
                  <p:cNvSpPr/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1 w 83"/>
                      <a:gd name="T3" fmla="*/ 19 h 35"/>
                      <a:gd name="T4" fmla="*/ 6 w 83"/>
                      <a:gd name="T5" fmla="*/ 7 h 35"/>
                      <a:gd name="T6" fmla="*/ 10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86" name="Group 126"/>
                <p:cNvGrpSpPr/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487" name="Freeform 127"/>
                  <p:cNvSpPr/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6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88" name="Freeform 128"/>
                  <p:cNvSpPr/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2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9 w 74"/>
                      <a:gd name="T11" fmla="*/ 29 h 29"/>
                      <a:gd name="T12" fmla="*/ 10 w 74"/>
                      <a:gd name="T13" fmla="*/ 20 h 29"/>
                      <a:gd name="T14" fmla="*/ 0 w 74"/>
                      <a:gd name="T15" fmla="*/ 5 h 29"/>
                      <a:gd name="T16" fmla="*/ 2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89" name="Freeform 129"/>
                  <p:cNvSpPr/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5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117" name="Group 130"/>
              <p:cNvGrpSpPr/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462" name="Group 131"/>
                <p:cNvGrpSpPr/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479" name="Freeform 132"/>
                  <p:cNvSpPr/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80" name="Freeform 133"/>
                  <p:cNvSpPr/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81" name="Freeform 134"/>
                  <p:cNvSpPr/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0 h 36"/>
                      <a:gd name="T4" fmla="*/ 6 w 83"/>
                      <a:gd name="T5" fmla="*/ 8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63" name="Group 135"/>
                <p:cNvGrpSpPr/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476" name="Freeform 136"/>
                  <p:cNvSpPr/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3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1 h 69"/>
                      <a:gd name="T8" fmla="*/ 13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77" name="Freeform 137"/>
                  <p:cNvSpPr/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10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78" name="Freeform 138"/>
                  <p:cNvSpPr/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37 h 37"/>
                      <a:gd name="T2" fmla="*/ 4 w 83"/>
                      <a:gd name="T3" fmla="*/ 19 h 37"/>
                      <a:gd name="T4" fmla="*/ 8 w 83"/>
                      <a:gd name="T5" fmla="*/ 8 h 37"/>
                      <a:gd name="T6" fmla="*/ 13 w 83"/>
                      <a:gd name="T7" fmla="*/ 0 h 37"/>
                      <a:gd name="T8" fmla="*/ 68 w 83"/>
                      <a:gd name="T9" fmla="*/ 0 h 37"/>
                      <a:gd name="T10" fmla="*/ 83 w 83"/>
                      <a:gd name="T11" fmla="*/ 37 h 37"/>
                      <a:gd name="T12" fmla="*/ 0 w 83"/>
                      <a:gd name="T13" fmla="*/ 3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64" name="Group 139"/>
                <p:cNvGrpSpPr/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473" name="Freeform 140"/>
                  <p:cNvSpPr/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74" name="Freeform 141"/>
                  <p:cNvSpPr/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3 h 31"/>
                      <a:gd name="T6" fmla="*/ 56 w 75"/>
                      <a:gd name="T7" fmla="*/ 12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75" name="Freeform 142"/>
                  <p:cNvSpPr/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35 h 35"/>
                      <a:gd name="T2" fmla="*/ 2 w 82"/>
                      <a:gd name="T3" fmla="*/ 19 h 35"/>
                      <a:gd name="T4" fmla="*/ 8 w 82"/>
                      <a:gd name="T5" fmla="*/ 7 h 35"/>
                      <a:gd name="T6" fmla="*/ 12 w 82"/>
                      <a:gd name="T7" fmla="*/ 0 h 35"/>
                      <a:gd name="T8" fmla="*/ 69 w 82"/>
                      <a:gd name="T9" fmla="*/ 0 h 35"/>
                      <a:gd name="T10" fmla="*/ 82 w 82"/>
                      <a:gd name="T11" fmla="*/ 35 h 35"/>
                      <a:gd name="T12" fmla="*/ 0 w 82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65" name="Group 143"/>
                <p:cNvGrpSpPr/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470" name="Freeform 144"/>
                  <p:cNvSpPr/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13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0 h 68"/>
                      <a:gd name="T8" fmla="*/ 13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71" name="Freeform 145"/>
                  <p:cNvSpPr/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72" name="Freeform 146"/>
                  <p:cNvSpPr/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3 w 83"/>
                      <a:gd name="T3" fmla="*/ 19 h 36"/>
                      <a:gd name="T4" fmla="*/ 7 w 83"/>
                      <a:gd name="T5" fmla="*/ 7 h 36"/>
                      <a:gd name="T6" fmla="*/ 13 w 83"/>
                      <a:gd name="T7" fmla="*/ 0 h 36"/>
                      <a:gd name="T8" fmla="*/ 70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66" name="Group 147"/>
                <p:cNvGrpSpPr/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467" name="Freeform 148"/>
                  <p:cNvSpPr/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1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68" name="Freeform 149"/>
                  <p:cNvSpPr/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3 w 75"/>
                      <a:gd name="T1" fmla="*/ 0 h 29"/>
                      <a:gd name="T2" fmla="*/ 51 w 75"/>
                      <a:gd name="T3" fmla="*/ 0 h 29"/>
                      <a:gd name="T4" fmla="*/ 53 w 75"/>
                      <a:gd name="T5" fmla="*/ 2 h 29"/>
                      <a:gd name="T6" fmla="*/ 57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5 h 29"/>
                      <a:gd name="T16" fmla="*/ 3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69" name="Freeform 150"/>
                  <p:cNvSpPr/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0 h 36"/>
                      <a:gd name="T4" fmla="*/ 6 w 82"/>
                      <a:gd name="T5" fmla="*/ 8 h 36"/>
                      <a:gd name="T6" fmla="*/ 10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118" name="Group 151"/>
              <p:cNvGrpSpPr/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459" name="Freeform 152"/>
                <p:cNvSpPr/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60" name="Freeform 153"/>
                <p:cNvSpPr/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2 w 73"/>
                    <a:gd name="T1" fmla="*/ 0 h 31"/>
                    <a:gd name="T2" fmla="*/ 49 w 73"/>
                    <a:gd name="T3" fmla="*/ 0 h 31"/>
                    <a:gd name="T4" fmla="*/ 50 w 73"/>
                    <a:gd name="T5" fmla="*/ 4 h 31"/>
                    <a:gd name="T6" fmla="*/ 57 w 73"/>
                    <a:gd name="T7" fmla="*/ 13 h 31"/>
                    <a:gd name="T8" fmla="*/ 73 w 73"/>
                    <a:gd name="T9" fmla="*/ 31 h 31"/>
                    <a:gd name="T10" fmla="*/ 17 w 73"/>
                    <a:gd name="T11" fmla="*/ 31 h 31"/>
                    <a:gd name="T12" fmla="*/ 10 w 73"/>
                    <a:gd name="T13" fmla="*/ 22 h 31"/>
                    <a:gd name="T14" fmla="*/ 0 w 73"/>
                    <a:gd name="T15" fmla="*/ 6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61" name="Freeform 154"/>
                <p:cNvSpPr/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1 w 82"/>
                    <a:gd name="T3" fmla="*/ 19 h 35"/>
                    <a:gd name="T4" fmla="*/ 6 w 82"/>
                    <a:gd name="T5" fmla="*/ 6 h 35"/>
                    <a:gd name="T6" fmla="*/ 10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19" name="Group 155"/>
              <p:cNvGrpSpPr/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456" name="Freeform 156"/>
                <p:cNvSpPr/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0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57" name="Freeform 157"/>
                <p:cNvSpPr/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3 w 75"/>
                    <a:gd name="T1" fmla="*/ 0 h 30"/>
                    <a:gd name="T2" fmla="*/ 50 w 75"/>
                    <a:gd name="T3" fmla="*/ 0 h 30"/>
                    <a:gd name="T4" fmla="*/ 51 w 75"/>
                    <a:gd name="T5" fmla="*/ 3 h 30"/>
                    <a:gd name="T6" fmla="*/ 58 w 75"/>
                    <a:gd name="T7" fmla="*/ 12 h 30"/>
                    <a:gd name="T8" fmla="*/ 75 w 75"/>
                    <a:gd name="T9" fmla="*/ 30 h 30"/>
                    <a:gd name="T10" fmla="*/ 18 w 75"/>
                    <a:gd name="T11" fmla="*/ 30 h 30"/>
                    <a:gd name="T12" fmla="*/ 11 w 75"/>
                    <a:gd name="T13" fmla="*/ 21 h 30"/>
                    <a:gd name="T14" fmla="*/ 0 w 75"/>
                    <a:gd name="T15" fmla="*/ 7 h 30"/>
                    <a:gd name="T16" fmla="*/ 3 w 75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58" name="Freeform 158"/>
                <p:cNvSpPr/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20" name="Group 159"/>
              <p:cNvGrpSpPr/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453" name="Freeform 160"/>
                <p:cNvSpPr/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0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54" name="Freeform 161"/>
                <p:cNvSpPr/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2 w 74"/>
                    <a:gd name="T1" fmla="*/ 0 h 31"/>
                    <a:gd name="T2" fmla="*/ 50 w 74"/>
                    <a:gd name="T3" fmla="*/ 0 h 31"/>
                    <a:gd name="T4" fmla="*/ 52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9 w 74"/>
                    <a:gd name="T11" fmla="*/ 31 h 31"/>
                    <a:gd name="T12" fmla="*/ 11 w 74"/>
                    <a:gd name="T13" fmla="*/ 20 h 31"/>
                    <a:gd name="T14" fmla="*/ 0 w 74"/>
                    <a:gd name="T15" fmla="*/ 6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55" name="Freeform 162"/>
                <p:cNvSpPr/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3 w 81"/>
                    <a:gd name="T3" fmla="*/ 20 h 36"/>
                    <a:gd name="T4" fmla="*/ 6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21" name="Freeform 163"/>
              <p:cNvSpPr/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4 w 23"/>
                  <a:gd name="T1" fmla="*/ 68 h 68"/>
                  <a:gd name="T2" fmla="*/ 0 w 23"/>
                  <a:gd name="T3" fmla="*/ 27 h 68"/>
                  <a:gd name="T4" fmla="*/ 9 w 23"/>
                  <a:gd name="T5" fmla="*/ 0 h 68"/>
                  <a:gd name="T6" fmla="*/ 23 w 23"/>
                  <a:gd name="T7" fmla="*/ 31 h 68"/>
                  <a:gd name="T8" fmla="*/ 14 w 23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22" name="Freeform 164"/>
              <p:cNvSpPr/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49 w 71"/>
                  <a:gd name="T3" fmla="*/ 0 h 27"/>
                  <a:gd name="T4" fmla="*/ 51 w 71"/>
                  <a:gd name="T5" fmla="*/ 2 h 27"/>
                  <a:gd name="T6" fmla="*/ 55 w 71"/>
                  <a:gd name="T7" fmla="*/ 12 h 27"/>
                  <a:gd name="T8" fmla="*/ 71 w 71"/>
                  <a:gd name="T9" fmla="*/ 27 h 27"/>
                  <a:gd name="T10" fmla="*/ 17 w 71"/>
                  <a:gd name="T11" fmla="*/ 27 h 27"/>
                  <a:gd name="T12" fmla="*/ 8 w 71"/>
                  <a:gd name="T13" fmla="*/ 20 h 27"/>
                  <a:gd name="T14" fmla="*/ 0 w 71"/>
                  <a:gd name="T15" fmla="*/ 6 h 27"/>
                  <a:gd name="T16" fmla="*/ 0 w 71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23" name="Freeform 165"/>
              <p:cNvSpPr/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36 h 36"/>
                  <a:gd name="T2" fmla="*/ 2 w 82"/>
                  <a:gd name="T3" fmla="*/ 21 h 36"/>
                  <a:gd name="T4" fmla="*/ 6 w 82"/>
                  <a:gd name="T5" fmla="*/ 8 h 36"/>
                  <a:gd name="T6" fmla="*/ 11 w 82"/>
                  <a:gd name="T7" fmla="*/ 0 h 36"/>
                  <a:gd name="T8" fmla="*/ 68 w 82"/>
                  <a:gd name="T9" fmla="*/ 0 h 36"/>
                  <a:gd name="T10" fmla="*/ 82 w 82"/>
                  <a:gd name="T11" fmla="*/ 36 h 36"/>
                  <a:gd name="T12" fmla="*/ 0 w 8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124" name="Group 166"/>
              <p:cNvGrpSpPr/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450" name="Freeform 167"/>
                <p:cNvSpPr/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7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51" name="Freeform 168"/>
                <p:cNvSpPr/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52" name="Freeform 169"/>
                <p:cNvSpPr/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25" name="Group 170"/>
              <p:cNvGrpSpPr/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47" name="Freeform 171"/>
                <p:cNvSpPr/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48" name="Freeform 172"/>
                <p:cNvSpPr/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49" name="Freeform 173"/>
                <p:cNvSpPr/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6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26" name="Group 174"/>
              <p:cNvGrpSpPr/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44" name="Freeform 175"/>
                <p:cNvSpPr/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5 h 68"/>
                    <a:gd name="T4" fmla="*/ 9 w 23"/>
                    <a:gd name="T5" fmla="*/ 0 h 68"/>
                    <a:gd name="T6" fmla="*/ 23 w 23"/>
                    <a:gd name="T7" fmla="*/ 30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45" name="Freeform 176"/>
                <p:cNvSpPr/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50 w 73"/>
                    <a:gd name="T3" fmla="*/ 0 h 29"/>
                    <a:gd name="T4" fmla="*/ 51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10 w 73"/>
                    <a:gd name="T13" fmla="*/ 20 h 29"/>
                    <a:gd name="T14" fmla="*/ 0 w 73"/>
                    <a:gd name="T15" fmla="*/ 5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46" name="Freeform 177"/>
                <p:cNvSpPr/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3 w 83"/>
                    <a:gd name="T3" fmla="*/ 19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27" name="Group 178"/>
              <p:cNvGrpSpPr/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41" name="Freeform 179"/>
                <p:cNvSpPr/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42" name="Freeform 180"/>
                <p:cNvSpPr/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43" name="Freeform 181"/>
                <p:cNvSpPr/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6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28" name="Group 182"/>
              <p:cNvGrpSpPr/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21" name="Group 183"/>
                <p:cNvGrpSpPr/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38" name="Freeform 184"/>
                  <p:cNvSpPr/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3 w 23"/>
                      <a:gd name="T1" fmla="*/ 70 h 70"/>
                      <a:gd name="T2" fmla="*/ 0 w 23"/>
                      <a:gd name="T3" fmla="*/ 27 h 70"/>
                      <a:gd name="T4" fmla="*/ 9 w 23"/>
                      <a:gd name="T5" fmla="*/ 0 h 70"/>
                      <a:gd name="T6" fmla="*/ 23 w 23"/>
                      <a:gd name="T7" fmla="*/ 31 h 70"/>
                      <a:gd name="T8" fmla="*/ 13 w 23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39" name="Freeform 185"/>
                  <p:cNvSpPr/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50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9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40" name="Freeform 186"/>
                  <p:cNvSpPr/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38 h 38"/>
                      <a:gd name="T2" fmla="*/ 1 w 83"/>
                      <a:gd name="T3" fmla="*/ 22 h 38"/>
                      <a:gd name="T4" fmla="*/ 8 w 83"/>
                      <a:gd name="T5" fmla="*/ 8 h 38"/>
                      <a:gd name="T6" fmla="*/ 12 w 83"/>
                      <a:gd name="T7" fmla="*/ 0 h 38"/>
                      <a:gd name="T8" fmla="*/ 68 w 83"/>
                      <a:gd name="T9" fmla="*/ 0 h 38"/>
                      <a:gd name="T10" fmla="*/ 83 w 83"/>
                      <a:gd name="T11" fmla="*/ 38 h 38"/>
                      <a:gd name="T12" fmla="*/ 0 w 83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22" name="Group 187"/>
                <p:cNvGrpSpPr/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35" name="Freeform 188"/>
                  <p:cNvSpPr/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36" name="Freeform 189"/>
                  <p:cNvSpPr/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2 w 75"/>
                      <a:gd name="T1" fmla="*/ 0 h 32"/>
                      <a:gd name="T2" fmla="*/ 50 w 75"/>
                      <a:gd name="T3" fmla="*/ 0 h 32"/>
                      <a:gd name="T4" fmla="*/ 52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2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37" name="Freeform 190"/>
                  <p:cNvSpPr/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21 h 36"/>
                      <a:gd name="T4" fmla="*/ 5 w 81"/>
                      <a:gd name="T5" fmla="*/ 8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23" name="Group 191"/>
                <p:cNvGrpSpPr/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32" name="Freeform 192"/>
                  <p:cNvSpPr/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1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33" name="Freeform 193"/>
                  <p:cNvSpPr/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50 w 72"/>
                      <a:gd name="T3" fmla="*/ 0 h 29"/>
                      <a:gd name="T4" fmla="*/ 51 w 72"/>
                      <a:gd name="T5" fmla="*/ 2 h 29"/>
                      <a:gd name="T6" fmla="*/ 56 w 72"/>
                      <a:gd name="T7" fmla="*/ 11 h 29"/>
                      <a:gd name="T8" fmla="*/ 72 w 72"/>
                      <a:gd name="T9" fmla="*/ 29 h 29"/>
                      <a:gd name="T10" fmla="*/ 17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6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34" name="Freeform 194"/>
                  <p:cNvSpPr/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0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24" name="Group 195"/>
                <p:cNvGrpSpPr/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29" name="Freeform 196"/>
                  <p:cNvSpPr/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30" name="Freeform 197"/>
                  <p:cNvSpPr/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48 w 73"/>
                      <a:gd name="T3" fmla="*/ 0 h 30"/>
                      <a:gd name="T4" fmla="*/ 52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5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31" name="Freeform 198"/>
                  <p:cNvSpPr/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25" name="Group 199"/>
                <p:cNvGrpSpPr/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26" name="Freeform 200"/>
                  <p:cNvSpPr/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5 w 24"/>
                      <a:gd name="T1" fmla="*/ 67 h 67"/>
                      <a:gd name="T2" fmla="*/ 0 w 24"/>
                      <a:gd name="T3" fmla="*/ 26 h 67"/>
                      <a:gd name="T4" fmla="*/ 11 w 24"/>
                      <a:gd name="T5" fmla="*/ 0 h 67"/>
                      <a:gd name="T6" fmla="*/ 24 w 24"/>
                      <a:gd name="T7" fmla="*/ 30 h 67"/>
                      <a:gd name="T8" fmla="*/ 15 w 24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27" name="Freeform 201"/>
                  <p:cNvSpPr/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49 w 72"/>
                      <a:gd name="T3" fmla="*/ 0 h 29"/>
                      <a:gd name="T4" fmla="*/ 50 w 72"/>
                      <a:gd name="T5" fmla="*/ 2 h 29"/>
                      <a:gd name="T6" fmla="*/ 57 w 72"/>
                      <a:gd name="T7" fmla="*/ 11 h 29"/>
                      <a:gd name="T8" fmla="*/ 72 w 72"/>
                      <a:gd name="T9" fmla="*/ 29 h 29"/>
                      <a:gd name="T10" fmla="*/ 18 w 72"/>
                      <a:gd name="T11" fmla="*/ 29 h 29"/>
                      <a:gd name="T12" fmla="*/ 9 w 72"/>
                      <a:gd name="T13" fmla="*/ 20 h 29"/>
                      <a:gd name="T14" fmla="*/ 0 w 72"/>
                      <a:gd name="T15" fmla="*/ 5 h 29"/>
                      <a:gd name="T16" fmla="*/ 1 w 72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28" name="Freeform 202"/>
                  <p:cNvSpPr/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3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129" name="Group 203"/>
              <p:cNvGrpSpPr/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01" name="Group 204"/>
                <p:cNvGrpSpPr/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18" name="Freeform 205"/>
                  <p:cNvSpPr/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9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19" name="Freeform 206"/>
                  <p:cNvSpPr/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20" name="Freeform 207"/>
                  <p:cNvSpPr/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02" name="Group 208"/>
                <p:cNvGrpSpPr/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15" name="Freeform 209"/>
                  <p:cNvSpPr/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13 w 24"/>
                      <a:gd name="T1" fmla="*/ 70 h 70"/>
                      <a:gd name="T2" fmla="*/ 0 w 24"/>
                      <a:gd name="T3" fmla="*/ 27 h 70"/>
                      <a:gd name="T4" fmla="*/ 9 w 24"/>
                      <a:gd name="T5" fmla="*/ 0 h 70"/>
                      <a:gd name="T6" fmla="*/ 24 w 24"/>
                      <a:gd name="T7" fmla="*/ 31 h 70"/>
                      <a:gd name="T8" fmla="*/ 13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16" name="Freeform 210"/>
                  <p:cNvSpPr/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2 w 74"/>
                      <a:gd name="T1" fmla="*/ 0 h 30"/>
                      <a:gd name="T2" fmla="*/ 50 w 74"/>
                      <a:gd name="T3" fmla="*/ 0 h 30"/>
                      <a:gd name="T4" fmla="*/ 52 w 74"/>
                      <a:gd name="T5" fmla="*/ 3 h 30"/>
                      <a:gd name="T6" fmla="*/ 56 w 74"/>
                      <a:gd name="T7" fmla="*/ 12 h 30"/>
                      <a:gd name="T8" fmla="*/ 74 w 74"/>
                      <a:gd name="T9" fmla="*/ 30 h 30"/>
                      <a:gd name="T10" fmla="*/ 19 w 74"/>
                      <a:gd name="T11" fmla="*/ 30 h 30"/>
                      <a:gd name="T12" fmla="*/ 11 w 74"/>
                      <a:gd name="T13" fmla="*/ 20 h 30"/>
                      <a:gd name="T14" fmla="*/ 0 w 74"/>
                      <a:gd name="T15" fmla="*/ 6 h 30"/>
                      <a:gd name="T16" fmla="*/ 2 w 74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17" name="Freeform 211"/>
                  <p:cNvSpPr/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1 h 38"/>
                      <a:gd name="T4" fmla="*/ 7 w 82"/>
                      <a:gd name="T5" fmla="*/ 8 h 38"/>
                      <a:gd name="T6" fmla="*/ 11 w 82"/>
                      <a:gd name="T7" fmla="*/ 0 h 38"/>
                      <a:gd name="T8" fmla="*/ 68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03" name="Group 212"/>
                <p:cNvGrpSpPr/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12" name="Freeform 213"/>
                  <p:cNvSpPr/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13" name="Freeform 214"/>
                  <p:cNvSpPr/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14" name="Freeform 215"/>
                  <p:cNvSpPr/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36 h 36"/>
                      <a:gd name="T2" fmla="*/ 1 w 81"/>
                      <a:gd name="T3" fmla="*/ 19 h 36"/>
                      <a:gd name="T4" fmla="*/ 6 w 81"/>
                      <a:gd name="T5" fmla="*/ 7 h 36"/>
                      <a:gd name="T6" fmla="*/ 12 w 81"/>
                      <a:gd name="T7" fmla="*/ 0 h 36"/>
                      <a:gd name="T8" fmla="*/ 68 w 81"/>
                      <a:gd name="T9" fmla="*/ 0 h 36"/>
                      <a:gd name="T10" fmla="*/ 81 w 81"/>
                      <a:gd name="T11" fmla="*/ 36 h 36"/>
                      <a:gd name="T12" fmla="*/ 0 w 81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04" name="Group 216"/>
                <p:cNvGrpSpPr/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09" name="Freeform 217"/>
                  <p:cNvSpPr/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4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4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10" name="Freeform 218"/>
                  <p:cNvSpPr/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50 w 73"/>
                      <a:gd name="T3" fmla="*/ 0 h 30"/>
                      <a:gd name="T4" fmla="*/ 51 w 73"/>
                      <a:gd name="T5" fmla="*/ 3 h 30"/>
                      <a:gd name="T6" fmla="*/ 56 w 73"/>
                      <a:gd name="T7" fmla="*/ 12 h 30"/>
                      <a:gd name="T8" fmla="*/ 73 w 73"/>
                      <a:gd name="T9" fmla="*/ 30 h 30"/>
                      <a:gd name="T10" fmla="*/ 18 w 73"/>
                      <a:gd name="T11" fmla="*/ 30 h 30"/>
                      <a:gd name="T12" fmla="*/ 9 w 73"/>
                      <a:gd name="T13" fmla="*/ 21 h 30"/>
                      <a:gd name="T14" fmla="*/ 0 w 73"/>
                      <a:gd name="T15" fmla="*/ 7 h 30"/>
                      <a:gd name="T16" fmla="*/ 1 w 73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11" name="Freeform 219"/>
                  <p:cNvSpPr/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05" name="Group 220"/>
                <p:cNvGrpSpPr/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06" name="Freeform 221"/>
                  <p:cNvSpPr/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15 w 24"/>
                      <a:gd name="T1" fmla="*/ 68 h 68"/>
                      <a:gd name="T2" fmla="*/ 0 w 24"/>
                      <a:gd name="T3" fmla="*/ 27 h 68"/>
                      <a:gd name="T4" fmla="*/ 10 w 24"/>
                      <a:gd name="T5" fmla="*/ 0 h 68"/>
                      <a:gd name="T6" fmla="*/ 24 w 24"/>
                      <a:gd name="T7" fmla="*/ 30 h 68"/>
                      <a:gd name="T8" fmla="*/ 15 w 24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07" name="Freeform 222"/>
                  <p:cNvSpPr/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2 w 74"/>
                      <a:gd name="T5" fmla="*/ 3 h 29"/>
                      <a:gd name="T6" fmla="*/ 56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08" name="Freeform 223"/>
                  <p:cNvSpPr/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5 w 82"/>
                      <a:gd name="T5" fmla="*/ 7 h 36"/>
                      <a:gd name="T6" fmla="*/ 11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130" name="Group 224"/>
              <p:cNvGrpSpPr/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398" name="Freeform 225"/>
                <p:cNvSpPr/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2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99" name="Freeform 226"/>
                <p:cNvSpPr/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2 w 73"/>
                    <a:gd name="T1" fmla="*/ 0 h 31"/>
                    <a:gd name="T2" fmla="*/ 48 w 73"/>
                    <a:gd name="T3" fmla="*/ 0 h 31"/>
                    <a:gd name="T4" fmla="*/ 51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2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00" name="Freeform 227"/>
                <p:cNvSpPr/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31" name="Group 228"/>
              <p:cNvGrpSpPr/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395" name="Freeform 229"/>
                <p:cNvSpPr/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96" name="Freeform 230"/>
                <p:cNvSpPr/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2 w 74"/>
                    <a:gd name="T1" fmla="*/ 0 h 31"/>
                    <a:gd name="T2" fmla="*/ 49 w 74"/>
                    <a:gd name="T3" fmla="*/ 0 h 31"/>
                    <a:gd name="T4" fmla="*/ 51 w 74"/>
                    <a:gd name="T5" fmla="*/ 4 h 31"/>
                    <a:gd name="T6" fmla="*/ 57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97" name="Freeform 231"/>
                <p:cNvSpPr/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1 h 36"/>
                    <a:gd name="T4" fmla="*/ 6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32" name="Group 232"/>
              <p:cNvGrpSpPr/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392" name="Freeform 233"/>
                <p:cNvSpPr/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2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93" name="Freeform 234"/>
                <p:cNvSpPr/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2 w 74"/>
                    <a:gd name="T1" fmla="*/ 0 h 31"/>
                    <a:gd name="T2" fmla="*/ 51 w 74"/>
                    <a:gd name="T3" fmla="*/ 0 h 31"/>
                    <a:gd name="T4" fmla="*/ 52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10 w 74"/>
                    <a:gd name="T13" fmla="*/ 22 h 31"/>
                    <a:gd name="T14" fmla="*/ 0 w 74"/>
                    <a:gd name="T15" fmla="*/ 7 h 31"/>
                    <a:gd name="T16" fmla="*/ 2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94" name="Freeform 235"/>
                <p:cNvSpPr/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35 h 35"/>
                    <a:gd name="T2" fmla="*/ 2 w 82"/>
                    <a:gd name="T3" fmla="*/ 19 h 35"/>
                    <a:gd name="T4" fmla="*/ 7 w 82"/>
                    <a:gd name="T5" fmla="*/ 7 h 35"/>
                    <a:gd name="T6" fmla="*/ 11 w 82"/>
                    <a:gd name="T7" fmla="*/ 0 h 35"/>
                    <a:gd name="T8" fmla="*/ 67 w 82"/>
                    <a:gd name="T9" fmla="*/ 0 h 35"/>
                    <a:gd name="T10" fmla="*/ 82 w 82"/>
                    <a:gd name="T11" fmla="*/ 35 h 35"/>
                    <a:gd name="T12" fmla="*/ 0 w 82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33" name="Freeform 236"/>
              <p:cNvSpPr/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3 w 24"/>
                  <a:gd name="T1" fmla="*/ 68 h 68"/>
                  <a:gd name="T2" fmla="*/ 0 w 24"/>
                  <a:gd name="T3" fmla="*/ 27 h 68"/>
                  <a:gd name="T4" fmla="*/ 9 w 24"/>
                  <a:gd name="T5" fmla="*/ 0 h 68"/>
                  <a:gd name="T6" fmla="*/ 24 w 24"/>
                  <a:gd name="T7" fmla="*/ 31 h 68"/>
                  <a:gd name="T8" fmla="*/ 13 w 2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34" name="Freeform 237"/>
              <p:cNvSpPr/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50 w 72"/>
                  <a:gd name="T3" fmla="*/ 0 h 31"/>
                  <a:gd name="T4" fmla="*/ 51 w 72"/>
                  <a:gd name="T5" fmla="*/ 4 h 31"/>
                  <a:gd name="T6" fmla="*/ 57 w 72"/>
                  <a:gd name="T7" fmla="*/ 13 h 31"/>
                  <a:gd name="T8" fmla="*/ 72 w 72"/>
                  <a:gd name="T9" fmla="*/ 31 h 31"/>
                  <a:gd name="T10" fmla="*/ 18 w 72"/>
                  <a:gd name="T11" fmla="*/ 31 h 31"/>
                  <a:gd name="T12" fmla="*/ 9 w 72"/>
                  <a:gd name="T13" fmla="*/ 22 h 31"/>
                  <a:gd name="T14" fmla="*/ 0 w 72"/>
                  <a:gd name="T15" fmla="*/ 7 h 31"/>
                  <a:gd name="T16" fmla="*/ 1 w 72"/>
                  <a:gd name="T17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35" name="Freeform 238"/>
              <p:cNvSpPr/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36 h 36"/>
                  <a:gd name="T2" fmla="*/ 3 w 83"/>
                  <a:gd name="T3" fmla="*/ 21 h 36"/>
                  <a:gd name="T4" fmla="*/ 7 w 83"/>
                  <a:gd name="T5" fmla="*/ 8 h 36"/>
                  <a:gd name="T6" fmla="*/ 12 w 83"/>
                  <a:gd name="T7" fmla="*/ 0 h 36"/>
                  <a:gd name="T8" fmla="*/ 67 w 83"/>
                  <a:gd name="T9" fmla="*/ 0 h 36"/>
                  <a:gd name="T10" fmla="*/ 83 w 83"/>
                  <a:gd name="T11" fmla="*/ 36 h 36"/>
                  <a:gd name="T12" fmla="*/ 0 w 83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136" name="Group 239"/>
              <p:cNvGrpSpPr/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389" name="Freeform 240"/>
                <p:cNvSpPr/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90" name="Freeform 241"/>
                <p:cNvSpPr/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48 w 73"/>
                    <a:gd name="T3" fmla="*/ 0 h 29"/>
                    <a:gd name="T4" fmla="*/ 50 w 73"/>
                    <a:gd name="T5" fmla="*/ 2 h 29"/>
                    <a:gd name="T6" fmla="*/ 56 w 73"/>
                    <a:gd name="T7" fmla="*/ 11 h 29"/>
                    <a:gd name="T8" fmla="*/ 73 w 73"/>
                    <a:gd name="T9" fmla="*/ 29 h 29"/>
                    <a:gd name="T10" fmla="*/ 18 w 73"/>
                    <a:gd name="T11" fmla="*/ 29 h 29"/>
                    <a:gd name="T12" fmla="*/ 9 w 73"/>
                    <a:gd name="T13" fmla="*/ 20 h 29"/>
                    <a:gd name="T14" fmla="*/ 0 w 73"/>
                    <a:gd name="T15" fmla="*/ 6 h 29"/>
                    <a:gd name="T16" fmla="*/ 1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91" name="Freeform 242"/>
                <p:cNvSpPr/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7 w 82"/>
                    <a:gd name="T5" fmla="*/ 8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37" name="Group 243"/>
              <p:cNvGrpSpPr/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386" name="Freeform 244"/>
                <p:cNvSpPr/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10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87" name="Freeform 245"/>
                <p:cNvSpPr/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49 w 72"/>
                    <a:gd name="T3" fmla="*/ 0 h 29"/>
                    <a:gd name="T4" fmla="*/ 50 w 72"/>
                    <a:gd name="T5" fmla="*/ 2 h 29"/>
                    <a:gd name="T6" fmla="*/ 57 w 72"/>
                    <a:gd name="T7" fmla="*/ 11 h 29"/>
                    <a:gd name="T8" fmla="*/ 72 w 72"/>
                    <a:gd name="T9" fmla="*/ 29 h 29"/>
                    <a:gd name="T10" fmla="*/ 18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5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88" name="Freeform 246"/>
                <p:cNvSpPr/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3 w 83"/>
                    <a:gd name="T3" fmla="*/ 19 h 35"/>
                    <a:gd name="T4" fmla="*/ 7 w 83"/>
                    <a:gd name="T5" fmla="*/ 7 h 35"/>
                    <a:gd name="T6" fmla="*/ 12 w 83"/>
                    <a:gd name="T7" fmla="*/ 0 h 35"/>
                    <a:gd name="T8" fmla="*/ 67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38" name="Group 247"/>
              <p:cNvGrpSpPr/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383" name="Freeform 248"/>
                <p:cNvSpPr/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0 w 25"/>
                    <a:gd name="T5" fmla="*/ 0 h 68"/>
                    <a:gd name="T6" fmla="*/ 25 w 25"/>
                    <a:gd name="T7" fmla="*/ 30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84" name="Freeform 249"/>
                <p:cNvSpPr/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2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85" name="Freeform 250"/>
                <p:cNvSpPr/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1 w 82"/>
                    <a:gd name="T3" fmla="*/ 19 h 36"/>
                    <a:gd name="T4" fmla="*/ 6 w 82"/>
                    <a:gd name="T5" fmla="*/ 7 h 36"/>
                    <a:gd name="T6" fmla="*/ 10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39" name="Group 251"/>
              <p:cNvGrpSpPr/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380" name="Freeform 252"/>
                <p:cNvSpPr/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6 h 68"/>
                    <a:gd name="T4" fmla="*/ 9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81" name="Freeform 253"/>
                <p:cNvSpPr/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7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1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82" name="Freeform 254"/>
                <p:cNvSpPr/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36 h 36"/>
                    <a:gd name="T2" fmla="*/ 1 w 80"/>
                    <a:gd name="T3" fmla="*/ 20 h 36"/>
                    <a:gd name="T4" fmla="*/ 5 w 80"/>
                    <a:gd name="T5" fmla="*/ 8 h 36"/>
                    <a:gd name="T6" fmla="*/ 10 w 80"/>
                    <a:gd name="T7" fmla="*/ 0 h 36"/>
                    <a:gd name="T8" fmla="*/ 67 w 80"/>
                    <a:gd name="T9" fmla="*/ 0 h 36"/>
                    <a:gd name="T10" fmla="*/ 80 w 80"/>
                    <a:gd name="T11" fmla="*/ 36 h 36"/>
                    <a:gd name="T12" fmla="*/ 0 w 80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40" name="Group 255"/>
              <p:cNvGrpSpPr/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360" name="Group 256"/>
                <p:cNvGrpSpPr/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377" name="Freeform 257"/>
                  <p:cNvSpPr/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5 w 25"/>
                      <a:gd name="T1" fmla="*/ 70 h 70"/>
                      <a:gd name="T2" fmla="*/ 0 w 25"/>
                      <a:gd name="T3" fmla="*/ 27 h 70"/>
                      <a:gd name="T4" fmla="*/ 10 w 25"/>
                      <a:gd name="T5" fmla="*/ 0 h 70"/>
                      <a:gd name="T6" fmla="*/ 25 w 25"/>
                      <a:gd name="T7" fmla="*/ 31 h 70"/>
                      <a:gd name="T8" fmla="*/ 15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78" name="Freeform 258"/>
                  <p:cNvSpPr/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79" name="Freeform 259"/>
                  <p:cNvSpPr/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8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61" name="Group 260"/>
                <p:cNvGrpSpPr/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374" name="Freeform 261"/>
                  <p:cNvSpPr/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14 w 25"/>
                      <a:gd name="T1" fmla="*/ 69 h 69"/>
                      <a:gd name="T2" fmla="*/ 0 w 25"/>
                      <a:gd name="T3" fmla="*/ 28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4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75" name="Freeform 262"/>
                  <p:cNvSpPr/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50 w 73"/>
                      <a:gd name="T3" fmla="*/ 0 h 32"/>
                      <a:gd name="T4" fmla="*/ 51 w 73"/>
                      <a:gd name="T5" fmla="*/ 3 h 32"/>
                      <a:gd name="T6" fmla="*/ 56 w 73"/>
                      <a:gd name="T7" fmla="*/ 15 h 32"/>
                      <a:gd name="T8" fmla="*/ 73 w 73"/>
                      <a:gd name="T9" fmla="*/ 32 h 32"/>
                      <a:gd name="T10" fmla="*/ 18 w 73"/>
                      <a:gd name="T11" fmla="*/ 32 h 32"/>
                      <a:gd name="T12" fmla="*/ 9 w 73"/>
                      <a:gd name="T13" fmla="*/ 22 h 32"/>
                      <a:gd name="T14" fmla="*/ 0 w 73"/>
                      <a:gd name="T15" fmla="*/ 7 h 32"/>
                      <a:gd name="T16" fmla="*/ 1 w 73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76" name="Freeform 263"/>
                  <p:cNvSpPr/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21 h 36"/>
                      <a:gd name="T4" fmla="*/ 6 w 83"/>
                      <a:gd name="T5" fmla="*/ 8 h 36"/>
                      <a:gd name="T6" fmla="*/ 13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62" name="Group 264"/>
                <p:cNvGrpSpPr/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371" name="Freeform 265"/>
                  <p:cNvSpPr/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72" name="Freeform 266"/>
                  <p:cNvSpPr/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2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73" name="Freeform 267"/>
                  <p:cNvSpPr/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63" name="Group 268"/>
                <p:cNvGrpSpPr/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368" name="Freeform 269"/>
                  <p:cNvSpPr/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69" name="Freeform 270"/>
                  <p:cNvSpPr/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6 w 72"/>
                      <a:gd name="T7" fmla="*/ 12 h 30"/>
                      <a:gd name="T8" fmla="*/ 72 w 72"/>
                      <a:gd name="T9" fmla="*/ 30 h 30"/>
                      <a:gd name="T10" fmla="*/ 18 w 72"/>
                      <a:gd name="T11" fmla="*/ 30 h 30"/>
                      <a:gd name="T12" fmla="*/ 9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70" name="Freeform 271"/>
                  <p:cNvSpPr/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8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64" name="Group 272"/>
                <p:cNvGrpSpPr/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365" name="Freeform 273"/>
                  <p:cNvSpPr/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6 w 25"/>
                      <a:gd name="T1" fmla="*/ 67 h 67"/>
                      <a:gd name="T2" fmla="*/ 0 w 25"/>
                      <a:gd name="T3" fmla="*/ 26 h 67"/>
                      <a:gd name="T4" fmla="*/ 12 w 25"/>
                      <a:gd name="T5" fmla="*/ 0 h 67"/>
                      <a:gd name="T6" fmla="*/ 25 w 25"/>
                      <a:gd name="T7" fmla="*/ 30 h 67"/>
                      <a:gd name="T8" fmla="*/ 16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66" name="Freeform 274"/>
                  <p:cNvSpPr/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2 w 73"/>
                      <a:gd name="T1" fmla="*/ 0 h 29"/>
                      <a:gd name="T2" fmla="*/ 48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5 h 29"/>
                      <a:gd name="T16" fmla="*/ 2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67" name="Freeform 275"/>
                  <p:cNvSpPr/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35 h 35"/>
                      <a:gd name="T2" fmla="*/ 2 w 83"/>
                      <a:gd name="T3" fmla="*/ 19 h 35"/>
                      <a:gd name="T4" fmla="*/ 7 w 83"/>
                      <a:gd name="T5" fmla="*/ 7 h 35"/>
                      <a:gd name="T6" fmla="*/ 11 w 83"/>
                      <a:gd name="T7" fmla="*/ 0 h 35"/>
                      <a:gd name="T8" fmla="*/ 67 w 83"/>
                      <a:gd name="T9" fmla="*/ 0 h 35"/>
                      <a:gd name="T10" fmla="*/ 83 w 83"/>
                      <a:gd name="T11" fmla="*/ 35 h 35"/>
                      <a:gd name="T12" fmla="*/ 0 w 83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141" name="Group 276"/>
              <p:cNvGrpSpPr/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40" name="Group 277"/>
                <p:cNvGrpSpPr/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357" name="Freeform 278"/>
                  <p:cNvSpPr/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0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58" name="Freeform 279"/>
                  <p:cNvSpPr/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49 w 73"/>
                      <a:gd name="T3" fmla="*/ 0 h 31"/>
                      <a:gd name="T4" fmla="*/ 51 w 73"/>
                      <a:gd name="T5" fmla="*/ 4 h 31"/>
                      <a:gd name="T6" fmla="*/ 56 w 73"/>
                      <a:gd name="T7" fmla="*/ 13 h 31"/>
                      <a:gd name="T8" fmla="*/ 73 w 73"/>
                      <a:gd name="T9" fmla="*/ 31 h 31"/>
                      <a:gd name="T10" fmla="*/ 18 w 73"/>
                      <a:gd name="T11" fmla="*/ 31 h 31"/>
                      <a:gd name="T12" fmla="*/ 10 w 73"/>
                      <a:gd name="T13" fmla="*/ 22 h 31"/>
                      <a:gd name="T14" fmla="*/ 0 w 73"/>
                      <a:gd name="T15" fmla="*/ 7 h 31"/>
                      <a:gd name="T16" fmla="*/ 1 w 73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59" name="Freeform 280"/>
                  <p:cNvSpPr/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20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6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41" name="Group 281"/>
                <p:cNvGrpSpPr/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354" name="Freeform 282"/>
                  <p:cNvSpPr/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55" name="Freeform 283"/>
                  <p:cNvSpPr/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56" name="Freeform 284"/>
                  <p:cNvSpPr/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38 h 38"/>
                      <a:gd name="T2" fmla="*/ 2 w 81"/>
                      <a:gd name="T3" fmla="*/ 21 h 38"/>
                      <a:gd name="T4" fmla="*/ 8 w 81"/>
                      <a:gd name="T5" fmla="*/ 8 h 38"/>
                      <a:gd name="T6" fmla="*/ 12 w 81"/>
                      <a:gd name="T7" fmla="*/ 0 h 38"/>
                      <a:gd name="T8" fmla="*/ 68 w 81"/>
                      <a:gd name="T9" fmla="*/ 0 h 38"/>
                      <a:gd name="T10" fmla="*/ 81 w 81"/>
                      <a:gd name="T11" fmla="*/ 38 h 38"/>
                      <a:gd name="T12" fmla="*/ 0 w 81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42" name="Group 285"/>
                <p:cNvGrpSpPr/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351" name="Freeform 286"/>
                  <p:cNvSpPr/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9 h 70"/>
                      <a:gd name="T4" fmla="*/ 9 w 25"/>
                      <a:gd name="T5" fmla="*/ 0 h 70"/>
                      <a:gd name="T6" fmla="*/ 25 w 25"/>
                      <a:gd name="T7" fmla="*/ 33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52" name="Freeform 287"/>
                  <p:cNvSpPr/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2 w 75"/>
                      <a:gd name="T1" fmla="*/ 0 h 31"/>
                      <a:gd name="T2" fmla="*/ 50 w 75"/>
                      <a:gd name="T3" fmla="*/ 0 h 31"/>
                      <a:gd name="T4" fmla="*/ 52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2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53" name="Freeform 288"/>
                  <p:cNvSpPr/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8 w 83"/>
                      <a:gd name="T5" fmla="*/ 7 h 36"/>
                      <a:gd name="T6" fmla="*/ 13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43" name="Group 289"/>
                <p:cNvGrpSpPr/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348" name="Freeform 290"/>
                  <p:cNvSpPr/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9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49" name="Freeform 291"/>
                  <p:cNvSpPr/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2 w 75"/>
                      <a:gd name="T3" fmla="*/ 0 h 30"/>
                      <a:gd name="T4" fmla="*/ 53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0 w 75"/>
                      <a:gd name="T13" fmla="*/ 21 h 30"/>
                      <a:gd name="T14" fmla="*/ 0 w 75"/>
                      <a:gd name="T15" fmla="*/ 7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50" name="Freeform 292"/>
                  <p:cNvSpPr/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19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44" name="Group 293"/>
                <p:cNvGrpSpPr/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45" name="Freeform 294"/>
                  <p:cNvSpPr/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4 w 23"/>
                      <a:gd name="T1" fmla="*/ 68 h 68"/>
                      <a:gd name="T2" fmla="*/ 0 w 23"/>
                      <a:gd name="T3" fmla="*/ 27 h 68"/>
                      <a:gd name="T4" fmla="*/ 9 w 23"/>
                      <a:gd name="T5" fmla="*/ 0 h 68"/>
                      <a:gd name="T6" fmla="*/ 23 w 23"/>
                      <a:gd name="T7" fmla="*/ 30 h 68"/>
                      <a:gd name="T8" fmla="*/ 14 w 23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46" name="Freeform 295"/>
                  <p:cNvSpPr/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1 w 75"/>
                      <a:gd name="T1" fmla="*/ 0 h 29"/>
                      <a:gd name="T2" fmla="*/ 50 w 75"/>
                      <a:gd name="T3" fmla="*/ 0 h 29"/>
                      <a:gd name="T4" fmla="*/ 51 w 75"/>
                      <a:gd name="T5" fmla="*/ 3 h 29"/>
                      <a:gd name="T6" fmla="*/ 56 w 75"/>
                      <a:gd name="T7" fmla="*/ 11 h 29"/>
                      <a:gd name="T8" fmla="*/ 75 w 75"/>
                      <a:gd name="T9" fmla="*/ 29 h 29"/>
                      <a:gd name="T10" fmla="*/ 18 w 75"/>
                      <a:gd name="T11" fmla="*/ 29 h 29"/>
                      <a:gd name="T12" fmla="*/ 9 w 75"/>
                      <a:gd name="T13" fmla="*/ 20 h 29"/>
                      <a:gd name="T14" fmla="*/ 0 w 75"/>
                      <a:gd name="T15" fmla="*/ 6 h 29"/>
                      <a:gd name="T16" fmla="*/ 1 w 75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47" name="Freeform 296"/>
                  <p:cNvSpPr/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142" name="Group 297"/>
              <p:cNvGrpSpPr/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37" name="Freeform 298"/>
                <p:cNvSpPr/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6 w 25"/>
                    <a:gd name="T1" fmla="*/ 69 h 69"/>
                    <a:gd name="T2" fmla="*/ 0 w 25"/>
                    <a:gd name="T3" fmla="*/ 27 h 69"/>
                    <a:gd name="T4" fmla="*/ 11 w 25"/>
                    <a:gd name="T5" fmla="*/ 0 h 69"/>
                    <a:gd name="T6" fmla="*/ 25 w 25"/>
                    <a:gd name="T7" fmla="*/ 32 h 69"/>
                    <a:gd name="T8" fmla="*/ 16 w 25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38" name="Freeform 299"/>
                <p:cNvSpPr/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48 w 73"/>
                    <a:gd name="T3" fmla="*/ 0 h 31"/>
                    <a:gd name="T4" fmla="*/ 50 w 73"/>
                    <a:gd name="T5" fmla="*/ 4 h 31"/>
                    <a:gd name="T6" fmla="*/ 56 w 73"/>
                    <a:gd name="T7" fmla="*/ 13 h 31"/>
                    <a:gd name="T8" fmla="*/ 73 w 73"/>
                    <a:gd name="T9" fmla="*/ 31 h 31"/>
                    <a:gd name="T10" fmla="*/ 18 w 73"/>
                    <a:gd name="T11" fmla="*/ 31 h 31"/>
                    <a:gd name="T12" fmla="*/ 9 w 73"/>
                    <a:gd name="T13" fmla="*/ 22 h 31"/>
                    <a:gd name="T14" fmla="*/ 0 w 73"/>
                    <a:gd name="T15" fmla="*/ 7 h 31"/>
                    <a:gd name="T16" fmla="*/ 1 w 73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39" name="Freeform 300"/>
                <p:cNvSpPr/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20 h 36"/>
                    <a:gd name="T4" fmla="*/ 6 w 82"/>
                    <a:gd name="T5" fmla="*/ 7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43" name="Group 301"/>
              <p:cNvGrpSpPr/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34" name="Freeform 302"/>
                <p:cNvSpPr/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4 w 23"/>
                    <a:gd name="T1" fmla="*/ 68 h 68"/>
                    <a:gd name="T2" fmla="*/ 0 w 23"/>
                    <a:gd name="T3" fmla="*/ 27 h 68"/>
                    <a:gd name="T4" fmla="*/ 10 w 23"/>
                    <a:gd name="T5" fmla="*/ 0 h 68"/>
                    <a:gd name="T6" fmla="*/ 23 w 23"/>
                    <a:gd name="T7" fmla="*/ 31 h 68"/>
                    <a:gd name="T8" fmla="*/ 14 w 23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35" name="Freeform 303"/>
                <p:cNvSpPr/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4 w 75"/>
                    <a:gd name="T1" fmla="*/ 0 h 31"/>
                    <a:gd name="T2" fmla="*/ 52 w 75"/>
                    <a:gd name="T3" fmla="*/ 0 h 31"/>
                    <a:gd name="T4" fmla="*/ 53 w 75"/>
                    <a:gd name="T5" fmla="*/ 4 h 31"/>
                    <a:gd name="T6" fmla="*/ 60 w 75"/>
                    <a:gd name="T7" fmla="*/ 13 h 31"/>
                    <a:gd name="T8" fmla="*/ 75 w 75"/>
                    <a:gd name="T9" fmla="*/ 31 h 31"/>
                    <a:gd name="T10" fmla="*/ 19 w 75"/>
                    <a:gd name="T11" fmla="*/ 31 h 31"/>
                    <a:gd name="T12" fmla="*/ 12 w 75"/>
                    <a:gd name="T13" fmla="*/ 22 h 31"/>
                    <a:gd name="T14" fmla="*/ 0 w 75"/>
                    <a:gd name="T15" fmla="*/ 7 h 31"/>
                    <a:gd name="T16" fmla="*/ 4 w 75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36" name="Freeform 304"/>
                <p:cNvSpPr/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44" name="Group 305"/>
              <p:cNvGrpSpPr/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31" name="Freeform 306"/>
                <p:cNvSpPr/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7 h 68"/>
                    <a:gd name="T4" fmla="*/ 12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32" name="Freeform 307"/>
                <p:cNvSpPr/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2 w 73"/>
                    <a:gd name="T1" fmla="*/ 0 h 29"/>
                    <a:gd name="T2" fmla="*/ 49 w 73"/>
                    <a:gd name="T3" fmla="*/ 0 h 29"/>
                    <a:gd name="T4" fmla="*/ 50 w 73"/>
                    <a:gd name="T5" fmla="*/ 2 h 29"/>
                    <a:gd name="T6" fmla="*/ 55 w 73"/>
                    <a:gd name="T7" fmla="*/ 11 h 29"/>
                    <a:gd name="T8" fmla="*/ 73 w 73"/>
                    <a:gd name="T9" fmla="*/ 29 h 29"/>
                    <a:gd name="T10" fmla="*/ 17 w 73"/>
                    <a:gd name="T11" fmla="*/ 29 h 29"/>
                    <a:gd name="T12" fmla="*/ 8 w 73"/>
                    <a:gd name="T13" fmla="*/ 20 h 29"/>
                    <a:gd name="T14" fmla="*/ 0 w 73"/>
                    <a:gd name="T15" fmla="*/ 5 h 29"/>
                    <a:gd name="T16" fmla="*/ 2 w 73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33" name="Freeform 308"/>
                <p:cNvSpPr/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35 h 35"/>
                    <a:gd name="T2" fmla="*/ 2 w 83"/>
                    <a:gd name="T3" fmla="*/ 19 h 35"/>
                    <a:gd name="T4" fmla="*/ 7 w 83"/>
                    <a:gd name="T5" fmla="*/ 7 h 35"/>
                    <a:gd name="T6" fmla="*/ 11 w 83"/>
                    <a:gd name="T7" fmla="*/ 0 h 35"/>
                    <a:gd name="T8" fmla="*/ 68 w 83"/>
                    <a:gd name="T9" fmla="*/ 0 h 35"/>
                    <a:gd name="T10" fmla="*/ 83 w 83"/>
                    <a:gd name="T11" fmla="*/ 35 h 35"/>
                    <a:gd name="T12" fmla="*/ 0 w 83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45" name="Group 309"/>
              <p:cNvGrpSpPr/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28" name="Freeform 310"/>
                <p:cNvSpPr/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15 w 25"/>
                    <a:gd name="T1" fmla="*/ 68 h 68"/>
                    <a:gd name="T2" fmla="*/ 0 w 25"/>
                    <a:gd name="T3" fmla="*/ 25 h 68"/>
                    <a:gd name="T4" fmla="*/ 9 w 25"/>
                    <a:gd name="T5" fmla="*/ 0 h 68"/>
                    <a:gd name="T6" fmla="*/ 25 w 25"/>
                    <a:gd name="T7" fmla="*/ 30 h 68"/>
                    <a:gd name="T8" fmla="*/ 15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29" name="Freeform 311"/>
                <p:cNvSpPr/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50 w 75"/>
                    <a:gd name="T3" fmla="*/ 0 h 29"/>
                    <a:gd name="T4" fmla="*/ 51 w 75"/>
                    <a:gd name="T5" fmla="*/ 2 h 29"/>
                    <a:gd name="T6" fmla="*/ 56 w 75"/>
                    <a:gd name="T7" fmla="*/ 11 h 29"/>
                    <a:gd name="T8" fmla="*/ 75 w 75"/>
                    <a:gd name="T9" fmla="*/ 29 h 29"/>
                    <a:gd name="T10" fmla="*/ 18 w 75"/>
                    <a:gd name="T11" fmla="*/ 29 h 29"/>
                    <a:gd name="T12" fmla="*/ 10 w 75"/>
                    <a:gd name="T13" fmla="*/ 20 h 29"/>
                    <a:gd name="T14" fmla="*/ 0 w 75"/>
                    <a:gd name="T15" fmla="*/ 5 h 29"/>
                    <a:gd name="T16" fmla="*/ 1 w 75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30" name="Freeform 312"/>
                <p:cNvSpPr/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46" name="Group 313"/>
              <p:cNvGrpSpPr/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25" name="Freeform 314"/>
                <p:cNvSpPr/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6 h 68"/>
                    <a:gd name="T4" fmla="*/ 9 w 24"/>
                    <a:gd name="T5" fmla="*/ 0 h 68"/>
                    <a:gd name="T6" fmla="*/ 24 w 24"/>
                    <a:gd name="T7" fmla="*/ 31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26" name="Freeform 315"/>
                <p:cNvSpPr/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1 w 74"/>
                    <a:gd name="T1" fmla="*/ 0 h 29"/>
                    <a:gd name="T2" fmla="*/ 50 w 74"/>
                    <a:gd name="T3" fmla="*/ 0 h 29"/>
                    <a:gd name="T4" fmla="*/ 51 w 74"/>
                    <a:gd name="T5" fmla="*/ 2 h 29"/>
                    <a:gd name="T6" fmla="*/ 55 w 74"/>
                    <a:gd name="T7" fmla="*/ 11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11 w 74"/>
                    <a:gd name="T13" fmla="*/ 20 h 29"/>
                    <a:gd name="T14" fmla="*/ 0 w 74"/>
                    <a:gd name="T15" fmla="*/ 5 h 29"/>
                    <a:gd name="T16" fmla="*/ 1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27" name="Freeform 316"/>
                <p:cNvSpPr/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20 h 36"/>
                    <a:gd name="T4" fmla="*/ 6 w 81"/>
                    <a:gd name="T5" fmla="*/ 8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47" name="Group 317"/>
              <p:cNvGrpSpPr/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05" name="Group 318"/>
                <p:cNvGrpSpPr/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22" name="Freeform 319"/>
                  <p:cNvSpPr/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14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4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23" name="Freeform 320"/>
                  <p:cNvSpPr/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50 w 75"/>
                      <a:gd name="T3" fmla="*/ 0 h 31"/>
                      <a:gd name="T4" fmla="*/ 51 w 75"/>
                      <a:gd name="T5" fmla="*/ 4 h 31"/>
                      <a:gd name="T6" fmla="*/ 56 w 75"/>
                      <a:gd name="T7" fmla="*/ 13 h 31"/>
                      <a:gd name="T8" fmla="*/ 75 w 75"/>
                      <a:gd name="T9" fmla="*/ 31 h 31"/>
                      <a:gd name="T10" fmla="*/ 18 w 75"/>
                      <a:gd name="T11" fmla="*/ 31 h 31"/>
                      <a:gd name="T12" fmla="*/ 9 w 75"/>
                      <a:gd name="T13" fmla="*/ 22 h 31"/>
                      <a:gd name="T14" fmla="*/ 0 w 75"/>
                      <a:gd name="T15" fmla="*/ 7 h 31"/>
                      <a:gd name="T16" fmla="*/ 1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24" name="Freeform 321"/>
                  <p:cNvSpPr/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2 w 82"/>
                      <a:gd name="T3" fmla="*/ 22 h 38"/>
                      <a:gd name="T4" fmla="*/ 7 w 82"/>
                      <a:gd name="T5" fmla="*/ 8 h 38"/>
                      <a:gd name="T6" fmla="*/ 12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06" name="Group 322"/>
                <p:cNvGrpSpPr/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19" name="Freeform 323"/>
                  <p:cNvSpPr/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15 w 25"/>
                      <a:gd name="T1" fmla="*/ 69 h 69"/>
                      <a:gd name="T2" fmla="*/ 0 w 25"/>
                      <a:gd name="T3" fmla="*/ 28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5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20" name="Freeform 324"/>
                  <p:cNvSpPr/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3 w 75"/>
                      <a:gd name="T1" fmla="*/ 0 h 32"/>
                      <a:gd name="T2" fmla="*/ 52 w 75"/>
                      <a:gd name="T3" fmla="*/ 0 h 32"/>
                      <a:gd name="T4" fmla="*/ 53 w 75"/>
                      <a:gd name="T5" fmla="*/ 3 h 32"/>
                      <a:gd name="T6" fmla="*/ 57 w 75"/>
                      <a:gd name="T7" fmla="*/ 15 h 32"/>
                      <a:gd name="T8" fmla="*/ 75 w 75"/>
                      <a:gd name="T9" fmla="*/ 32 h 32"/>
                      <a:gd name="T10" fmla="*/ 19 w 75"/>
                      <a:gd name="T11" fmla="*/ 32 h 32"/>
                      <a:gd name="T12" fmla="*/ 10 w 75"/>
                      <a:gd name="T13" fmla="*/ 22 h 32"/>
                      <a:gd name="T14" fmla="*/ 0 w 75"/>
                      <a:gd name="T15" fmla="*/ 7 h 32"/>
                      <a:gd name="T16" fmla="*/ 3 w 75"/>
                      <a:gd name="T1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21" name="Freeform 325"/>
                  <p:cNvSpPr/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1 w 82"/>
                      <a:gd name="T3" fmla="*/ 21 h 36"/>
                      <a:gd name="T4" fmla="*/ 7 w 82"/>
                      <a:gd name="T5" fmla="*/ 8 h 36"/>
                      <a:gd name="T6" fmla="*/ 12 w 82"/>
                      <a:gd name="T7" fmla="*/ 0 h 36"/>
                      <a:gd name="T8" fmla="*/ 68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07" name="Group 326"/>
                <p:cNvGrpSpPr/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16" name="Freeform 327"/>
                  <p:cNvSpPr/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1 w 25"/>
                      <a:gd name="T5" fmla="*/ 0 h 68"/>
                      <a:gd name="T6" fmla="*/ 25 w 25"/>
                      <a:gd name="T7" fmla="*/ 30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17" name="Freeform 328"/>
                  <p:cNvSpPr/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50 w 73"/>
                      <a:gd name="T3" fmla="*/ 0 h 29"/>
                      <a:gd name="T4" fmla="*/ 51 w 73"/>
                      <a:gd name="T5" fmla="*/ 2 h 29"/>
                      <a:gd name="T6" fmla="*/ 56 w 73"/>
                      <a:gd name="T7" fmla="*/ 11 h 29"/>
                      <a:gd name="T8" fmla="*/ 73 w 73"/>
                      <a:gd name="T9" fmla="*/ 29 h 29"/>
                      <a:gd name="T10" fmla="*/ 18 w 73"/>
                      <a:gd name="T11" fmla="*/ 29 h 29"/>
                      <a:gd name="T12" fmla="*/ 9 w 73"/>
                      <a:gd name="T13" fmla="*/ 20 h 29"/>
                      <a:gd name="T14" fmla="*/ 0 w 73"/>
                      <a:gd name="T15" fmla="*/ 6 h 29"/>
                      <a:gd name="T16" fmla="*/ 1 w 73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18" name="Freeform 329"/>
                  <p:cNvSpPr/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6 w 82"/>
                      <a:gd name="T5" fmla="*/ 7 h 36"/>
                      <a:gd name="T6" fmla="*/ 11 w 82"/>
                      <a:gd name="T7" fmla="*/ 0 h 36"/>
                      <a:gd name="T8" fmla="*/ 67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08" name="Group 330"/>
                <p:cNvGrpSpPr/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13" name="Freeform 331"/>
                  <p:cNvSpPr/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16 w 25"/>
                      <a:gd name="T1" fmla="*/ 68 h 68"/>
                      <a:gd name="T2" fmla="*/ 0 w 25"/>
                      <a:gd name="T3" fmla="*/ 27 h 68"/>
                      <a:gd name="T4" fmla="*/ 12 w 25"/>
                      <a:gd name="T5" fmla="*/ 0 h 68"/>
                      <a:gd name="T6" fmla="*/ 25 w 25"/>
                      <a:gd name="T7" fmla="*/ 31 h 68"/>
                      <a:gd name="T8" fmla="*/ 16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14" name="Freeform 332"/>
                  <p:cNvSpPr/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49 w 72"/>
                      <a:gd name="T3" fmla="*/ 0 h 30"/>
                      <a:gd name="T4" fmla="*/ 51 w 72"/>
                      <a:gd name="T5" fmla="*/ 3 h 30"/>
                      <a:gd name="T6" fmla="*/ 55 w 72"/>
                      <a:gd name="T7" fmla="*/ 12 h 30"/>
                      <a:gd name="T8" fmla="*/ 72 w 72"/>
                      <a:gd name="T9" fmla="*/ 30 h 30"/>
                      <a:gd name="T10" fmla="*/ 17 w 72"/>
                      <a:gd name="T11" fmla="*/ 30 h 30"/>
                      <a:gd name="T12" fmla="*/ 8 w 72"/>
                      <a:gd name="T13" fmla="*/ 21 h 30"/>
                      <a:gd name="T14" fmla="*/ 0 w 72"/>
                      <a:gd name="T15" fmla="*/ 5 h 30"/>
                      <a:gd name="T16" fmla="*/ 1 w 72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15" name="Freeform 333"/>
                  <p:cNvSpPr/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19 h 36"/>
                      <a:gd name="T4" fmla="*/ 7 w 83"/>
                      <a:gd name="T5" fmla="*/ 8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309" name="Group 334"/>
                <p:cNvGrpSpPr/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10" name="Freeform 335"/>
                  <p:cNvSpPr/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15 w 25"/>
                      <a:gd name="T1" fmla="*/ 67 h 67"/>
                      <a:gd name="T2" fmla="*/ 0 w 25"/>
                      <a:gd name="T3" fmla="*/ 26 h 67"/>
                      <a:gd name="T4" fmla="*/ 10 w 25"/>
                      <a:gd name="T5" fmla="*/ 0 h 67"/>
                      <a:gd name="T6" fmla="*/ 25 w 25"/>
                      <a:gd name="T7" fmla="*/ 30 h 67"/>
                      <a:gd name="T8" fmla="*/ 15 w 25"/>
                      <a:gd name="T9" fmla="*/ 67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11" name="Freeform 336"/>
                  <p:cNvSpPr/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49 w 74"/>
                      <a:gd name="T3" fmla="*/ 0 h 29"/>
                      <a:gd name="T4" fmla="*/ 50 w 74"/>
                      <a:gd name="T5" fmla="*/ 2 h 29"/>
                      <a:gd name="T6" fmla="*/ 57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9 w 74"/>
                      <a:gd name="T13" fmla="*/ 20 h 29"/>
                      <a:gd name="T14" fmla="*/ 0 w 74"/>
                      <a:gd name="T15" fmla="*/ 5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12" name="Freeform 337"/>
                  <p:cNvSpPr/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35 h 35"/>
                      <a:gd name="T2" fmla="*/ 1 w 81"/>
                      <a:gd name="T3" fmla="*/ 19 h 35"/>
                      <a:gd name="T4" fmla="*/ 5 w 81"/>
                      <a:gd name="T5" fmla="*/ 7 h 35"/>
                      <a:gd name="T6" fmla="*/ 10 w 81"/>
                      <a:gd name="T7" fmla="*/ 0 h 35"/>
                      <a:gd name="T8" fmla="*/ 67 w 81"/>
                      <a:gd name="T9" fmla="*/ 0 h 35"/>
                      <a:gd name="T10" fmla="*/ 81 w 81"/>
                      <a:gd name="T11" fmla="*/ 35 h 35"/>
                      <a:gd name="T12" fmla="*/ 0 w 81"/>
                      <a:gd name="T13" fmla="*/ 35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148" name="Group 338"/>
              <p:cNvGrpSpPr/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285" name="Group 339"/>
                <p:cNvGrpSpPr/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02" name="Freeform 340"/>
                  <p:cNvSpPr/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16 w 25"/>
                      <a:gd name="T1" fmla="*/ 69 h 69"/>
                      <a:gd name="T2" fmla="*/ 0 w 25"/>
                      <a:gd name="T3" fmla="*/ 27 h 69"/>
                      <a:gd name="T4" fmla="*/ 11 w 25"/>
                      <a:gd name="T5" fmla="*/ 0 h 69"/>
                      <a:gd name="T6" fmla="*/ 25 w 25"/>
                      <a:gd name="T7" fmla="*/ 32 h 69"/>
                      <a:gd name="T8" fmla="*/ 16 w 25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03" name="Freeform 341"/>
                  <p:cNvSpPr/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4 h 31"/>
                      <a:gd name="T6" fmla="*/ 57 w 75"/>
                      <a:gd name="T7" fmla="*/ 13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1 w 75"/>
                      <a:gd name="T13" fmla="*/ 22 h 31"/>
                      <a:gd name="T14" fmla="*/ 0 w 75"/>
                      <a:gd name="T15" fmla="*/ 7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04" name="Freeform 342"/>
                  <p:cNvSpPr/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2 w 83"/>
                      <a:gd name="T3" fmla="*/ 20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7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286" name="Group 343"/>
                <p:cNvGrpSpPr/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299" name="Freeform 344"/>
                  <p:cNvSpPr/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3 w 25"/>
                      <a:gd name="T1" fmla="*/ 70 h 70"/>
                      <a:gd name="T2" fmla="*/ 0 w 25"/>
                      <a:gd name="T3" fmla="*/ 27 h 70"/>
                      <a:gd name="T4" fmla="*/ 9 w 25"/>
                      <a:gd name="T5" fmla="*/ 0 h 70"/>
                      <a:gd name="T6" fmla="*/ 25 w 25"/>
                      <a:gd name="T7" fmla="*/ 31 h 70"/>
                      <a:gd name="T8" fmla="*/ 13 w 25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00" name="Freeform 345"/>
                  <p:cNvSpPr/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2 w 75"/>
                      <a:gd name="T1" fmla="*/ 0 h 30"/>
                      <a:gd name="T2" fmla="*/ 50 w 75"/>
                      <a:gd name="T3" fmla="*/ 0 h 30"/>
                      <a:gd name="T4" fmla="*/ 52 w 75"/>
                      <a:gd name="T5" fmla="*/ 3 h 30"/>
                      <a:gd name="T6" fmla="*/ 57 w 75"/>
                      <a:gd name="T7" fmla="*/ 12 h 30"/>
                      <a:gd name="T8" fmla="*/ 75 w 75"/>
                      <a:gd name="T9" fmla="*/ 30 h 30"/>
                      <a:gd name="T10" fmla="*/ 19 w 75"/>
                      <a:gd name="T11" fmla="*/ 30 h 30"/>
                      <a:gd name="T12" fmla="*/ 11 w 75"/>
                      <a:gd name="T13" fmla="*/ 20 h 30"/>
                      <a:gd name="T14" fmla="*/ 0 w 75"/>
                      <a:gd name="T15" fmla="*/ 6 h 30"/>
                      <a:gd name="T16" fmla="*/ 2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301" name="Freeform 346"/>
                  <p:cNvSpPr/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38 h 38"/>
                      <a:gd name="T2" fmla="*/ 4 w 82"/>
                      <a:gd name="T3" fmla="*/ 21 h 38"/>
                      <a:gd name="T4" fmla="*/ 8 w 82"/>
                      <a:gd name="T5" fmla="*/ 8 h 38"/>
                      <a:gd name="T6" fmla="*/ 13 w 82"/>
                      <a:gd name="T7" fmla="*/ 0 h 38"/>
                      <a:gd name="T8" fmla="*/ 69 w 82"/>
                      <a:gd name="T9" fmla="*/ 0 h 38"/>
                      <a:gd name="T10" fmla="*/ 82 w 82"/>
                      <a:gd name="T11" fmla="*/ 38 h 38"/>
                      <a:gd name="T12" fmla="*/ 0 w 82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287" name="Group 347"/>
                <p:cNvGrpSpPr/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296" name="Freeform 348"/>
                  <p:cNvSpPr/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4 w 24"/>
                      <a:gd name="T1" fmla="*/ 70 h 70"/>
                      <a:gd name="T2" fmla="*/ 0 w 24"/>
                      <a:gd name="T3" fmla="*/ 29 h 70"/>
                      <a:gd name="T4" fmla="*/ 10 w 24"/>
                      <a:gd name="T5" fmla="*/ 0 h 70"/>
                      <a:gd name="T6" fmla="*/ 24 w 24"/>
                      <a:gd name="T7" fmla="*/ 33 h 70"/>
                      <a:gd name="T8" fmla="*/ 14 w 24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97" name="Freeform 349"/>
                  <p:cNvSpPr/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3 w 75"/>
                      <a:gd name="T1" fmla="*/ 0 h 31"/>
                      <a:gd name="T2" fmla="*/ 52 w 75"/>
                      <a:gd name="T3" fmla="*/ 0 h 31"/>
                      <a:gd name="T4" fmla="*/ 53 w 75"/>
                      <a:gd name="T5" fmla="*/ 2 h 31"/>
                      <a:gd name="T6" fmla="*/ 57 w 75"/>
                      <a:gd name="T7" fmla="*/ 11 h 31"/>
                      <a:gd name="T8" fmla="*/ 75 w 75"/>
                      <a:gd name="T9" fmla="*/ 31 h 31"/>
                      <a:gd name="T10" fmla="*/ 19 w 75"/>
                      <a:gd name="T11" fmla="*/ 31 h 31"/>
                      <a:gd name="T12" fmla="*/ 10 w 75"/>
                      <a:gd name="T13" fmla="*/ 22 h 31"/>
                      <a:gd name="T14" fmla="*/ 0 w 75"/>
                      <a:gd name="T15" fmla="*/ 6 h 31"/>
                      <a:gd name="T16" fmla="*/ 3 w 75"/>
                      <a:gd name="T17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98" name="Freeform 350"/>
                  <p:cNvSpPr/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8 w 83"/>
                      <a:gd name="T5" fmla="*/ 7 h 36"/>
                      <a:gd name="T6" fmla="*/ 12 w 83"/>
                      <a:gd name="T7" fmla="*/ 0 h 36"/>
                      <a:gd name="T8" fmla="*/ 68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288" name="Group 351"/>
                <p:cNvGrpSpPr/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293" name="Freeform 352"/>
                  <p:cNvSpPr/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15 w 25"/>
                      <a:gd name="T1" fmla="*/ 68 h 68"/>
                      <a:gd name="T2" fmla="*/ 0 w 25"/>
                      <a:gd name="T3" fmla="*/ 27 h 68"/>
                      <a:gd name="T4" fmla="*/ 10 w 25"/>
                      <a:gd name="T5" fmla="*/ 0 h 68"/>
                      <a:gd name="T6" fmla="*/ 25 w 25"/>
                      <a:gd name="T7" fmla="*/ 31 h 68"/>
                      <a:gd name="T8" fmla="*/ 15 w 25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94" name="Freeform 353"/>
                  <p:cNvSpPr/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50 w 75"/>
                      <a:gd name="T3" fmla="*/ 0 h 30"/>
                      <a:gd name="T4" fmla="*/ 51 w 75"/>
                      <a:gd name="T5" fmla="*/ 3 h 30"/>
                      <a:gd name="T6" fmla="*/ 56 w 75"/>
                      <a:gd name="T7" fmla="*/ 12 h 30"/>
                      <a:gd name="T8" fmla="*/ 75 w 75"/>
                      <a:gd name="T9" fmla="*/ 30 h 30"/>
                      <a:gd name="T10" fmla="*/ 18 w 75"/>
                      <a:gd name="T11" fmla="*/ 30 h 30"/>
                      <a:gd name="T12" fmla="*/ 9 w 75"/>
                      <a:gd name="T13" fmla="*/ 21 h 30"/>
                      <a:gd name="T14" fmla="*/ 0 w 75"/>
                      <a:gd name="T15" fmla="*/ 7 h 30"/>
                      <a:gd name="T16" fmla="*/ 1 w 75"/>
                      <a:gd name="T1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95" name="Freeform 354"/>
                  <p:cNvSpPr/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36 h 36"/>
                      <a:gd name="T2" fmla="*/ 2 w 82"/>
                      <a:gd name="T3" fmla="*/ 19 h 36"/>
                      <a:gd name="T4" fmla="*/ 5 w 82"/>
                      <a:gd name="T5" fmla="*/ 8 h 36"/>
                      <a:gd name="T6" fmla="*/ 12 w 82"/>
                      <a:gd name="T7" fmla="*/ 0 h 36"/>
                      <a:gd name="T8" fmla="*/ 69 w 82"/>
                      <a:gd name="T9" fmla="*/ 0 h 36"/>
                      <a:gd name="T10" fmla="*/ 82 w 82"/>
                      <a:gd name="T11" fmla="*/ 36 h 36"/>
                      <a:gd name="T12" fmla="*/ 0 w 82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289" name="Group 355"/>
                <p:cNvGrpSpPr/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290" name="Freeform 356"/>
                  <p:cNvSpPr/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3 w 22"/>
                      <a:gd name="T1" fmla="*/ 68 h 68"/>
                      <a:gd name="T2" fmla="*/ 0 w 22"/>
                      <a:gd name="T3" fmla="*/ 27 h 68"/>
                      <a:gd name="T4" fmla="*/ 9 w 22"/>
                      <a:gd name="T5" fmla="*/ 0 h 68"/>
                      <a:gd name="T6" fmla="*/ 22 w 22"/>
                      <a:gd name="T7" fmla="*/ 30 h 68"/>
                      <a:gd name="T8" fmla="*/ 13 w 22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91" name="Freeform 357"/>
                  <p:cNvSpPr/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50 w 74"/>
                      <a:gd name="T3" fmla="*/ 0 h 29"/>
                      <a:gd name="T4" fmla="*/ 51 w 74"/>
                      <a:gd name="T5" fmla="*/ 3 h 29"/>
                      <a:gd name="T6" fmla="*/ 55 w 74"/>
                      <a:gd name="T7" fmla="*/ 11 h 29"/>
                      <a:gd name="T8" fmla="*/ 74 w 74"/>
                      <a:gd name="T9" fmla="*/ 29 h 29"/>
                      <a:gd name="T10" fmla="*/ 18 w 74"/>
                      <a:gd name="T11" fmla="*/ 29 h 29"/>
                      <a:gd name="T12" fmla="*/ 8 w 74"/>
                      <a:gd name="T13" fmla="*/ 20 h 29"/>
                      <a:gd name="T14" fmla="*/ 0 w 74"/>
                      <a:gd name="T15" fmla="*/ 6 h 29"/>
                      <a:gd name="T16" fmla="*/ 1 w 74"/>
                      <a:gd name="T17" fmla="*/ 0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92" name="Freeform 358"/>
                  <p:cNvSpPr/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36 h 36"/>
                      <a:gd name="T2" fmla="*/ 1 w 83"/>
                      <a:gd name="T3" fmla="*/ 19 h 36"/>
                      <a:gd name="T4" fmla="*/ 7 w 83"/>
                      <a:gd name="T5" fmla="*/ 7 h 36"/>
                      <a:gd name="T6" fmla="*/ 11 w 83"/>
                      <a:gd name="T7" fmla="*/ 0 h 36"/>
                      <a:gd name="T8" fmla="*/ 69 w 83"/>
                      <a:gd name="T9" fmla="*/ 0 h 36"/>
                      <a:gd name="T10" fmla="*/ 83 w 83"/>
                      <a:gd name="T11" fmla="*/ 36 h 36"/>
                      <a:gd name="T12" fmla="*/ 0 w 83"/>
                      <a:gd name="T13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149" name="Group 359"/>
              <p:cNvGrpSpPr/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282" name="Freeform 360"/>
                <p:cNvSpPr/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5 w 24"/>
                    <a:gd name="T1" fmla="*/ 69 h 69"/>
                    <a:gd name="T2" fmla="*/ 0 w 24"/>
                    <a:gd name="T3" fmla="*/ 27 h 69"/>
                    <a:gd name="T4" fmla="*/ 11 w 24"/>
                    <a:gd name="T5" fmla="*/ 0 h 69"/>
                    <a:gd name="T6" fmla="*/ 24 w 24"/>
                    <a:gd name="T7" fmla="*/ 32 h 69"/>
                    <a:gd name="T8" fmla="*/ 15 w 24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83" name="Freeform 361"/>
                <p:cNvSpPr/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49 w 72"/>
                    <a:gd name="T3" fmla="*/ 0 h 31"/>
                    <a:gd name="T4" fmla="*/ 50 w 72"/>
                    <a:gd name="T5" fmla="*/ 4 h 31"/>
                    <a:gd name="T6" fmla="*/ 56 w 72"/>
                    <a:gd name="T7" fmla="*/ 13 h 31"/>
                    <a:gd name="T8" fmla="*/ 72 w 72"/>
                    <a:gd name="T9" fmla="*/ 31 h 31"/>
                    <a:gd name="T10" fmla="*/ 18 w 72"/>
                    <a:gd name="T11" fmla="*/ 31 h 31"/>
                    <a:gd name="T12" fmla="*/ 9 w 72"/>
                    <a:gd name="T13" fmla="*/ 22 h 31"/>
                    <a:gd name="T14" fmla="*/ 0 w 72"/>
                    <a:gd name="T15" fmla="*/ 7 h 31"/>
                    <a:gd name="T16" fmla="*/ 1 w 72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84" name="Freeform 362"/>
                <p:cNvSpPr/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20 h 36"/>
                    <a:gd name="T4" fmla="*/ 7 w 83"/>
                    <a:gd name="T5" fmla="*/ 7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50" name="Group 363"/>
              <p:cNvGrpSpPr/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279" name="Freeform 364"/>
                <p:cNvSpPr/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22 w 38"/>
                    <a:gd name="T1" fmla="*/ 69 h 69"/>
                    <a:gd name="T2" fmla="*/ 0 w 38"/>
                    <a:gd name="T3" fmla="*/ 34 h 69"/>
                    <a:gd name="T4" fmla="*/ 11 w 38"/>
                    <a:gd name="T5" fmla="*/ 0 h 69"/>
                    <a:gd name="T6" fmla="*/ 38 w 38"/>
                    <a:gd name="T7" fmla="*/ 34 h 69"/>
                    <a:gd name="T8" fmla="*/ 22 w 38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80" name="Freeform 365"/>
                <p:cNvSpPr/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40 w 64"/>
                    <a:gd name="T3" fmla="*/ 0 h 35"/>
                    <a:gd name="T4" fmla="*/ 64 w 64"/>
                    <a:gd name="T5" fmla="*/ 35 h 35"/>
                    <a:gd name="T6" fmla="*/ 23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81" name="Freeform 366"/>
                <p:cNvSpPr/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31 h 31"/>
                    <a:gd name="T2" fmla="*/ 13 w 65"/>
                    <a:gd name="T3" fmla="*/ 0 h 31"/>
                    <a:gd name="T4" fmla="*/ 54 w 65"/>
                    <a:gd name="T5" fmla="*/ 0 h 31"/>
                    <a:gd name="T6" fmla="*/ 65 w 65"/>
                    <a:gd name="T7" fmla="*/ 31 h 31"/>
                    <a:gd name="T8" fmla="*/ 0 w 65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51" name="Group 367"/>
              <p:cNvGrpSpPr/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276" name="Freeform 368"/>
                <p:cNvSpPr/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4 h 68"/>
                    <a:gd name="T4" fmla="*/ 11 w 39"/>
                    <a:gd name="T5" fmla="*/ 0 h 68"/>
                    <a:gd name="T6" fmla="*/ 39 w 39"/>
                    <a:gd name="T7" fmla="*/ 34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77" name="Freeform 369"/>
                <p:cNvSpPr/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78" name="Freeform 370"/>
                <p:cNvSpPr/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52" name="Group 371"/>
              <p:cNvGrpSpPr/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273" name="Freeform 372"/>
                <p:cNvSpPr/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4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74" name="Freeform 373"/>
                <p:cNvSpPr/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39 w 63"/>
                    <a:gd name="T3" fmla="*/ 0 h 33"/>
                    <a:gd name="T4" fmla="*/ 63 w 63"/>
                    <a:gd name="T5" fmla="*/ 33 h 33"/>
                    <a:gd name="T6" fmla="*/ 24 w 63"/>
                    <a:gd name="T7" fmla="*/ 33 h 33"/>
                    <a:gd name="T8" fmla="*/ 0 w 63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75" name="Freeform 374"/>
                <p:cNvSpPr/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2 w 66"/>
                    <a:gd name="T3" fmla="*/ 0 h 30"/>
                    <a:gd name="T4" fmla="*/ 53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53" name="Group 375"/>
              <p:cNvGrpSpPr/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270" name="Freeform 376"/>
                <p:cNvSpPr/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22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2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71" name="Freeform 377"/>
                <p:cNvSpPr/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41 w 65"/>
                    <a:gd name="T3" fmla="*/ 0 h 35"/>
                    <a:gd name="T4" fmla="*/ 65 w 65"/>
                    <a:gd name="T5" fmla="*/ 35 h 35"/>
                    <a:gd name="T6" fmla="*/ 25 w 65"/>
                    <a:gd name="T7" fmla="*/ 35 h 35"/>
                    <a:gd name="T8" fmla="*/ 0 w 65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72" name="Freeform 378"/>
                <p:cNvSpPr/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3 w 65"/>
                    <a:gd name="T3" fmla="*/ 0 h 28"/>
                    <a:gd name="T4" fmla="*/ 54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54" name="Group 379"/>
              <p:cNvGrpSpPr/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54" name="Group 380"/>
                <p:cNvGrpSpPr/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67" name="Freeform 381"/>
                  <p:cNvSpPr/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2 h 68"/>
                      <a:gd name="T4" fmla="*/ 11 w 38"/>
                      <a:gd name="T5" fmla="*/ 0 h 68"/>
                      <a:gd name="T6" fmla="*/ 38 w 38"/>
                      <a:gd name="T7" fmla="*/ 32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68" name="Freeform 382"/>
                  <p:cNvSpPr/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42 w 66"/>
                      <a:gd name="T3" fmla="*/ 0 h 32"/>
                      <a:gd name="T4" fmla="*/ 66 w 66"/>
                      <a:gd name="T5" fmla="*/ 32 h 32"/>
                      <a:gd name="T6" fmla="*/ 25 w 66"/>
                      <a:gd name="T7" fmla="*/ 32 h 32"/>
                      <a:gd name="T8" fmla="*/ 0 w 66"/>
                      <a:gd name="T9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69" name="Freeform 383"/>
                  <p:cNvSpPr/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31 h 31"/>
                      <a:gd name="T2" fmla="*/ 14 w 65"/>
                      <a:gd name="T3" fmla="*/ 0 h 31"/>
                      <a:gd name="T4" fmla="*/ 55 w 65"/>
                      <a:gd name="T5" fmla="*/ 0 h 31"/>
                      <a:gd name="T6" fmla="*/ 65 w 65"/>
                      <a:gd name="T7" fmla="*/ 31 h 31"/>
                      <a:gd name="T8" fmla="*/ 0 w 65"/>
                      <a:gd name="T9" fmla="*/ 3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255" name="Group 384"/>
                <p:cNvGrpSpPr/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64" name="Freeform 385"/>
                  <p:cNvSpPr/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23 w 40"/>
                      <a:gd name="T1" fmla="*/ 69 h 69"/>
                      <a:gd name="T2" fmla="*/ 0 w 40"/>
                      <a:gd name="T3" fmla="*/ 33 h 69"/>
                      <a:gd name="T4" fmla="*/ 12 w 40"/>
                      <a:gd name="T5" fmla="*/ 0 h 69"/>
                      <a:gd name="T6" fmla="*/ 40 w 40"/>
                      <a:gd name="T7" fmla="*/ 33 h 69"/>
                      <a:gd name="T8" fmla="*/ 23 w 40"/>
                      <a:gd name="T9" fmla="*/ 69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65" name="Freeform 386"/>
                  <p:cNvSpPr/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41 w 66"/>
                      <a:gd name="T3" fmla="*/ 0 h 35"/>
                      <a:gd name="T4" fmla="*/ 66 w 66"/>
                      <a:gd name="T5" fmla="*/ 35 h 35"/>
                      <a:gd name="T6" fmla="*/ 24 w 66"/>
                      <a:gd name="T7" fmla="*/ 35 h 35"/>
                      <a:gd name="T8" fmla="*/ 0 w 66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66" name="Freeform 387"/>
                  <p:cNvSpPr/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3 w 66"/>
                      <a:gd name="T3" fmla="*/ 0 h 30"/>
                      <a:gd name="T4" fmla="*/ 55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256" name="Group 388"/>
                <p:cNvGrpSpPr/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61" name="Freeform 389"/>
                  <p:cNvSpPr/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5 h 68"/>
                      <a:gd name="T4" fmla="*/ 12 w 40"/>
                      <a:gd name="T5" fmla="*/ 0 h 68"/>
                      <a:gd name="T6" fmla="*/ 40 w 40"/>
                      <a:gd name="T7" fmla="*/ 35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62" name="Freeform 390"/>
                  <p:cNvSpPr/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2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63" name="Freeform 391"/>
                  <p:cNvSpPr/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2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257" name="Group 392"/>
                <p:cNvGrpSpPr/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58" name="Freeform 393"/>
                  <p:cNvSpPr/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22 w 39"/>
                      <a:gd name="T1" fmla="*/ 68 h 68"/>
                      <a:gd name="T2" fmla="*/ 0 w 39"/>
                      <a:gd name="T3" fmla="*/ 33 h 68"/>
                      <a:gd name="T4" fmla="*/ 12 w 39"/>
                      <a:gd name="T5" fmla="*/ 0 h 68"/>
                      <a:gd name="T6" fmla="*/ 39 w 39"/>
                      <a:gd name="T7" fmla="*/ 33 h 68"/>
                      <a:gd name="T8" fmla="*/ 22 w 39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59" name="Freeform 394"/>
                  <p:cNvSpPr/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41 w 64"/>
                      <a:gd name="T3" fmla="*/ 0 h 33"/>
                      <a:gd name="T4" fmla="*/ 64 w 64"/>
                      <a:gd name="T5" fmla="*/ 33 h 33"/>
                      <a:gd name="T6" fmla="*/ 25 w 64"/>
                      <a:gd name="T7" fmla="*/ 33 h 33"/>
                      <a:gd name="T8" fmla="*/ 0 w 64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60" name="Freeform 395"/>
                  <p:cNvSpPr/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29 h 29"/>
                      <a:gd name="T2" fmla="*/ 14 w 65"/>
                      <a:gd name="T3" fmla="*/ 0 h 29"/>
                      <a:gd name="T4" fmla="*/ 53 w 65"/>
                      <a:gd name="T5" fmla="*/ 0 h 29"/>
                      <a:gd name="T6" fmla="*/ 65 w 65"/>
                      <a:gd name="T7" fmla="*/ 29 h 29"/>
                      <a:gd name="T8" fmla="*/ 0 w 65"/>
                      <a:gd name="T9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155" name="Group 396"/>
              <p:cNvGrpSpPr/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38" name="Group 397"/>
                <p:cNvGrpSpPr/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51" name="Freeform 398"/>
                  <p:cNvSpPr/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21 w 38"/>
                      <a:gd name="T1" fmla="*/ 68 h 68"/>
                      <a:gd name="T2" fmla="*/ 0 w 38"/>
                      <a:gd name="T3" fmla="*/ 33 h 68"/>
                      <a:gd name="T4" fmla="*/ 10 w 38"/>
                      <a:gd name="T5" fmla="*/ 0 h 68"/>
                      <a:gd name="T6" fmla="*/ 38 w 38"/>
                      <a:gd name="T7" fmla="*/ 33 h 68"/>
                      <a:gd name="T8" fmla="*/ 21 w 38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52" name="Freeform 399"/>
                  <p:cNvSpPr/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40 w 65"/>
                      <a:gd name="T3" fmla="*/ 0 h 35"/>
                      <a:gd name="T4" fmla="*/ 65 w 65"/>
                      <a:gd name="T5" fmla="*/ 35 h 35"/>
                      <a:gd name="T6" fmla="*/ 25 w 65"/>
                      <a:gd name="T7" fmla="*/ 35 h 35"/>
                      <a:gd name="T8" fmla="*/ 0 w 65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53" name="Freeform 400"/>
                  <p:cNvSpPr/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3 w 66"/>
                      <a:gd name="T3" fmla="*/ 0 h 28"/>
                      <a:gd name="T4" fmla="*/ 55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239" name="Group 401"/>
                <p:cNvGrpSpPr/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48" name="Freeform 402"/>
                  <p:cNvSpPr/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24 w 40"/>
                      <a:gd name="T1" fmla="*/ 68 h 68"/>
                      <a:gd name="T2" fmla="*/ 0 w 40"/>
                      <a:gd name="T3" fmla="*/ 33 h 68"/>
                      <a:gd name="T4" fmla="*/ 14 w 40"/>
                      <a:gd name="T5" fmla="*/ 0 h 68"/>
                      <a:gd name="T6" fmla="*/ 40 w 40"/>
                      <a:gd name="T7" fmla="*/ 33 h 68"/>
                      <a:gd name="T8" fmla="*/ 24 w 40"/>
                      <a:gd name="T9" fmla="*/ 68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49" name="Freeform 403"/>
                  <p:cNvSpPr/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41 w 63"/>
                      <a:gd name="T3" fmla="*/ 0 h 33"/>
                      <a:gd name="T4" fmla="*/ 63 w 63"/>
                      <a:gd name="T5" fmla="*/ 33 h 33"/>
                      <a:gd name="T6" fmla="*/ 24 w 63"/>
                      <a:gd name="T7" fmla="*/ 33 h 33"/>
                      <a:gd name="T8" fmla="*/ 0 w 63"/>
                      <a:gd name="T9" fmla="*/ 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50" name="Freeform 404"/>
                  <p:cNvSpPr/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30 h 30"/>
                      <a:gd name="T2" fmla="*/ 12 w 65"/>
                      <a:gd name="T3" fmla="*/ 0 h 30"/>
                      <a:gd name="T4" fmla="*/ 53 w 65"/>
                      <a:gd name="T5" fmla="*/ 0 h 30"/>
                      <a:gd name="T6" fmla="*/ 65 w 65"/>
                      <a:gd name="T7" fmla="*/ 30 h 30"/>
                      <a:gd name="T8" fmla="*/ 0 w 65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240" name="Group 405"/>
                <p:cNvGrpSpPr/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45" name="Freeform 406"/>
                  <p:cNvSpPr/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22 w 39"/>
                      <a:gd name="T1" fmla="*/ 70 h 70"/>
                      <a:gd name="T2" fmla="*/ 0 w 39"/>
                      <a:gd name="T3" fmla="*/ 34 h 70"/>
                      <a:gd name="T4" fmla="*/ 12 w 39"/>
                      <a:gd name="T5" fmla="*/ 0 h 70"/>
                      <a:gd name="T6" fmla="*/ 39 w 39"/>
                      <a:gd name="T7" fmla="*/ 34 h 70"/>
                      <a:gd name="T8" fmla="*/ 22 w 39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46" name="Freeform 407"/>
                  <p:cNvSpPr/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39 w 64"/>
                      <a:gd name="T3" fmla="*/ 0 h 34"/>
                      <a:gd name="T4" fmla="*/ 64 w 64"/>
                      <a:gd name="T5" fmla="*/ 34 h 34"/>
                      <a:gd name="T6" fmla="*/ 25 w 64"/>
                      <a:gd name="T7" fmla="*/ 34 h 34"/>
                      <a:gd name="T8" fmla="*/ 0 w 64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47" name="Freeform 408"/>
                  <p:cNvSpPr/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30 h 30"/>
                      <a:gd name="T2" fmla="*/ 12 w 66"/>
                      <a:gd name="T3" fmla="*/ 0 h 30"/>
                      <a:gd name="T4" fmla="*/ 54 w 66"/>
                      <a:gd name="T5" fmla="*/ 0 h 30"/>
                      <a:gd name="T6" fmla="*/ 66 w 66"/>
                      <a:gd name="T7" fmla="*/ 30 h 30"/>
                      <a:gd name="T8" fmla="*/ 0 w 66"/>
                      <a:gd name="T9" fmla="*/ 3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241" name="Group 409"/>
                <p:cNvGrpSpPr/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42" name="Freeform 410"/>
                  <p:cNvSpPr/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24 w 41"/>
                      <a:gd name="T1" fmla="*/ 70 h 70"/>
                      <a:gd name="T2" fmla="*/ 0 w 41"/>
                      <a:gd name="T3" fmla="*/ 35 h 70"/>
                      <a:gd name="T4" fmla="*/ 13 w 41"/>
                      <a:gd name="T5" fmla="*/ 0 h 70"/>
                      <a:gd name="T6" fmla="*/ 41 w 41"/>
                      <a:gd name="T7" fmla="*/ 35 h 70"/>
                      <a:gd name="T8" fmla="*/ 24 w 41"/>
                      <a:gd name="T9" fmla="*/ 70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43" name="Freeform 411"/>
                  <p:cNvSpPr/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41 w 65"/>
                      <a:gd name="T3" fmla="*/ 0 h 34"/>
                      <a:gd name="T4" fmla="*/ 65 w 65"/>
                      <a:gd name="T5" fmla="*/ 34 h 34"/>
                      <a:gd name="T6" fmla="*/ 24 w 65"/>
                      <a:gd name="T7" fmla="*/ 34 h 34"/>
                      <a:gd name="T8" fmla="*/ 0 w 65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244" name="Freeform 412"/>
                  <p:cNvSpPr/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28 h 28"/>
                      <a:gd name="T2" fmla="*/ 12 w 66"/>
                      <a:gd name="T3" fmla="*/ 0 h 28"/>
                      <a:gd name="T4" fmla="*/ 54 w 66"/>
                      <a:gd name="T5" fmla="*/ 0 h 28"/>
                      <a:gd name="T6" fmla="*/ 66 w 66"/>
                      <a:gd name="T7" fmla="*/ 28 h 28"/>
                      <a:gd name="T8" fmla="*/ 0 w 66"/>
                      <a:gd name="T9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1200" b="1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</p:grpSp>
          <p:grpSp>
            <p:nvGrpSpPr>
              <p:cNvPr id="156" name="Group 413"/>
              <p:cNvGrpSpPr/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35" name="Freeform 414"/>
                <p:cNvSpPr/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23 w 39"/>
                    <a:gd name="T1" fmla="*/ 70 h 70"/>
                    <a:gd name="T2" fmla="*/ 0 w 39"/>
                    <a:gd name="T3" fmla="*/ 34 h 70"/>
                    <a:gd name="T4" fmla="*/ 13 w 39"/>
                    <a:gd name="T5" fmla="*/ 0 h 70"/>
                    <a:gd name="T6" fmla="*/ 39 w 39"/>
                    <a:gd name="T7" fmla="*/ 34 h 70"/>
                    <a:gd name="T8" fmla="*/ 23 w 39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36" name="Freeform 415"/>
                <p:cNvSpPr/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41 w 63"/>
                    <a:gd name="T3" fmla="*/ 0 h 35"/>
                    <a:gd name="T4" fmla="*/ 63 w 63"/>
                    <a:gd name="T5" fmla="*/ 35 h 35"/>
                    <a:gd name="T6" fmla="*/ 24 w 63"/>
                    <a:gd name="T7" fmla="*/ 35 h 35"/>
                    <a:gd name="T8" fmla="*/ 0 w 63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37" name="Freeform 416"/>
                <p:cNvSpPr/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30 h 30"/>
                    <a:gd name="T2" fmla="*/ 13 w 64"/>
                    <a:gd name="T3" fmla="*/ 0 h 30"/>
                    <a:gd name="T4" fmla="*/ 52 w 64"/>
                    <a:gd name="T5" fmla="*/ 0 h 30"/>
                    <a:gd name="T6" fmla="*/ 64 w 64"/>
                    <a:gd name="T7" fmla="*/ 30 h 30"/>
                    <a:gd name="T8" fmla="*/ 0 w 64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57" name="Group 417"/>
              <p:cNvGrpSpPr/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32" name="Freeform 418"/>
                <p:cNvSpPr/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22 w 39"/>
                    <a:gd name="T1" fmla="*/ 69 h 69"/>
                    <a:gd name="T2" fmla="*/ 0 w 39"/>
                    <a:gd name="T3" fmla="*/ 34 h 69"/>
                    <a:gd name="T4" fmla="*/ 12 w 39"/>
                    <a:gd name="T5" fmla="*/ 0 h 69"/>
                    <a:gd name="T6" fmla="*/ 39 w 39"/>
                    <a:gd name="T7" fmla="*/ 34 h 69"/>
                    <a:gd name="T8" fmla="*/ 22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33" name="Freeform 419"/>
                <p:cNvSpPr/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39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34" name="Freeform 420"/>
                <p:cNvSpPr/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30 h 30"/>
                    <a:gd name="T2" fmla="*/ 11 w 65"/>
                    <a:gd name="T3" fmla="*/ 0 h 30"/>
                    <a:gd name="T4" fmla="*/ 53 w 65"/>
                    <a:gd name="T5" fmla="*/ 0 h 30"/>
                    <a:gd name="T6" fmla="*/ 65 w 65"/>
                    <a:gd name="T7" fmla="*/ 30 h 30"/>
                    <a:gd name="T8" fmla="*/ 0 w 65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58" name="Group 421"/>
              <p:cNvGrpSpPr/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29" name="Freeform 422"/>
                <p:cNvSpPr/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24 w 41"/>
                    <a:gd name="T1" fmla="*/ 68 h 68"/>
                    <a:gd name="T2" fmla="*/ 0 w 41"/>
                    <a:gd name="T3" fmla="*/ 32 h 68"/>
                    <a:gd name="T4" fmla="*/ 13 w 41"/>
                    <a:gd name="T5" fmla="*/ 0 h 68"/>
                    <a:gd name="T6" fmla="*/ 41 w 41"/>
                    <a:gd name="T7" fmla="*/ 32 h 68"/>
                    <a:gd name="T8" fmla="*/ 24 w 41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30" name="Freeform 423"/>
                <p:cNvSpPr/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40 w 63"/>
                    <a:gd name="T3" fmla="*/ 0 h 32"/>
                    <a:gd name="T4" fmla="*/ 63 w 63"/>
                    <a:gd name="T5" fmla="*/ 32 h 32"/>
                    <a:gd name="T6" fmla="*/ 23 w 63"/>
                    <a:gd name="T7" fmla="*/ 32 h 32"/>
                    <a:gd name="T8" fmla="*/ 0 w 63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31" name="Freeform 424"/>
                <p:cNvSpPr/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31 h 31"/>
                    <a:gd name="T2" fmla="*/ 12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59" name="Group 425"/>
              <p:cNvGrpSpPr/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26" name="Freeform 426"/>
                <p:cNvSpPr/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24 w 40"/>
                    <a:gd name="T1" fmla="*/ 68 h 68"/>
                    <a:gd name="T2" fmla="*/ 0 w 40"/>
                    <a:gd name="T3" fmla="*/ 33 h 68"/>
                    <a:gd name="T4" fmla="*/ 12 w 40"/>
                    <a:gd name="T5" fmla="*/ 0 h 68"/>
                    <a:gd name="T6" fmla="*/ 40 w 40"/>
                    <a:gd name="T7" fmla="*/ 33 h 68"/>
                    <a:gd name="T8" fmla="*/ 24 w 40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27" name="Freeform 427"/>
                <p:cNvSpPr/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40 w 64"/>
                    <a:gd name="T3" fmla="*/ 0 h 34"/>
                    <a:gd name="T4" fmla="*/ 64 w 64"/>
                    <a:gd name="T5" fmla="*/ 34 h 34"/>
                    <a:gd name="T6" fmla="*/ 25 w 64"/>
                    <a:gd name="T7" fmla="*/ 34 h 34"/>
                    <a:gd name="T8" fmla="*/ 0 w 64"/>
                    <a:gd name="T9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28" name="Freeform 428"/>
                <p:cNvSpPr/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28 h 28"/>
                    <a:gd name="T2" fmla="*/ 12 w 65"/>
                    <a:gd name="T3" fmla="*/ 0 h 28"/>
                    <a:gd name="T4" fmla="*/ 53 w 65"/>
                    <a:gd name="T5" fmla="*/ 0 h 28"/>
                    <a:gd name="T6" fmla="*/ 65 w 65"/>
                    <a:gd name="T7" fmla="*/ 28 h 28"/>
                    <a:gd name="T8" fmla="*/ 0 w 65"/>
                    <a:gd name="T9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60" name="Group 429"/>
              <p:cNvGrpSpPr/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23" name="Freeform 430"/>
                <p:cNvSpPr/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23 w 40"/>
                    <a:gd name="T1" fmla="*/ 69 h 69"/>
                    <a:gd name="T2" fmla="*/ 0 w 40"/>
                    <a:gd name="T3" fmla="*/ 34 h 69"/>
                    <a:gd name="T4" fmla="*/ 12 w 40"/>
                    <a:gd name="T5" fmla="*/ 0 h 69"/>
                    <a:gd name="T6" fmla="*/ 40 w 40"/>
                    <a:gd name="T7" fmla="*/ 34 h 69"/>
                    <a:gd name="T8" fmla="*/ 23 w 40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24" name="Freeform 431"/>
                <p:cNvSpPr/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42 w 64"/>
                    <a:gd name="T3" fmla="*/ 0 h 35"/>
                    <a:gd name="T4" fmla="*/ 64 w 64"/>
                    <a:gd name="T5" fmla="*/ 35 h 35"/>
                    <a:gd name="T6" fmla="*/ 25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25" name="Freeform 432"/>
                <p:cNvSpPr/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30 h 30"/>
                    <a:gd name="T2" fmla="*/ 15 w 66"/>
                    <a:gd name="T3" fmla="*/ 0 h 30"/>
                    <a:gd name="T4" fmla="*/ 54 w 66"/>
                    <a:gd name="T5" fmla="*/ 0 h 30"/>
                    <a:gd name="T6" fmla="*/ 66 w 66"/>
                    <a:gd name="T7" fmla="*/ 30 h 30"/>
                    <a:gd name="T8" fmla="*/ 0 w 66"/>
                    <a:gd name="T9" fmla="*/ 3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61" name="Group 433"/>
              <p:cNvGrpSpPr/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20" name="Freeform 434"/>
                <p:cNvSpPr/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22 w 39"/>
                    <a:gd name="T1" fmla="*/ 68 h 68"/>
                    <a:gd name="T2" fmla="*/ 0 w 39"/>
                    <a:gd name="T3" fmla="*/ 35 h 68"/>
                    <a:gd name="T4" fmla="*/ 12 w 39"/>
                    <a:gd name="T5" fmla="*/ 0 h 68"/>
                    <a:gd name="T6" fmla="*/ 39 w 39"/>
                    <a:gd name="T7" fmla="*/ 35 h 68"/>
                    <a:gd name="T8" fmla="*/ 22 w 39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21" name="Freeform 435"/>
                <p:cNvSpPr/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39 w 64"/>
                    <a:gd name="T3" fmla="*/ 0 h 35"/>
                    <a:gd name="T4" fmla="*/ 64 w 64"/>
                    <a:gd name="T5" fmla="*/ 35 h 35"/>
                    <a:gd name="T6" fmla="*/ 24 w 64"/>
                    <a:gd name="T7" fmla="*/ 35 h 35"/>
                    <a:gd name="T8" fmla="*/ 0 w 64"/>
                    <a:gd name="T9" fmla="*/ 0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22" name="Freeform 436"/>
                <p:cNvSpPr/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29 h 29"/>
                    <a:gd name="T2" fmla="*/ 12 w 66"/>
                    <a:gd name="T3" fmla="*/ 0 h 29"/>
                    <a:gd name="T4" fmla="*/ 54 w 66"/>
                    <a:gd name="T5" fmla="*/ 0 h 29"/>
                    <a:gd name="T6" fmla="*/ 66 w 66"/>
                    <a:gd name="T7" fmla="*/ 29 h 29"/>
                    <a:gd name="T8" fmla="*/ 0 w 66"/>
                    <a:gd name="T9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62" name="Group 437"/>
              <p:cNvGrpSpPr/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17" name="Freeform 438"/>
                <p:cNvSpPr/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23 w 39"/>
                    <a:gd name="T1" fmla="*/ 69 h 69"/>
                    <a:gd name="T2" fmla="*/ 0 w 39"/>
                    <a:gd name="T3" fmla="*/ 33 h 69"/>
                    <a:gd name="T4" fmla="*/ 12 w 39"/>
                    <a:gd name="T5" fmla="*/ 0 h 69"/>
                    <a:gd name="T6" fmla="*/ 39 w 39"/>
                    <a:gd name="T7" fmla="*/ 33 h 69"/>
                    <a:gd name="T8" fmla="*/ 23 w 39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18" name="Freeform 439"/>
                <p:cNvSpPr/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41 w 64"/>
                    <a:gd name="T3" fmla="*/ 0 h 33"/>
                    <a:gd name="T4" fmla="*/ 64 w 64"/>
                    <a:gd name="T5" fmla="*/ 33 h 33"/>
                    <a:gd name="T6" fmla="*/ 23 w 64"/>
                    <a:gd name="T7" fmla="*/ 33 h 33"/>
                    <a:gd name="T8" fmla="*/ 0 w 64"/>
                    <a:gd name="T9" fmla="*/ 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19" name="Freeform 440"/>
                <p:cNvSpPr/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31 h 31"/>
                    <a:gd name="T2" fmla="*/ 11 w 63"/>
                    <a:gd name="T3" fmla="*/ 0 h 31"/>
                    <a:gd name="T4" fmla="*/ 52 w 63"/>
                    <a:gd name="T5" fmla="*/ 0 h 31"/>
                    <a:gd name="T6" fmla="*/ 63 w 63"/>
                    <a:gd name="T7" fmla="*/ 31 h 31"/>
                    <a:gd name="T8" fmla="*/ 0 w 63"/>
                    <a:gd name="T9" fmla="*/ 3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63" name="Freeform 441"/>
              <p:cNvSpPr/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7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4" name="Freeform 442"/>
              <p:cNvSpPr/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5" name="Freeform 443"/>
              <p:cNvSpPr/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27 w 78"/>
                  <a:gd name="T3" fmla="*/ 36 h 36"/>
                  <a:gd name="T4" fmla="*/ 78 w 78"/>
                  <a:gd name="T5" fmla="*/ 36 h 36"/>
                  <a:gd name="T6" fmla="*/ 49 w 78"/>
                  <a:gd name="T7" fmla="*/ 0 h 36"/>
                  <a:gd name="T8" fmla="*/ 0 w 7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6" name="Freeform 444"/>
              <p:cNvSpPr/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7" name="Freeform 445"/>
              <p:cNvSpPr/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8" name="Freeform 446"/>
              <p:cNvSpPr/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28 w 79"/>
                  <a:gd name="T3" fmla="*/ 35 h 35"/>
                  <a:gd name="T4" fmla="*/ 79 w 79"/>
                  <a:gd name="T5" fmla="*/ 35 h 35"/>
                  <a:gd name="T6" fmla="*/ 50 w 79"/>
                  <a:gd name="T7" fmla="*/ 0 h 35"/>
                  <a:gd name="T8" fmla="*/ 0 w 7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9" name="Freeform 447"/>
              <p:cNvSpPr/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8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0" name="Freeform 448"/>
              <p:cNvSpPr/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1" name="Freeform 449"/>
              <p:cNvSpPr/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28 w 79"/>
                  <a:gd name="T3" fmla="*/ 36 h 36"/>
                  <a:gd name="T4" fmla="*/ 79 w 79"/>
                  <a:gd name="T5" fmla="*/ 36 h 36"/>
                  <a:gd name="T6" fmla="*/ 50 w 79"/>
                  <a:gd name="T7" fmla="*/ 0 h 36"/>
                  <a:gd name="T8" fmla="*/ 0 w 7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2" name="Freeform 450"/>
              <p:cNvSpPr/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27 w 80"/>
                  <a:gd name="T3" fmla="*/ 36 h 36"/>
                  <a:gd name="T4" fmla="*/ 80 w 80"/>
                  <a:gd name="T5" fmla="*/ 36 h 36"/>
                  <a:gd name="T6" fmla="*/ 51 w 80"/>
                  <a:gd name="T7" fmla="*/ 0 h 36"/>
                  <a:gd name="T8" fmla="*/ 0 w 80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3" name="Freeform 451"/>
              <p:cNvSpPr/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28 w 81"/>
                  <a:gd name="T3" fmla="*/ 36 h 36"/>
                  <a:gd name="T4" fmla="*/ 81 w 81"/>
                  <a:gd name="T5" fmla="*/ 36 h 36"/>
                  <a:gd name="T6" fmla="*/ 52 w 81"/>
                  <a:gd name="T7" fmla="*/ 0 h 36"/>
                  <a:gd name="T8" fmla="*/ 0 w 8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grpSp>
            <p:nvGrpSpPr>
              <p:cNvPr id="174" name="Group 452"/>
              <p:cNvGrpSpPr/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14" name="Freeform 453"/>
                <p:cNvSpPr/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10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15" name="Freeform 454"/>
                <p:cNvSpPr/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50 w 73"/>
                    <a:gd name="T3" fmla="*/ 0 h 30"/>
                    <a:gd name="T4" fmla="*/ 52 w 73"/>
                    <a:gd name="T5" fmla="*/ 4 h 30"/>
                    <a:gd name="T6" fmla="*/ 56 w 73"/>
                    <a:gd name="T7" fmla="*/ 12 h 30"/>
                    <a:gd name="T8" fmla="*/ 73 w 73"/>
                    <a:gd name="T9" fmla="*/ 30 h 30"/>
                    <a:gd name="T10" fmla="*/ 18 w 73"/>
                    <a:gd name="T11" fmla="*/ 30 h 30"/>
                    <a:gd name="T12" fmla="*/ 9 w 73"/>
                    <a:gd name="T13" fmla="*/ 21 h 30"/>
                    <a:gd name="T14" fmla="*/ 0 w 73"/>
                    <a:gd name="T15" fmla="*/ 6 h 30"/>
                    <a:gd name="T16" fmla="*/ 1 w 73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16" name="Freeform 455"/>
                <p:cNvSpPr/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36 h 36"/>
                    <a:gd name="T2" fmla="*/ 2 w 82"/>
                    <a:gd name="T3" fmla="*/ 19 h 36"/>
                    <a:gd name="T4" fmla="*/ 6 w 82"/>
                    <a:gd name="T5" fmla="*/ 6 h 36"/>
                    <a:gd name="T6" fmla="*/ 11 w 82"/>
                    <a:gd name="T7" fmla="*/ 0 h 36"/>
                    <a:gd name="T8" fmla="*/ 67 w 82"/>
                    <a:gd name="T9" fmla="*/ 0 h 36"/>
                    <a:gd name="T10" fmla="*/ 82 w 82"/>
                    <a:gd name="T11" fmla="*/ 36 h 36"/>
                    <a:gd name="T12" fmla="*/ 0 w 82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75" name="Group 456"/>
              <p:cNvGrpSpPr/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11" name="Freeform 457"/>
                <p:cNvSpPr/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5 w 24"/>
                    <a:gd name="T1" fmla="*/ 67 h 67"/>
                    <a:gd name="T2" fmla="*/ 0 w 24"/>
                    <a:gd name="T3" fmla="*/ 26 h 67"/>
                    <a:gd name="T4" fmla="*/ 9 w 24"/>
                    <a:gd name="T5" fmla="*/ 0 h 67"/>
                    <a:gd name="T6" fmla="*/ 24 w 24"/>
                    <a:gd name="T7" fmla="*/ 30 h 67"/>
                    <a:gd name="T8" fmla="*/ 15 w 24"/>
                    <a:gd name="T9" fmla="*/ 67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12" name="Freeform 458"/>
                <p:cNvSpPr/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2 w 74"/>
                    <a:gd name="T1" fmla="*/ 0 h 29"/>
                    <a:gd name="T2" fmla="*/ 50 w 74"/>
                    <a:gd name="T3" fmla="*/ 0 h 29"/>
                    <a:gd name="T4" fmla="*/ 52 w 74"/>
                    <a:gd name="T5" fmla="*/ 2 h 29"/>
                    <a:gd name="T6" fmla="*/ 57 w 74"/>
                    <a:gd name="T7" fmla="*/ 13 h 29"/>
                    <a:gd name="T8" fmla="*/ 74 w 74"/>
                    <a:gd name="T9" fmla="*/ 29 h 29"/>
                    <a:gd name="T10" fmla="*/ 19 w 74"/>
                    <a:gd name="T11" fmla="*/ 29 h 29"/>
                    <a:gd name="T12" fmla="*/ 9 w 74"/>
                    <a:gd name="T13" fmla="*/ 20 h 29"/>
                    <a:gd name="T14" fmla="*/ 0 w 74"/>
                    <a:gd name="T15" fmla="*/ 6 h 29"/>
                    <a:gd name="T16" fmla="*/ 2 w 74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13" name="Freeform 459"/>
                <p:cNvSpPr/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35 h 35"/>
                    <a:gd name="T2" fmla="*/ 1 w 81"/>
                    <a:gd name="T3" fmla="*/ 19 h 35"/>
                    <a:gd name="T4" fmla="*/ 5 w 81"/>
                    <a:gd name="T5" fmla="*/ 7 h 35"/>
                    <a:gd name="T6" fmla="*/ 10 w 81"/>
                    <a:gd name="T7" fmla="*/ 0 h 35"/>
                    <a:gd name="T8" fmla="*/ 67 w 81"/>
                    <a:gd name="T9" fmla="*/ 0 h 35"/>
                    <a:gd name="T10" fmla="*/ 81 w 81"/>
                    <a:gd name="T11" fmla="*/ 35 h 35"/>
                    <a:gd name="T12" fmla="*/ 0 w 81"/>
                    <a:gd name="T13" fmla="*/ 35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76" name="Group 460"/>
              <p:cNvGrpSpPr/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08" name="Freeform 461"/>
                <p:cNvSpPr/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09" name="Freeform 462"/>
                <p:cNvSpPr/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50 w 72"/>
                    <a:gd name="T3" fmla="*/ 0 h 30"/>
                    <a:gd name="T4" fmla="*/ 51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8 w 72"/>
                    <a:gd name="T11" fmla="*/ 30 h 30"/>
                    <a:gd name="T12" fmla="*/ 9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10" name="Freeform 463"/>
                <p:cNvSpPr/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1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77" name="Group 464"/>
              <p:cNvGrpSpPr/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05" name="Freeform 465"/>
                <p:cNvSpPr/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15 w 24"/>
                    <a:gd name="T1" fmla="*/ 68 h 68"/>
                    <a:gd name="T2" fmla="*/ 0 w 24"/>
                    <a:gd name="T3" fmla="*/ 26 h 68"/>
                    <a:gd name="T4" fmla="*/ 11 w 24"/>
                    <a:gd name="T5" fmla="*/ 0 h 68"/>
                    <a:gd name="T6" fmla="*/ 24 w 24"/>
                    <a:gd name="T7" fmla="*/ 31 h 68"/>
                    <a:gd name="T8" fmla="*/ 15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06" name="Freeform 466"/>
                <p:cNvSpPr/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48 w 72"/>
                    <a:gd name="T3" fmla="*/ 0 h 30"/>
                    <a:gd name="T4" fmla="*/ 50 w 72"/>
                    <a:gd name="T5" fmla="*/ 3 h 30"/>
                    <a:gd name="T6" fmla="*/ 56 w 72"/>
                    <a:gd name="T7" fmla="*/ 12 h 30"/>
                    <a:gd name="T8" fmla="*/ 72 w 72"/>
                    <a:gd name="T9" fmla="*/ 30 h 30"/>
                    <a:gd name="T10" fmla="*/ 17 w 72"/>
                    <a:gd name="T11" fmla="*/ 30 h 30"/>
                    <a:gd name="T12" fmla="*/ 8 w 72"/>
                    <a:gd name="T13" fmla="*/ 21 h 30"/>
                    <a:gd name="T14" fmla="*/ 0 w 72"/>
                    <a:gd name="T15" fmla="*/ 6 h 30"/>
                    <a:gd name="T16" fmla="*/ 1 w 72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07" name="Freeform 467"/>
                <p:cNvSpPr/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19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78" name="Group 468"/>
              <p:cNvGrpSpPr/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02" name="Freeform 469"/>
                <p:cNvSpPr/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71 w 182"/>
                    <a:gd name="T1" fmla="*/ 314 h 314"/>
                    <a:gd name="T2" fmla="*/ 0 w 182"/>
                    <a:gd name="T3" fmla="*/ 27 h 314"/>
                    <a:gd name="T4" fmla="*/ 13 w 182"/>
                    <a:gd name="T5" fmla="*/ 0 h 314"/>
                    <a:gd name="T6" fmla="*/ 182 w 182"/>
                    <a:gd name="T7" fmla="*/ 278 h 314"/>
                    <a:gd name="T8" fmla="*/ 171 w 182"/>
                    <a:gd name="T9" fmla="*/ 314 h 3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03" name="Freeform 470"/>
                <p:cNvSpPr/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56 w 235"/>
                    <a:gd name="T3" fmla="*/ 0 h 281"/>
                    <a:gd name="T4" fmla="*/ 58 w 235"/>
                    <a:gd name="T5" fmla="*/ 0 h 281"/>
                    <a:gd name="T6" fmla="*/ 65 w 235"/>
                    <a:gd name="T7" fmla="*/ 10 h 281"/>
                    <a:gd name="T8" fmla="*/ 235 w 235"/>
                    <a:gd name="T9" fmla="*/ 281 h 281"/>
                    <a:gd name="T10" fmla="*/ 165 w 235"/>
                    <a:gd name="T11" fmla="*/ 277 h 281"/>
                    <a:gd name="T12" fmla="*/ 9 w 235"/>
                    <a:gd name="T13" fmla="*/ 19 h 281"/>
                    <a:gd name="T14" fmla="*/ 0 w 235"/>
                    <a:gd name="T15" fmla="*/ 4 h 281"/>
                    <a:gd name="T16" fmla="*/ 1 w 235"/>
                    <a:gd name="T17" fmla="*/ 0 h 2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04" name="Freeform 471"/>
                <p:cNvSpPr/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36 h 36"/>
                    <a:gd name="T2" fmla="*/ 2 w 95"/>
                    <a:gd name="T3" fmla="*/ 19 h 36"/>
                    <a:gd name="T4" fmla="*/ 8 w 95"/>
                    <a:gd name="T5" fmla="*/ 7 h 36"/>
                    <a:gd name="T6" fmla="*/ 12 w 95"/>
                    <a:gd name="T7" fmla="*/ 0 h 36"/>
                    <a:gd name="T8" fmla="*/ 76 w 95"/>
                    <a:gd name="T9" fmla="*/ 0 h 36"/>
                    <a:gd name="T10" fmla="*/ 95 w 95"/>
                    <a:gd name="T11" fmla="*/ 36 h 36"/>
                    <a:gd name="T12" fmla="*/ 0 w 95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79" name="Group 472"/>
              <p:cNvGrpSpPr/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199" name="Freeform 473"/>
                <p:cNvSpPr/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14 w 24"/>
                    <a:gd name="T1" fmla="*/ 68 h 68"/>
                    <a:gd name="T2" fmla="*/ 0 w 24"/>
                    <a:gd name="T3" fmla="*/ 27 h 68"/>
                    <a:gd name="T4" fmla="*/ 9 w 24"/>
                    <a:gd name="T5" fmla="*/ 0 h 68"/>
                    <a:gd name="T6" fmla="*/ 24 w 24"/>
                    <a:gd name="T7" fmla="*/ 32 h 68"/>
                    <a:gd name="T8" fmla="*/ 14 w 24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00" name="Freeform 474"/>
                <p:cNvSpPr/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1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01" name="Freeform 475"/>
                <p:cNvSpPr/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34 h 34"/>
                    <a:gd name="T2" fmla="*/ 1 w 81"/>
                    <a:gd name="T3" fmla="*/ 19 h 34"/>
                    <a:gd name="T4" fmla="*/ 5 w 81"/>
                    <a:gd name="T5" fmla="*/ 6 h 34"/>
                    <a:gd name="T6" fmla="*/ 10 w 81"/>
                    <a:gd name="T7" fmla="*/ 0 h 34"/>
                    <a:gd name="T8" fmla="*/ 67 w 81"/>
                    <a:gd name="T9" fmla="*/ 0 h 34"/>
                    <a:gd name="T10" fmla="*/ 81 w 81"/>
                    <a:gd name="T11" fmla="*/ 34 h 34"/>
                    <a:gd name="T12" fmla="*/ 0 w 81"/>
                    <a:gd name="T13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80" name="Group 476"/>
              <p:cNvGrpSpPr/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196" name="Freeform 477"/>
                <p:cNvSpPr/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3 w 22"/>
                    <a:gd name="T1" fmla="*/ 68 h 68"/>
                    <a:gd name="T2" fmla="*/ 0 w 22"/>
                    <a:gd name="T3" fmla="*/ 27 h 68"/>
                    <a:gd name="T4" fmla="*/ 9 w 22"/>
                    <a:gd name="T5" fmla="*/ 0 h 68"/>
                    <a:gd name="T6" fmla="*/ 22 w 22"/>
                    <a:gd name="T7" fmla="*/ 31 h 68"/>
                    <a:gd name="T8" fmla="*/ 13 w 22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7" name="Freeform 478"/>
                <p:cNvSpPr/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50 w 72"/>
                    <a:gd name="T3" fmla="*/ 0 h 29"/>
                    <a:gd name="T4" fmla="*/ 51 w 72"/>
                    <a:gd name="T5" fmla="*/ 2 h 29"/>
                    <a:gd name="T6" fmla="*/ 56 w 72"/>
                    <a:gd name="T7" fmla="*/ 11 h 29"/>
                    <a:gd name="T8" fmla="*/ 72 w 72"/>
                    <a:gd name="T9" fmla="*/ 29 h 29"/>
                    <a:gd name="T10" fmla="*/ 17 w 72"/>
                    <a:gd name="T11" fmla="*/ 29 h 29"/>
                    <a:gd name="T12" fmla="*/ 9 w 72"/>
                    <a:gd name="T13" fmla="*/ 20 h 29"/>
                    <a:gd name="T14" fmla="*/ 0 w 72"/>
                    <a:gd name="T15" fmla="*/ 6 h 29"/>
                    <a:gd name="T16" fmla="*/ 1 w 72"/>
                    <a:gd name="T17" fmla="*/ 0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8" name="Freeform 479"/>
                <p:cNvSpPr/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1 w 83"/>
                    <a:gd name="T3" fmla="*/ 20 h 36"/>
                    <a:gd name="T4" fmla="*/ 7 w 83"/>
                    <a:gd name="T5" fmla="*/ 8 h 36"/>
                    <a:gd name="T6" fmla="*/ 11 w 83"/>
                    <a:gd name="T7" fmla="*/ 0 h 36"/>
                    <a:gd name="T8" fmla="*/ 67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81" name="Group 480"/>
              <p:cNvGrpSpPr/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193" name="Freeform 481"/>
                <p:cNvSpPr/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3 w 22"/>
                    <a:gd name="T1" fmla="*/ 69 h 69"/>
                    <a:gd name="T2" fmla="*/ 0 w 22"/>
                    <a:gd name="T3" fmla="*/ 27 h 69"/>
                    <a:gd name="T4" fmla="*/ 9 w 22"/>
                    <a:gd name="T5" fmla="*/ 0 h 69"/>
                    <a:gd name="T6" fmla="*/ 22 w 22"/>
                    <a:gd name="T7" fmla="*/ 32 h 69"/>
                    <a:gd name="T8" fmla="*/ 13 w 22"/>
                    <a:gd name="T9" fmla="*/ 69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4" name="Freeform 482"/>
                <p:cNvSpPr/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3 w 74"/>
                    <a:gd name="T1" fmla="*/ 0 h 31"/>
                    <a:gd name="T2" fmla="*/ 51 w 74"/>
                    <a:gd name="T3" fmla="*/ 0 h 31"/>
                    <a:gd name="T4" fmla="*/ 53 w 74"/>
                    <a:gd name="T5" fmla="*/ 4 h 31"/>
                    <a:gd name="T6" fmla="*/ 56 w 74"/>
                    <a:gd name="T7" fmla="*/ 13 h 31"/>
                    <a:gd name="T8" fmla="*/ 74 w 74"/>
                    <a:gd name="T9" fmla="*/ 31 h 31"/>
                    <a:gd name="T10" fmla="*/ 18 w 74"/>
                    <a:gd name="T11" fmla="*/ 31 h 31"/>
                    <a:gd name="T12" fmla="*/ 9 w 74"/>
                    <a:gd name="T13" fmla="*/ 22 h 31"/>
                    <a:gd name="T14" fmla="*/ 0 w 74"/>
                    <a:gd name="T15" fmla="*/ 6 h 31"/>
                    <a:gd name="T16" fmla="*/ 3 w 74"/>
                    <a:gd name="T17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5" name="Freeform 483"/>
                <p:cNvSpPr/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36 h 36"/>
                    <a:gd name="T2" fmla="*/ 2 w 83"/>
                    <a:gd name="T3" fmla="*/ 19 h 36"/>
                    <a:gd name="T4" fmla="*/ 7 w 83"/>
                    <a:gd name="T5" fmla="*/ 6 h 36"/>
                    <a:gd name="T6" fmla="*/ 11 w 83"/>
                    <a:gd name="T7" fmla="*/ 0 h 36"/>
                    <a:gd name="T8" fmla="*/ 68 w 83"/>
                    <a:gd name="T9" fmla="*/ 0 h 36"/>
                    <a:gd name="T10" fmla="*/ 83 w 83"/>
                    <a:gd name="T11" fmla="*/ 36 h 36"/>
                    <a:gd name="T12" fmla="*/ 0 w 83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82" name="Group 484"/>
              <p:cNvGrpSpPr/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190" name="Freeform 485"/>
                <p:cNvSpPr/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15 w 24"/>
                    <a:gd name="T1" fmla="*/ 70 h 70"/>
                    <a:gd name="T2" fmla="*/ 0 w 24"/>
                    <a:gd name="T3" fmla="*/ 27 h 70"/>
                    <a:gd name="T4" fmla="*/ 9 w 24"/>
                    <a:gd name="T5" fmla="*/ 0 h 70"/>
                    <a:gd name="T6" fmla="*/ 24 w 24"/>
                    <a:gd name="T7" fmla="*/ 32 h 70"/>
                    <a:gd name="T8" fmla="*/ 15 w 24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1" name="Freeform 486"/>
                <p:cNvSpPr/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2 w 74"/>
                    <a:gd name="T1" fmla="*/ 0 h 30"/>
                    <a:gd name="T2" fmla="*/ 50 w 74"/>
                    <a:gd name="T3" fmla="*/ 0 h 30"/>
                    <a:gd name="T4" fmla="*/ 52 w 74"/>
                    <a:gd name="T5" fmla="*/ 4 h 30"/>
                    <a:gd name="T6" fmla="*/ 57 w 74"/>
                    <a:gd name="T7" fmla="*/ 13 h 30"/>
                    <a:gd name="T8" fmla="*/ 74 w 74"/>
                    <a:gd name="T9" fmla="*/ 30 h 30"/>
                    <a:gd name="T10" fmla="*/ 19 w 74"/>
                    <a:gd name="T11" fmla="*/ 30 h 30"/>
                    <a:gd name="T12" fmla="*/ 9 w 74"/>
                    <a:gd name="T13" fmla="*/ 22 h 30"/>
                    <a:gd name="T14" fmla="*/ 0 w 74"/>
                    <a:gd name="T15" fmla="*/ 6 h 30"/>
                    <a:gd name="T16" fmla="*/ 2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2" name="Freeform 487"/>
                <p:cNvSpPr/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6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83" name="Group 488"/>
              <p:cNvGrpSpPr/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187" name="Freeform 489"/>
                <p:cNvSpPr/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16 w 25"/>
                    <a:gd name="T1" fmla="*/ 68 h 68"/>
                    <a:gd name="T2" fmla="*/ 0 w 25"/>
                    <a:gd name="T3" fmla="*/ 25 h 68"/>
                    <a:gd name="T4" fmla="*/ 11 w 25"/>
                    <a:gd name="T5" fmla="*/ 0 h 68"/>
                    <a:gd name="T6" fmla="*/ 25 w 25"/>
                    <a:gd name="T7" fmla="*/ 31 h 68"/>
                    <a:gd name="T8" fmla="*/ 16 w 25"/>
                    <a:gd name="T9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8" name="Freeform 490"/>
                <p:cNvSpPr/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49 w 74"/>
                    <a:gd name="T3" fmla="*/ 0 h 30"/>
                    <a:gd name="T4" fmla="*/ 50 w 74"/>
                    <a:gd name="T5" fmla="*/ 3 h 30"/>
                    <a:gd name="T6" fmla="*/ 57 w 74"/>
                    <a:gd name="T7" fmla="*/ 12 h 30"/>
                    <a:gd name="T8" fmla="*/ 74 w 74"/>
                    <a:gd name="T9" fmla="*/ 30 h 30"/>
                    <a:gd name="T10" fmla="*/ 18 w 74"/>
                    <a:gd name="T11" fmla="*/ 30 h 30"/>
                    <a:gd name="T12" fmla="*/ 9 w 74"/>
                    <a:gd name="T13" fmla="*/ 21 h 30"/>
                    <a:gd name="T14" fmla="*/ 0 w 74"/>
                    <a:gd name="T15" fmla="*/ 5 h 30"/>
                    <a:gd name="T16" fmla="*/ 1 w 74"/>
                    <a:gd name="T17" fmla="*/ 0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9" name="Freeform 491"/>
                <p:cNvSpPr/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36 h 36"/>
                    <a:gd name="T2" fmla="*/ 1 w 81"/>
                    <a:gd name="T3" fmla="*/ 19 h 36"/>
                    <a:gd name="T4" fmla="*/ 5 w 81"/>
                    <a:gd name="T5" fmla="*/ 7 h 36"/>
                    <a:gd name="T6" fmla="*/ 10 w 81"/>
                    <a:gd name="T7" fmla="*/ 0 h 36"/>
                    <a:gd name="T8" fmla="*/ 67 w 81"/>
                    <a:gd name="T9" fmla="*/ 0 h 36"/>
                    <a:gd name="T10" fmla="*/ 81 w 81"/>
                    <a:gd name="T11" fmla="*/ 36 h 36"/>
                    <a:gd name="T12" fmla="*/ 0 w 81"/>
                    <a:gd name="T13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2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84" name="Freeform 492"/>
              <p:cNvSpPr/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40 w 51"/>
                  <a:gd name="T1" fmla="*/ 128 h 128"/>
                  <a:gd name="T2" fmla="*/ 0 w 51"/>
                  <a:gd name="T3" fmla="*/ 29 h 128"/>
                  <a:gd name="T4" fmla="*/ 0 w 51"/>
                  <a:gd name="T5" fmla="*/ 20 h 128"/>
                  <a:gd name="T6" fmla="*/ 2 w 51"/>
                  <a:gd name="T7" fmla="*/ 11 h 128"/>
                  <a:gd name="T8" fmla="*/ 10 w 51"/>
                  <a:gd name="T9" fmla="*/ 0 h 128"/>
                  <a:gd name="T10" fmla="*/ 51 w 51"/>
                  <a:gd name="T11" fmla="*/ 91 h 128"/>
                  <a:gd name="T12" fmla="*/ 40 w 51"/>
                  <a:gd name="T13" fmla="*/ 128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5" name="Freeform 493"/>
              <p:cNvSpPr/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64 w 183"/>
                  <a:gd name="T3" fmla="*/ 0 h 85"/>
                  <a:gd name="T4" fmla="*/ 67 w 183"/>
                  <a:gd name="T5" fmla="*/ 13 h 85"/>
                  <a:gd name="T6" fmla="*/ 75 w 183"/>
                  <a:gd name="T7" fmla="*/ 28 h 85"/>
                  <a:gd name="T8" fmla="*/ 84 w 183"/>
                  <a:gd name="T9" fmla="*/ 42 h 85"/>
                  <a:gd name="T10" fmla="*/ 158 w 183"/>
                  <a:gd name="T11" fmla="*/ 42 h 85"/>
                  <a:gd name="T12" fmla="*/ 163 w 183"/>
                  <a:gd name="T13" fmla="*/ 55 h 85"/>
                  <a:gd name="T14" fmla="*/ 172 w 183"/>
                  <a:gd name="T15" fmla="*/ 67 h 85"/>
                  <a:gd name="T16" fmla="*/ 183 w 183"/>
                  <a:gd name="T17" fmla="*/ 85 h 85"/>
                  <a:gd name="T18" fmla="*/ 64 w 183"/>
                  <a:gd name="T19" fmla="*/ 85 h 85"/>
                  <a:gd name="T20" fmla="*/ 41 w 183"/>
                  <a:gd name="T21" fmla="*/ 85 h 85"/>
                  <a:gd name="T22" fmla="*/ 0 w 183"/>
                  <a:gd name="T2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6" name="Freeform 494"/>
              <p:cNvSpPr/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36 h 36"/>
                  <a:gd name="T2" fmla="*/ 1 w 160"/>
                  <a:gd name="T3" fmla="*/ 20 h 36"/>
                  <a:gd name="T4" fmla="*/ 7 w 160"/>
                  <a:gd name="T5" fmla="*/ 8 h 36"/>
                  <a:gd name="T6" fmla="*/ 10 w 160"/>
                  <a:gd name="T7" fmla="*/ 0 h 36"/>
                  <a:gd name="T8" fmla="*/ 150 w 160"/>
                  <a:gd name="T9" fmla="*/ 0 h 36"/>
                  <a:gd name="T10" fmla="*/ 160 w 160"/>
                  <a:gd name="T11" fmla="*/ 36 h 36"/>
                  <a:gd name="T12" fmla="*/ 0 w 160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81" name="Group 495"/>
            <p:cNvGrpSpPr/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02" name="Freeform 496"/>
              <p:cNvSpPr/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35 w 825"/>
                  <a:gd name="T1" fmla="*/ 13 h 151"/>
                  <a:gd name="T2" fmla="*/ 17 w 825"/>
                  <a:gd name="T3" fmla="*/ 27 h 151"/>
                  <a:gd name="T4" fmla="*/ 9 w 825"/>
                  <a:gd name="T5" fmla="*/ 48 h 151"/>
                  <a:gd name="T6" fmla="*/ 0 w 825"/>
                  <a:gd name="T7" fmla="*/ 97 h 151"/>
                  <a:gd name="T8" fmla="*/ 4 w 825"/>
                  <a:gd name="T9" fmla="*/ 124 h 151"/>
                  <a:gd name="T10" fmla="*/ 13 w 825"/>
                  <a:gd name="T11" fmla="*/ 138 h 151"/>
                  <a:gd name="T12" fmla="*/ 26 w 825"/>
                  <a:gd name="T13" fmla="*/ 151 h 151"/>
                  <a:gd name="T14" fmla="*/ 783 w 825"/>
                  <a:gd name="T15" fmla="*/ 142 h 151"/>
                  <a:gd name="T16" fmla="*/ 807 w 825"/>
                  <a:gd name="T17" fmla="*/ 128 h 151"/>
                  <a:gd name="T18" fmla="*/ 816 w 825"/>
                  <a:gd name="T19" fmla="*/ 107 h 151"/>
                  <a:gd name="T20" fmla="*/ 825 w 825"/>
                  <a:gd name="T21" fmla="*/ 61 h 151"/>
                  <a:gd name="T22" fmla="*/ 821 w 825"/>
                  <a:gd name="T23" fmla="*/ 27 h 151"/>
                  <a:gd name="T24" fmla="*/ 806 w 825"/>
                  <a:gd name="T25" fmla="*/ 9 h 151"/>
                  <a:gd name="T26" fmla="*/ 785 w 825"/>
                  <a:gd name="T27" fmla="*/ 0 h 151"/>
                  <a:gd name="T28" fmla="*/ 35 w 825"/>
                  <a:gd name="T29" fmla="*/ 13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3" name="Freeform 497"/>
              <p:cNvSpPr/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4 w 658"/>
                  <a:gd name="T1" fmla="*/ 23 h 79"/>
                  <a:gd name="T2" fmla="*/ 0 w 658"/>
                  <a:gd name="T3" fmla="*/ 50 h 79"/>
                  <a:gd name="T4" fmla="*/ 153 w 658"/>
                  <a:gd name="T5" fmla="*/ 50 h 79"/>
                  <a:gd name="T6" fmla="*/ 153 w 658"/>
                  <a:gd name="T7" fmla="*/ 79 h 79"/>
                  <a:gd name="T8" fmla="*/ 500 w 658"/>
                  <a:gd name="T9" fmla="*/ 73 h 79"/>
                  <a:gd name="T10" fmla="*/ 500 w 658"/>
                  <a:gd name="T11" fmla="*/ 50 h 79"/>
                  <a:gd name="T12" fmla="*/ 656 w 658"/>
                  <a:gd name="T13" fmla="*/ 50 h 79"/>
                  <a:gd name="T14" fmla="*/ 658 w 658"/>
                  <a:gd name="T15" fmla="*/ 23 h 79"/>
                  <a:gd name="T16" fmla="*/ 504 w 658"/>
                  <a:gd name="T17" fmla="*/ 23 h 79"/>
                  <a:gd name="T18" fmla="*/ 504 w 658"/>
                  <a:gd name="T19" fmla="*/ 0 h 79"/>
                  <a:gd name="T20" fmla="*/ 153 w 658"/>
                  <a:gd name="T21" fmla="*/ 8 h 79"/>
                  <a:gd name="T22" fmla="*/ 153 w 658"/>
                  <a:gd name="T23" fmla="*/ 23 h 79"/>
                  <a:gd name="T24" fmla="*/ 4 w 658"/>
                  <a:gd name="T25" fmla="*/ 23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4" name="Rectangle 498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5" name="Rectangle 499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82" name="Group 500"/>
            <p:cNvGrpSpPr/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83" name="Freeform 501"/>
              <p:cNvSpPr/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126 w 191"/>
                  <a:gd name="T1" fmla="*/ 9 h 200"/>
                  <a:gd name="T2" fmla="*/ 93 w 191"/>
                  <a:gd name="T3" fmla="*/ 0 h 200"/>
                  <a:gd name="T4" fmla="*/ 59 w 191"/>
                  <a:gd name="T5" fmla="*/ 5 h 200"/>
                  <a:gd name="T6" fmla="*/ 32 w 191"/>
                  <a:gd name="T7" fmla="*/ 17 h 200"/>
                  <a:gd name="T8" fmla="*/ 9 w 191"/>
                  <a:gd name="T9" fmla="*/ 45 h 200"/>
                  <a:gd name="T10" fmla="*/ 0 w 191"/>
                  <a:gd name="T11" fmla="*/ 94 h 200"/>
                  <a:gd name="T12" fmla="*/ 0 w 191"/>
                  <a:gd name="T13" fmla="*/ 137 h 200"/>
                  <a:gd name="T14" fmla="*/ 0 w 191"/>
                  <a:gd name="T15" fmla="*/ 200 h 200"/>
                  <a:gd name="T16" fmla="*/ 191 w 191"/>
                  <a:gd name="T17" fmla="*/ 200 h 200"/>
                  <a:gd name="T18" fmla="*/ 181 w 191"/>
                  <a:gd name="T19" fmla="*/ 81 h 200"/>
                  <a:gd name="T20" fmla="*/ 157 w 191"/>
                  <a:gd name="T21" fmla="*/ 30 h 200"/>
                  <a:gd name="T22" fmla="*/ 126 w 191"/>
                  <a:gd name="T23" fmla="*/ 9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4" name="Freeform 502"/>
              <p:cNvSpPr/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860 w 860"/>
                  <a:gd name="T3" fmla="*/ 764 h 791"/>
                  <a:gd name="T4" fmla="*/ 849 w 860"/>
                  <a:gd name="T5" fmla="*/ 777 h 791"/>
                  <a:gd name="T6" fmla="*/ 838 w 860"/>
                  <a:gd name="T7" fmla="*/ 791 h 791"/>
                  <a:gd name="T8" fmla="*/ 0 w 860"/>
                  <a:gd name="T9" fmla="*/ 0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5" name="Freeform 503"/>
              <p:cNvSpPr/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4 w 281"/>
                  <a:gd name="T1" fmla="*/ 95 h 366"/>
                  <a:gd name="T2" fmla="*/ 24 w 281"/>
                  <a:gd name="T3" fmla="*/ 62 h 366"/>
                  <a:gd name="T4" fmla="*/ 54 w 281"/>
                  <a:gd name="T5" fmla="*/ 43 h 366"/>
                  <a:gd name="T6" fmla="*/ 78 w 281"/>
                  <a:gd name="T7" fmla="*/ 42 h 366"/>
                  <a:gd name="T8" fmla="*/ 128 w 281"/>
                  <a:gd name="T9" fmla="*/ 43 h 366"/>
                  <a:gd name="T10" fmla="*/ 132 w 281"/>
                  <a:gd name="T11" fmla="*/ 0 h 366"/>
                  <a:gd name="T12" fmla="*/ 281 w 281"/>
                  <a:gd name="T13" fmla="*/ 130 h 366"/>
                  <a:gd name="T14" fmla="*/ 272 w 281"/>
                  <a:gd name="T15" fmla="*/ 179 h 366"/>
                  <a:gd name="T16" fmla="*/ 228 w 281"/>
                  <a:gd name="T17" fmla="*/ 170 h 366"/>
                  <a:gd name="T18" fmla="*/ 191 w 281"/>
                  <a:gd name="T19" fmla="*/ 184 h 366"/>
                  <a:gd name="T20" fmla="*/ 158 w 281"/>
                  <a:gd name="T21" fmla="*/ 210 h 366"/>
                  <a:gd name="T22" fmla="*/ 150 w 281"/>
                  <a:gd name="T23" fmla="*/ 232 h 366"/>
                  <a:gd name="T24" fmla="*/ 149 w 281"/>
                  <a:gd name="T25" fmla="*/ 295 h 366"/>
                  <a:gd name="T26" fmla="*/ 149 w 281"/>
                  <a:gd name="T27" fmla="*/ 338 h 366"/>
                  <a:gd name="T28" fmla="*/ 150 w 281"/>
                  <a:gd name="T29" fmla="*/ 366 h 366"/>
                  <a:gd name="T30" fmla="*/ 0 w 281"/>
                  <a:gd name="T31" fmla="*/ 229 h 366"/>
                  <a:gd name="T32" fmla="*/ 0 w 281"/>
                  <a:gd name="T33" fmla="*/ 139 h 366"/>
                  <a:gd name="T34" fmla="*/ 4 w 281"/>
                  <a:gd name="T35" fmla="*/ 95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6" name="Line 504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7" name="Freeform 505"/>
              <p:cNvSpPr/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0 w 222"/>
                  <a:gd name="T1" fmla="*/ 98 h 289"/>
                  <a:gd name="T2" fmla="*/ 27 w 222"/>
                  <a:gd name="T3" fmla="*/ 64 h 289"/>
                  <a:gd name="T4" fmla="*/ 53 w 222"/>
                  <a:gd name="T5" fmla="*/ 45 h 289"/>
                  <a:gd name="T6" fmla="*/ 81 w 222"/>
                  <a:gd name="T7" fmla="*/ 41 h 289"/>
                  <a:gd name="T8" fmla="*/ 131 w 222"/>
                  <a:gd name="T9" fmla="*/ 42 h 289"/>
                  <a:gd name="T10" fmla="*/ 135 w 222"/>
                  <a:gd name="T11" fmla="*/ 0 h 289"/>
                  <a:gd name="T12" fmla="*/ 222 w 222"/>
                  <a:gd name="T13" fmla="*/ 80 h 289"/>
                  <a:gd name="T14" fmla="*/ 218 w 222"/>
                  <a:gd name="T15" fmla="*/ 120 h 289"/>
                  <a:gd name="T16" fmla="*/ 190 w 222"/>
                  <a:gd name="T17" fmla="*/ 118 h 289"/>
                  <a:gd name="T18" fmla="*/ 168 w 222"/>
                  <a:gd name="T19" fmla="*/ 116 h 289"/>
                  <a:gd name="T20" fmla="*/ 135 w 222"/>
                  <a:gd name="T21" fmla="*/ 125 h 289"/>
                  <a:gd name="T22" fmla="*/ 118 w 222"/>
                  <a:gd name="T23" fmla="*/ 137 h 289"/>
                  <a:gd name="T24" fmla="*/ 102 w 222"/>
                  <a:gd name="T25" fmla="*/ 161 h 289"/>
                  <a:gd name="T26" fmla="*/ 98 w 222"/>
                  <a:gd name="T27" fmla="*/ 192 h 289"/>
                  <a:gd name="T28" fmla="*/ 93 w 222"/>
                  <a:gd name="T29" fmla="*/ 289 h 289"/>
                  <a:gd name="T30" fmla="*/ 0 w 222"/>
                  <a:gd name="T31" fmla="*/ 197 h 289"/>
                  <a:gd name="T32" fmla="*/ 4 w 222"/>
                  <a:gd name="T33" fmla="*/ 138 h 289"/>
                  <a:gd name="T34" fmla="*/ 10 w 222"/>
                  <a:gd name="T35" fmla="*/ 9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8" name="Freeform 506"/>
              <p:cNvSpPr/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28 w 128"/>
                  <a:gd name="T1" fmla="*/ 5 h 186"/>
                  <a:gd name="T2" fmla="*/ 59 w 128"/>
                  <a:gd name="T3" fmla="*/ 0 h 186"/>
                  <a:gd name="T4" fmla="*/ 30 w 128"/>
                  <a:gd name="T5" fmla="*/ 14 h 186"/>
                  <a:gd name="T6" fmla="*/ 9 w 128"/>
                  <a:gd name="T7" fmla="*/ 40 h 186"/>
                  <a:gd name="T8" fmla="*/ 0 w 128"/>
                  <a:gd name="T9" fmla="*/ 89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9" name="Freeform 507"/>
              <p:cNvSpPr/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26 w 126"/>
                  <a:gd name="T1" fmla="*/ 3 h 185"/>
                  <a:gd name="T2" fmla="*/ 59 w 126"/>
                  <a:gd name="T3" fmla="*/ 0 h 185"/>
                  <a:gd name="T4" fmla="*/ 24 w 126"/>
                  <a:gd name="T5" fmla="*/ 15 h 185"/>
                  <a:gd name="T6" fmla="*/ 9 w 126"/>
                  <a:gd name="T7" fmla="*/ 39 h 185"/>
                  <a:gd name="T8" fmla="*/ 0 w 126"/>
                  <a:gd name="T9" fmla="*/ 88 h 185"/>
                  <a:gd name="T10" fmla="*/ 0 w 126"/>
                  <a:gd name="T11" fmla="*/ 185 h 185"/>
                  <a:gd name="T12" fmla="*/ 0 w 126"/>
                  <a:gd name="T13" fmla="*/ 18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0" name="Freeform 508"/>
              <p:cNvSpPr/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27 w 127"/>
                  <a:gd name="T1" fmla="*/ 5 h 185"/>
                  <a:gd name="T2" fmla="*/ 59 w 127"/>
                  <a:gd name="T3" fmla="*/ 0 h 185"/>
                  <a:gd name="T4" fmla="*/ 30 w 127"/>
                  <a:gd name="T5" fmla="*/ 14 h 185"/>
                  <a:gd name="T6" fmla="*/ 9 w 127"/>
                  <a:gd name="T7" fmla="*/ 39 h 185"/>
                  <a:gd name="T8" fmla="*/ 0 w 127"/>
                  <a:gd name="T9" fmla="*/ 88 h 185"/>
                  <a:gd name="T10" fmla="*/ 0 w 127"/>
                  <a:gd name="T11" fmla="*/ 185 h 185"/>
                  <a:gd name="T12" fmla="*/ 0 w 127"/>
                  <a:gd name="T13" fmla="*/ 18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1" name="Freeform 509"/>
              <p:cNvSpPr/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2 w 127"/>
                  <a:gd name="T5" fmla="*/ 10 h 186"/>
                  <a:gd name="T6" fmla="*/ 9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2" name="Freeform 510"/>
              <p:cNvSpPr/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28 w 128"/>
                  <a:gd name="T1" fmla="*/ 4 h 186"/>
                  <a:gd name="T2" fmla="*/ 59 w 128"/>
                  <a:gd name="T3" fmla="*/ 0 h 186"/>
                  <a:gd name="T4" fmla="*/ 32 w 128"/>
                  <a:gd name="T5" fmla="*/ 13 h 186"/>
                  <a:gd name="T6" fmla="*/ 9 w 128"/>
                  <a:gd name="T7" fmla="*/ 40 h 186"/>
                  <a:gd name="T8" fmla="*/ 0 w 128"/>
                  <a:gd name="T9" fmla="*/ 88 h 186"/>
                  <a:gd name="T10" fmla="*/ 0 w 128"/>
                  <a:gd name="T11" fmla="*/ 186 h 186"/>
                  <a:gd name="T12" fmla="*/ 0 w 128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3" name="Freeform 511"/>
              <p:cNvSpPr/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26 w 126"/>
                  <a:gd name="T1" fmla="*/ 4 h 186"/>
                  <a:gd name="T2" fmla="*/ 58 w 126"/>
                  <a:gd name="T3" fmla="*/ 0 h 186"/>
                  <a:gd name="T4" fmla="*/ 31 w 126"/>
                  <a:gd name="T5" fmla="*/ 14 h 186"/>
                  <a:gd name="T6" fmla="*/ 8 w 126"/>
                  <a:gd name="T7" fmla="*/ 40 h 186"/>
                  <a:gd name="T8" fmla="*/ 0 w 126"/>
                  <a:gd name="T9" fmla="*/ 89 h 186"/>
                  <a:gd name="T10" fmla="*/ 0 w 126"/>
                  <a:gd name="T11" fmla="*/ 186 h 186"/>
                  <a:gd name="T12" fmla="*/ 0 w 126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4" name="Freeform 512"/>
              <p:cNvSpPr/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27 w 127"/>
                  <a:gd name="T1" fmla="*/ 5 h 186"/>
                  <a:gd name="T2" fmla="*/ 59 w 127"/>
                  <a:gd name="T3" fmla="*/ 0 h 186"/>
                  <a:gd name="T4" fmla="*/ 33 w 127"/>
                  <a:gd name="T5" fmla="*/ 16 h 186"/>
                  <a:gd name="T6" fmla="*/ 9 w 127"/>
                  <a:gd name="T7" fmla="*/ 40 h 186"/>
                  <a:gd name="T8" fmla="*/ 0 w 127"/>
                  <a:gd name="T9" fmla="*/ 89 h 186"/>
                  <a:gd name="T10" fmla="*/ 0 w 127"/>
                  <a:gd name="T11" fmla="*/ 186 h 186"/>
                  <a:gd name="T12" fmla="*/ 0 w 127"/>
                  <a:gd name="T13" fmla="*/ 182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5" name="Freeform 513"/>
              <p:cNvSpPr/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127 w 127"/>
                  <a:gd name="T1" fmla="*/ 4 h 186"/>
                  <a:gd name="T2" fmla="*/ 59 w 127"/>
                  <a:gd name="T3" fmla="*/ 0 h 186"/>
                  <a:gd name="T4" fmla="*/ 32 w 127"/>
                  <a:gd name="T5" fmla="*/ 13 h 186"/>
                  <a:gd name="T6" fmla="*/ 10 w 127"/>
                  <a:gd name="T7" fmla="*/ 39 h 186"/>
                  <a:gd name="T8" fmla="*/ 0 w 127"/>
                  <a:gd name="T9" fmla="*/ 88 h 186"/>
                  <a:gd name="T10" fmla="*/ 0 w 127"/>
                  <a:gd name="T11" fmla="*/ 186 h 186"/>
                  <a:gd name="T12" fmla="*/ 0 w 127"/>
                  <a:gd name="T13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6" name="Freeform 514"/>
              <p:cNvSpPr/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89 w 96"/>
                  <a:gd name="T3" fmla="*/ 74 h 74"/>
                  <a:gd name="T4" fmla="*/ 96 w 96"/>
                  <a:gd name="T5" fmla="*/ 74 h 74"/>
                  <a:gd name="T6" fmla="*/ 93 w 96"/>
                  <a:gd name="T7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7" name="Oval 515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8" name="Oval 516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99" name="Freeform 517"/>
              <p:cNvSpPr/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25 h 25"/>
                  <a:gd name="T2" fmla="*/ 6 w 188"/>
                  <a:gd name="T3" fmla="*/ 0 h 25"/>
                  <a:gd name="T4" fmla="*/ 175 w 188"/>
                  <a:gd name="T5" fmla="*/ 0 h 25"/>
                  <a:gd name="T6" fmla="*/ 188 w 188"/>
                  <a:gd name="T7" fmla="*/ 19 h 25"/>
                  <a:gd name="T8" fmla="*/ 0 w 188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0" name="Oval 518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1" name="Oval 519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520" name="Text Box 520"/>
          <p:cNvSpPr txBox="1">
            <a:spLocks noChangeArrowheads="1"/>
          </p:cNvSpPr>
          <p:nvPr/>
        </p:nvSpPr>
        <p:spPr bwMode="auto">
          <a:xfrm>
            <a:off x="3613344" y="1040591"/>
            <a:ext cx="99899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中间人 </a:t>
            </a:r>
            <a:r>
              <a:rPr kumimoji="1" lang="en-US" altLang="zh-CN" sz="16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</a:t>
            </a:r>
          </a:p>
        </p:txBody>
      </p:sp>
      <p:sp>
        <p:nvSpPr>
          <p:cNvPr id="521" name="Line 521"/>
          <p:cNvSpPr>
            <a:spLocks noChangeShapeType="1"/>
          </p:cNvSpPr>
          <p:nvPr/>
        </p:nvSpPr>
        <p:spPr bwMode="auto">
          <a:xfrm rot="5400000">
            <a:off x="3486361" y="2631998"/>
            <a:ext cx="220334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2" name="Group 554"/>
          <p:cNvGrpSpPr/>
          <p:nvPr/>
        </p:nvGrpSpPr>
        <p:grpSpPr bwMode="auto">
          <a:xfrm>
            <a:off x="4590243" y="1569050"/>
            <a:ext cx="2773377" cy="272106"/>
            <a:chOff x="2939" y="1851"/>
            <a:chExt cx="2512" cy="267"/>
          </a:xfrm>
        </p:grpSpPr>
        <p:sp>
          <p:nvSpPr>
            <p:cNvPr id="523" name="Line 522"/>
            <p:cNvSpPr>
              <a:spLocks noChangeShapeType="1"/>
            </p:cNvSpPr>
            <p:nvPr/>
          </p:nvSpPr>
          <p:spPr bwMode="auto">
            <a:xfrm>
              <a:off x="2939" y="1987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24" name="Rectangle 523"/>
            <p:cNvSpPr>
              <a:spLocks noChangeArrowheads="1"/>
            </p:cNvSpPr>
            <p:nvPr/>
          </p:nvSpPr>
          <p:spPr bwMode="auto">
            <a:xfrm>
              <a:off x="3506" y="1851"/>
              <a:ext cx="619" cy="267"/>
            </a:xfrm>
            <a:prstGeom prst="rect">
              <a:avLst/>
            </a:prstGeom>
            <a:solidFill>
              <a:srgbClr val="0000FF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我是 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</p:grpSp>
      <p:grpSp>
        <p:nvGrpSpPr>
          <p:cNvPr id="525" name="Group 555"/>
          <p:cNvGrpSpPr/>
          <p:nvPr/>
        </p:nvGrpSpPr>
        <p:grpSpPr bwMode="auto">
          <a:xfrm>
            <a:off x="4572578" y="1902304"/>
            <a:ext cx="2773377" cy="272107"/>
            <a:chOff x="2923" y="2178"/>
            <a:chExt cx="2512" cy="267"/>
          </a:xfrm>
        </p:grpSpPr>
        <p:sp>
          <p:nvSpPr>
            <p:cNvPr id="526" name="Line 524"/>
            <p:cNvSpPr>
              <a:spLocks noChangeShapeType="1"/>
            </p:cNvSpPr>
            <p:nvPr/>
          </p:nvSpPr>
          <p:spPr bwMode="auto">
            <a:xfrm flipH="1">
              <a:off x="2923" y="2314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27" name="Rectangle 525"/>
            <p:cNvSpPr>
              <a:spLocks noChangeArrowheads="1"/>
            </p:cNvSpPr>
            <p:nvPr/>
          </p:nvSpPr>
          <p:spPr bwMode="auto">
            <a:xfrm>
              <a:off x="4383" y="2178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rgbClr val="009900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</p:grpSp>
      <p:grpSp>
        <p:nvGrpSpPr>
          <p:cNvPr id="528" name="Group 558"/>
          <p:cNvGrpSpPr/>
          <p:nvPr/>
        </p:nvGrpSpPr>
        <p:grpSpPr bwMode="auto">
          <a:xfrm>
            <a:off x="4572578" y="2068422"/>
            <a:ext cx="2773377" cy="469816"/>
            <a:chOff x="2923" y="2341"/>
            <a:chExt cx="2512" cy="461"/>
          </a:xfrm>
        </p:grpSpPr>
        <p:sp>
          <p:nvSpPr>
            <p:cNvPr id="529" name="Line 526"/>
            <p:cNvSpPr>
              <a:spLocks noChangeShapeType="1"/>
            </p:cNvSpPr>
            <p:nvPr/>
          </p:nvSpPr>
          <p:spPr bwMode="auto">
            <a:xfrm>
              <a:off x="2923" y="2671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30" name="Rectangle 527"/>
            <p:cNvSpPr>
              <a:spLocks noChangeArrowheads="1"/>
            </p:cNvSpPr>
            <p:nvPr/>
          </p:nvSpPr>
          <p:spPr bwMode="auto">
            <a:xfrm>
              <a:off x="3567" y="2534"/>
              <a:ext cx="567" cy="268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  <p:pic>
          <p:nvPicPr>
            <p:cNvPr id="531" name="Picture 52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2" y="2386"/>
              <a:ext cx="22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32" name="Text Box 529"/>
            <p:cNvSpPr txBox="1">
              <a:spLocks noChangeArrowheads="1"/>
            </p:cNvSpPr>
            <p:nvPr/>
          </p:nvSpPr>
          <p:spPr bwMode="auto">
            <a:xfrm>
              <a:off x="3010" y="2341"/>
              <a:ext cx="420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SK</a:t>
              </a:r>
              <a:r>
                <a:rPr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</a:t>
              </a:r>
            </a:p>
          </p:txBody>
        </p:sp>
      </p:grpSp>
      <p:grpSp>
        <p:nvGrpSpPr>
          <p:cNvPr id="533" name="Group 559"/>
          <p:cNvGrpSpPr/>
          <p:nvPr/>
        </p:nvGrpSpPr>
        <p:grpSpPr bwMode="auto">
          <a:xfrm>
            <a:off x="4590243" y="2567792"/>
            <a:ext cx="2773377" cy="272106"/>
            <a:chOff x="2939" y="2831"/>
            <a:chExt cx="2512" cy="267"/>
          </a:xfrm>
        </p:grpSpPr>
        <p:sp>
          <p:nvSpPr>
            <p:cNvPr id="534" name="Line 5"/>
            <p:cNvSpPr>
              <a:spLocks noChangeShapeType="1"/>
            </p:cNvSpPr>
            <p:nvPr/>
          </p:nvSpPr>
          <p:spPr bwMode="auto">
            <a:xfrm flipH="1">
              <a:off x="2939" y="2950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35" name="Rectangle 530"/>
            <p:cNvSpPr>
              <a:spLocks noChangeArrowheads="1"/>
            </p:cNvSpPr>
            <p:nvPr/>
          </p:nvSpPr>
          <p:spPr bwMode="auto">
            <a:xfrm>
              <a:off x="4281" y="2831"/>
              <a:ext cx="980" cy="26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请把公钥发来</a:t>
              </a:r>
              <a:endParaRPr kumimoji="1" lang="zh-CN" altLang="en-US" sz="12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536" name="Group 563"/>
          <p:cNvGrpSpPr/>
          <p:nvPr/>
        </p:nvGrpSpPr>
        <p:grpSpPr bwMode="auto">
          <a:xfrm>
            <a:off x="4590243" y="2860281"/>
            <a:ext cx="2773377" cy="272107"/>
            <a:chOff x="2939" y="3118"/>
            <a:chExt cx="2512" cy="267"/>
          </a:xfrm>
        </p:grpSpPr>
        <p:sp>
          <p:nvSpPr>
            <p:cNvPr id="537" name="Line 531"/>
            <p:cNvSpPr>
              <a:spLocks noChangeShapeType="1"/>
            </p:cNvSpPr>
            <p:nvPr/>
          </p:nvSpPr>
          <p:spPr bwMode="auto">
            <a:xfrm>
              <a:off x="2939" y="3264"/>
              <a:ext cx="2512" cy="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38" name="Rectangle 532"/>
            <p:cNvSpPr>
              <a:spLocks noChangeArrowheads="1"/>
            </p:cNvSpPr>
            <p:nvPr/>
          </p:nvSpPr>
          <p:spPr bwMode="auto">
            <a:xfrm>
              <a:off x="3559" y="3118"/>
              <a:ext cx="567" cy="26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PK</a:t>
              </a:r>
              <a:r>
                <a:rPr kumimoji="1" lang="en-US" altLang="zh-CN" sz="1400" b="1" baseline="-25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</a:t>
              </a:r>
            </a:p>
          </p:txBody>
        </p:sp>
      </p:grpSp>
      <p:grpSp>
        <p:nvGrpSpPr>
          <p:cNvPr id="539" name="Group 556"/>
          <p:cNvGrpSpPr/>
          <p:nvPr/>
        </p:nvGrpSpPr>
        <p:grpSpPr bwMode="auto">
          <a:xfrm>
            <a:off x="1801409" y="1993006"/>
            <a:ext cx="2773377" cy="272106"/>
            <a:chOff x="413" y="2267"/>
            <a:chExt cx="2512" cy="267"/>
          </a:xfrm>
        </p:grpSpPr>
        <p:sp>
          <p:nvSpPr>
            <p:cNvPr id="540" name="Line 533"/>
            <p:cNvSpPr>
              <a:spLocks noChangeShapeType="1"/>
            </p:cNvSpPr>
            <p:nvPr/>
          </p:nvSpPr>
          <p:spPr bwMode="auto">
            <a:xfrm flipH="1">
              <a:off x="413" y="2386"/>
              <a:ext cx="2512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41" name="Rectangle 534"/>
            <p:cNvSpPr>
              <a:spLocks noChangeArrowheads="1"/>
            </p:cNvSpPr>
            <p:nvPr/>
          </p:nvSpPr>
          <p:spPr bwMode="auto">
            <a:xfrm>
              <a:off x="2011" y="2267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</p:grpSp>
      <p:grpSp>
        <p:nvGrpSpPr>
          <p:cNvPr id="542" name="Group 557"/>
          <p:cNvGrpSpPr/>
          <p:nvPr/>
        </p:nvGrpSpPr>
        <p:grpSpPr bwMode="auto">
          <a:xfrm>
            <a:off x="1817970" y="2156068"/>
            <a:ext cx="2772273" cy="474913"/>
            <a:chOff x="428" y="2427"/>
            <a:chExt cx="2511" cy="466"/>
          </a:xfrm>
        </p:grpSpPr>
        <p:sp>
          <p:nvSpPr>
            <p:cNvPr id="543" name="Line 535"/>
            <p:cNvSpPr>
              <a:spLocks noChangeShapeType="1"/>
            </p:cNvSpPr>
            <p:nvPr/>
          </p:nvSpPr>
          <p:spPr bwMode="auto">
            <a:xfrm>
              <a:off x="428" y="2762"/>
              <a:ext cx="2511" cy="1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44" name="Rectangle 536"/>
            <p:cNvSpPr>
              <a:spLocks noChangeArrowheads="1"/>
            </p:cNvSpPr>
            <p:nvPr/>
          </p:nvSpPr>
          <p:spPr bwMode="auto">
            <a:xfrm>
              <a:off x="1071" y="2626"/>
              <a:ext cx="568" cy="267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R</a:t>
              </a:r>
              <a:r>
                <a:rPr kumimoji="1"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  <p:pic>
          <p:nvPicPr>
            <p:cNvPr id="545" name="Picture 53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" y="2478"/>
              <a:ext cx="22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46" name="Text Box 538"/>
            <p:cNvSpPr txBox="1">
              <a:spLocks noChangeArrowheads="1"/>
            </p:cNvSpPr>
            <p:nvPr/>
          </p:nvSpPr>
          <p:spPr bwMode="auto">
            <a:xfrm>
              <a:off x="503" y="2427"/>
              <a:ext cx="429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SK</a:t>
              </a:r>
              <a:r>
                <a:rPr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</p:grpSp>
      <p:grpSp>
        <p:nvGrpSpPr>
          <p:cNvPr id="547" name="Group 560"/>
          <p:cNvGrpSpPr/>
          <p:nvPr/>
        </p:nvGrpSpPr>
        <p:grpSpPr bwMode="auto">
          <a:xfrm>
            <a:off x="1817970" y="2689068"/>
            <a:ext cx="2772273" cy="272107"/>
            <a:chOff x="428" y="2950"/>
            <a:chExt cx="2511" cy="267"/>
          </a:xfrm>
        </p:grpSpPr>
        <p:sp>
          <p:nvSpPr>
            <p:cNvPr id="548" name="Line 539"/>
            <p:cNvSpPr>
              <a:spLocks noChangeShapeType="1"/>
            </p:cNvSpPr>
            <p:nvPr/>
          </p:nvSpPr>
          <p:spPr bwMode="auto">
            <a:xfrm flipH="1">
              <a:off x="428" y="3069"/>
              <a:ext cx="2511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49" name="Rectangle 540"/>
            <p:cNvSpPr>
              <a:spLocks noChangeArrowheads="1"/>
            </p:cNvSpPr>
            <p:nvPr/>
          </p:nvSpPr>
          <p:spPr bwMode="auto">
            <a:xfrm>
              <a:off x="1769" y="2950"/>
              <a:ext cx="980" cy="26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请把公钥发来</a:t>
              </a:r>
              <a:endParaRPr kumimoji="1" lang="zh-CN" altLang="en-US" sz="12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550" name="Group 562"/>
          <p:cNvGrpSpPr/>
          <p:nvPr/>
        </p:nvGrpSpPr>
        <p:grpSpPr bwMode="auto">
          <a:xfrm>
            <a:off x="1817970" y="2993786"/>
            <a:ext cx="2772273" cy="272106"/>
            <a:chOff x="428" y="3249"/>
            <a:chExt cx="2511" cy="267"/>
          </a:xfrm>
        </p:grpSpPr>
        <p:sp>
          <p:nvSpPr>
            <p:cNvPr id="551" name="Line 541"/>
            <p:cNvSpPr>
              <a:spLocks noChangeShapeType="1"/>
            </p:cNvSpPr>
            <p:nvPr/>
          </p:nvSpPr>
          <p:spPr bwMode="auto">
            <a:xfrm>
              <a:off x="428" y="3382"/>
              <a:ext cx="2511" cy="1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52" name="Rectangle 542"/>
            <p:cNvSpPr>
              <a:spLocks noChangeArrowheads="1"/>
            </p:cNvSpPr>
            <p:nvPr/>
          </p:nvSpPr>
          <p:spPr bwMode="auto">
            <a:xfrm>
              <a:off x="1047" y="3249"/>
              <a:ext cx="568" cy="267"/>
            </a:xfrm>
            <a:prstGeom prst="rect">
              <a:avLst/>
            </a:prstGeom>
            <a:solidFill>
              <a:srgbClr val="009900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PK</a:t>
              </a:r>
              <a:r>
                <a:rPr kumimoji="1" lang="en-US" altLang="zh-CN" sz="1400" b="1" baseline="-25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</p:grpSp>
      <p:grpSp>
        <p:nvGrpSpPr>
          <p:cNvPr id="553" name="Group 565"/>
          <p:cNvGrpSpPr/>
          <p:nvPr/>
        </p:nvGrpSpPr>
        <p:grpSpPr bwMode="auto">
          <a:xfrm>
            <a:off x="4590243" y="3085510"/>
            <a:ext cx="2773377" cy="521792"/>
            <a:chOff x="2939" y="3339"/>
            <a:chExt cx="2512" cy="512"/>
          </a:xfrm>
        </p:grpSpPr>
        <p:sp>
          <p:nvSpPr>
            <p:cNvPr id="554" name="Line 543"/>
            <p:cNvSpPr>
              <a:spLocks noChangeShapeType="1"/>
            </p:cNvSpPr>
            <p:nvPr/>
          </p:nvSpPr>
          <p:spPr bwMode="auto">
            <a:xfrm flipH="1">
              <a:off x="2939" y="3711"/>
              <a:ext cx="2512" cy="1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55" name="Rectangle 544"/>
            <p:cNvSpPr>
              <a:spLocks noChangeArrowheads="1"/>
            </p:cNvSpPr>
            <p:nvPr/>
          </p:nvSpPr>
          <p:spPr bwMode="auto">
            <a:xfrm>
              <a:off x="4669" y="3584"/>
              <a:ext cx="567" cy="26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DATA</a:t>
              </a:r>
              <a:endParaRPr kumimoji="1"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556" name="Picture 54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" y="3427"/>
              <a:ext cx="227" cy="255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57" name="Text Box 546"/>
            <p:cNvSpPr txBox="1">
              <a:spLocks noChangeArrowheads="1"/>
            </p:cNvSpPr>
            <p:nvPr/>
          </p:nvSpPr>
          <p:spPr bwMode="auto">
            <a:xfrm>
              <a:off x="4226" y="3339"/>
              <a:ext cx="391" cy="27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PK</a:t>
              </a:r>
              <a:r>
                <a:rPr lang="en-US" altLang="zh-CN" sz="12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</a:t>
              </a:r>
            </a:p>
          </p:txBody>
        </p:sp>
      </p:grpSp>
      <p:grpSp>
        <p:nvGrpSpPr>
          <p:cNvPr id="558" name="Group 564"/>
          <p:cNvGrpSpPr/>
          <p:nvPr/>
        </p:nvGrpSpPr>
        <p:grpSpPr bwMode="auto">
          <a:xfrm>
            <a:off x="1817970" y="3208825"/>
            <a:ext cx="2772273" cy="510582"/>
            <a:chOff x="428" y="3460"/>
            <a:chExt cx="2511" cy="501"/>
          </a:xfrm>
        </p:grpSpPr>
        <p:sp>
          <p:nvSpPr>
            <p:cNvPr id="559" name="Line 547"/>
            <p:cNvSpPr>
              <a:spLocks noChangeShapeType="1"/>
            </p:cNvSpPr>
            <p:nvPr/>
          </p:nvSpPr>
          <p:spPr bwMode="auto">
            <a:xfrm flipH="1">
              <a:off x="428" y="3830"/>
              <a:ext cx="2511" cy="12"/>
            </a:xfrm>
            <a:prstGeom prst="line">
              <a:avLst/>
            </a:prstGeom>
            <a:noFill/>
            <a:ln w="38100">
              <a:solidFill>
                <a:schemeClr val="accent6">
                  <a:lumMod val="50000"/>
                </a:schemeClr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60" name="Rectangle 548"/>
            <p:cNvSpPr>
              <a:spLocks noChangeArrowheads="1"/>
            </p:cNvSpPr>
            <p:nvPr/>
          </p:nvSpPr>
          <p:spPr bwMode="auto">
            <a:xfrm>
              <a:off x="2166" y="3694"/>
              <a:ext cx="568" cy="267"/>
            </a:xfrm>
            <a:prstGeom prst="rect">
              <a:avLst/>
            </a:prstGeom>
            <a:solidFill>
              <a:srgbClr val="FFFF66"/>
            </a:solidFill>
            <a:ln w="6350" algn="ctr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DATA</a:t>
              </a:r>
            </a:p>
          </p:txBody>
        </p:sp>
        <p:pic>
          <p:nvPicPr>
            <p:cNvPr id="561" name="Picture 5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3546"/>
              <a:ext cx="226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62" name="Text Box 550"/>
            <p:cNvSpPr txBox="1">
              <a:spLocks noChangeArrowheads="1"/>
            </p:cNvSpPr>
            <p:nvPr/>
          </p:nvSpPr>
          <p:spPr bwMode="auto">
            <a:xfrm>
              <a:off x="1688" y="3460"/>
              <a:ext cx="39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PK</a:t>
              </a:r>
              <a:r>
                <a:rPr lang="en-US" altLang="zh-CN" sz="12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</p:grpSp>
      <p:sp>
        <p:nvSpPr>
          <p:cNvPr id="563" name="Text Box 551"/>
          <p:cNvSpPr txBox="1">
            <a:spLocks noChangeArrowheads="1"/>
          </p:cNvSpPr>
          <p:nvPr/>
        </p:nvSpPr>
        <p:spPr bwMode="auto">
          <a:xfrm>
            <a:off x="1385565" y="3478890"/>
            <a:ext cx="49244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</a:t>
            </a:r>
          </a:p>
        </p:txBody>
      </p:sp>
      <p:pic>
        <p:nvPicPr>
          <p:cNvPr id="565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260" y="104091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6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158" y="1050734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2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0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2676639" y="136054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2676639" y="196697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748077" y="1326004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7.4.1 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对称密钥的分配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7.4.2  				   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公钥的分配</a:t>
            </a:r>
          </a:p>
        </p:txBody>
      </p: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687234" y="136054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9" name="Rectangle 29"/>
          <p:cNvSpPr>
            <a:spLocks noChangeArrowheads="1"/>
          </p:cNvSpPr>
          <p:nvPr/>
        </p:nvSpPr>
        <p:spPr bwMode="auto">
          <a:xfrm>
            <a:off x="696123" y="1455480"/>
            <a:ext cx="162765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7.4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密钥分配</a:t>
            </a:r>
          </a:p>
        </p:txBody>
      </p:sp>
      <p:sp>
        <p:nvSpPr>
          <p:cNvPr id="10" name="Line 16"/>
          <p:cNvSpPr>
            <a:spLocks noChangeShapeType="1"/>
          </p:cNvSpPr>
          <p:nvPr/>
        </p:nvSpPr>
        <p:spPr bwMode="auto">
          <a:xfrm>
            <a:off x="3684702" y="1234332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06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45144" y="1004355"/>
            <a:ext cx="816855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安全性：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完全基于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密钥的安全保护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上。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密钥管理包括：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密钥的产生、分配、注入、验证和使用。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密钥分配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是密钥管理中最大的问题。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密钥必须通过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最安全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的通路进行分配。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网外分配方式：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派非常可靠的信使携带密钥分配给互相通信的用户。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网内分配方式：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密钥自动分配。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45144" y="611484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539508" y="569213"/>
            <a:ext cx="20649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7.4  </a:t>
            </a: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密钥分配</a:t>
            </a:r>
          </a:p>
        </p:txBody>
      </p:sp>
    </p:spTree>
    <p:extLst>
      <p:ext uri="{BB962C8B-B14F-4D97-AF65-F5344CB8AC3E}">
        <p14:creationId xmlns:p14="http://schemas.microsoft.com/office/powerpoint/2010/main" val="23493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12"/>
          <p:cNvSpPr>
            <a:spLocks noChangeArrowheads="1"/>
          </p:cNvSpPr>
          <p:nvPr/>
        </p:nvSpPr>
        <p:spPr bwMode="auto">
          <a:xfrm>
            <a:off x="511896" y="610292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010911" y="584828"/>
            <a:ext cx="31309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7.4.1  </a:t>
            </a: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对称密钥的分配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37400"/>
            <a:ext cx="8236703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常用方式：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设立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密钥分配中心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KDC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(Key Distribution Center)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KDC 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任务：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给需要进行秘密通信的用户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临时分配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一个会话密钥（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仅使用一次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都是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的登记用户，并已经在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的服务器上安装了各自和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进行通信的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主密钥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master key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 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主密钥可简称为密钥。</a:t>
            </a:r>
          </a:p>
        </p:txBody>
      </p:sp>
    </p:spTree>
    <p:extLst>
      <p:ext uri="{BB962C8B-B14F-4D97-AF65-F5344CB8AC3E}">
        <p14:creationId xmlns:p14="http://schemas.microsoft.com/office/powerpoint/2010/main" val="57503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AutoShape 5"/>
          <p:cNvSpPr>
            <a:spLocks noChangeArrowheads="1"/>
          </p:cNvSpPr>
          <p:nvPr/>
        </p:nvSpPr>
        <p:spPr bwMode="auto">
          <a:xfrm>
            <a:off x="509475" y="60664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107" name="Rectangle 6"/>
          <p:cNvSpPr>
            <a:spLocks noChangeArrowheads="1"/>
          </p:cNvSpPr>
          <p:nvPr/>
        </p:nvSpPr>
        <p:spPr bwMode="auto">
          <a:xfrm>
            <a:off x="2877847" y="573436"/>
            <a:ext cx="339227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KDC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对会话密钥 </a:t>
            </a:r>
            <a:r>
              <a:rPr lang="en-US" altLang="zh-CN" sz="2000" b="1" i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2000" b="1" i="1" baseline="-25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AB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的分配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066024" y="1619037"/>
            <a:ext cx="3064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62" name="Line 65"/>
          <p:cNvSpPr>
            <a:spLocks noChangeShapeType="1"/>
          </p:cNvSpPr>
          <p:nvPr/>
        </p:nvSpPr>
        <p:spPr bwMode="auto">
          <a:xfrm rot="5400000">
            <a:off x="558823" y="3135717"/>
            <a:ext cx="1919794" cy="12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3" name="Line 66"/>
          <p:cNvSpPr>
            <a:spLocks noChangeShapeType="1"/>
          </p:cNvSpPr>
          <p:nvPr/>
        </p:nvSpPr>
        <p:spPr bwMode="auto">
          <a:xfrm rot="5400000">
            <a:off x="6771538" y="3164496"/>
            <a:ext cx="2002442" cy="51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4" name="Line 74"/>
          <p:cNvSpPr>
            <a:spLocks noChangeShapeType="1"/>
          </p:cNvSpPr>
          <p:nvPr/>
        </p:nvSpPr>
        <p:spPr bwMode="auto">
          <a:xfrm rot="16200000" flipH="1">
            <a:off x="3958850" y="2427157"/>
            <a:ext cx="1526626" cy="51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5" name="Text Box 75"/>
          <p:cNvSpPr txBox="1">
            <a:spLocks noChangeArrowheads="1"/>
          </p:cNvSpPr>
          <p:nvPr/>
        </p:nvSpPr>
        <p:spPr bwMode="auto">
          <a:xfrm>
            <a:off x="3302391" y="1061892"/>
            <a:ext cx="118815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kumimoji="1"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</a:t>
            </a:r>
          </a:p>
          <a:p>
            <a:pPr algn="r"/>
            <a:r>
              <a:rPr kumimoji="1"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分配中心</a:t>
            </a:r>
          </a:p>
          <a:p>
            <a:pPr algn="r"/>
            <a:r>
              <a:rPr kumimoji="1" lang="en-US" altLang="zh-CN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KDC</a:t>
            </a:r>
          </a:p>
        </p:txBody>
      </p:sp>
      <p:grpSp>
        <p:nvGrpSpPr>
          <p:cNvPr id="66" name="Group 101"/>
          <p:cNvGrpSpPr>
            <a:grpSpLocks/>
          </p:cNvGrpSpPr>
          <p:nvPr/>
        </p:nvGrpSpPr>
        <p:grpSpPr bwMode="auto">
          <a:xfrm>
            <a:off x="1527035" y="3370131"/>
            <a:ext cx="6215027" cy="654100"/>
            <a:chOff x="466" y="3117"/>
            <a:chExt cx="4859" cy="554"/>
          </a:xfrm>
        </p:grpSpPr>
        <p:sp>
          <p:nvSpPr>
            <p:cNvPr id="67" name="Line 5"/>
            <p:cNvSpPr>
              <a:spLocks noChangeShapeType="1"/>
            </p:cNvSpPr>
            <p:nvPr/>
          </p:nvSpPr>
          <p:spPr bwMode="auto">
            <a:xfrm>
              <a:off x="466" y="3540"/>
              <a:ext cx="4859" cy="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8" name="Rectangle 6"/>
            <p:cNvSpPr>
              <a:spLocks noChangeArrowheads="1"/>
            </p:cNvSpPr>
            <p:nvPr/>
          </p:nvSpPr>
          <p:spPr bwMode="auto">
            <a:xfrm>
              <a:off x="2356" y="3410"/>
              <a:ext cx="670" cy="261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  <a:r>
                <a:rPr kumimoji="1"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 </a:t>
              </a:r>
              <a:r>
                <a:rPr kumimoji="1"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  <a:r>
                <a:rPr kumimoji="1"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 K</a:t>
              </a:r>
              <a:r>
                <a:rPr kumimoji="1"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AB</a:t>
              </a:r>
            </a:p>
          </p:txBody>
        </p:sp>
        <p:sp>
          <p:nvSpPr>
            <p:cNvPr id="69" name="Text Box 71"/>
            <p:cNvSpPr txBox="1">
              <a:spLocks noChangeArrowheads="1"/>
            </p:cNvSpPr>
            <p:nvPr/>
          </p:nvSpPr>
          <p:spPr bwMode="auto">
            <a:xfrm>
              <a:off x="1943" y="3117"/>
              <a:ext cx="288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  <p:sp>
          <p:nvSpPr>
            <p:cNvPr id="70" name="Text Box 78"/>
            <p:cNvSpPr txBox="1">
              <a:spLocks noChangeArrowheads="1"/>
            </p:cNvSpPr>
            <p:nvPr/>
          </p:nvSpPr>
          <p:spPr bwMode="auto">
            <a:xfrm>
              <a:off x="499" y="3207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</a:t>
              </a:r>
            </a:p>
          </p:txBody>
        </p:sp>
        <p:pic>
          <p:nvPicPr>
            <p:cNvPr id="71" name="Picture 8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2" y="3182"/>
              <a:ext cx="259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  <p:pic>
        <p:nvPicPr>
          <p:cNvPr id="72" name="Picture 82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094" y="1377135"/>
            <a:ext cx="497560" cy="804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3" name="Rectangle 83"/>
          <p:cNvSpPr>
            <a:spLocks noChangeArrowheads="1"/>
          </p:cNvSpPr>
          <p:nvPr/>
        </p:nvSpPr>
        <p:spPr bwMode="auto">
          <a:xfrm>
            <a:off x="5639261" y="1289765"/>
            <a:ext cx="1528495" cy="1531348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4" name="Rectangle 84"/>
          <p:cNvSpPr>
            <a:spLocks noChangeArrowheads="1"/>
          </p:cNvSpPr>
          <p:nvPr/>
        </p:nvSpPr>
        <p:spPr bwMode="auto">
          <a:xfrm>
            <a:off x="5831202" y="1583755"/>
            <a:ext cx="1166517" cy="114644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5" name="Line 85"/>
          <p:cNvSpPr>
            <a:spLocks noChangeShapeType="1"/>
          </p:cNvSpPr>
          <p:nvPr/>
        </p:nvSpPr>
        <p:spPr bwMode="auto">
          <a:xfrm>
            <a:off x="5831202" y="1844686"/>
            <a:ext cx="115244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6" name="Line 86"/>
          <p:cNvSpPr>
            <a:spLocks noChangeShapeType="1"/>
          </p:cNvSpPr>
          <p:nvPr/>
        </p:nvSpPr>
        <p:spPr bwMode="auto">
          <a:xfrm flipV="1">
            <a:off x="5831203" y="2353562"/>
            <a:ext cx="1172911" cy="82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7" name="Line 87"/>
          <p:cNvSpPr>
            <a:spLocks noChangeShapeType="1"/>
          </p:cNvSpPr>
          <p:nvPr/>
        </p:nvSpPr>
        <p:spPr bwMode="auto">
          <a:xfrm rot="16200000" flipH="1">
            <a:off x="5688488" y="2147974"/>
            <a:ext cx="1148806" cy="3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8" name="Text Box 88"/>
          <p:cNvSpPr txBox="1">
            <a:spLocks noChangeArrowheads="1"/>
          </p:cNvSpPr>
          <p:nvPr/>
        </p:nvSpPr>
        <p:spPr bwMode="auto">
          <a:xfrm rot="16200000">
            <a:off x="5728961" y="2289125"/>
            <a:ext cx="4427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…</a:t>
            </a:r>
          </a:p>
        </p:txBody>
      </p:sp>
      <p:sp>
        <p:nvSpPr>
          <p:cNvPr id="79" name="Text Box 89"/>
          <p:cNvSpPr txBox="1">
            <a:spLocks noChangeArrowheads="1"/>
          </p:cNvSpPr>
          <p:nvPr/>
        </p:nvSpPr>
        <p:spPr bwMode="auto">
          <a:xfrm rot="16200000">
            <a:off x="6319714" y="2289125"/>
            <a:ext cx="4427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…</a:t>
            </a:r>
          </a:p>
        </p:txBody>
      </p:sp>
      <p:sp>
        <p:nvSpPr>
          <p:cNvPr id="80" name="Text Box 90"/>
          <p:cNvSpPr txBox="1">
            <a:spLocks noChangeArrowheads="1"/>
          </p:cNvSpPr>
          <p:nvPr/>
        </p:nvSpPr>
        <p:spPr bwMode="auto">
          <a:xfrm>
            <a:off x="5606006" y="1277957"/>
            <a:ext cx="15617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用户专用主密钥</a:t>
            </a:r>
          </a:p>
        </p:txBody>
      </p:sp>
      <p:sp>
        <p:nvSpPr>
          <p:cNvPr id="82" name="Rectangle 92"/>
          <p:cNvSpPr>
            <a:spLocks noChangeArrowheads="1"/>
          </p:cNvSpPr>
          <p:nvPr/>
        </p:nvSpPr>
        <p:spPr bwMode="auto">
          <a:xfrm>
            <a:off x="4678675" y="1808084"/>
            <a:ext cx="122791" cy="184187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3" name="Freeform 93"/>
          <p:cNvSpPr>
            <a:spLocks/>
          </p:cNvSpPr>
          <p:nvPr/>
        </p:nvSpPr>
        <p:spPr bwMode="auto">
          <a:xfrm>
            <a:off x="4800188" y="1294487"/>
            <a:ext cx="835236" cy="1526626"/>
          </a:xfrm>
          <a:custGeom>
            <a:avLst/>
            <a:gdLst>
              <a:gd name="T0" fmla="*/ 0 w 618"/>
              <a:gd name="T1" fmla="*/ 381 h 1125"/>
              <a:gd name="T2" fmla="*/ 615 w 618"/>
              <a:gd name="T3" fmla="*/ 0 h 1125"/>
              <a:gd name="T4" fmla="*/ 618 w 618"/>
              <a:gd name="T5" fmla="*/ 1125 h 1125"/>
              <a:gd name="T6" fmla="*/ 6 w 618"/>
              <a:gd name="T7" fmla="*/ 519 h 1125"/>
              <a:gd name="T8" fmla="*/ 0 w 618"/>
              <a:gd name="T9" fmla="*/ 381 h 1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8" h="1125">
                <a:moveTo>
                  <a:pt x="0" y="381"/>
                </a:moveTo>
                <a:lnTo>
                  <a:pt x="615" y="0"/>
                </a:lnTo>
                <a:lnTo>
                  <a:pt x="618" y="1125"/>
                </a:lnTo>
                <a:lnTo>
                  <a:pt x="6" y="519"/>
                </a:lnTo>
                <a:lnTo>
                  <a:pt x="0" y="381"/>
                </a:lnTo>
                <a:close/>
              </a:path>
            </a:pathLst>
          </a:custGeom>
          <a:gradFill rotWithShape="1">
            <a:gsLst>
              <a:gs pos="0">
                <a:srgbClr val="0000FF"/>
              </a:gs>
              <a:gs pos="100000">
                <a:srgbClr val="33CCFF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4" name="Line 94"/>
          <p:cNvSpPr>
            <a:spLocks noChangeShapeType="1"/>
          </p:cNvSpPr>
          <p:nvPr/>
        </p:nvSpPr>
        <p:spPr bwMode="auto">
          <a:xfrm>
            <a:off x="5836318" y="2096171"/>
            <a:ext cx="116779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85" name="Group 100"/>
          <p:cNvGrpSpPr>
            <a:grpSpLocks/>
          </p:cNvGrpSpPr>
          <p:nvPr/>
        </p:nvGrpSpPr>
        <p:grpSpPr bwMode="auto">
          <a:xfrm>
            <a:off x="1518080" y="2484618"/>
            <a:ext cx="3198968" cy="824118"/>
            <a:chOff x="459" y="2367"/>
            <a:chExt cx="2501" cy="698"/>
          </a:xfrm>
        </p:grpSpPr>
        <p:sp>
          <p:nvSpPr>
            <p:cNvPr id="86" name="Line 67"/>
            <p:cNvSpPr>
              <a:spLocks noChangeShapeType="1"/>
            </p:cNvSpPr>
            <p:nvPr/>
          </p:nvSpPr>
          <p:spPr bwMode="auto">
            <a:xfrm flipH="1">
              <a:off x="459" y="2789"/>
              <a:ext cx="2501" cy="1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7" name="Rectangle 68"/>
            <p:cNvSpPr>
              <a:spLocks noChangeArrowheads="1"/>
            </p:cNvSpPr>
            <p:nvPr/>
          </p:nvSpPr>
          <p:spPr bwMode="auto">
            <a:xfrm>
              <a:off x="1158" y="2527"/>
              <a:ext cx="1324" cy="538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8" name="Rectangle 69"/>
            <p:cNvSpPr>
              <a:spLocks noChangeArrowheads="1"/>
            </p:cNvSpPr>
            <p:nvPr/>
          </p:nvSpPr>
          <p:spPr bwMode="auto">
            <a:xfrm>
              <a:off x="1733" y="2778"/>
              <a:ext cx="670" cy="261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  <a:r>
                <a:rPr kumimoji="1"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 </a:t>
              </a:r>
              <a:r>
                <a:rPr kumimoji="1"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  <a:r>
                <a:rPr kumimoji="1"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 K</a:t>
              </a:r>
              <a:r>
                <a:rPr kumimoji="1"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AB</a:t>
              </a:r>
            </a:p>
          </p:txBody>
        </p:sp>
        <p:sp>
          <p:nvSpPr>
            <p:cNvPr id="89" name="Text Box 70"/>
            <p:cNvSpPr txBox="1">
              <a:spLocks noChangeArrowheads="1"/>
            </p:cNvSpPr>
            <p:nvPr/>
          </p:nvSpPr>
          <p:spPr bwMode="auto">
            <a:xfrm>
              <a:off x="1158" y="2752"/>
              <a:ext cx="344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kumimoji="1"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AB</a:t>
              </a:r>
            </a:p>
          </p:txBody>
        </p:sp>
        <p:pic>
          <p:nvPicPr>
            <p:cNvPr id="90" name="Picture 7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4" y="2577"/>
              <a:ext cx="25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1" name="Text Box 73"/>
            <p:cNvSpPr txBox="1">
              <a:spLocks noChangeArrowheads="1"/>
            </p:cNvSpPr>
            <p:nvPr/>
          </p:nvSpPr>
          <p:spPr bwMode="auto">
            <a:xfrm>
              <a:off x="1349" y="2491"/>
              <a:ext cx="288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  <p:sp>
          <p:nvSpPr>
            <p:cNvPr id="92" name="Text Box 77"/>
            <p:cNvSpPr txBox="1">
              <a:spLocks noChangeArrowheads="1"/>
            </p:cNvSpPr>
            <p:nvPr/>
          </p:nvSpPr>
          <p:spPr bwMode="auto">
            <a:xfrm>
              <a:off x="2583" y="2436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3" name="Picture 7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" y="2367"/>
              <a:ext cx="258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4" name="Text Box 80"/>
            <p:cNvSpPr txBox="1">
              <a:spLocks noChangeArrowheads="1"/>
            </p:cNvSpPr>
            <p:nvPr/>
          </p:nvSpPr>
          <p:spPr bwMode="auto">
            <a:xfrm>
              <a:off x="726" y="2367"/>
              <a:ext cx="432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  <p:sp>
          <p:nvSpPr>
            <p:cNvPr id="95" name="Text Box 95"/>
            <p:cNvSpPr txBox="1">
              <a:spLocks noChangeArrowheads="1"/>
            </p:cNvSpPr>
            <p:nvPr/>
          </p:nvSpPr>
          <p:spPr bwMode="auto">
            <a:xfrm>
              <a:off x="1446" y="2752"/>
              <a:ext cx="184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</a:t>
              </a:r>
              <a:endPara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96" name="Text Box 96"/>
          <p:cNvSpPr txBox="1">
            <a:spLocks noChangeArrowheads="1"/>
          </p:cNvSpPr>
          <p:nvPr/>
        </p:nvSpPr>
        <p:spPr bwMode="auto">
          <a:xfrm>
            <a:off x="1002612" y="3747951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</a:t>
            </a:r>
          </a:p>
        </p:txBody>
      </p:sp>
      <p:grpSp>
        <p:nvGrpSpPr>
          <p:cNvPr id="97" name="Group 99"/>
          <p:cNvGrpSpPr>
            <a:grpSpLocks/>
          </p:cNvGrpSpPr>
          <p:nvPr/>
        </p:nvGrpSpPr>
        <p:grpSpPr bwMode="auto">
          <a:xfrm>
            <a:off x="1515522" y="1972201"/>
            <a:ext cx="3224549" cy="534850"/>
            <a:chOff x="457" y="1933"/>
            <a:chExt cx="2521" cy="453"/>
          </a:xfrm>
        </p:grpSpPr>
        <p:sp>
          <p:nvSpPr>
            <p:cNvPr id="98" name="Line 7"/>
            <p:cNvSpPr>
              <a:spLocks noChangeShapeType="1"/>
            </p:cNvSpPr>
            <p:nvPr/>
          </p:nvSpPr>
          <p:spPr bwMode="auto">
            <a:xfrm>
              <a:off x="457" y="2260"/>
              <a:ext cx="2521" cy="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9" name="Text Box 76"/>
            <p:cNvSpPr txBox="1">
              <a:spLocks noChangeArrowheads="1"/>
            </p:cNvSpPr>
            <p:nvPr/>
          </p:nvSpPr>
          <p:spPr bwMode="auto">
            <a:xfrm>
              <a:off x="516" y="1933"/>
              <a:ext cx="359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2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</a:t>
              </a:r>
            </a:p>
          </p:txBody>
        </p:sp>
        <p:sp>
          <p:nvSpPr>
            <p:cNvPr id="100" name="Rectangle 97"/>
            <p:cNvSpPr>
              <a:spLocks noChangeArrowheads="1"/>
            </p:cNvSpPr>
            <p:nvPr/>
          </p:nvSpPr>
          <p:spPr bwMode="auto">
            <a:xfrm>
              <a:off x="1235" y="2126"/>
              <a:ext cx="619" cy="260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kumimoji="1"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A, B</a:t>
              </a:r>
              <a:endParaRPr kumimoji="1"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pic>
        <p:nvPicPr>
          <p:cNvPr id="102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013" y="1672833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855" y="1685491"/>
            <a:ext cx="441048" cy="44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Text Box 8"/>
          <p:cNvSpPr txBox="1">
            <a:spLocks noChangeArrowheads="1"/>
          </p:cNvSpPr>
          <p:nvPr/>
        </p:nvSpPr>
        <p:spPr bwMode="auto">
          <a:xfrm>
            <a:off x="7918647" y="1640929"/>
            <a:ext cx="2904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105" name="Text Box 91"/>
          <p:cNvSpPr txBox="1">
            <a:spLocks noChangeArrowheads="1"/>
          </p:cNvSpPr>
          <p:nvPr/>
        </p:nvSpPr>
        <p:spPr bwMode="auto">
          <a:xfrm>
            <a:off x="5791253" y="1551203"/>
            <a:ext cx="1188146" cy="847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  主密钥</a:t>
            </a:r>
          </a:p>
          <a:p>
            <a:pPr algn="l">
              <a:lnSpc>
                <a:spcPct val="120000"/>
              </a:lnSpc>
            </a:pPr>
            <a:r>
              <a:rPr kumimoji="1"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</a:t>
            </a:r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 </a:t>
            </a:r>
            <a:r>
              <a:rPr kumimoji="1" lang="en-US" altLang="zh-CN" sz="1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</a:t>
            </a:r>
            <a:r>
              <a:rPr kumimoji="1"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kumimoji="1"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  <a:p>
            <a:pPr algn="l">
              <a:lnSpc>
                <a:spcPct val="120000"/>
              </a:lnSpc>
            </a:pPr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B  </a:t>
            </a:r>
            <a:r>
              <a:rPr kumimoji="1" lang="en-US" altLang="zh-CN" sz="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kumimoji="1" lang="en-US" altLang="zh-CN" sz="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</a:t>
            </a:r>
            <a:r>
              <a:rPr kumimoji="1"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kumimoji="1"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223658" y="3196833"/>
            <a:ext cx="1102837" cy="409469"/>
            <a:chOff x="2250553" y="3223728"/>
            <a:chExt cx="1102837" cy="409469"/>
          </a:xfrm>
        </p:grpSpPr>
        <p:sp>
          <p:nvSpPr>
            <p:cNvPr id="50" name="矩形 49"/>
            <p:cNvSpPr/>
            <p:nvPr/>
          </p:nvSpPr>
          <p:spPr>
            <a:xfrm>
              <a:off x="2250553" y="3356198"/>
              <a:ext cx="110283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anose="05020102010507070707" pitchFamily="18" charset="2"/>
                </a:rPr>
                <a:t>票据 </a:t>
              </a:r>
              <a:r>
                <a:rPr lang="en-US" altLang="zh-CN" sz="12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anose="05020102010507070707" pitchFamily="18" charset="2"/>
                </a:rPr>
                <a:t>(ticket)</a:t>
              </a:r>
              <a:endParaRPr lang="zh-CN" altLang="en-US" sz="12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6" name="直接箭头连接符 5"/>
            <p:cNvCxnSpPr/>
            <p:nvPr/>
          </p:nvCxnSpPr>
          <p:spPr>
            <a:xfrm flipV="1">
              <a:off x="3147622" y="3223728"/>
              <a:ext cx="123752" cy="17592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8"/>
          <p:cNvSpPr/>
          <p:nvPr/>
        </p:nvSpPr>
        <p:spPr>
          <a:xfrm>
            <a:off x="896390" y="4262152"/>
            <a:ext cx="7270457" cy="338554"/>
          </a:xfrm>
          <a:prstGeom prst="rect">
            <a:avLst/>
          </a:prstGeom>
          <a:solidFill>
            <a:srgbClr val="FFFF66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注意：在网络上传送密钥时，都是经过加密的。</a:t>
            </a:r>
            <a:r>
              <a:rPr lang="zh-CN" altLang="en-US" sz="16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解密用的密钥都不在网上传送。</a:t>
            </a:r>
          </a:p>
        </p:txBody>
      </p:sp>
    </p:spTree>
    <p:extLst>
      <p:ext uri="{BB962C8B-B14F-4D97-AF65-F5344CB8AC3E}">
        <p14:creationId xmlns:p14="http://schemas.microsoft.com/office/powerpoint/2010/main" val="139665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03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825748" y="579292"/>
            <a:ext cx="3496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KDC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对会话密钥 </a:t>
            </a:r>
            <a:r>
              <a:rPr lang="en-US" altLang="zh-CN" sz="2000" b="1" i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2000" b="1" baseline="-25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AB</a:t>
            </a:r>
            <a:r>
              <a:rPr lang="en-US" altLang="zh-CN" sz="2000" b="1" i="1" baseline="-25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的分配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5634"/>
            <a:ext cx="812953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为防止重放攻击，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还可在报文中加入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时间戳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会话密钥 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AB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是一次性的，因此保密性较高。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分配给用户的密钥 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 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，应定期更换，以减少攻击者破译密钥的机会。</a:t>
            </a:r>
          </a:p>
        </p:txBody>
      </p:sp>
    </p:spTree>
    <p:extLst>
      <p:ext uri="{BB962C8B-B14F-4D97-AF65-F5344CB8AC3E}">
        <p14:creationId xmlns:p14="http://schemas.microsoft.com/office/powerpoint/2010/main" val="367129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509475" y="966945"/>
            <a:ext cx="8129015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目前最出名的是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Kerberos V5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既是鉴别协议，同时也是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KDC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，是互联网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建议标准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使用比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更加安全的高级加密标准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AES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进行加密。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使用两个服务器：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鉴别服务器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AS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(Authentication Server)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票据授予服务器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TGS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(Ticket-Granting Server)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只用于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客户与服务器之间的鉴别，不用于人对人的鉴别。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30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820042" y="579093"/>
            <a:ext cx="350788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对称密钥分配协议：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Kerberos</a:t>
            </a:r>
          </a:p>
        </p:txBody>
      </p:sp>
    </p:spTree>
    <p:extLst>
      <p:ext uri="{BB962C8B-B14F-4D97-AF65-F5344CB8AC3E}">
        <p14:creationId xmlns:p14="http://schemas.microsoft.com/office/powerpoint/2010/main" val="207208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1"/>
            <a:ext cx="3064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89"/>
            <a:ext cx="2904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6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2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0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09"/>
            <a:ext cx="89672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Kerberos</a:t>
            </a:r>
          </a:p>
        </p:txBody>
      </p:sp>
      <p:grpSp>
        <p:nvGrpSpPr>
          <p:cNvPr id="5" name="Group 95"/>
          <p:cNvGrpSpPr>
            <a:grpSpLocks/>
          </p:cNvGrpSpPr>
          <p:nvPr/>
        </p:nvGrpSpPr>
        <p:grpSpPr bwMode="auto">
          <a:xfrm>
            <a:off x="2085303" y="1520633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  <a:endParaRPr kumimoji="1" lang="en-US" altLang="zh-CN" sz="11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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8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" name="Group 96"/>
          <p:cNvGrpSpPr>
            <a:grpSpLocks/>
          </p:cNvGrpSpPr>
          <p:nvPr/>
        </p:nvGrpSpPr>
        <p:grpSpPr bwMode="auto">
          <a:xfrm>
            <a:off x="2093494" y="1826465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3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5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39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622624" y="570283"/>
            <a:ext cx="2376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Kerberos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工作原理</a:t>
            </a:r>
          </a:p>
        </p:txBody>
      </p:sp>
      <p:sp>
        <p:nvSpPr>
          <p:cNvPr id="47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3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41" name="Picture 5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42" name="Picture 5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44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56188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AS</a:t>
              </a:r>
            </a:p>
          </p:txBody>
        </p:sp>
        <p:sp>
          <p:nvSpPr>
            <p:cNvPr id="45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41146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294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1"/>
            <a:ext cx="3064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89"/>
            <a:ext cx="2904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6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2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0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09"/>
            <a:ext cx="89672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Kerberos</a:t>
            </a:r>
          </a:p>
        </p:txBody>
      </p:sp>
      <p:grpSp>
        <p:nvGrpSpPr>
          <p:cNvPr id="5" name="Group 95"/>
          <p:cNvGrpSpPr>
            <a:grpSpLocks/>
          </p:cNvGrpSpPr>
          <p:nvPr/>
        </p:nvGrpSpPr>
        <p:grpSpPr bwMode="auto">
          <a:xfrm>
            <a:off x="2085303" y="1520633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  <a:endParaRPr kumimoji="1" lang="en-US" altLang="zh-CN" sz="11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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8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" name="Group 96"/>
          <p:cNvGrpSpPr>
            <a:grpSpLocks/>
          </p:cNvGrpSpPr>
          <p:nvPr/>
        </p:nvGrpSpPr>
        <p:grpSpPr bwMode="auto">
          <a:xfrm>
            <a:off x="2093494" y="1826465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3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5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39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622624" y="570283"/>
            <a:ext cx="2376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Kerberos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工作原理</a:t>
            </a:r>
          </a:p>
        </p:txBody>
      </p:sp>
      <p:sp>
        <p:nvSpPr>
          <p:cNvPr id="48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50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51" name="Picture 51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52" name="Picture 5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3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56188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AS</a:t>
              </a:r>
            </a:p>
          </p:txBody>
        </p:sp>
        <p:sp>
          <p:nvSpPr>
            <p:cNvPr id="54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41146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TGS</a:t>
              </a:r>
            </a:p>
          </p:txBody>
        </p:sp>
      </p:grpSp>
      <p:sp>
        <p:nvSpPr>
          <p:cNvPr id="47" name="矩形 46"/>
          <p:cNvSpPr/>
          <p:nvPr/>
        </p:nvSpPr>
        <p:spPr>
          <a:xfrm>
            <a:off x="1268634" y="2502477"/>
            <a:ext cx="4572000" cy="679801"/>
          </a:xfrm>
          <a:prstGeom prst="rect">
            <a:avLst/>
          </a:prstGeom>
          <a:solidFill>
            <a:srgbClr val="FFFF66"/>
          </a:solidFill>
          <a:ln w="12700">
            <a:solidFill>
              <a:schemeClr val="tx2"/>
            </a:solidFill>
          </a:ln>
        </p:spPr>
        <p:txBody>
          <a:bodyPr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并不保存密钥 </a:t>
            </a:r>
            <a:r>
              <a:rPr lang="en-US" altLang="zh-CN" sz="16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需键入正确口令，利用适当的算法生成密钥 </a:t>
            </a:r>
            <a:r>
              <a:rPr lang="en-US" altLang="zh-CN" sz="16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。这个口令随即被销毁。</a:t>
            </a:r>
          </a:p>
        </p:txBody>
      </p:sp>
    </p:spTree>
    <p:extLst>
      <p:ext uri="{BB962C8B-B14F-4D97-AF65-F5344CB8AC3E}">
        <p14:creationId xmlns:p14="http://schemas.microsoft.com/office/powerpoint/2010/main" val="416267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2220503" y="1321502"/>
            <a:ext cx="3064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</a:p>
        </p:txBody>
      </p:sp>
      <p:sp>
        <p:nvSpPr>
          <p:cNvPr id="32" name="Text Box 37"/>
          <p:cNvSpPr txBox="1">
            <a:spLocks noChangeArrowheads="1"/>
          </p:cNvSpPr>
          <p:nvPr/>
        </p:nvSpPr>
        <p:spPr bwMode="auto">
          <a:xfrm>
            <a:off x="6600778" y="1357290"/>
            <a:ext cx="2904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rot="16200000" flipH="1">
            <a:off x="738895" y="3028217"/>
            <a:ext cx="2692879" cy="1547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 rot="16200000" flipH="1">
            <a:off x="5684245" y="3051883"/>
            <a:ext cx="2739090" cy="9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rot="5400000">
            <a:off x="4514355" y="2032251"/>
            <a:ext cx="603272" cy="18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3554634" y="1006810"/>
            <a:ext cx="89672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Kerberos</a:t>
            </a:r>
          </a:p>
        </p:txBody>
      </p:sp>
      <p:grpSp>
        <p:nvGrpSpPr>
          <p:cNvPr id="37" name="Group 95"/>
          <p:cNvGrpSpPr>
            <a:grpSpLocks/>
          </p:cNvGrpSpPr>
          <p:nvPr/>
        </p:nvGrpSpPr>
        <p:grpSpPr bwMode="auto">
          <a:xfrm>
            <a:off x="2085303" y="1520634"/>
            <a:ext cx="2731598" cy="376415"/>
            <a:chOff x="-77" y="703"/>
            <a:chExt cx="3001" cy="448"/>
          </a:xfrm>
        </p:grpSpPr>
        <p:sp>
          <p:nvSpPr>
            <p:cNvPr id="38" name="Line 8"/>
            <p:cNvSpPr>
              <a:spLocks noChangeShapeType="1"/>
            </p:cNvSpPr>
            <p:nvPr/>
          </p:nvSpPr>
          <p:spPr bwMode="auto">
            <a:xfrm>
              <a:off x="-77" y="1052"/>
              <a:ext cx="3001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1265" y="937"/>
              <a:ext cx="324" cy="214"/>
            </a:xfrm>
            <a:prstGeom prst="rect">
              <a:avLst/>
            </a:prstGeom>
            <a:solidFill>
              <a:srgbClr val="FF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  <a:endParaRPr kumimoji="1" lang="en-US" altLang="zh-CN" sz="11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-9" y="7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</a:t>
              </a:r>
            </a:p>
          </p:txBody>
        </p:sp>
      </p:grpSp>
      <p:grpSp>
        <p:nvGrpSpPr>
          <p:cNvPr id="46" name="Group 99"/>
          <p:cNvGrpSpPr>
            <a:grpSpLocks/>
          </p:cNvGrpSpPr>
          <p:nvPr/>
        </p:nvGrpSpPr>
        <p:grpSpPr bwMode="auto">
          <a:xfrm>
            <a:off x="2093495" y="3444707"/>
            <a:ext cx="4979865" cy="525971"/>
            <a:chOff x="-68" y="2993"/>
            <a:chExt cx="5471" cy="626"/>
          </a:xfrm>
        </p:grpSpPr>
        <p:sp>
          <p:nvSpPr>
            <p:cNvPr id="47" name="Line 74"/>
            <p:cNvSpPr>
              <a:spLocks noChangeShapeType="1"/>
            </p:cNvSpPr>
            <p:nvPr/>
          </p:nvSpPr>
          <p:spPr bwMode="auto">
            <a:xfrm flipV="1">
              <a:off x="-68" y="3324"/>
              <a:ext cx="5471" cy="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8" name="Rectangle 75"/>
            <p:cNvSpPr>
              <a:spLocks noChangeArrowheads="1"/>
            </p:cNvSpPr>
            <p:nvPr/>
          </p:nvSpPr>
          <p:spPr bwMode="auto">
            <a:xfrm>
              <a:off x="1526" y="3111"/>
              <a:ext cx="2290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9" name="Rectangle 76"/>
            <p:cNvSpPr>
              <a:spLocks noChangeArrowheads="1"/>
            </p:cNvSpPr>
            <p:nvPr/>
          </p:nvSpPr>
          <p:spPr bwMode="auto">
            <a:xfrm>
              <a:off x="2114" y="3324"/>
              <a:ext cx="275" cy="19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</a:t>
              </a:r>
              <a:endParaRPr kumimoji="1" lang="en-US" altLang="zh-CN" sz="1100" b="1" i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0" name="Text Box 77"/>
            <p:cNvSpPr txBox="1">
              <a:spLocks noChangeArrowheads="1"/>
            </p:cNvSpPr>
            <p:nvPr/>
          </p:nvSpPr>
          <p:spPr bwMode="auto">
            <a:xfrm>
              <a:off x="1572" y="3077"/>
              <a:ext cx="42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AB</a:t>
              </a:r>
            </a:p>
          </p:txBody>
        </p:sp>
        <p:pic>
          <p:nvPicPr>
            <p:cNvPr id="51" name="Picture 7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" y="3132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2" name="Text Box 79"/>
            <p:cNvSpPr txBox="1">
              <a:spLocks noChangeArrowheads="1"/>
            </p:cNvSpPr>
            <p:nvPr/>
          </p:nvSpPr>
          <p:spPr bwMode="auto">
            <a:xfrm>
              <a:off x="2363" y="3308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 </a:t>
              </a:r>
            </a:p>
          </p:txBody>
        </p:sp>
        <p:sp>
          <p:nvSpPr>
            <p:cNvPr id="53" name="Text Box 80"/>
            <p:cNvSpPr txBox="1">
              <a:spLocks noChangeArrowheads="1"/>
            </p:cNvSpPr>
            <p:nvPr/>
          </p:nvSpPr>
          <p:spPr bwMode="auto">
            <a:xfrm>
              <a:off x="-1" y="299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</a:t>
              </a:r>
            </a:p>
          </p:txBody>
        </p:sp>
        <p:sp>
          <p:nvSpPr>
            <p:cNvPr id="54" name="Rectangle 81"/>
            <p:cNvSpPr>
              <a:spLocks noChangeArrowheads="1"/>
            </p:cNvSpPr>
            <p:nvPr/>
          </p:nvSpPr>
          <p:spPr bwMode="auto">
            <a:xfrm>
              <a:off x="3013" y="3324"/>
              <a:ext cx="605" cy="19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AB</a:t>
              </a:r>
            </a:p>
          </p:txBody>
        </p:sp>
        <p:sp>
          <p:nvSpPr>
            <p:cNvPr id="55" name="Text Box 82"/>
            <p:cNvSpPr txBox="1">
              <a:spLocks noChangeArrowheads="1"/>
            </p:cNvSpPr>
            <p:nvPr/>
          </p:nvSpPr>
          <p:spPr bwMode="auto">
            <a:xfrm>
              <a:off x="2496" y="3081"/>
              <a:ext cx="36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  <p:pic>
          <p:nvPicPr>
            <p:cNvPr id="56" name="Picture 8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8" y="3127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  <p:grpSp>
        <p:nvGrpSpPr>
          <p:cNvPr id="57" name="Group 100"/>
          <p:cNvGrpSpPr>
            <a:grpSpLocks/>
          </p:cNvGrpSpPr>
          <p:nvPr/>
        </p:nvGrpSpPr>
        <p:grpSpPr bwMode="auto">
          <a:xfrm>
            <a:off x="2093495" y="3932865"/>
            <a:ext cx="4958924" cy="481439"/>
            <a:chOff x="-68" y="3574"/>
            <a:chExt cx="5448" cy="573"/>
          </a:xfrm>
        </p:grpSpPr>
        <p:sp>
          <p:nvSpPr>
            <p:cNvPr id="58" name="Line 5"/>
            <p:cNvSpPr>
              <a:spLocks noChangeShapeType="1"/>
            </p:cNvSpPr>
            <p:nvPr/>
          </p:nvSpPr>
          <p:spPr bwMode="auto">
            <a:xfrm flipH="1" flipV="1">
              <a:off x="-68" y="3899"/>
              <a:ext cx="5445" cy="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9" name="Rectangle 84"/>
            <p:cNvSpPr>
              <a:spLocks noChangeArrowheads="1"/>
            </p:cNvSpPr>
            <p:nvPr/>
          </p:nvSpPr>
          <p:spPr bwMode="auto">
            <a:xfrm>
              <a:off x="2044" y="3687"/>
              <a:ext cx="1341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0" name="Rectangle 85"/>
            <p:cNvSpPr>
              <a:spLocks noChangeArrowheads="1"/>
            </p:cNvSpPr>
            <p:nvPr/>
          </p:nvSpPr>
          <p:spPr bwMode="auto">
            <a:xfrm>
              <a:off x="2659" y="3900"/>
              <a:ext cx="557" cy="19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 </a:t>
              </a:r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+ 1</a:t>
              </a:r>
              <a:endParaRPr kumimoji="1" lang="en-US" altLang="zh-CN" sz="1100" b="1" i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1" name="Text Box 86"/>
            <p:cNvSpPr txBox="1">
              <a:spLocks noChangeArrowheads="1"/>
            </p:cNvSpPr>
            <p:nvPr/>
          </p:nvSpPr>
          <p:spPr bwMode="auto">
            <a:xfrm>
              <a:off x="2116" y="3653"/>
              <a:ext cx="42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AB</a:t>
              </a:r>
            </a:p>
          </p:txBody>
        </p:sp>
        <p:pic>
          <p:nvPicPr>
            <p:cNvPr id="62" name="Picture 8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1" y="3707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63" name="Text Box 88"/>
            <p:cNvSpPr txBox="1">
              <a:spLocks noChangeArrowheads="1"/>
            </p:cNvSpPr>
            <p:nvPr/>
          </p:nvSpPr>
          <p:spPr bwMode="auto">
            <a:xfrm>
              <a:off x="4952" y="3574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</a:t>
              </a:r>
            </a:p>
          </p:txBody>
        </p:sp>
      </p:grpSp>
      <p:pic>
        <p:nvPicPr>
          <p:cNvPr id="64" name="Picture 89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623" y="1192109"/>
            <a:ext cx="406872" cy="54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65" name="Group 97"/>
          <p:cNvGrpSpPr>
            <a:grpSpLocks/>
          </p:cNvGrpSpPr>
          <p:nvPr/>
        </p:nvGrpSpPr>
        <p:grpSpPr bwMode="auto">
          <a:xfrm>
            <a:off x="2085303" y="2447376"/>
            <a:ext cx="3229494" cy="527650"/>
            <a:chOff x="-77" y="1806"/>
            <a:chExt cx="3548" cy="628"/>
          </a:xfrm>
        </p:grpSpPr>
        <p:sp>
          <p:nvSpPr>
            <p:cNvPr id="66" name="Line 6"/>
            <p:cNvSpPr>
              <a:spLocks noChangeShapeType="1"/>
            </p:cNvSpPr>
            <p:nvPr/>
          </p:nvSpPr>
          <p:spPr bwMode="auto">
            <a:xfrm flipV="1">
              <a:off x="-77" y="2152"/>
              <a:ext cx="354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7" name="Rectangle 7"/>
            <p:cNvSpPr>
              <a:spLocks noChangeArrowheads="1"/>
            </p:cNvSpPr>
            <p:nvPr/>
          </p:nvSpPr>
          <p:spPr bwMode="auto">
            <a:xfrm>
              <a:off x="692" y="1925"/>
              <a:ext cx="2021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8" name="Text Box 48"/>
            <p:cNvSpPr txBox="1">
              <a:spLocks noChangeArrowheads="1"/>
            </p:cNvSpPr>
            <p:nvPr/>
          </p:nvSpPr>
          <p:spPr bwMode="auto">
            <a:xfrm>
              <a:off x="-18" y="1806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</a:t>
              </a:r>
            </a:p>
          </p:txBody>
        </p:sp>
        <p:sp>
          <p:nvSpPr>
            <p:cNvPr id="69" name="Rectangle 59"/>
            <p:cNvSpPr>
              <a:spLocks noChangeArrowheads="1"/>
            </p:cNvSpPr>
            <p:nvPr/>
          </p:nvSpPr>
          <p:spPr bwMode="auto">
            <a:xfrm>
              <a:off x="2092" y="2140"/>
              <a:ext cx="567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</a:t>
              </a:r>
            </a:p>
          </p:txBody>
        </p:sp>
        <p:pic>
          <p:nvPicPr>
            <p:cNvPr id="70" name="Picture 6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9" y="1943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Rectangle 61"/>
            <p:cNvSpPr>
              <a:spLocks noChangeArrowheads="1"/>
            </p:cNvSpPr>
            <p:nvPr/>
          </p:nvSpPr>
          <p:spPr bwMode="auto">
            <a:xfrm>
              <a:off x="1106" y="2139"/>
              <a:ext cx="275" cy="197"/>
            </a:xfrm>
            <a:prstGeom prst="rect">
              <a:avLst/>
            </a:prstGeom>
            <a:solidFill>
              <a:srgbClr val="FF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</a:t>
              </a:r>
              <a:endParaRPr kumimoji="1" lang="en-US" altLang="zh-CN" sz="1100" b="1" i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2" name="Text Box 62"/>
            <p:cNvSpPr txBox="1">
              <a:spLocks noChangeArrowheads="1"/>
            </p:cNvSpPr>
            <p:nvPr/>
          </p:nvSpPr>
          <p:spPr bwMode="auto">
            <a:xfrm>
              <a:off x="639" y="1892"/>
              <a:ext cx="35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</a:t>
              </a:r>
            </a:p>
          </p:txBody>
        </p:sp>
        <p:pic>
          <p:nvPicPr>
            <p:cNvPr id="73" name="Picture 6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8" y="1946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4" name="Text Box 64"/>
            <p:cNvSpPr txBox="1">
              <a:spLocks noChangeArrowheads="1"/>
            </p:cNvSpPr>
            <p:nvPr/>
          </p:nvSpPr>
          <p:spPr bwMode="auto">
            <a:xfrm>
              <a:off x="1354" y="2123"/>
              <a:ext cx="414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 B,</a:t>
              </a:r>
            </a:p>
          </p:txBody>
        </p:sp>
        <p:sp>
          <p:nvSpPr>
            <p:cNvPr id="75" name="Text Box 90"/>
            <p:cNvSpPr txBox="1">
              <a:spLocks noChangeArrowheads="1"/>
            </p:cNvSpPr>
            <p:nvPr/>
          </p:nvSpPr>
          <p:spPr bwMode="auto">
            <a:xfrm>
              <a:off x="1510" y="1892"/>
              <a:ext cx="43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TG</a:t>
              </a:r>
            </a:p>
          </p:txBody>
        </p:sp>
      </p:grpSp>
      <p:grpSp>
        <p:nvGrpSpPr>
          <p:cNvPr id="76" name="Group 98"/>
          <p:cNvGrpSpPr>
            <a:grpSpLocks/>
          </p:cNvGrpSpPr>
          <p:nvPr/>
        </p:nvGrpSpPr>
        <p:grpSpPr bwMode="auto">
          <a:xfrm>
            <a:off x="2093495" y="2947304"/>
            <a:ext cx="3221296" cy="519249"/>
            <a:chOff x="-68" y="2401"/>
            <a:chExt cx="3539" cy="618"/>
          </a:xfrm>
        </p:grpSpPr>
        <p:sp>
          <p:nvSpPr>
            <p:cNvPr id="77" name="Line 65"/>
            <p:cNvSpPr>
              <a:spLocks noChangeShapeType="1"/>
            </p:cNvSpPr>
            <p:nvPr/>
          </p:nvSpPr>
          <p:spPr bwMode="auto">
            <a:xfrm flipH="1" flipV="1">
              <a:off x="-68" y="2744"/>
              <a:ext cx="3539" cy="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8" name="Rectangle 66"/>
            <p:cNvSpPr>
              <a:spLocks noChangeArrowheads="1"/>
            </p:cNvSpPr>
            <p:nvPr/>
          </p:nvSpPr>
          <p:spPr bwMode="auto">
            <a:xfrm>
              <a:off x="639" y="2518"/>
              <a:ext cx="2236" cy="460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9" name="Rectangle 67"/>
            <p:cNvSpPr>
              <a:spLocks noChangeArrowheads="1"/>
            </p:cNvSpPr>
            <p:nvPr/>
          </p:nvSpPr>
          <p:spPr bwMode="auto">
            <a:xfrm>
              <a:off x="2174" y="2732"/>
              <a:ext cx="628" cy="197"/>
            </a:xfrm>
            <a:prstGeom prst="rect">
              <a:avLst/>
            </a:prstGeom>
            <a:solidFill>
              <a:srgbClr val="0099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AB</a:t>
              </a:r>
            </a:p>
          </p:txBody>
        </p:sp>
        <p:sp>
          <p:nvSpPr>
            <p:cNvPr id="80" name="Text Box 68"/>
            <p:cNvSpPr txBox="1">
              <a:spLocks noChangeArrowheads="1"/>
            </p:cNvSpPr>
            <p:nvPr/>
          </p:nvSpPr>
          <p:spPr bwMode="auto">
            <a:xfrm>
              <a:off x="1663" y="2485"/>
              <a:ext cx="361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  <p:pic>
          <p:nvPicPr>
            <p:cNvPr id="81" name="Picture 6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9" y="2535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82" name="Text Box 70"/>
            <p:cNvSpPr txBox="1">
              <a:spLocks noChangeArrowheads="1"/>
            </p:cNvSpPr>
            <p:nvPr/>
          </p:nvSpPr>
          <p:spPr bwMode="auto">
            <a:xfrm>
              <a:off x="1694" y="2708"/>
              <a:ext cx="24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</a:t>
              </a:r>
            </a:p>
          </p:txBody>
        </p:sp>
        <p:sp>
          <p:nvSpPr>
            <p:cNvPr id="83" name="Text Box 71"/>
            <p:cNvSpPr txBox="1">
              <a:spLocks noChangeArrowheads="1"/>
            </p:cNvSpPr>
            <p:nvPr/>
          </p:nvSpPr>
          <p:spPr bwMode="auto">
            <a:xfrm>
              <a:off x="3037" y="2401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</a:t>
              </a:r>
            </a:p>
          </p:txBody>
        </p:sp>
        <p:sp>
          <p:nvSpPr>
            <p:cNvPr id="84" name="Rectangle 72"/>
            <p:cNvSpPr>
              <a:spLocks noChangeArrowheads="1"/>
            </p:cNvSpPr>
            <p:nvPr/>
          </p:nvSpPr>
          <p:spPr bwMode="auto">
            <a:xfrm>
              <a:off x="1136" y="2732"/>
              <a:ext cx="601" cy="197"/>
            </a:xfrm>
            <a:prstGeom prst="rect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B, </a:t>
              </a:r>
              <a:r>
                <a:rPr kumimoji="1" lang="en-US" altLang="zh-CN" sz="1100" b="1" i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kumimoji="1" lang="en-US" altLang="zh-CN" sz="1100" b="1" baseline="-2500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AB</a:t>
              </a:r>
            </a:p>
          </p:txBody>
        </p:sp>
        <p:pic>
          <p:nvPicPr>
            <p:cNvPr id="85" name="Picture 7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" y="2538"/>
              <a:ext cx="26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86" name="Text Box 92"/>
            <p:cNvSpPr txBox="1">
              <a:spLocks noChangeArrowheads="1"/>
            </p:cNvSpPr>
            <p:nvPr/>
          </p:nvSpPr>
          <p:spPr bwMode="auto">
            <a:xfrm>
              <a:off x="598" y="2485"/>
              <a:ext cx="35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</a:t>
              </a:r>
            </a:p>
          </p:txBody>
        </p:sp>
      </p:grpSp>
      <p:grpSp>
        <p:nvGrpSpPr>
          <p:cNvPr id="87" name="Group 96"/>
          <p:cNvGrpSpPr>
            <a:grpSpLocks/>
          </p:cNvGrpSpPr>
          <p:nvPr/>
        </p:nvGrpSpPr>
        <p:grpSpPr bwMode="auto">
          <a:xfrm>
            <a:off x="2093494" y="1826466"/>
            <a:ext cx="2727951" cy="610831"/>
            <a:chOff x="-68" y="1067"/>
            <a:chExt cx="2997" cy="727"/>
          </a:xfrm>
        </p:grpSpPr>
        <p:sp>
          <p:nvSpPr>
            <p:cNvPr id="88" name="Line 40"/>
            <p:cNvSpPr>
              <a:spLocks noChangeShapeType="1"/>
            </p:cNvSpPr>
            <p:nvPr/>
          </p:nvSpPr>
          <p:spPr bwMode="auto">
            <a:xfrm flipH="1">
              <a:off x="-68" y="1547"/>
              <a:ext cx="2992" cy="1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797" y="1333"/>
              <a:ext cx="1388" cy="461"/>
            </a:xfrm>
            <a:prstGeom prst="rect">
              <a:avLst/>
            </a:prstGeom>
            <a:solidFill>
              <a:srgbClr val="00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kumimoji="1" lang="zh-CN" altLang="zh-CN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0" name="Text Box 43"/>
            <p:cNvSpPr txBox="1">
              <a:spLocks noChangeArrowheads="1"/>
            </p:cNvSpPr>
            <p:nvPr/>
          </p:nvSpPr>
          <p:spPr bwMode="auto">
            <a:xfrm>
              <a:off x="972" y="1286"/>
              <a:ext cx="435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TG</a:t>
              </a: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2501" y="1203"/>
              <a:ext cx="428" cy="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 2" pitchFamily="18" charset="2"/>
                </a:rPr>
                <a:t></a:t>
              </a:r>
            </a:p>
          </p:txBody>
        </p:sp>
        <p:pic>
          <p:nvPicPr>
            <p:cNvPr id="92" name="Picture 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" y="1206"/>
              <a:ext cx="2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435" y="1067"/>
              <a:ext cx="3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  <p:sp>
          <p:nvSpPr>
            <p:cNvPr id="94" name="Rectangle 57"/>
            <p:cNvSpPr>
              <a:spLocks noChangeArrowheads="1"/>
            </p:cNvSpPr>
            <p:nvPr/>
          </p:nvSpPr>
          <p:spPr bwMode="auto">
            <a:xfrm>
              <a:off x="1555" y="1547"/>
              <a:ext cx="572" cy="197"/>
            </a:xfrm>
            <a:prstGeom prst="rect">
              <a:avLst/>
            </a:prstGeom>
            <a:solidFill>
              <a:srgbClr val="FFCC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A, </a:t>
              </a:r>
              <a:r>
                <a:rPr kumimoji="1"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kumimoji="1"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</a:t>
              </a:r>
            </a:p>
          </p:txBody>
        </p:sp>
        <p:pic>
          <p:nvPicPr>
            <p:cNvPr id="95" name="Picture 5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1350"/>
              <a:ext cx="26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96" name="Text Box 91"/>
            <p:cNvSpPr txBox="1">
              <a:spLocks noChangeArrowheads="1"/>
            </p:cNvSpPr>
            <p:nvPr/>
          </p:nvSpPr>
          <p:spPr bwMode="auto">
            <a:xfrm>
              <a:off x="806" y="1482"/>
              <a:ext cx="35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1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1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</a:t>
              </a:r>
            </a:p>
          </p:txBody>
        </p:sp>
        <p:sp>
          <p:nvSpPr>
            <p:cNvPr id="97" name="Text Box 93"/>
            <p:cNvSpPr txBox="1">
              <a:spLocks noChangeArrowheads="1"/>
            </p:cNvSpPr>
            <p:nvPr/>
          </p:nvSpPr>
          <p:spPr bwMode="auto">
            <a:xfrm>
              <a:off x="996" y="1482"/>
              <a:ext cx="293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, </a:t>
              </a:r>
            </a:p>
          </p:txBody>
        </p:sp>
      </p:grpSp>
      <p:pic>
        <p:nvPicPr>
          <p:cNvPr id="99" name="Picture 200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108" y="1313940"/>
            <a:ext cx="371021" cy="3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100" name="矩形 4"/>
          <p:cNvSpPr>
            <a:spLocks noChangeArrowheads="1"/>
          </p:cNvSpPr>
          <p:nvPr/>
        </p:nvSpPr>
        <p:spPr bwMode="auto">
          <a:xfrm>
            <a:off x="622624" y="570283"/>
            <a:ext cx="2376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Kerberos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工作原理</a:t>
            </a:r>
          </a:p>
        </p:txBody>
      </p:sp>
      <p:sp>
        <p:nvSpPr>
          <p:cNvPr id="101" name="Line 39"/>
          <p:cNvSpPr>
            <a:spLocks noChangeShapeType="1"/>
          </p:cNvSpPr>
          <p:nvPr/>
        </p:nvSpPr>
        <p:spPr bwMode="auto">
          <a:xfrm rot="16200000" flipH="1">
            <a:off x="4467052" y="2526760"/>
            <a:ext cx="16879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4573870" y="1067757"/>
            <a:ext cx="1010355" cy="663767"/>
            <a:chOff x="4573870" y="1067757"/>
            <a:chExt cx="1010355" cy="663767"/>
          </a:xfrm>
        </p:grpSpPr>
        <p:sp>
          <p:nvSpPr>
            <p:cNvPr id="103" name="Rectangle 54"/>
            <p:cNvSpPr>
              <a:spLocks noChangeArrowheads="1"/>
            </p:cNvSpPr>
            <p:nvPr/>
          </p:nvSpPr>
          <p:spPr bwMode="auto">
            <a:xfrm>
              <a:off x="4573870" y="1067757"/>
              <a:ext cx="1010355" cy="663767"/>
            </a:xfrm>
            <a:prstGeom prst="rect">
              <a:avLst/>
            </a:prstGeom>
            <a:solidFill>
              <a:srgbClr val="99FF66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104" name="Picture 51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6788" y="1313939"/>
              <a:ext cx="181135" cy="334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05" name="Picture 5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8262" y="1275289"/>
              <a:ext cx="270338" cy="417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06" name="Text Box 55"/>
            <p:cNvSpPr txBox="1">
              <a:spLocks noChangeArrowheads="1"/>
            </p:cNvSpPr>
            <p:nvPr/>
          </p:nvSpPr>
          <p:spPr bwMode="auto">
            <a:xfrm>
              <a:off x="4633339" y="1101866"/>
              <a:ext cx="356188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AS</a:t>
              </a:r>
            </a:p>
          </p:txBody>
        </p:sp>
        <p:sp>
          <p:nvSpPr>
            <p:cNvPr id="107" name="Text Box 56"/>
            <p:cNvSpPr txBox="1">
              <a:spLocks noChangeArrowheads="1"/>
            </p:cNvSpPr>
            <p:nvPr/>
          </p:nvSpPr>
          <p:spPr bwMode="auto">
            <a:xfrm>
              <a:off x="5081606" y="1071732"/>
              <a:ext cx="441146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8229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3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3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45880" y="579356"/>
            <a:ext cx="32562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Kerberos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要求“松散的”同步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73587"/>
            <a:ext cx="8129017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Kerberos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要求所有使用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Kerberos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的主机必须在时钟上进行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松散的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同步。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松散的同步：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要求所有主机的时钟误差不能太大，例如，不能超过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分钟的数量级。这个要求是为了防止重放攻击。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2"/>
          <p:cNvSpPr>
            <a:spLocks noChangeArrowheads="1"/>
          </p:cNvSpPr>
          <p:nvPr/>
        </p:nvSpPr>
        <p:spPr bwMode="auto">
          <a:xfrm>
            <a:off x="511896" y="608698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3251362" y="583234"/>
            <a:ext cx="2650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7.4.2  </a:t>
            </a: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公钥的分配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1036511"/>
            <a:ext cx="8131439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在公钥密码体制中，如果每个用户都具有其他用户的公钥，就可实现安全通信。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但不能随意公布用户的公钥，因为：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无法防止假冒和欺骗。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使用者也无法确定公钥的真正拥有者。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lvl="1" indent="-342900" eaLnBrk="0" hangingPunct="0">
              <a:lnSpc>
                <a:spcPts val="3300"/>
              </a:lnSpc>
              <a:buClr>
                <a:srgbClr val="0070C0"/>
              </a:buClr>
              <a:buSzPct val="85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方法：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借助可信任的第三方机构。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可信任的第三方机构。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负责签发数字证书。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一般由政府出资建立。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374858" y="579356"/>
            <a:ext cx="439825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认证中心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(Certification Authority)</a:t>
            </a:r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713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有时也简称为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证书。</a:t>
            </a:r>
            <a:endParaRPr lang="en-US" altLang="zh-CN" sz="2000" b="1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是对公钥与其对应的实体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人或机器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进行绑定的一个证明，因此它常称为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公钥证书。</a:t>
            </a:r>
            <a:endParaRPr lang="en-US" altLang="zh-CN" sz="2000" b="1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每个证书中写有公钥及其拥有者的标识信息（例如：人名、地址、电子邮件地址或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地址等）。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更重要的是：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证书中有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使用自己私钥的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数字签名。</a:t>
            </a:r>
            <a:endParaRPr lang="en-US" altLang="zh-CN" sz="2000" b="1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的数字签名和未签名的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的证书放在一起，就最后构成了已签名的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的数字证书。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证书被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进行了数字签名，是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不可伪造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03047" y="579356"/>
            <a:ext cx="33418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数字证书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(digital certificate)</a:t>
            </a:r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730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7935"/>
            <a:ext cx="812901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任何用户都可从可信任的地方（如代表政府的报纸）获得认证中心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的公钥，以验证证书的真伪。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2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数字证书是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公开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的，不需要加密。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25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903047" y="579356"/>
            <a:ext cx="33418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数字证书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(digital certificate)</a:t>
            </a:r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90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93258" y="3618440"/>
            <a:ext cx="8045232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2200"/>
              </a:lnSpc>
              <a:buClr>
                <a:srgbClr val="0070C0"/>
              </a:buClr>
            </a:pPr>
            <a:r>
              <a:rPr lang="zh-CN" altLang="en-US" sz="16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核实：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拿到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的数字证书后，使用数字证书上给出的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的公钥，对数字证书中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的数字签名</a:t>
            </a:r>
            <a:r>
              <a:rPr lang="zh-CN" altLang="en-US" sz="1600" b="1" dirty="0">
                <a:solidFill>
                  <a:srgbClr val="CC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 </a:t>
            </a:r>
            <a:r>
              <a:rPr lang="en-US" altLang="zh-CN" sz="1600" b="1" i="1" dirty="0">
                <a:solidFill>
                  <a:srgbClr val="CC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</a:t>
            </a:r>
            <a:r>
              <a:rPr lang="en-US" altLang="zh-CN" sz="1600" b="1" dirty="0">
                <a:solidFill>
                  <a:srgbClr val="CC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solidFill>
                  <a:srgbClr val="CC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运算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，得出一个数值。再对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的数字证书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(CA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数字签名除外的部分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进行散列运算，又得出一个数值。比较这两个数值。若一致，则数字证书是真的。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70283"/>
            <a:ext cx="41040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已签名的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的数字证书的产生过程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111624" y="1105959"/>
            <a:ext cx="7377953" cy="2364678"/>
            <a:chOff x="1372249" y="1210699"/>
            <a:chExt cx="7349985" cy="2059516"/>
          </a:xfrm>
        </p:grpSpPr>
        <p:sp>
          <p:nvSpPr>
            <p:cNvPr id="27" name="矩形 47"/>
            <p:cNvSpPr>
              <a:spLocks noChangeArrowheads="1"/>
            </p:cNvSpPr>
            <p:nvPr/>
          </p:nvSpPr>
          <p:spPr bwMode="auto">
            <a:xfrm>
              <a:off x="6632386" y="1681816"/>
              <a:ext cx="1800225" cy="1295400"/>
            </a:xfrm>
            <a:prstGeom prst="rect">
              <a:avLst/>
            </a:prstGeom>
            <a:solidFill>
              <a:srgbClr val="00FFC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" name="矩形 62"/>
            <p:cNvSpPr>
              <a:spLocks noChangeArrowheads="1"/>
            </p:cNvSpPr>
            <p:nvPr/>
          </p:nvSpPr>
          <p:spPr bwMode="auto">
            <a:xfrm>
              <a:off x="1877823" y="1470679"/>
              <a:ext cx="1657350" cy="763587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11" name="直接连接符 64"/>
            <p:cNvCxnSpPr>
              <a:cxnSpLocks noChangeShapeType="1"/>
            </p:cNvCxnSpPr>
            <p:nvPr/>
          </p:nvCxnSpPr>
          <p:spPr bwMode="auto">
            <a:xfrm flipV="1">
              <a:off x="1884173" y="1938991"/>
              <a:ext cx="16414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1372249" y="1210699"/>
              <a:ext cx="2661355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未签名的 </a:t>
              </a:r>
              <a:r>
                <a:rPr lang="en-US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 </a:t>
              </a:r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的数字证书</a:t>
              </a:r>
            </a:p>
          </p:txBody>
        </p:sp>
        <p:sp>
          <p:nvSpPr>
            <p:cNvPr id="13" name="TextBox 8"/>
            <p:cNvSpPr txBox="1">
              <a:spLocks noChangeArrowheads="1"/>
            </p:cNvSpPr>
            <p:nvPr/>
          </p:nvSpPr>
          <p:spPr bwMode="auto">
            <a:xfrm>
              <a:off x="1820673" y="1436272"/>
              <a:ext cx="1695450" cy="851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证书拥有者：</a:t>
              </a:r>
              <a:r>
                <a:rPr lang="en-US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  <a:p>
              <a:pPr eaLnBrk="1" hangingPunct="1">
                <a:lnSpc>
                  <a:spcPts val="2200"/>
                </a:lnSpc>
                <a:spcAft>
                  <a:spcPts val="300"/>
                </a:spcAft>
              </a:pPr>
              <a:r>
                <a:rPr lang="en-US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 </a:t>
              </a:r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的公钥</a:t>
              </a:r>
              <a:endPara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eaLnBrk="1" hangingPunct="1">
                <a:lnSpc>
                  <a:spcPts val="2200"/>
                </a:lnSpc>
              </a:pPr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证书签发者：</a:t>
              </a:r>
              <a:r>
                <a:rPr lang="en-US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</a:t>
              </a:r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TextBox 64"/>
            <p:cNvSpPr txBox="1"/>
            <p:nvPr/>
          </p:nvSpPr>
          <p:spPr>
            <a:xfrm>
              <a:off x="6705411" y="2567641"/>
              <a:ext cx="1657350" cy="294864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 </a:t>
              </a:r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的数字签名</a:t>
              </a:r>
            </a:p>
          </p:txBody>
        </p:sp>
        <p:sp>
          <p:nvSpPr>
            <p:cNvPr id="15" name="TextBox 8"/>
            <p:cNvSpPr txBox="1">
              <a:spLocks noChangeArrowheads="1"/>
            </p:cNvSpPr>
            <p:nvPr/>
          </p:nvSpPr>
          <p:spPr bwMode="auto">
            <a:xfrm>
              <a:off x="1736536" y="2280304"/>
              <a:ext cx="1008062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散列运算</a:t>
              </a:r>
            </a:p>
          </p:txBody>
        </p:sp>
        <p:sp>
          <p:nvSpPr>
            <p:cNvPr id="16" name="TextBox 68"/>
            <p:cNvSpPr txBox="1">
              <a:spLocks noChangeArrowheads="1"/>
            </p:cNvSpPr>
            <p:nvPr/>
          </p:nvSpPr>
          <p:spPr bwMode="auto">
            <a:xfrm>
              <a:off x="7065773" y="1897716"/>
              <a:ext cx="863600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169"/>
            <p:cNvSpPr>
              <a:spLocks noChangeArrowheads="1"/>
            </p:cNvSpPr>
            <p:nvPr/>
          </p:nvSpPr>
          <p:spPr bwMode="auto">
            <a:xfrm>
              <a:off x="2412811" y="2680354"/>
              <a:ext cx="563562" cy="288925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</a:t>
              </a:r>
              <a:r>
                <a:rPr lang="en-GB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(</a:t>
              </a:r>
              <a:r>
                <a:rPr lang="en-GB" altLang="zh-CN" sz="16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  <a:r>
                <a:rPr lang="en-GB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)</a:t>
              </a:r>
              <a:endParaRPr lang="en-US" altLang="zh-CN" sz="16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Text Box 172"/>
            <p:cNvSpPr txBox="1">
              <a:spLocks noChangeArrowheads="1"/>
            </p:cNvSpPr>
            <p:nvPr/>
          </p:nvSpPr>
          <p:spPr bwMode="auto">
            <a:xfrm>
              <a:off x="2960498" y="2405876"/>
              <a:ext cx="1317625" cy="460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用私钥</a:t>
              </a:r>
              <a:endParaRPr lang="en-US" altLang="zh-CN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 eaLnBrk="1" hangingPunct="1">
                <a:lnSpc>
                  <a:spcPts val="17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进行 </a:t>
              </a:r>
              <a:r>
                <a:rPr lang="en-US" altLang="zh-CN" sz="1400" b="1" i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D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运算</a:t>
              </a:r>
            </a:p>
          </p:txBody>
        </p:sp>
        <p:sp>
          <p:nvSpPr>
            <p:cNvPr id="19" name="Text Box 204"/>
            <p:cNvSpPr txBox="1">
              <a:spLocks noChangeArrowheads="1"/>
            </p:cNvSpPr>
            <p:nvPr/>
          </p:nvSpPr>
          <p:spPr bwMode="auto">
            <a:xfrm>
              <a:off x="1944509" y="2975351"/>
              <a:ext cx="1447777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固定长度散列</a:t>
              </a:r>
            </a:p>
          </p:txBody>
        </p:sp>
        <p:sp>
          <p:nvSpPr>
            <p:cNvPr id="20" name="矩形 62"/>
            <p:cNvSpPr>
              <a:spLocks noChangeArrowheads="1"/>
            </p:cNvSpPr>
            <p:nvPr/>
          </p:nvSpPr>
          <p:spPr bwMode="auto">
            <a:xfrm>
              <a:off x="6703823" y="1731029"/>
              <a:ext cx="1657350" cy="762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1" name="直接连接符 64"/>
            <p:cNvCxnSpPr>
              <a:cxnSpLocks noChangeShapeType="1"/>
            </p:cNvCxnSpPr>
            <p:nvPr/>
          </p:nvCxnSpPr>
          <p:spPr bwMode="auto">
            <a:xfrm flipV="1">
              <a:off x="6697473" y="2227916"/>
              <a:ext cx="16414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TextBox 8"/>
            <p:cNvSpPr txBox="1">
              <a:spLocks noChangeArrowheads="1"/>
            </p:cNvSpPr>
            <p:nvPr/>
          </p:nvSpPr>
          <p:spPr bwMode="auto">
            <a:xfrm>
              <a:off x="6664136" y="1727854"/>
              <a:ext cx="1695450" cy="770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</a:pPr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证书拥有者：</a:t>
              </a:r>
              <a:r>
                <a:rPr lang="en-US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  <a:p>
              <a:pPr eaLnBrk="1" hangingPunct="1">
                <a:lnSpc>
                  <a:spcPts val="2000"/>
                </a:lnSpc>
                <a:spcAft>
                  <a:spcPts val="300"/>
                </a:spcAft>
              </a:pPr>
              <a:r>
                <a:rPr lang="en-US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 </a:t>
              </a:r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的公钥</a:t>
              </a:r>
              <a:endPara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eaLnBrk="1" hangingPunct="1">
                <a:lnSpc>
                  <a:spcPts val="2000"/>
                </a:lnSpc>
              </a:pPr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证书签发者：</a:t>
              </a:r>
              <a:r>
                <a:rPr lang="en-US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</a:t>
              </a:r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Line 214"/>
            <p:cNvSpPr>
              <a:spLocks noChangeShapeType="1"/>
            </p:cNvSpPr>
            <p:nvPr/>
          </p:nvSpPr>
          <p:spPr bwMode="auto">
            <a:xfrm>
              <a:off x="3543111" y="1856441"/>
              <a:ext cx="3151187" cy="277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TextBox 41"/>
            <p:cNvSpPr txBox="1"/>
            <p:nvPr/>
          </p:nvSpPr>
          <p:spPr>
            <a:xfrm>
              <a:off x="4281298" y="2685116"/>
              <a:ext cx="1657350" cy="294864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 </a:t>
              </a:r>
              <a:r>
                <a: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的数字签名</a:t>
              </a:r>
            </a:p>
          </p:txBody>
        </p:sp>
        <p:sp>
          <p:nvSpPr>
            <p:cNvPr id="25" name="Line 214"/>
            <p:cNvSpPr>
              <a:spLocks noChangeShapeType="1"/>
            </p:cNvSpPr>
            <p:nvPr/>
          </p:nvSpPr>
          <p:spPr bwMode="auto">
            <a:xfrm>
              <a:off x="2960498" y="2829579"/>
              <a:ext cx="1312863" cy="3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TextBox 8"/>
            <p:cNvSpPr txBox="1">
              <a:spLocks noChangeArrowheads="1"/>
            </p:cNvSpPr>
            <p:nvPr/>
          </p:nvSpPr>
          <p:spPr bwMode="auto">
            <a:xfrm>
              <a:off x="6362909" y="1390527"/>
              <a:ext cx="2359325" cy="294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6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已签名的 </a:t>
              </a:r>
              <a:r>
                <a:rPr lang="en-US" altLang="zh-CN" sz="16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 </a:t>
              </a:r>
              <a:r>
                <a:rPr lang="zh-CN" altLang="en-US" sz="16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的数字证书</a:t>
              </a:r>
            </a:p>
          </p:txBody>
        </p:sp>
        <p:sp>
          <p:nvSpPr>
            <p:cNvPr id="28" name="Line 214"/>
            <p:cNvSpPr>
              <a:spLocks noChangeShapeType="1"/>
            </p:cNvSpPr>
            <p:nvPr/>
          </p:nvSpPr>
          <p:spPr bwMode="auto">
            <a:xfrm rot="5400000">
              <a:off x="2475517" y="2462073"/>
              <a:ext cx="4270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9" name="Line 214"/>
            <p:cNvSpPr>
              <a:spLocks noChangeShapeType="1"/>
            </p:cNvSpPr>
            <p:nvPr/>
          </p:nvSpPr>
          <p:spPr bwMode="auto">
            <a:xfrm flipV="1">
              <a:off x="5946586" y="2734329"/>
              <a:ext cx="760412" cy="1127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395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446720" y="1013106"/>
            <a:ext cx="335431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数字证书的格式必须标准化。</a:t>
            </a:r>
            <a:endParaRPr lang="en-US" altLang="zh-CN" sz="17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ITU-T </a:t>
            </a:r>
            <a:r>
              <a:rPr lang="zh-CN" altLang="en-US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制定了 </a:t>
            </a:r>
            <a:r>
              <a:rPr lang="en-US" altLang="zh-CN" sz="17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X.509 </a:t>
            </a:r>
            <a:r>
              <a:rPr lang="zh-CN" altLang="en-US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协议标准，描述证书的结构。</a:t>
            </a:r>
            <a:endParaRPr lang="en-US" altLang="zh-CN" sz="17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IETF </a:t>
            </a:r>
            <a:r>
              <a:rPr lang="zh-CN" altLang="en-US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采用 </a:t>
            </a:r>
            <a:r>
              <a:rPr lang="en-US" altLang="zh-CN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X.509 V3 </a:t>
            </a:r>
            <a:r>
              <a:rPr lang="zh-CN" altLang="en-US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作为互联网的</a:t>
            </a:r>
            <a:r>
              <a:rPr lang="zh-CN" altLang="en-US" sz="17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建议标准</a:t>
            </a:r>
            <a:r>
              <a:rPr lang="zh-CN" altLang="en-US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17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X.509 </a:t>
            </a:r>
            <a:r>
              <a:rPr lang="zh-CN" altLang="en-US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又称为</a:t>
            </a:r>
            <a:r>
              <a:rPr lang="zh-CN" altLang="en-US" sz="17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互联网公钥基础结构 </a:t>
            </a:r>
            <a:r>
              <a:rPr lang="en-US" altLang="zh-CN" sz="17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PKI </a:t>
            </a:r>
            <a:r>
              <a:rPr lang="en-US" altLang="zh-CN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(Public Key Infrastructure)</a:t>
            </a:r>
            <a:r>
              <a:rPr lang="zh-CN" altLang="en-US" sz="17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  <p:graphicFrame>
        <p:nvGraphicFramePr>
          <p:cNvPr id="7" name="Group 6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3801962"/>
              </p:ext>
            </p:extLst>
          </p:nvPr>
        </p:nvGraphicFramePr>
        <p:xfrm>
          <a:off x="3680116" y="1095026"/>
          <a:ext cx="4890981" cy="3219062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1467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3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版本号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区分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X.509 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不同版本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序列号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CA 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发放，唯一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签名算法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签署证书所使用的算法和参数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发行者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签发者的唯一标识符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有效期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包括起始时间和终止时间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主体名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(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或主题名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)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公钥和数字证书拥有者的唯一标识符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公钥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数字证书拥有者的公钥和使用算法的标识符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发行者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ID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任选，唯一，标识发行者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主体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ID</a:t>
                      </a:r>
                      <a:endParaRPr kumimoji="0" lang="en-US" altLang="zh-CN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任选，唯一，标识证书持有者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扩展域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扩充信息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认证机构签名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用 </a:t>
                      </a:r>
                      <a:r>
                        <a:rPr kumimoji="0" lang="en-US" altLang="zh-CN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CA </a:t>
                      </a:r>
                      <a:r>
                        <a:rPr kumimoji="0" lang="zh-CN" altLang="en-US" sz="13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私钥对证书签名</a:t>
                      </a:r>
                      <a:endParaRPr kumimoji="0" lang="zh-CN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F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19420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X.509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数字证书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446718" y="1013106"/>
            <a:ext cx="3818051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X.509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提出：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把多级认证中心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链接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起来的，构成一个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树状的认证系统。</a:t>
            </a:r>
            <a:endParaRPr lang="en-US" altLang="zh-CN" sz="2000" b="1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末端是用户。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56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最高一级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的认证中心都称为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根认证中心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(Root CA)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，是公认可信的认证中心（或无条件信任的），且其公钥是公开的。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认证系统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714350" y="1090660"/>
            <a:ext cx="3167063" cy="3008115"/>
            <a:chOff x="4913035" y="1089352"/>
            <a:chExt cx="3167063" cy="3008115"/>
          </a:xfrm>
        </p:grpSpPr>
        <p:sp>
          <p:nvSpPr>
            <p:cNvPr id="6" name="Rectangle 173"/>
            <p:cNvSpPr>
              <a:spLocks noChangeArrowheads="1"/>
            </p:cNvSpPr>
            <p:nvPr/>
          </p:nvSpPr>
          <p:spPr bwMode="auto">
            <a:xfrm>
              <a:off x="6271935" y="1089352"/>
              <a:ext cx="766763" cy="39687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根 </a:t>
              </a: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</a:t>
              </a:r>
              <a:endPara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" name="Rectangle 173"/>
            <p:cNvSpPr>
              <a:spLocks noChangeArrowheads="1"/>
            </p:cNvSpPr>
            <p:nvPr/>
          </p:nvSpPr>
          <p:spPr bwMode="auto">
            <a:xfrm>
              <a:off x="5597248" y="1846590"/>
              <a:ext cx="9112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中间 </a:t>
              </a: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</a:t>
              </a:r>
              <a:r>
                <a:rPr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</a:t>
              </a:r>
            </a:p>
          </p:txBody>
        </p:sp>
        <p:sp>
          <p:nvSpPr>
            <p:cNvPr id="11" name="Rectangle 173"/>
            <p:cNvSpPr>
              <a:spLocks noChangeArrowheads="1"/>
            </p:cNvSpPr>
            <p:nvPr/>
          </p:nvSpPr>
          <p:spPr bwMode="auto">
            <a:xfrm>
              <a:off x="6929160" y="1846590"/>
              <a:ext cx="9112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中间 </a:t>
              </a: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</a:t>
              </a:r>
              <a:r>
                <a:rPr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</a:t>
              </a:r>
            </a:p>
          </p:txBody>
        </p:sp>
        <p:sp>
          <p:nvSpPr>
            <p:cNvPr id="12" name="Rectangle 173"/>
            <p:cNvSpPr>
              <a:spLocks noChangeArrowheads="1"/>
            </p:cNvSpPr>
            <p:nvPr/>
          </p:nvSpPr>
          <p:spPr bwMode="auto">
            <a:xfrm>
              <a:off x="5327373" y="2781627"/>
              <a:ext cx="504825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</a:t>
              </a:r>
              <a:r>
                <a:rPr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</a:t>
              </a:r>
            </a:p>
          </p:txBody>
        </p:sp>
        <p:sp>
          <p:nvSpPr>
            <p:cNvPr id="13" name="Rectangle 173"/>
            <p:cNvSpPr>
              <a:spLocks noChangeArrowheads="1"/>
            </p:cNvSpPr>
            <p:nvPr/>
          </p:nvSpPr>
          <p:spPr bwMode="auto">
            <a:xfrm>
              <a:off x="6063973" y="2781627"/>
              <a:ext cx="503237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</a:t>
              </a:r>
              <a:r>
                <a:rPr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</a:t>
              </a:r>
            </a:p>
          </p:txBody>
        </p:sp>
        <p:sp>
          <p:nvSpPr>
            <p:cNvPr id="14" name="Rectangle 173"/>
            <p:cNvSpPr>
              <a:spLocks noChangeArrowheads="1"/>
            </p:cNvSpPr>
            <p:nvPr/>
          </p:nvSpPr>
          <p:spPr bwMode="auto">
            <a:xfrm>
              <a:off x="6800573" y="2781627"/>
              <a:ext cx="503237" cy="3968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</a:t>
              </a:r>
              <a:r>
                <a:rPr lang="en-US" altLang="zh-CN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3</a:t>
              </a:r>
            </a:p>
          </p:txBody>
        </p:sp>
        <p:cxnSp>
          <p:nvCxnSpPr>
            <p:cNvPr id="15" name="直接箭头连接符 12"/>
            <p:cNvCxnSpPr>
              <a:cxnSpLocks noChangeShapeType="1"/>
              <a:endCxn id="10" idx="0"/>
            </p:cNvCxnSpPr>
            <p:nvPr/>
          </p:nvCxnSpPr>
          <p:spPr bwMode="auto">
            <a:xfrm flipH="1">
              <a:off x="6052860" y="1486227"/>
              <a:ext cx="409575" cy="36036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箭头连接符 13"/>
            <p:cNvCxnSpPr>
              <a:cxnSpLocks noChangeShapeType="1"/>
              <a:endCxn id="11" idx="0"/>
            </p:cNvCxnSpPr>
            <p:nvPr/>
          </p:nvCxnSpPr>
          <p:spPr bwMode="auto">
            <a:xfrm>
              <a:off x="6749773" y="1486227"/>
              <a:ext cx="635000" cy="360363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箭头连接符 16"/>
            <p:cNvCxnSpPr>
              <a:cxnSpLocks noChangeShapeType="1"/>
              <a:endCxn id="26" idx="0"/>
            </p:cNvCxnSpPr>
            <p:nvPr/>
          </p:nvCxnSpPr>
          <p:spPr bwMode="auto">
            <a:xfrm>
              <a:off x="7576860" y="2278390"/>
              <a:ext cx="252413" cy="5746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箭头连接符 22"/>
            <p:cNvCxnSpPr>
              <a:cxnSpLocks noChangeShapeType="1"/>
              <a:endCxn id="12" idx="0"/>
            </p:cNvCxnSpPr>
            <p:nvPr/>
          </p:nvCxnSpPr>
          <p:spPr bwMode="auto">
            <a:xfrm flipH="1">
              <a:off x="5579785" y="2278390"/>
              <a:ext cx="233363" cy="50323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直接箭头连接符 31"/>
            <p:cNvCxnSpPr>
              <a:cxnSpLocks noChangeShapeType="1"/>
            </p:cNvCxnSpPr>
            <p:nvPr/>
          </p:nvCxnSpPr>
          <p:spPr bwMode="auto">
            <a:xfrm>
              <a:off x="6246535" y="2278390"/>
              <a:ext cx="90488" cy="5238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直接箭头连接符 33"/>
            <p:cNvCxnSpPr>
              <a:cxnSpLocks noChangeShapeType="1"/>
            </p:cNvCxnSpPr>
            <p:nvPr/>
          </p:nvCxnSpPr>
          <p:spPr bwMode="auto">
            <a:xfrm flipH="1">
              <a:off x="7065685" y="2278390"/>
              <a:ext cx="150813" cy="51276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直接箭头连接符 22"/>
            <p:cNvCxnSpPr>
              <a:cxnSpLocks noChangeShapeType="1"/>
            </p:cNvCxnSpPr>
            <p:nvPr/>
          </p:nvCxnSpPr>
          <p:spPr bwMode="auto">
            <a:xfrm>
              <a:off x="5670273" y="3215015"/>
              <a:ext cx="144462" cy="28733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箭头连接符 22"/>
            <p:cNvCxnSpPr>
              <a:cxnSpLocks noChangeShapeType="1"/>
              <a:endCxn id="29" idx="0"/>
            </p:cNvCxnSpPr>
            <p:nvPr/>
          </p:nvCxnSpPr>
          <p:spPr bwMode="auto">
            <a:xfrm>
              <a:off x="6292573" y="3207077"/>
              <a:ext cx="92075" cy="27622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直接箭头连接符 22"/>
            <p:cNvCxnSpPr>
              <a:cxnSpLocks noChangeShapeType="1"/>
            </p:cNvCxnSpPr>
            <p:nvPr/>
          </p:nvCxnSpPr>
          <p:spPr bwMode="auto">
            <a:xfrm>
              <a:off x="7038698" y="3186440"/>
              <a:ext cx="0" cy="31591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箭头连接符 22"/>
            <p:cNvCxnSpPr>
              <a:cxnSpLocks noChangeShapeType="1"/>
              <a:endCxn id="25" idx="0"/>
            </p:cNvCxnSpPr>
            <p:nvPr/>
          </p:nvCxnSpPr>
          <p:spPr bwMode="auto">
            <a:xfrm flipH="1">
              <a:off x="5163860" y="3215015"/>
              <a:ext cx="290513" cy="26828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173"/>
            <p:cNvSpPr>
              <a:spLocks noChangeArrowheads="1"/>
            </p:cNvSpPr>
            <p:nvPr/>
          </p:nvSpPr>
          <p:spPr bwMode="auto">
            <a:xfrm>
              <a:off x="4913035" y="3483302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</a:p>
          </p:txBody>
        </p:sp>
        <p:sp>
          <p:nvSpPr>
            <p:cNvPr id="26" name="Rectangle 173"/>
            <p:cNvSpPr>
              <a:spLocks noChangeArrowheads="1"/>
            </p:cNvSpPr>
            <p:nvPr/>
          </p:nvSpPr>
          <p:spPr bwMode="auto">
            <a:xfrm>
              <a:off x="7576860" y="2853065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E</a:t>
              </a:r>
            </a:p>
          </p:txBody>
        </p:sp>
        <p:sp>
          <p:nvSpPr>
            <p:cNvPr id="27" name="Rectangle 173"/>
            <p:cNvSpPr>
              <a:spLocks noChangeArrowheads="1"/>
            </p:cNvSpPr>
            <p:nvPr/>
          </p:nvSpPr>
          <p:spPr bwMode="auto">
            <a:xfrm>
              <a:off x="6794223" y="3488065"/>
              <a:ext cx="503237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D</a:t>
              </a:r>
            </a:p>
          </p:txBody>
        </p:sp>
        <p:sp>
          <p:nvSpPr>
            <p:cNvPr id="28" name="Rectangle 173"/>
            <p:cNvSpPr>
              <a:spLocks noChangeArrowheads="1"/>
            </p:cNvSpPr>
            <p:nvPr/>
          </p:nvSpPr>
          <p:spPr bwMode="auto">
            <a:xfrm>
              <a:off x="5522635" y="3483302"/>
              <a:ext cx="503238" cy="288925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</a:p>
          </p:txBody>
        </p:sp>
        <p:sp>
          <p:nvSpPr>
            <p:cNvPr id="29" name="Rectangle 173"/>
            <p:cNvSpPr>
              <a:spLocks noChangeArrowheads="1"/>
            </p:cNvSpPr>
            <p:nvPr/>
          </p:nvSpPr>
          <p:spPr bwMode="auto">
            <a:xfrm>
              <a:off x="6133823" y="3483302"/>
              <a:ext cx="503237" cy="287338"/>
            </a:xfrm>
            <a:prstGeom prst="rect">
              <a:avLst/>
            </a:prstGeom>
            <a:solidFill>
              <a:srgbClr val="00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</a:t>
              </a:r>
            </a:p>
          </p:txBody>
        </p:sp>
        <p:sp>
          <p:nvSpPr>
            <p:cNvPr id="30" name="TextBox 63"/>
            <p:cNvSpPr txBox="1">
              <a:spLocks noChangeArrowheads="1"/>
            </p:cNvSpPr>
            <p:nvPr/>
          </p:nvSpPr>
          <p:spPr bwMode="auto">
            <a:xfrm>
              <a:off x="6337023" y="3789690"/>
              <a:ext cx="3898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(a)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437530" y="4116180"/>
            <a:ext cx="3684845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可以有不止一个根</a:t>
            </a:r>
            <a:r>
              <a:rPr lang="en-US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</a:t>
            </a:r>
            <a:r>
              <a:rPr lang="zh-CN" altLang="zh-CN" sz="1600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b="1" kern="500" dirty="0"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200"/>
              </a:lnSpc>
            </a:pPr>
            <a:r>
              <a:rPr lang="zh-CN" altLang="zh-CN" sz="1600" b="1" kern="5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从根</a:t>
            </a:r>
            <a:r>
              <a:rPr lang="en-US" altLang="zh-CN" sz="1600" b="1" kern="5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5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zh-CN" sz="1600" b="1" kern="5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向下的所有链接都称为</a:t>
            </a:r>
            <a:r>
              <a:rPr lang="zh-CN" altLang="zh-CN" sz="1600" b="1" kern="5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信任链</a:t>
            </a:r>
            <a:r>
              <a:rPr lang="zh-CN" altLang="zh-CN" sz="1600" b="1" kern="5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526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872834" y="3857240"/>
            <a:ext cx="7287979" cy="759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600" eaLnBrk="0" hangingPunct="0">
              <a:lnSpc>
                <a:spcPts val="2600"/>
              </a:lnSpc>
              <a:buClr>
                <a:srgbClr val="0070C0"/>
              </a:buClr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与信任链对应的是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证书链</a:t>
            </a: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600" eaLnBrk="0" hangingPunct="0">
              <a:lnSpc>
                <a:spcPts val="2600"/>
              </a:lnSpc>
              <a:buClr>
                <a:srgbClr val="0070C0"/>
              </a:buClr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最顶层的根证书的数字签名是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自签名的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（即自己的私钥给自己签名）。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9" name="矩形 4"/>
          <p:cNvSpPr>
            <a:spLocks noChangeArrowheads="1"/>
          </p:cNvSpPr>
          <p:nvPr/>
        </p:nvSpPr>
        <p:spPr bwMode="auto">
          <a:xfrm>
            <a:off x="622624" y="570283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证书链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5909007" y="3327016"/>
            <a:ext cx="1295400" cy="284162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3" name="TextBox 8"/>
          <p:cNvSpPr txBox="1">
            <a:spLocks noChangeArrowheads="1"/>
          </p:cNvSpPr>
          <p:nvPr/>
        </p:nvSpPr>
        <p:spPr bwMode="auto">
          <a:xfrm>
            <a:off x="2033165" y="1060264"/>
            <a:ext cx="9366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根证书</a:t>
            </a:r>
          </a:p>
        </p:txBody>
      </p:sp>
      <p:sp>
        <p:nvSpPr>
          <p:cNvPr id="34" name="TextBox 63"/>
          <p:cNvSpPr txBox="1">
            <a:spLocks noChangeArrowheads="1"/>
          </p:cNvSpPr>
          <p:nvPr/>
        </p:nvSpPr>
        <p:spPr bwMode="auto">
          <a:xfrm>
            <a:off x="3020143" y="2857116"/>
            <a:ext cx="543739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验证</a:t>
            </a:r>
          </a:p>
        </p:txBody>
      </p:sp>
      <p:sp>
        <p:nvSpPr>
          <p:cNvPr id="35" name="TextBox 8"/>
          <p:cNvSpPr txBox="1">
            <a:spLocks noChangeArrowheads="1"/>
          </p:cNvSpPr>
          <p:nvPr/>
        </p:nvSpPr>
        <p:spPr bwMode="auto">
          <a:xfrm>
            <a:off x="5247019" y="1669666"/>
            <a:ext cx="9223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签发者</a:t>
            </a:r>
          </a:p>
        </p:txBody>
      </p:sp>
      <p:sp>
        <p:nvSpPr>
          <p:cNvPr id="36" name="TextBox 63"/>
          <p:cNvSpPr txBox="1">
            <a:spLocks noChangeArrowheads="1"/>
          </p:cNvSpPr>
          <p:nvPr/>
        </p:nvSpPr>
        <p:spPr bwMode="auto">
          <a:xfrm>
            <a:off x="4263390" y="3481003"/>
            <a:ext cx="4026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(b)</a:t>
            </a:r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7" name="TextBox 66"/>
          <p:cNvSpPr txBox="1">
            <a:spLocks noChangeArrowheads="1"/>
          </p:cNvSpPr>
          <p:nvPr/>
        </p:nvSpPr>
        <p:spPr bwMode="auto">
          <a:xfrm>
            <a:off x="5877256" y="3322253"/>
            <a:ext cx="13668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中间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</a:t>
            </a:r>
            <a:r>
              <a: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签名</a:t>
            </a:r>
          </a:p>
        </p:txBody>
      </p:sp>
      <p:sp>
        <p:nvSpPr>
          <p:cNvPr id="38" name="TextBox 68"/>
          <p:cNvSpPr txBox="1">
            <a:spLocks noChangeArrowheads="1"/>
          </p:cNvSpPr>
          <p:nvPr/>
        </p:nvSpPr>
        <p:spPr bwMode="auto">
          <a:xfrm>
            <a:off x="6270957" y="2657091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9" name="矩形 62"/>
          <p:cNvSpPr>
            <a:spLocks noChangeArrowheads="1"/>
          </p:cNvSpPr>
          <p:nvPr/>
        </p:nvSpPr>
        <p:spPr bwMode="auto">
          <a:xfrm>
            <a:off x="5909007" y="2490403"/>
            <a:ext cx="1290637" cy="762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40" name="直接连接符 64"/>
          <p:cNvCxnSpPr>
            <a:cxnSpLocks noChangeShapeType="1"/>
          </p:cNvCxnSpPr>
          <p:nvPr/>
        </p:nvCxnSpPr>
        <p:spPr bwMode="auto">
          <a:xfrm>
            <a:off x="5902657" y="2987291"/>
            <a:ext cx="12922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8"/>
          <p:cNvSpPr txBox="1">
            <a:spLocks noChangeArrowheads="1"/>
          </p:cNvSpPr>
          <p:nvPr/>
        </p:nvSpPr>
        <p:spPr bwMode="auto">
          <a:xfrm>
            <a:off x="5842424" y="2487228"/>
            <a:ext cx="14652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用户名：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</a:t>
            </a:r>
          </a:p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</a:t>
            </a:r>
            <a:endParaRPr lang="en-US" altLang="zh-CN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中间 </a:t>
            </a:r>
            <a:r>
              <a:rPr lang="en-US" altLang="zh-CN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</a:t>
            </a:r>
            <a:r>
              <a:rPr lang="en-US" altLang="zh-CN" sz="1400" b="1" baseline="-250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签发</a:t>
            </a:r>
          </a:p>
        </p:txBody>
      </p:sp>
      <p:sp>
        <p:nvSpPr>
          <p:cNvPr id="42" name="矩形 47"/>
          <p:cNvSpPr>
            <a:spLocks noChangeArrowheads="1"/>
          </p:cNvSpPr>
          <p:nvPr/>
        </p:nvSpPr>
        <p:spPr bwMode="auto">
          <a:xfrm>
            <a:off x="5867732" y="2441191"/>
            <a:ext cx="1376362" cy="12096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3" name="TextBox 73"/>
          <p:cNvSpPr txBox="1"/>
          <p:nvPr/>
        </p:nvSpPr>
        <p:spPr>
          <a:xfrm>
            <a:off x="3626182" y="2666616"/>
            <a:ext cx="1552575" cy="307777"/>
          </a:xfrm>
          <a:prstGeom prst="rect">
            <a:avLst/>
          </a:prstGeom>
          <a:solidFill>
            <a:srgbClr val="66FF66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签名</a:t>
            </a:r>
          </a:p>
        </p:txBody>
      </p:sp>
      <p:sp>
        <p:nvSpPr>
          <p:cNvPr id="44" name="TextBox 68"/>
          <p:cNvSpPr txBox="1">
            <a:spLocks noChangeArrowheads="1"/>
          </p:cNvSpPr>
          <p:nvPr/>
        </p:nvSpPr>
        <p:spPr bwMode="auto">
          <a:xfrm>
            <a:off x="3986544" y="2033203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5" name="矩形 62"/>
          <p:cNvSpPr>
            <a:spLocks noChangeArrowheads="1"/>
          </p:cNvSpPr>
          <p:nvPr/>
        </p:nvSpPr>
        <p:spPr bwMode="auto">
          <a:xfrm>
            <a:off x="3624594" y="1866516"/>
            <a:ext cx="1547813" cy="762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46" name="直接连接符 64"/>
          <p:cNvCxnSpPr>
            <a:cxnSpLocks noChangeShapeType="1"/>
          </p:cNvCxnSpPr>
          <p:nvPr/>
        </p:nvCxnSpPr>
        <p:spPr bwMode="auto">
          <a:xfrm flipV="1">
            <a:off x="3627769" y="2395153"/>
            <a:ext cx="1547813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Box 8"/>
          <p:cNvSpPr txBox="1">
            <a:spLocks noChangeArrowheads="1"/>
          </p:cNvSpPr>
          <p:nvPr/>
        </p:nvSpPr>
        <p:spPr bwMode="auto">
          <a:xfrm>
            <a:off x="3584907" y="1863341"/>
            <a:ext cx="1633537" cy="823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中间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</a:t>
            </a:r>
            <a:r>
              <a: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lang="en-US" altLang="zh-CN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>
              <a:lnSpc>
                <a:spcPts val="1700"/>
              </a:lnSpc>
              <a:spcAft>
                <a:spcPts val="300"/>
              </a:spcAft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中间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</a:t>
            </a:r>
            <a:r>
              <a: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</a:t>
            </a:r>
            <a:endParaRPr lang="en-US" altLang="zh-CN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 </a:t>
            </a:r>
            <a:r>
              <a:rPr lang="en-US" altLang="zh-CN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签发</a:t>
            </a: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3581732" y="1817303"/>
            <a:ext cx="1636712" cy="12207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9" name="TextBox 59"/>
          <p:cNvSpPr txBox="1"/>
          <p:nvPr/>
        </p:nvSpPr>
        <p:spPr>
          <a:xfrm>
            <a:off x="1764044" y="1893503"/>
            <a:ext cx="1192213" cy="307777"/>
          </a:xfrm>
          <a:prstGeom prst="rect">
            <a:avLst/>
          </a:prstGeom>
          <a:solidFill>
            <a:srgbClr val="66FF66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签名</a:t>
            </a:r>
          </a:p>
        </p:txBody>
      </p:sp>
      <p:sp>
        <p:nvSpPr>
          <p:cNvPr id="50" name="TextBox 68"/>
          <p:cNvSpPr txBox="1">
            <a:spLocks noChangeArrowheads="1"/>
          </p:cNvSpPr>
          <p:nvPr/>
        </p:nvSpPr>
        <p:spPr bwMode="auto">
          <a:xfrm>
            <a:off x="2124407" y="1547428"/>
            <a:ext cx="86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矩形 62"/>
          <p:cNvSpPr>
            <a:spLocks noChangeArrowheads="1"/>
          </p:cNvSpPr>
          <p:nvPr/>
        </p:nvSpPr>
        <p:spPr bwMode="auto">
          <a:xfrm>
            <a:off x="1762457" y="1380741"/>
            <a:ext cx="1193800" cy="4810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2" name="TextBox 8"/>
          <p:cNvSpPr txBox="1">
            <a:spLocks noChangeArrowheads="1"/>
          </p:cNvSpPr>
          <p:nvPr/>
        </p:nvSpPr>
        <p:spPr bwMode="auto">
          <a:xfrm>
            <a:off x="1646569" y="1355341"/>
            <a:ext cx="1417638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</a:t>
            </a:r>
          </a:p>
          <a:p>
            <a:pPr algn="ctr" eaLnBrk="1" hangingPunct="1">
              <a:lnSpc>
                <a:spcPts val="1700"/>
              </a:lnSpc>
              <a:spcBef>
                <a:spcPts val="300"/>
              </a:spcBef>
              <a:spcAft>
                <a:spcPts val="600"/>
              </a:spcAft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</a:t>
            </a:r>
            <a:r>
              <a: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</a:t>
            </a:r>
            <a:endParaRPr lang="en-US" altLang="zh-CN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矩形 47"/>
          <p:cNvSpPr>
            <a:spLocks noChangeArrowheads="1"/>
          </p:cNvSpPr>
          <p:nvPr/>
        </p:nvSpPr>
        <p:spPr bwMode="auto">
          <a:xfrm>
            <a:off x="1719594" y="1331528"/>
            <a:ext cx="1285875" cy="93662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54" name="直接连接符 67"/>
          <p:cNvCxnSpPr>
            <a:cxnSpLocks noChangeShapeType="1"/>
          </p:cNvCxnSpPr>
          <p:nvPr/>
        </p:nvCxnSpPr>
        <p:spPr bwMode="auto">
          <a:xfrm>
            <a:off x="1771982" y="1618866"/>
            <a:ext cx="1177925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接连接符 70"/>
          <p:cNvCxnSpPr>
            <a:cxnSpLocks noChangeShapeType="1"/>
          </p:cNvCxnSpPr>
          <p:nvPr/>
        </p:nvCxnSpPr>
        <p:spPr bwMode="auto">
          <a:xfrm flipV="1">
            <a:off x="3634119" y="2134803"/>
            <a:ext cx="1531938" cy="95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72"/>
          <p:cNvCxnSpPr>
            <a:cxnSpLocks noChangeShapeType="1"/>
          </p:cNvCxnSpPr>
          <p:nvPr/>
        </p:nvCxnSpPr>
        <p:spPr bwMode="auto">
          <a:xfrm>
            <a:off x="5910594" y="2726941"/>
            <a:ext cx="1284288" cy="47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TextBox 8"/>
          <p:cNvSpPr txBox="1">
            <a:spLocks noChangeArrowheads="1"/>
          </p:cNvSpPr>
          <p:nvPr/>
        </p:nvSpPr>
        <p:spPr bwMode="auto">
          <a:xfrm>
            <a:off x="5894953" y="2152266"/>
            <a:ext cx="15113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的证书</a:t>
            </a:r>
          </a:p>
        </p:txBody>
      </p:sp>
      <p:sp>
        <p:nvSpPr>
          <p:cNvPr id="58" name="TextBox 8"/>
          <p:cNvSpPr txBox="1">
            <a:spLocks noChangeArrowheads="1"/>
          </p:cNvSpPr>
          <p:nvPr/>
        </p:nvSpPr>
        <p:spPr bwMode="auto">
          <a:xfrm>
            <a:off x="3616712" y="1518942"/>
            <a:ext cx="18002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中间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</a:t>
            </a:r>
            <a:r>
              <a: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的证书</a:t>
            </a:r>
          </a:p>
        </p:txBody>
      </p:sp>
      <p:sp>
        <p:nvSpPr>
          <p:cNvPr id="59" name="任意多边形 89"/>
          <p:cNvSpPr>
            <a:spLocks/>
          </p:cNvSpPr>
          <p:nvPr/>
        </p:nvSpPr>
        <p:spPr bwMode="auto">
          <a:xfrm>
            <a:off x="2949907" y="1739516"/>
            <a:ext cx="712787" cy="1104900"/>
          </a:xfrm>
          <a:custGeom>
            <a:avLst/>
            <a:gdLst>
              <a:gd name="T0" fmla="*/ 0 w 670560"/>
              <a:gd name="T1" fmla="*/ 0 h 1004389"/>
              <a:gd name="T2" fmla="*/ 137036 w 670560"/>
              <a:gd name="T3" fmla="*/ 0 h 1004389"/>
              <a:gd name="T4" fmla="*/ 140741 w 670560"/>
              <a:gd name="T5" fmla="*/ 1467343 h 1004389"/>
              <a:gd name="T6" fmla="*/ 855551 w 670560"/>
              <a:gd name="T7" fmla="*/ 1471597 h 1004389"/>
              <a:gd name="T8" fmla="*/ 0 60000 65536"/>
              <a:gd name="T9" fmla="*/ 0 60000 65536"/>
              <a:gd name="T10" fmla="*/ 0 60000 65536"/>
              <a:gd name="T11" fmla="*/ 0 60000 65536"/>
              <a:gd name="T12" fmla="*/ 0 w 670560"/>
              <a:gd name="T13" fmla="*/ 0 h 1004389"/>
              <a:gd name="T14" fmla="*/ 670560 w 670560"/>
              <a:gd name="T15" fmla="*/ 1004389 h 10043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0560" h="1004389">
                <a:moveTo>
                  <a:pt x="0" y="0"/>
                </a:moveTo>
                <a:lnTo>
                  <a:pt x="107406" y="0"/>
                </a:lnTo>
                <a:cubicBezTo>
                  <a:pt x="108374" y="333829"/>
                  <a:pt x="109341" y="667657"/>
                  <a:pt x="110309" y="1001486"/>
                </a:cubicBezTo>
                <a:lnTo>
                  <a:pt x="670560" y="1004389"/>
                </a:ln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0" name="任意多边形 90"/>
          <p:cNvSpPr>
            <a:spLocks/>
          </p:cNvSpPr>
          <p:nvPr/>
        </p:nvSpPr>
        <p:spPr bwMode="auto">
          <a:xfrm>
            <a:off x="5173994" y="2261803"/>
            <a:ext cx="771525" cy="1206500"/>
          </a:xfrm>
          <a:custGeom>
            <a:avLst/>
            <a:gdLst>
              <a:gd name="T0" fmla="*/ 0 w 670560"/>
              <a:gd name="T1" fmla="*/ 0 h 1004389"/>
              <a:gd name="T2" fmla="*/ 188205 w 670560"/>
              <a:gd name="T3" fmla="*/ 0 h 1004389"/>
              <a:gd name="T4" fmla="*/ 193293 w 670560"/>
              <a:gd name="T5" fmla="*/ 2085870 h 1004389"/>
              <a:gd name="T6" fmla="*/ 1175012 w 670560"/>
              <a:gd name="T7" fmla="*/ 2091915 h 1004389"/>
              <a:gd name="T8" fmla="*/ 0 60000 65536"/>
              <a:gd name="T9" fmla="*/ 0 60000 65536"/>
              <a:gd name="T10" fmla="*/ 0 60000 65536"/>
              <a:gd name="T11" fmla="*/ 0 60000 65536"/>
              <a:gd name="T12" fmla="*/ 0 w 670560"/>
              <a:gd name="T13" fmla="*/ 0 h 1004389"/>
              <a:gd name="T14" fmla="*/ 670560 w 670560"/>
              <a:gd name="T15" fmla="*/ 1004389 h 10043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0560" h="1004389">
                <a:moveTo>
                  <a:pt x="0" y="0"/>
                </a:moveTo>
                <a:lnTo>
                  <a:pt x="107406" y="0"/>
                </a:lnTo>
                <a:cubicBezTo>
                  <a:pt x="108374" y="333829"/>
                  <a:pt x="109341" y="667657"/>
                  <a:pt x="110309" y="1001486"/>
                </a:cubicBezTo>
                <a:lnTo>
                  <a:pt x="670560" y="1004389"/>
                </a:lnTo>
              </a:path>
            </a:pathLst>
          </a:cu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1" name="TextBox 63"/>
          <p:cNvSpPr txBox="1">
            <a:spLocks noChangeArrowheads="1"/>
          </p:cNvSpPr>
          <p:nvPr/>
        </p:nvSpPr>
        <p:spPr bwMode="auto">
          <a:xfrm>
            <a:off x="5344243" y="3469891"/>
            <a:ext cx="543739" cy="31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验证</a:t>
            </a:r>
          </a:p>
        </p:txBody>
      </p:sp>
      <p:sp>
        <p:nvSpPr>
          <p:cNvPr id="62" name="任意多边形 94"/>
          <p:cNvSpPr>
            <a:spLocks/>
          </p:cNvSpPr>
          <p:nvPr/>
        </p:nvSpPr>
        <p:spPr bwMode="auto">
          <a:xfrm>
            <a:off x="5031119" y="2006216"/>
            <a:ext cx="863600" cy="1127125"/>
          </a:xfrm>
          <a:custGeom>
            <a:avLst/>
            <a:gdLst>
              <a:gd name="T0" fmla="*/ 0 w 766293"/>
              <a:gd name="T1" fmla="*/ 0 h 1126902"/>
              <a:gd name="T2" fmla="*/ 737949 w 766293"/>
              <a:gd name="T3" fmla="*/ 0 h 1126902"/>
              <a:gd name="T4" fmla="*/ 727556 w 766293"/>
              <a:gd name="T5" fmla="*/ 1127571 h 1126902"/>
              <a:gd name="T6" fmla="*/ 1236845 w 766293"/>
              <a:gd name="T7" fmla="*/ 1127571 h 1126902"/>
              <a:gd name="T8" fmla="*/ 0 60000 65536"/>
              <a:gd name="T9" fmla="*/ 0 60000 65536"/>
              <a:gd name="T10" fmla="*/ 0 60000 65536"/>
              <a:gd name="T11" fmla="*/ 0 60000 65536"/>
              <a:gd name="T12" fmla="*/ 0 w 766293"/>
              <a:gd name="T13" fmla="*/ 0 h 1126902"/>
              <a:gd name="T14" fmla="*/ 766293 w 766293"/>
              <a:gd name="T15" fmla="*/ 1126902 h 11269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6293" h="1126902">
                <a:moveTo>
                  <a:pt x="0" y="0"/>
                </a:moveTo>
                <a:lnTo>
                  <a:pt x="457200" y="0"/>
                </a:lnTo>
                <a:cubicBezTo>
                  <a:pt x="455054" y="375634"/>
                  <a:pt x="452907" y="751268"/>
                  <a:pt x="450761" y="1126902"/>
                </a:cubicBezTo>
                <a:lnTo>
                  <a:pt x="766293" y="1126902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triangle" w="med" len="lg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3" name="任意多边形 97"/>
          <p:cNvSpPr>
            <a:spLocks/>
          </p:cNvSpPr>
          <p:nvPr/>
        </p:nvSpPr>
        <p:spPr bwMode="auto">
          <a:xfrm>
            <a:off x="2797507" y="1504566"/>
            <a:ext cx="830262" cy="998537"/>
          </a:xfrm>
          <a:custGeom>
            <a:avLst/>
            <a:gdLst>
              <a:gd name="T0" fmla="*/ 0 w 798490"/>
              <a:gd name="T1" fmla="*/ 0 h 907960"/>
              <a:gd name="T2" fmla="*/ 487025 w 798490"/>
              <a:gd name="T3" fmla="*/ 0 h 907960"/>
              <a:gd name="T4" fmla="*/ 493982 w 798490"/>
              <a:gd name="T5" fmla="*/ 1327614 h 907960"/>
              <a:gd name="T6" fmla="*/ 862729 w 798490"/>
              <a:gd name="T7" fmla="*/ 1327614 h 907960"/>
              <a:gd name="T8" fmla="*/ 0 60000 65536"/>
              <a:gd name="T9" fmla="*/ 0 60000 65536"/>
              <a:gd name="T10" fmla="*/ 0 60000 65536"/>
              <a:gd name="T11" fmla="*/ 0 60000 65536"/>
              <a:gd name="T12" fmla="*/ 0 w 798490"/>
              <a:gd name="T13" fmla="*/ 0 h 907960"/>
              <a:gd name="T14" fmla="*/ 798490 w 798490"/>
              <a:gd name="T15" fmla="*/ 907960 h 907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8490" h="907960">
                <a:moveTo>
                  <a:pt x="0" y="0"/>
                </a:moveTo>
                <a:lnTo>
                  <a:pt x="450761" y="0"/>
                </a:lnTo>
                <a:cubicBezTo>
                  <a:pt x="452907" y="302653"/>
                  <a:pt x="455054" y="605307"/>
                  <a:pt x="457200" y="907960"/>
                </a:cubicBezTo>
                <a:lnTo>
                  <a:pt x="798490" y="90796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triangl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4" name="TextBox 8"/>
          <p:cNvSpPr txBox="1">
            <a:spLocks noChangeArrowheads="1"/>
          </p:cNvSpPr>
          <p:nvPr/>
        </p:nvSpPr>
        <p:spPr bwMode="auto">
          <a:xfrm>
            <a:off x="2984832" y="1175953"/>
            <a:ext cx="9239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签发者</a:t>
            </a:r>
          </a:p>
        </p:txBody>
      </p:sp>
    </p:spTree>
    <p:extLst>
      <p:ext uri="{BB962C8B-B14F-4D97-AF65-F5344CB8AC3E}">
        <p14:creationId xmlns:p14="http://schemas.microsoft.com/office/powerpoint/2010/main" val="271341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27206"/>
            <a:ext cx="8242640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证书不是永久有效，它可以过期，也可以被吊销。</a:t>
            </a:r>
          </a:p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每一个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应当有一个公布于众的、用本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的私钥签名的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证书撤销名单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，并定期更新。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56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有很多原因导致证书被吊销，例如：</a:t>
            </a: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用户私钥被盗或遗失。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用户不再被该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认证。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808038" lvl="1" indent="-450850" eaLnBrk="0" hangingPunct="0">
              <a:lnSpc>
                <a:spcPts val="32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签署用户证书的私钥被泄漏。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504633" y="607411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622624" y="570283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证书撤销与更新</a:t>
            </a:r>
          </a:p>
        </p:txBody>
      </p:sp>
    </p:spTree>
    <p:extLst>
      <p:ext uri="{BB962C8B-B14F-4D97-AF65-F5344CB8AC3E}">
        <p14:creationId xmlns:p14="http://schemas.microsoft.com/office/powerpoint/2010/main" val="397177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2676639" y="1315728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676639" y="1922153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6" name="Rectangle 27"/>
          <p:cNvSpPr>
            <a:spLocks noChangeArrowheads="1"/>
          </p:cNvSpPr>
          <p:nvPr/>
        </p:nvSpPr>
        <p:spPr bwMode="auto">
          <a:xfrm>
            <a:off x="687234" y="1315728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7" name="Rectangle 29"/>
          <p:cNvSpPr>
            <a:spLocks noChangeArrowheads="1"/>
          </p:cNvSpPr>
          <p:nvPr/>
        </p:nvSpPr>
        <p:spPr bwMode="auto">
          <a:xfrm>
            <a:off x="696123" y="1410660"/>
            <a:ext cx="162765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7.5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互联网使用的安全协议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2676639" y="2523353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684702" y="1189512"/>
            <a:ext cx="0" cy="1834737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2748077" y="1281184"/>
            <a:ext cx="559434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7.5.1 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网络层安全协议</a:t>
            </a:r>
          </a:p>
          <a:p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7.5.2 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运输层安全协议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7.5.3 			        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应用层安全协议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5229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3013316" y="579765"/>
            <a:ext cx="31261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7.6.1  </a:t>
            </a: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网络层安全协议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39654"/>
            <a:ext cx="8204221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几乎不具备任何安全性，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不能保证：</a:t>
            </a: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数据机密性</a:t>
            </a: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数据完整性</a:t>
            </a:r>
          </a:p>
          <a:p>
            <a:pPr marL="799200" indent="-457200" eaLnBrk="0" hangingPunct="0">
              <a:lnSpc>
                <a:spcPts val="3300"/>
              </a:lnSpc>
              <a:buClr>
                <a:srgbClr val="990099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数据来源认证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由于其在设计和实现上存在安全漏洞，使各种攻击有机可乘。例如：攻击者很容易构造一个包含虚假地址的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数据报。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提供了标准、健壮且包含广泛的机制保证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层安全。</a:t>
            </a:r>
          </a:p>
        </p:txBody>
      </p:sp>
    </p:spTree>
    <p:extLst>
      <p:ext uri="{BB962C8B-B14F-4D97-AF65-F5344CB8AC3E}">
        <p14:creationId xmlns:p14="http://schemas.microsoft.com/office/powerpoint/2010/main" val="3893532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355541" y="572806"/>
            <a:ext cx="24368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  IPsec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协议族概述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71292"/>
            <a:ext cx="8129016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security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不是一个单一协议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，而是能够在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层提供互联网通信安全的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协议族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是个框架：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允许通信双方选择合适的算法和参数（例如，密钥长度）。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为保证互操作性，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还包含了所有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都必须实现的一套加密算法。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7377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70249"/>
            <a:ext cx="24641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由三部分组成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2" y="919712"/>
            <a:ext cx="8521711" cy="2102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安全数据报格式：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两个协议</a:t>
            </a:r>
          </a:p>
          <a:p>
            <a:pPr marL="712788" indent="-271463" eaLnBrk="0" hangingPunct="0">
              <a:lnSpc>
                <a:spcPts val="3200"/>
              </a:lnSpc>
              <a:buClr>
                <a:srgbClr val="7030A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鉴别首部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AH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(Authentication Header)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</a:t>
            </a:r>
          </a:p>
          <a:p>
            <a:pPr marL="712788" indent="-271463" eaLnBrk="0" hangingPunct="0">
              <a:lnSpc>
                <a:spcPts val="3200"/>
              </a:lnSpc>
              <a:buClr>
                <a:srgbClr val="7030A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封装安全有效载荷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ESP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(Encapsulation Security Payload)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</a:t>
            </a:r>
          </a:p>
          <a:p>
            <a:pPr marL="457200" indent="-457200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 startAt="2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加密算法：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三个协议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 startAt="2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互联网密钥交换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IKE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(Internet Key Exchange)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9108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71980"/>
            <a:ext cx="24641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由三部分组成</a:t>
            </a:r>
          </a:p>
        </p:txBody>
      </p:sp>
      <p:sp>
        <p:nvSpPr>
          <p:cNvPr id="5" name="Rectangle 46"/>
          <p:cNvSpPr>
            <a:spLocks noChangeArrowheads="1"/>
          </p:cNvSpPr>
          <p:nvPr/>
        </p:nvSpPr>
        <p:spPr bwMode="auto">
          <a:xfrm>
            <a:off x="509474" y="921464"/>
            <a:ext cx="7890247" cy="3375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AH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协议提供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源点鉴别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数据完整性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，但不能保密。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ESP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协议提供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源点鉴别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数据完整性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保密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支持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IPv4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IPv6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AH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数据报称为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（或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数据报）。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65625" y="1881456"/>
            <a:ext cx="5011376" cy="8715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3200"/>
              </a:lnSpc>
              <a:buClr>
                <a:srgbClr val="0070C0"/>
              </a:buClr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AH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协议的功能都已包含在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协议中。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0" hangingPunct="0">
              <a:lnSpc>
                <a:spcPts val="32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协议就可以不使用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AH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268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5778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68650"/>
            <a:ext cx="35942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安全数据报有两种工作方式</a:t>
            </a:r>
          </a:p>
        </p:txBody>
      </p:sp>
      <p:sp>
        <p:nvSpPr>
          <p:cNvPr id="73" name="矩形 72"/>
          <p:cNvSpPr/>
          <p:nvPr/>
        </p:nvSpPr>
        <p:spPr>
          <a:xfrm>
            <a:off x="1406501" y="2191931"/>
            <a:ext cx="710969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首部</a:t>
            </a:r>
          </a:p>
        </p:txBody>
      </p:sp>
      <p:sp>
        <p:nvSpPr>
          <p:cNvPr id="74" name="矩形 73"/>
          <p:cNvSpPr/>
          <p:nvPr/>
        </p:nvSpPr>
        <p:spPr>
          <a:xfrm>
            <a:off x="3448851" y="2191931"/>
            <a:ext cx="606633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尾部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01287" y="2191931"/>
            <a:ext cx="3359919" cy="804189"/>
            <a:chOff x="701287" y="2191931"/>
            <a:chExt cx="3359919" cy="804189"/>
          </a:xfrm>
        </p:grpSpPr>
        <p:sp>
          <p:nvSpPr>
            <p:cNvPr id="71" name="矩形 70"/>
            <p:cNvSpPr/>
            <p:nvPr/>
          </p:nvSpPr>
          <p:spPr>
            <a:xfrm>
              <a:off x="701287" y="2191931"/>
              <a:ext cx="710969" cy="340242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000" b="1" kern="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原始</a:t>
              </a:r>
              <a:endParaRPr lang="en-US" altLang="zh-CN" sz="1000" b="1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/>
              <a:r>
                <a:rPr lang="en-US" altLang="zh-CN" sz="1000" b="1" kern="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IP </a:t>
              </a:r>
              <a:r>
                <a:rPr lang="zh-CN" altLang="en-US" sz="1000" b="1" kern="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首部</a:t>
              </a:r>
            </a:p>
          </p:txBody>
        </p:sp>
        <p:sp>
          <p:nvSpPr>
            <p:cNvPr id="72" name="矩形 71"/>
            <p:cNvSpPr/>
            <p:nvPr/>
          </p:nvSpPr>
          <p:spPr>
            <a:xfrm>
              <a:off x="2117471" y="2191931"/>
              <a:ext cx="1331380" cy="34024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 kern="0" dirty="0">
                  <a:solidFill>
                    <a:sysClr val="windowText" lastClr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TCP/UDP </a:t>
              </a:r>
              <a:r>
                <a:rPr lang="zh-CN" altLang="en-US" sz="1000" b="1" kern="0" dirty="0">
                  <a:solidFill>
                    <a:sysClr val="windowText" lastClr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报文段</a:t>
              </a:r>
            </a:p>
          </p:txBody>
        </p:sp>
        <p:sp>
          <p:nvSpPr>
            <p:cNvPr id="77" name="Line 55"/>
            <p:cNvSpPr>
              <a:spLocks noChangeShapeType="1"/>
            </p:cNvSpPr>
            <p:nvPr/>
          </p:nvSpPr>
          <p:spPr bwMode="auto">
            <a:xfrm>
              <a:off x="715467" y="2563246"/>
              <a:ext cx="0" cy="4243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81" name="Line 55"/>
            <p:cNvSpPr>
              <a:spLocks noChangeShapeType="1"/>
            </p:cNvSpPr>
            <p:nvPr/>
          </p:nvSpPr>
          <p:spPr bwMode="auto">
            <a:xfrm>
              <a:off x="4061206" y="2563246"/>
              <a:ext cx="0" cy="4243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82" name="Line 62"/>
            <p:cNvSpPr>
              <a:spLocks noChangeShapeType="1"/>
            </p:cNvSpPr>
            <p:nvPr/>
          </p:nvSpPr>
          <p:spPr bwMode="auto">
            <a:xfrm>
              <a:off x="734951" y="2726565"/>
              <a:ext cx="33205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84" name="Text Box 17"/>
            <p:cNvSpPr txBox="1">
              <a:spLocks noChangeArrowheads="1"/>
            </p:cNvSpPr>
            <p:nvPr/>
          </p:nvSpPr>
          <p:spPr bwMode="auto">
            <a:xfrm>
              <a:off x="1739569" y="2719121"/>
              <a:ext cx="1361519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IP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安全数据报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056772" y="1009143"/>
            <a:ext cx="2392079" cy="1182788"/>
            <a:chOff x="1056772" y="1009143"/>
            <a:chExt cx="2392079" cy="1182788"/>
          </a:xfrm>
        </p:grpSpPr>
        <p:grpSp>
          <p:nvGrpSpPr>
            <p:cNvPr id="85" name="组合 84"/>
            <p:cNvGrpSpPr/>
            <p:nvPr/>
          </p:nvGrpSpPr>
          <p:grpSpPr>
            <a:xfrm>
              <a:off x="1406502" y="1009143"/>
              <a:ext cx="2042349" cy="648019"/>
              <a:chOff x="5601886" y="1478458"/>
              <a:chExt cx="2042349" cy="648019"/>
            </a:xfrm>
          </p:grpSpPr>
          <p:sp>
            <p:nvSpPr>
              <p:cNvPr id="40" name="Text Box 17"/>
              <p:cNvSpPr txBox="1">
                <a:spLocks noChangeArrowheads="1"/>
              </p:cNvSpPr>
              <p:nvPr/>
            </p:nvSpPr>
            <p:spPr bwMode="auto">
              <a:xfrm>
                <a:off x="5943354" y="1478458"/>
                <a:ext cx="1361519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原始 </a:t>
                </a: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IP </a:t>
                </a: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数据报</a:t>
                </a:r>
              </a:p>
            </p:txBody>
          </p:sp>
          <p:grpSp>
            <p:nvGrpSpPr>
              <p:cNvPr id="69" name="组合 68"/>
              <p:cNvGrpSpPr/>
              <p:nvPr/>
            </p:nvGrpSpPr>
            <p:grpSpPr>
              <a:xfrm>
                <a:off x="5601886" y="1786235"/>
                <a:ext cx="2042349" cy="340242"/>
                <a:chOff x="5925153" y="1233377"/>
                <a:chExt cx="2042349" cy="340242"/>
              </a:xfrm>
              <a:solidFill>
                <a:srgbClr val="00FF99"/>
              </a:solidFill>
            </p:grpSpPr>
            <p:sp>
              <p:nvSpPr>
                <p:cNvPr id="66" name="矩形 65"/>
                <p:cNvSpPr/>
                <p:nvPr/>
              </p:nvSpPr>
              <p:spPr>
                <a:xfrm>
                  <a:off x="5925153" y="1233377"/>
                  <a:ext cx="710969" cy="340242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 Light" panose="020B0502040204020203" pitchFamily="34" charset="-122"/>
                      <a:ea typeface="微软雅黑 Light" panose="020B0502040204020203" pitchFamily="34" charset="-122"/>
                    </a:rPr>
                    <a:t>原始</a:t>
                  </a:r>
                  <a:endParaRPr lang="en-US" altLang="zh-CN" sz="1000" b="1" kern="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  <a:p>
                  <a:pPr algn="ctr"/>
                  <a:r>
                    <a:rPr lang="en-US" altLang="zh-CN" sz="1000" b="1" kern="0" dirty="0">
                      <a:solidFill>
                        <a:schemeClr val="bg1"/>
                      </a:solidFill>
                      <a:latin typeface="微软雅黑 Light" panose="020B0502040204020203" pitchFamily="34" charset="-122"/>
                      <a:ea typeface="微软雅黑 Light" panose="020B0502040204020203" pitchFamily="34" charset="-122"/>
                    </a:rPr>
                    <a:t>IP </a:t>
                  </a:r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 Light" panose="020B0502040204020203" pitchFamily="34" charset="-122"/>
                      <a:ea typeface="微软雅黑 Light" panose="020B0502040204020203" pitchFamily="34" charset="-122"/>
                    </a:rPr>
                    <a:t>首部</a:t>
                  </a:r>
                </a:p>
              </p:txBody>
            </p:sp>
            <p:sp>
              <p:nvSpPr>
                <p:cNvPr id="68" name="矩形 67"/>
                <p:cNvSpPr/>
                <p:nvPr/>
              </p:nvSpPr>
              <p:spPr>
                <a:xfrm>
                  <a:off x="6636122" y="1233377"/>
                  <a:ext cx="1331380" cy="340242"/>
                </a:xfrm>
                <a:prstGeom prst="rect">
                  <a:avLst/>
                </a:prstGeom>
                <a:grpFill/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000" b="1" kern="0" dirty="0">
                      <a:solidFill>
                        <a:sysClr val="windowText" lastClr="000000"/>
                      </a:solidFill>
                      <a:latin typeface="微软雅黑 Light" panose="020B0502040204020203" pitchFamily="34" charset="-122"/>
                      <a:ea typeface="微软雅黑 Light" panose="020B0502040204020203" pitchFamily="34" charset="-122"/>
                    </a:rPr>
                    <a:t>TCP/UDP </a:t>
                  </a:r>
                  <a:r>
                    <a:rPr lang="zh-CN" altLang="en-US" sz="1000" b="1" kern="0" dirty="0">
                      <a:solidFill>
                        <a:sysClr val="windowText" lastClr="000000"/>
                      </a:solidFill>
                      <a:latin typeface="微软雅黑 Light" panose="020B0502040204020203" pitchFamily="34" charset="-122"/>
                      <a:ea typeface="微软雅黑 Light" panose="020B0502040204020203" pitchFamily="34" charset="-122"/>
                    </a:rPr>
                    <a:t>报文段</a:t>
                  </a:r>
                </a:p>
              </p:txBody>
            </p:sp>
          </p:grpSp>
        </p:grpSp>
        <p:sp>
          <p:nvSpPr>
            <p:cNvPr id="21" name="Line 55"/>
            <p:cNvSpPr>
              <a:spLocks noChangeShapeType="1"/>
            </p:cNvSpPr>
            <p:nvPr/>
          </p:nvSpPr>
          <p:spPr bwMode="auto">
            <a:xfrm>
              <a:off x="2128104" y="1657162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22" name="Line 55"/>
            <p:cNvSpPr>
              <a:spLocks noChangeShapeType="1"/>
            </p:cNvSpPr>
            <p:nvPr/>
          </p:nvSpPr>
          <p:spPr bwMode="auto">
            <a:xfrm>
              <a:off x="3448851" y="1657162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cxnSp>
          <p:nvCxnSpPr>
            <p:cNvPr id="6" name="直接箭头连接符 5"/>
            <p:cNvCxnSpPr>
              <a:stCxn id="66" idx="2"/>
              <a:endCxn id="71" idx="0"/>
            </p:cNvCxnSpPr>
            <p:nvPr/>
          </p:nvCxnSpPr>
          <p:spPr>
            <a:xfrm flipH="1">
              <a:off x="1056772" y="1657162"/>
              <a:ext cx="705215" cy="53476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矩形 32"/>
          <p:cNvSpPr/>
          <p:nvPr/>
        </p:nvSpPr>
        <p:spPr>
          <a:xfrm>
            <a:off x="5053348" y="2205317"/>
            <a:ext cx="710969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首部</a:t>
            </a:r>
          </a:p>
        </p:txBody>
      </p:sp>
      <p:sp>
        <p:nvSpPr>
          <p:cNvPr id="34" name="矩形 33"/>
          <p:cNvSpPr/>
          <p:nvPr/>
        </p:nvSpPr>
        <p:spPr>
          <a:xfrm>
            <a:off x="7808110" y="2205317"/>
            <a:ext cx="606622" cy="34024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添加的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尾部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362314" y="2205317"/>
            <a:ext cx="4067115" cy="813154"/>
            <a:chOff x="4362314" y="2205317"/>
            <a:chExt cx="4067115" cy="813154"/>
          </a:xfrm>
        </p:grpSpPr>
        <p:sp>
          <p:nvSpPr>
            <p:cNvPr id="31" name="矩形 30"/>
            <p:cNvSpPr/>
            <p:nvPr/>
          </p:nvSpPr>
          <p:spPr>
            <a:xfrm>
              <a:off x="5764317" y="2205317"/>
              <a:ext cx="710969" cy="340242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000" b="1" kern="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原始</a:t>
              </a:r>
              <a:endParaRPr lang="en-US" altLang="zh-CN" sz="1000" b="1" kern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/>
              <a:r>
                <a:rPr lang="en-US" altLang="zh-CN" sz="1000" b="1" kern="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IP </a:t>
              </a:r>
              <a:r>
                <a:rPr lang="zh-CN" altLang="en-US" sz="1000" b="1" kern="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首部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6476729" y="2205317"/>
              <a:ext cx="1331380" cy="34024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000" b="1" kern="0" dirty="0">
                  <a:solidFill>
                    <a:sysClr val="windowText" lastClr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TCP/UDP </a:t>
              </a:r>
              <a:r>
                <a:rPr lang="zh-CN" altLang="en-US" sz="1000" b="1" kern="0" dirty="0">
                  <a:solidFill>
                    <a:sysClr val="windowText" lastClr="0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报文段</a:t>
              </a:r>
            </a:p>
          </p:txBody>
        </p:sp>
        <p:sp>
          <p:nvSpPr>
            <p:cNvPr id="35" name="Line 55"/>
            <p:cNvSpPr>
              <a:spLocks noChangeShapeType="1"/>
            </p:cNvSpPr>
            <p:nvPr/>
          </p:nvSpPr>
          <p:spPr bwMode="auto">
            <a:xfrm>
              <a:off x="4362314" y="2576632"/>
              <a:ext cx="0" cy="410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36" name="Line 55"/>
            <p:cNvSpPr>
              <a:spLocks noChangeShapeType="1"/>
            </p:cNvSpPr>
            <p:nvPr/>
          </p:nvSpPr>
          <p:spPr bwMode="auto">
            <a:xfrm>
              <a:off x="8429428" y="2576631"/>
              <a:ext cx="0" cy="4194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37" name="Line 62"/>
            <p:cNvSpPr>
              <a:spLocks noChangeShapeType="1"/>
            </p:cNvSpPr>
            <p:nvPr/>
          </p:nvSpPr>
          <p:spPr bwMode="auto">
            <a:xfrm>
              <a:off x="4362315" y="2730986"/>
              <a:ext cx="40671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38" name="Text Box 17"/>
            <p:cNvSpPr txBox="1">
              <a:spLocks noChangeArrowheads="1"/>
            </p:cNvSpPr>
            <p:nvPr/>
          </p:nvSpPr>
          <p:spPr bwMode="auto">
            <a:xfrm>
              <a:off x="5726047" y="2741472"/>
              <a:ext cx="1361519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IP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安全数据报</a:t>
              </a:r>
            </a:p>
          </p:txBody>
        </p:sp>
      </p:grpSp>
      <p:sp>
        <p:nvSpPr>
          <p:cNvPr id="39" name="矩形 38"/>
          <p:cNvSpPr/>
          <p:nvPr/>
        </p:nvSpPr>
        <p:spPr>
          <a:xfrm>
            <a:off x="4362314" y="2205317"/>
            <a:ext cx="710969" cy="340242"/>
          </a:xfrm>
          <a:prstGeom prst="rect">
            <a:avLst/>
          </a:prstGeom>
          <a:solidFill>
            <a:srgbClr val="00FFFF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sz="1000" b="1" kern="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新</a:t>
            </a:r>
            <a:endParaRPr lang="en-US" altLang="zh-CN" sz="1000" b="1" kern="0" dirty="0">
              <a:solidFill>
                <a:sysClr val="windowText" lastClr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en-US" altLang="zh-CN" sz="1000" b="1" kern="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1000" b="1" kern="0" dirty="0">
                <a:solidFill>
                  <a:sysClr val="windowText" lastClr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首部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765760" y="1022529"/>
            <a:ext cx="2042349" cy="1175088"/>
            <a:chOff x="5765760" y="1022529"/>
            <a:chExt cx="2042349" cy="1175088"/>
          </a:xfrm>
        </p:grpSpPr>
        <p:grpSp>
          <p:nvGrpSpPr>
            <p:cNvPr id="25" name="组合 24"/>
            <p:cNvGrpSpPr/>
            <p:nvPr/>
          </p:nvGrpSpPr>
          <p:grpSpPr>
            <a:xfrm>
              <a:off x="5765760" y="1022529"/>
              <a:ext cx="2042349" cy="648019"/>
              <a:chOff x="5601886" y="1478458"/>
              <a:chExt cx="2042349" cy="648019"/>
            </a:xfrm>
          </p:grpSpPr>
          <p:sp>
            <p:nvSpPr>
              <p:cNvPr id="26" name="Text Box 17"/>
              <p:cNvSpPr txBox="1">
                <a:spLocks noChangeArrowheads="1"/>
              </p:cNvSpPr>
              <p:nvPr/>
            </p:nvSpPr>
            <p:spPr bwMode="auto">
              <a:xfrm>
                <a:off x="5943354" y="1478458"/>
                <a:ext cx="1361519" cy="2769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原始 </a:t>
                </a: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IP </a:t>
                </a: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数据报</a:t>
                </a: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5601886" y="1786235"/>
                <a:ext cx="2042349" cy="340242"/>
                <a:chOff x="5925153" y="1233377"/>
                <a:chExt cx="2042349" cy="340242"/>
              </a:xfrm>
              <a:solidFill>
                <a:srgbClr val="00FF99"/>
              </a:solidFill>
            </p:grpSpPr>
            <p:sp>
              <p:nvSpPr>
                <p:cNvPr id="28" name="矩形 27"/>
                <p:cNvSpPr/>
                <p:nvPr/>
              </p:nvSpPr>
              <p:spPr>
                <a:xfrm>
                  <a:off x="5925153" y="1233377"/>
                  <a:ext cx="710969" cy="340242"/>
                </a:xfrm>
                <a:prstGeom prst="rect">
                  <a:avLst/>
                </a:prstGeom>
                <a:solidFill>
                  <a:srgbClr val="0000FF"/>
                </a:solidFill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 Light" panose="020B0502040204020203" pitchFamily="34" charset="-122"/>
                      <a:ea typeface="微软雅黑 Light" panose="020B0502040204020203" pitchFamily="34" charset="-122"/>
                    </a:rPr>
                    <a:t>原始</a:t>
                  </a:r>
                  <a:endParaRPr lang="en-US" altLang="zh-CN" sz="1000" b="1" kern="0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  <a:p>
                  <a:pPr algn="ctr"/>
                  <a:r>
                    <a:rPr lang="en-US" altLang="zh-CN" sz="1000" b="1" kern="0" dirty="0">
                      <a:solidFill>
                        <a:schemeClr val="bg1"/>
                      </a:solidFill>
                      <a:latin typeface="微软雅黑 Light" panose="020B0502040204020203" pitchFamily="34" charset="-122"/>
                      <a:ea typeface="微软雅黑 Light" panose="020B0502040204020203" pitchFamily="34" charset="-122"/>
                    </a:rPr>
                    <a:t>IP </a:t>
                  </a:r>
                  <a:r>
                    <a:rPr lang="zh-CN" altLang="en-US" sz="1000" b="1" kern="0" dirty="0">
                      <a:solidFill>
                        <a:schemeClr val="bg1"/>
                      </a:solidFill>
                      <a:latin typeface="微软雅黑 Light" panose="020B0502040204020203" pitchFamily="34" charset="-122"/>
                      <a:ea typeface="微软雅黑 Light" panose="020B0502040204020203" pitchFamily="34" charset="-122"/>
                    </a:rPr>
                    <a:t>首部</a:t>
                  </a:r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>
                  <a:off x="6636122" y="1233377"/>
                  <a:ext cx="1331380" cy="340242"/>
                </a:xfrm>
                <a:prstGeom prst="rect">
                  <a:avLst/>
                </a:prstGeom>
                <a:grpFill/>
                <a:ln w="9525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US" altLang="zh-CN" sz="1000" b="1" kern="0" dirty="0">
                      <a:solidFill>
                        <a:sysClr val="windowText" lastClr="000000"/>
                      </a:solidFill>
                      <a:latin typeface="微软雅黑 Light" panose="020B0502040204020203" pitchFamily="34" charset="-122"/>
                      <a:ea typeface="微软雅黑 Light" panose="020B0502040204020203" pitchFamily="34" charset="-122"/>
                    </a:rPr>
                    <a:t>TCP/UDP </a:t>
                  </a:r>
                  <a:r>
                    <a:rPr lang="zh-CN" altLang="en-US" sz="1000" b="1" kern="0" dirty="0">
                      <a:solidFill>
                        <a:sysClr val="windowText" lastClr="000000"/>
                      </a:solidFill>
                      <a:latin typeface="微软雅黑 Light" panose="020B0502040204020203" pitchFamily="34" charset="-122"/>
                      <a:ea typeface="微软雅黑 Light" panose="020B0502040204020203" pitchFamily="34" charset="-122"/>
                    </a:rPr>
                    <a:t>报文段</a:t>
                  </a:r>
                </a:p>
              </p:txBody>
            </p:sp>
          </p:grpSp>
        </p:grpSp>
        <p:sp>
          <p:nvSpPr>
            <p:cNvPr id="41" name="Line 55"/>
            <p:cNvSpPr>
              <a:spLocks noChangeShapeType="1"/>
            </p:cNvSpPr>
            <p:nvPr/>
          </p:nvSpPr>
          <p:spPr bwMode="auto">
            <a:xfrm>
              <a:off x="5765760" y="1670548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42" name="Line 55"/>
            <p:cNvSpPr>
              <a:spLocks noChangeShapeType="1"/>
            </p:cNvSpPr>
            <p:nvPr/>
          </p:nvSpPr>
          <p:spPr bwMode="auto">
            <a:xfrm>
              <a:off x="7808109" y="1670548"/>
              <a:ext cx="0" cy="5270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232823" y="3023056"/>
            <a:ext cx="23380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运输方式 </a:t>
            </a:r>
            <a:r>
              <a:rPr lang="en-US" altLang="zh-CN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(transport mode)</a:t>
            </a:r>
          </a:p>
        </p:txBody>
      </p:sp>
      <p:sp>
        <p:nvSpPr>
          <p:cNvPr id="44" name="矩形 43"/>
          <p:cNvSpPr/>
          <p:nvPr/>
        </p:nvSpPr>
        <p:spPr>
          <a:xfrm>
            <a:off x="5136200" y="3023056"/>
            <a:ext cx="21162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隧道方式 </a:t>
            </a:r>
            <a:r>
              <a:rPr lang="en-US" altLang="zh-CN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(tunnel mode)</a:t>
            </a:r>
          </a:p>
        </p:txBody>
      </p:sp>
      <p:sp>
        <p:nvSpPr>
          <p:cNvPr id="9" name="矩形 8"/>
          <p:cNvSpPr/>
          <p:nvPr/>
        </p:nvSpPr>
        <p:spPr>
          <a:xfrm>
            <a:off x="590227" y="3386684"/>
            <a:ext cx="3742445" cy="111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在整个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运输层报文段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的前后分别添加若干控制信息，再加上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首部。</a:t>
            </a:r>
          </a:p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适合于主机到主机之间的安全传送。 </a:t>
            </a:r>
          </a:p>
          <a:p>
            <a:pPr marL="285750" indent="-285750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需要使用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的主机都运行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协议。</a:t>
            </a:r>
          </a:p>
        </p:txBody>
      </p:sp>
      <p:sp>
        <p:nvSpPr>
          <p:cNvPr id="10" name="矩形 9"/>
          <p:cNvSpPr/>
          <p:nvPr/>
        </p:nvSpPr>
        <p:spPr>
          <a:xfrm>
            <a:off x="4332673" y="3386684"/>
            <a:ext cx="388796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在原始的 </a:t>
            </a:r>
            <a:r>
              <a:rPr lang="en-US" altLang="zh-CN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数据报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的前后分别添加若干控制信息，再加上新的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首部。</a:t>
            </a:r>
          </a:p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需要在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数据报所经过的所有路由器上都运行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协议。</a:t>
            </a:r>
          </a:p>
          <a:p>
            <a:pPr marL="285750" indent="-285750">
              <a:lnSpc>
                <a:spcPts val="18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隧道方式常用来实现虚拟</a:t>
            </a:r>
            <a:r>
              <a:rPr lang="zh-CN" altLang="en-US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专用网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VPN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0772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33" grpId="0" animBg="1"/>
      <p:bldP spid="34" grpId="0" animBg="1"/>
      <p:bldP spid="9" grpId="0"/>
      <p:bldP spid="1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6573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69445"/>
            <a:ext cx="42594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安全数据报的 </a:t>
            </a:r>
            <a:r>
              <a:rPr lang="en-US" altLang="zh-CN" sz="2000" b="1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首部是不加密的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18908"/>
            <a:ext cx="7621514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无论使用哪种方式，最后得出的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安全数据报的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首部都是不加密的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：指数据报的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数据部分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是经过加密的，并能够被鉴别的。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通常把数据报的数据部分称为数据报的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有效载荷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(payload)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1259"/>
            <a:ext cx="8129015" cy="1317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在发送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安全数据报之前，在源实体和目的实体之间必须创建一条网络层的逻辑连接。此逻辑连接叫做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安全关联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(Security Association)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601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814000" y="572806"/>
            <a:ext cx="15199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安全关联</a:t>
            </a:r>
          </a:p>
        </p:txBody>
      </p:sp>
      <p:sp>
        <p:nvSpPr>
          <p:cNvPr id="2" name="矩形 1"/>
          <p:cNvSpPr/>
          <p:nvPr/>
        </p:nvSpPr>
        <p:spPr>
          <a:xfrm>
            <a:off x="1592580" y="2414811"/>
            <a:ext cx="5173980" cy="8715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 eaLnBrk="0" hangingPunct="0">
              <a:lnSpc>
                <a:spcPts val="3200"/>
              </a:lnSpc>
              <a:buClr>
                <a:srgbClr val="0070C0"/>
              </a:buClr>
            </a:pPr>
            <a:r>
              <a:rPr lang="en-US" altLang="zh-CN" sz="2000" b="1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2000" b="1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把传统互联网无连接的网络层转换为具有逻辑连接的网络层。 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4633" y="608336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622624" y="571208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安全关联的特点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20671"/>
            <a:ext cx="8129016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安全关联是从源点到终点的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单向连接，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它能够提供安全服务。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在安全关联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上传送的就是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如要进行双向安全通信，则两个方向都需要建立安全关联。</a:t>
            </a: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若 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个员工进行双向安全通信，一共需要创建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(2 + 2</a:t>
            </a:r>
            <a:r>
              <a:rPr lang="en-US" altLang="zh-CN" sz="20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 </a:t>
            </a:r>
            <a:r>
              <a:rPr lang="zh-CN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条安全关联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SA</a:t>
            </a:r>
            <a:r>
              <a:rPr lang="zh-CN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903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517852" y="1029325"/>
            <a:ext cx="8133857" cy="3300983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17853" y="610181"/>
            <a:ext cx="8133857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7984" y="560869"/>
            <a:ext cx="37273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路由器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的安全关联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</a:t>
            </a:r>
            <a:endParaRPr lang="zh-CN" altLang="en-US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63476" y="1137226"/>
            <a:ext cx="6794406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假定公司总部的主机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要和分公司的主机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通过互联网进行安全通信。公司总部与分公司之间的安全关联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是在路由器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之间建立的。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6214933" y="2246192"/>
            <a:ext cx="2197948" cy="1920002"/>
          </a:xfrm>
          <a:prstGeom prst="roundRect">
            <a:avLst/>
          </a:prstGeom>
          <a:solidFill>
            <a:srgbClr val="FFFF99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778708" y="2246192"/>
            <a:ext cx="2197948" cy="192000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Line 205"/>
          <p:cNvSpPr>
            <a:spLocks noChangeShapeType="1"/>
          </p:cNvSpPr>
          <p:nvPr/>
        </p:nvSpPr>
        <p:spPr bwMode="auto">
          <a:xfrm>
            <a:off x="1550455" y="3117696"/>
            <a:ext cx="154179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1370567" y="1937919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公司总部</a:t>
            </a:r>
          </a:p>
        </p:txBody>
      </p:sp>
      <p:sp>
        <p:nvSpPr>
          <p:cNvPr id="15" name="Text Box 207"/>
          <p:cNvSpPr txBox="1">
            <a:spLocks noChangeArrowheads="1"/>
          </p:cNvSpPr>
          <p:nvPr/>
        </p:nvSpPr>
        <p:spPr bwMode="auto">
          <a:xfrm>
            <a:off x="4104657" y="1926297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</a:t>
            </a:r>
          </a:p>
        </p:txBody>
      </p:sp>
      <p:sp>
        <p:nvSpPr>
          <p:cNvPr id="17" name="Text Box 208"/>
          <p:cNvSpPr txBox="1">
            <a:spLocks noChangeArrowheads="1"/>
          </p:cNvSpPr>
          <p:nvPr/>
        </p:nvSpPr>
        <p:spPr bwMode="auto">
          <a:xfrm>
            <a:off x="2553385" y="2565550"/>
            <a:ext cx="360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</a:p>
        </p:txBody>
      </p:sp>
      <p:sp>
        <p:nvSpPr>
          <p:cNvPr id="19" name="Text Box 213"/>
          <p:cNvSpPr txBox="1">
            <a:spLocks noChangeArrowheads="1"/>
          </p:cNvSpPr>
          <p:nvPr/>
        </p:nvSpPr>
        <p:spPr bwMode="auto">
          <a:xfrm>
            <a:off x="784646" y="2811618"/>
            <a:ext cx="38824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</a:p>
        </p:txBody>
      </p:sp>
      <p:grpSp>
        <p:nvGrpSpPr>
          <p:cNvPr id="20" name="组合 990"/>
          <p:cNvGrpSpPr>
            <a:grpSpLocks/>
          </p:cNvGrpSpPr>
          <p:nvPr/>
        </p:nvGrpSpPr>
        <p:grpSpPr bwMode="auto">
          <a:xfrm>
            <a:off x="1717043" y="2856053"/>
            <a:ext cx="617057" cy="175070"/>
            <a:chOff x="1691680" y="1052736"/>
            <a:chExt cx="576064" cy="144016"/>
          </a:xfrm>
        </p:grpSpPr>
        <p:sp>
          <p:nvSpPr>
            <p:cNvPr id="531" name="矩形 530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532" name="直接箭头连接符 988"/>
            <p:cNvCxnSpPr>
              <a:cxnSpLocks noChangeShapeType="1"/>
              <a:stCxn id="531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4" name="Picture 20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26" y="2998418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直接连接符 504"/>
          <p:cNvCxnSpPr>
            <a:cxnSpLocks noChangeShapeType="1"/>
          </p:cNvCxnSpPr>
          <p:nvPr/>
        </p:nvCxnSpPr>
        <p:spPr bwMode="auto">
          <a:xfrm>
            <a:off x="5668265" y="3150401"/>
            <a:ext cx="648661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08"/>
          <p:cNvSpPr txBox="1">
            <a:spLocks noChangeArrowheads="1"/>
          </p:cNvSpPr>
          <p:nvPr/>
        </p:nvSpPr>
        <p:spPr bwMode="auto">
          <a:xfrm>
            <a:off x="6330525" y="2594409"/>
            <a:ext cx="3930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</a:p>
        </p:txBody>
      </p:sp>
      <p:sp>
        <p:nvSpPr>
          <p:cNvPr id="28" name="Text Box 213"/>
          <p:cNvSpPr txBox="1">
            <a:spLocks noChangeArrowheads="1"/>
          </p:cNvSpPr>
          <p:nvPr/>
        </p:nvSpPr>
        <p:spPr bwMode="auto">
          <a:xfrm>
            <a:off x="7926453" y="2794044"/>
            <a:ext cx="4203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</a:p>
        </p:txBody>
      </p:sp>
      <p:cxnSp>
        <p:nvCxnSpPr>
          <p:cNvPr id="29" name="直接连接符 536"/>
          <p:cNvCxnSpPr>
            <a:cxnSpLocks noChangeShapeType="1"/>
          </p:cNvCxnSpPr>
          <p:nvPr/>
        </p:nvCxnSpPr>
        <p:spPr bwMode="auto">
          <a:xfrm flipV="1">
            <a:off x="6792893" y="3140782"/>
            <a:ext cx="819344" cy="961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0" name="组合 990"/>
          <p:cNvGrpSpPr>
            <a:grpSpLocks/>
          </p:cNvGrpSpPr>
          <p:nvPr/>
        </p:nvGrpSpPr>
        <p:grpSpPr bwMode="auto">
          <a:xfrm>
            <a:off x="6857488" y="2906072"/>
            <a:ext cx="617057" cy="175070"/>
            <a:chOff x="1691680" y="1052736"/>
            <a:chExt cx="576064" cy="144016"/>
          </a:xfrm>
        </p:grpSpPr>
        <p:sp>
          <p:nvSpPr>
            <p:cNvPr id="503" name="矩形 502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504" name="直接箭头连接符 988"/>
            <p:cNvCxnSpPr>
              <a:cxnSpLocks noChangeShapeType="1"/>
              <a:stCxn id="503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1" name="Text Box 48"/>
          <p:cNvSpPr txBox="1">
            <a:spLocks noChangeArrowheads="1"/>
          </p:cNvSpPr>
          <p:nvPr/>
        </p:nvSpPr>
        <p:spPr bwMode="auto">
          <a:xfrm>
            <a:off x="6921458" y="1935995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分公司</a:t>
            </a:r>
          </a:p>
        </p:txBody>
      </p:sp>
      <p:cxnSp>
        <p:nvCxnSpPr>
          <p:cNvPr id="33" name="直接连接符 540"/>
          <p:cNvCxnSpPr>
            <a:cxnSpLocks noChangeShapeType="1"/>
          </p:cNvCxnSpPr>
          <p:nvPr/>
        </p:nvCxnSpPr>
        <p:spPr bwMode="auto">
          <a:xfrm flipH="1">
            <a:off x="1844534" y="3252365"/>
            <a:ext cx="805746" cy="45107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213"/>
          <p:cNvSpPr txBox="1">
            <a:spLocks noChangeArrowheads="1"/>
          </p:cNvSpPr>
          <p:nvPr/>
        </p:nvSpPr>
        <p:spPr bwMode="auto">
          <a:xfrm>
            <a:off x="1249547" y="3430960"/>
            <a:ext cx="4203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</a:p>
        </p:txBody>
      </p:sp>
      <p:sp>
        <p:nvSpPr>
          <p:cNvPr id="35" name="矩形 540"/>
          <p:cNvSpPr>
            <a:spLocks noChangeArrowheads="1"/>
          </p:cNvSpPr>
          <p:nvPr/>
        </p:nvSpPr>
        <p:spPr bwMode="auto">
          <a:xfrm>
            <a:off x="1993262" y="2859900"/>
            <a:ext cx="108793" cy="169299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7" name="矩形 542"/>
          <p:cNvSpPr>
            <a:spLocks noChangeArrowheads="1"/>
          </p:cNvSpPr>
          <p:nvPr/>
        </p:nvSpPr>
        <p:spPr bwMode="auto">
          <a:xfrm>
            <a:off x="7131169" y="2910086"/>
            <a:ext cx="110493" cy="171223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9" name="组合 548"/>
          <p:cNvGrpSpPr>
            <a:grpSpLocks/>
          </p:cNvGrpSpPr>
          <p:nvPr/>
        </p:nvGrpSpPr>
        <p:grpSpPr bwMode="auto">
          <a:xfrm>
            <a:off x="1522200" y="2304936"/>
            <a:ext cx="1100530" cy="653079"/>
            <a:chOff x="1520899" y="598373"/>
            <a:chExt cx="1032475" cy="538002"/>
          </a:xfrm>
        </p:grpSpPr>
        <p:grpSp>
          <p:nvGrpSpPr>
            <p:cNvPr id="47" name="组合 516"/>
            <p:cNvGrpSpPr>
              <a:grpSpLocks/>
            </p:cNvGrpSpPr>
            <p:nvPr/>
          </p:nvGrpSpPr>
          <p:grpSpPr bwMode="auto">
            <a:xfrm>
              <a:off x="1520899" y="598373"/>
              <a:ext cx="1032475" cy="294860"/>
              <a:chOff x="1591178" y="576470"/>
              <a:chExt cx="992998" cy="294860"/>
            </a:xfrm>
          </p:grpSpPr>
          <p:sp>
            <p:nvSpPr>
              <p:cNvPr id="49" name="圆角矩形标注 552"/>
              <p:cNvSpPr>
                <a:spLocks noChangeArrowheads="1"/>
              </p:cNvSpPr>
              <p:nvPr/>
            </p:nvSpPr>
            <p:spPr bwMode="auto">
              <a:xfrm>
                <a:off x="1591178" y="576470"/>
                <a:ext cx="992998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0" name="Text Box 48"/>
              <p:cNvSpPr txBox="1">
                <a:spLocks noChangeArrowheads="1"/>
              </p:cNvSpPr>
              <p:nvPr/>
            </p:nvSpPr>
            <p:spPr bwMode="auto">
              <a:xfrm>
                <a:off x="1603229" y="609118"/>
                <a:ext cx="979485" cy="253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从 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1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:r>
                  <a:rPr lang="zh-CN" altLang="en-US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到 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2</a:t>
                </a:r>
                <a:endParaRPr lang="zh-CN" altLang="en-US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48" name="下箭头 551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40" name="组合 554"/>
          <p:cNvGrpSpPr>
            <a:grpSpLocks/>
          </p:cNvGrpSpPr>
          <p:nvPr/>
        </p:nvGrpSpPr>
        <p:grpSpPr bwMode="auto">
          <a:xfrm>
            <a:off x="6638312" y="2318308"/>
            <a:ext cx="1127105" cy="651251"/>
            <a:chOff x="1501146" y="598373"/>
            <a:chExt cx="1052227" cy="538002"/>
          </a:xfrm>
        </p:grpSpPr>
        <p:grpSp>
          <p:nvGrpSpPr>
            <p:cNvPr id="43" name="组合 516"/>
            <p:cNvGrpSpPr>
              <a:grpSpLocks/>
            </p:cNvGrpSpPr>
            <p:nvPr/>
          </p:nvGrpSpPr>
          <p:grpSpPr bwMode="auto">
            <a:xfrm>
              <a:off x="1501146" y="598373"/>
              <a:ext cx="1052227" cy="294860"/>
              <a:chOff x="1572179" y="576470"/>
              <a:chExt cx="1011994" cy="294860"/>
            </a:xfrm>
          </p:grpSpPr>
          <p:sp>
            <p:nvSpPr>
              <p:cNvPr id="45" name="圆角矩形标注 557"/>
              <p:cNvSpPr>
                <a:spLocks noChangeArrowheads="1"/>
              </p:cNvSpPr>
              <p:nvPr/>
            </p:nvSpPr>
            <p:spPr bwMode="auto">
              <a:xfrm>
                <a:off x="1572179" y="576470"/>
                <a:ext cx="1011994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6" name="Text Box 48"/>
              <p:cNvSpPr txBox="1">
                <a:spLocks noChangeArrowheads="1"/>
              </p:cNvSpPr>
              <p:nvPr/>
            </p:nvSpPr>
            <p:spPr bwMode="auto">
              <a:xfrm>
                <a:off x="1599578" y="598164"/>
                <a:ext cx="974686" cy="2542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从 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1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:r>
                  <a:rPr lang="zh-CN" altLang="en-US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到 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2</a:t>
                </a:r>
                <a:endParaRPr lang="zh-CN" altLang="en-US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44" name="下箭头 556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pic>
        <p:nvPicPr>
          <p:cNvPr id="620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85" y="2877788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" name="Picture 200" descr="jisuanj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229" y="2876832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圆角矩形标注 557"/>
          <p:cNvSpPr>
            <a:spLocks noChangeArrowheads="1"/>
          </p:cNvSpPr>
          <p:nvPr/>
        </p:nvSpPr>
        <p:spPr bwMode="auto">
          <a:xfrm>
            <a:off x="2077448" y="3599856"/>
            <a:ext cx="837180" cy="293509"/>
          </a:xfrm>
          <a:prstGeom prst="wedgeRoundRectCallout">
            <a:avLst>
              <a:gd name="adj1" fmla="val 29378"/>
              <a:gd name="adj2" fmla="val -175357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118" name="Text Box 48"/>
          <p:cNvSpPr txBox="1">
            <a:spLocks noChangeArrowheads="1"/>
          </p:cNvSpPr>
          <p:nvPr/>
        </p:nvSpPr>
        <p:spPr bwMode="auto">
          <a:xfrm>
            <a:off x="1937944" y="3598361"/>
            <a:ext cx="1084263" cy="293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装有 </a:t>
            </a:r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</a:t>
            </a:r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19" name="Group 352"/>
          <p:cNvGrpSpPr>
            <a:grpSpLocks/>
          </p:cNvGrpSpPr>
          <p:nvPr/>
        </p:nvGrpSpPr>
        <p:grpSpPr bwMode="auto">
          <a:xfrm>
            <a:off x="1377993" y="3518428"/>
            <a:ext cx="524774" cy="433344"/>
            <a:chOff x="624" y="2968"/>
            <a:chExt cx="1331" cy="920"/>
          </a:xfrm>
        </p:grpSpPr>
        <p:sp>
          <p:nvSpPr>
            <p:cNvPr id="120" name="Freeform 353"/>
            <p:cNvSpPr>
              <a:spLocks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1 w 1426"/>
                <a:gd name="T1" fmla="*/ 0 h 2309"/>
                <a:gd name="T2" fmla="*/ 1 w 1426"/>
                <a:gd name="T3" fmla="*/ 0 h 2309"/>
                <a:gd name="T4" fmla="*/ 0 w 1426"/>
                <a:gd name="T5" fmla="*/ 0 h 2309"/>
                <a:gd name="T6" fmla="*/ 1 w 1426"/>
                <a:gd name="T7" fmla="*/ 0 h 2309"/>
                <a:gd name="T8" fmla="*/ 1 w 1426"/>
                <a:gd name="T9" fmla="*/ 0 h 2309"/>
                <a:gd name="T10" fmla="*/ 1 w 1426"/>
                <a:gd name="T11" fmla="*/ 0 h 2309"/>
                <a:gd name="T12" fmla="*/ 1 w 1426"/>
                <a:gd name="T13" fmla="*/ 0 h 2309"/>
                <a:gd name="T14" fmla="*/ 1 w 1426"/>
                <a:gd name="T15" fmla="*/ 0 h 2309"/>
                <a:gd name="T16" fmla="*/ 1 w 1426"/>
                <a:gd name="T17" fmla="*/ 0 h 2309"/>
                <a:gd name="T18" fmla="*/ 1 w 1426"/>
                <a:gd name="T19" fmla="*/ 0 h 2309"/>
                <a:gd name="T20" fmla="*/ 1 w 1426"/>
                <a:gd name="T21" fmla="*/ 0 h 2309"/>
                <a:gd name="T22" fmla="*/ 1 w 1426"/>
                <a:gd name="T23" fmla="*/ 0 h 2309"/>
                <a:gd name="T24" fmla="*/ 1 w 1426"/>
                <a:gd name="T25" fmla="*/ 0 h 2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26"/>
                <a:gd name="T40" fmla="*/ 0 h 2309"/>
                <a:gd name="T41" fmla="*/ 1426 w 1426"/>
                <a:gd name="T42" fmla="*/ 2309 h 230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21" name="Freeform 354"/>
            <p:cNvSpPr>
              <a:spLocks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0 w 573"/>
                <a:gd name="T1" fmla="*/ 0 h 1980"/>
                <a:gd name="T2" fmla="*/ 0 w 573"/>
                <a:gd name="T3" fmla="*/ 0 h 1980"/>
                <a:gd name="T4" fmla="*/ 0 w 573"/>
                <a:gd name="T5" fmla="*/ 0 h 1980"/>
                <a:gd name="T6" fmla="*/ 0 w 573"/>
                <a:gd name="T7" fmla="*/ 0 h 1980"/>
                <a:gd name="T8" fmla="*/ 0 w 573"/>
                <a:gd name="T9" fmla="*/ 0 h 1980"/>
                <a:gd name="T10" fmla="*/ 0 w 573"/>
                <a:gd name="T11" fmla="*/ 0 h 1980"/>
                <a:gd name="T12" fmla="*/ 0 w 573"/>
                <a:gd name="T13" fmla="*/ 0 h 1980"/>
                <a:gd name="T14" fmla="*/ 0 w 573"/>
                <a:gd name="T15" fmla="*/ 0 h 1980"/>
                <a:gd name="T16" fmla="*/ 0 w 573"/>
                <a:gd name="T17" fmla="*/ 0 h 1980"/>
                <a:gd name="T18" fmla="*/ 0 w 573"/>
                <a:gd name="T19" fmla="*/ 0 h 1980"/>
                <a:gd name="T20" fmla="*/ 0 w 573"/>
                <a:gd name="T21" fmla="*/ 0 h 1980"/>
                <a:gd name="T22" fmla="*/ 0 w 573"/>
                <a:gd name="T23" fmla="*/ 0 h 1980"/>
                <a:gd name="T24" fmla="*/ 0 w 573"/>
                <a:gd name="T25" fmla="*/ 0 h 1980"/>
                <a:gd name="T26" fmla="*/ 0 w 573"/>
                <a:gd name="T27" fmla="*/ 0 h 1980"/>
                <a:gd name="T28" fmla="*/ 0 w 573"/>
                <a:gd name="T29" fmla="*/ 0 h 1980"/>
                <a:gd name="T30" fmla="*/ 0 w 573"/>
                <a:gd name="T31" fmla="*/ 0 h 19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73"/>
                <a:gd name="T49" fmla="*/ 0 h 1980"/>
                <a:gd name="T50" fmla="*/ 573 w 573"/>
                <a:gd name="T51" fmla="*/ 1980 h 19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22" name="Freeform 355"/>
            <p:cNvSpPr>
              <a:spLocks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1 w 1045"/>
                <a:gd name="T3" fmla="*/ 0 h 441"/>
                <a:gd name="T4" fmla="*/ 1 w 1045"/>
                <a:gd name="T5" fmla="*/ 0 h 441"/>
                <a:gd name="T6" fmla="*/ 1 w 1045"/>
                <a:gd name="T7" fmla="*/ 0 h 441"/>
                <a:gd name="T8" fmla="*/ 1 w 1045"/>
                <a:gd name="T9" fmla="*/ 0 h 441"/>
                <a:gd name="T10" fmla="*/ 1 w 1045"/>
                <a:gd name="T11" fmla="*/ 0 h 441"/>
                <a:gd name="T12" fmla="*/ 0 w 1045"/>
                <a:gd name="T13" fmla="*/ 0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5"/>
                <a:gd name="T22" fmla="*/ 0 h 441"/>
                <a:gd name="T23" fmla="*/ 1045 w 1045"/>
                <a:gd name="T24" fmla="*/ 441 h 4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23" name="Freeform 356"/>
            <p:cNvSpPr>
              <a:spLocks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1 w 955"/>
                <a:gd name="T1" fmla="*/ 0 h 1719"/>
                <a:gd name="T2" fmla="*/ 0 w 955"/>
                <a:gd name="T3" fmla="*/ 0 h 1719"/>
                <a:gd name="T4" fmla="*/ 1 w 955"/>
                <a:gd name="T5" fmla="*/ 0 h 1719"/>
                <a:gd name="T6" fmla="*/ 1 w 955"/>
                <a:gd name="T7" fmla="*/ 0 h 1719"/>
                <a:gd name="T8" fmla="*/ 1 w 955"/>
                <a:gd name="T9" fmla="*/ 0 h 17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5"/>
                <a:gd name="T16" fmla="*/ 0 h 1719"/>
                <a:gd name="T17" fmla="*/ 955 w 955"/>
                <a:gd name="T18" fmla="*/ 1719 h 17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24" name="Freeform 357"/>
            <p:cNvSpPr>
              <a:spLocks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1 w 862"/>
                <a:gd name="T1" fmla="*/ 0 h 1587"/>
                <a:gd name="T2" fmla="*/ 0 w 862"/>
                <a:gd name="T3" fmla="*/ 0 h 1587"/>
                <a:gd name="T4" fmla="*/ 1 w 862"/>
                <a:gd name="T5" fmla="*/ 0 h 1587"/>
                <a:gd name="T6" fmla="*/ 1 w 862"/>
                <a:gd name="T7" fmla="*/ 0 h 1587"/>
                <a:gd name="T8" fmla="*/ 1 w 862"/>
                <a:gd name="T9" fmla="*/ 0 h 1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2"/>
                <a:gd name="T16" fmla="*/ 0 h 1587"/>
                <a:gd name="T17" fmla="*/ 862 w 862"/>
                <a:gd name="T18" fmla="*/ 1587 h 15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25" name="Freeform 358"/>
            <p:cNvSpPr>
              <a:spLocks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0 w 408"/>
                <a:gd name="T1" fmla="*/ 0 h 1480"/>
                <a:gd name="T2" fmla="*/ 0 w 408"/>
                <a:gd name="T3" fmla="*/ 0 h 1480"/>
                <a:gd name="T4" fmla="*/ 0 w 408"/>
                <a:gd name="T5" fmla="*/ 0 h 1480"/>
                <a:gd name="T6" fmla="*/ 0 w 408"/>
                <a:gd name="T7" fmla="*/ 0 h 1480"/>
                <a:gd name="T8" fmla="*/ 0 w 408"/>
                <a:gd name="T9" fmla="*/ 0 h 1480"/>
                <a:gd name="T10" fmla="*/ 0 w 408"/>
                <a:gd name="T11" fmla="*/ 0 h 1480"/>
                <a:gd name="T12" fmla="*/ 0 w 408"/>
                <a:gd name="T13" fmla="*/ 0 h 1480"/>
                <a:gd name="T14" fmla="*/ 0 w 408"/>
                <a:gd name="T15" fmla="*/ 0 h 1480"/>
                <a:gd name="T16" fmla="*/ 0 w 408"/>
                <a:gd name="T17" fmla="*/ 0 h 1480"/>
                <a:gd name="T18" fmla="*/ 0 w 408"/>
                <a:gd name="T19" fmla="*/ 0 h 1480"/>
                <a:gd name="T20" fmla="*/ 0 w 408"/>
                <a:gd name="T21" fmla="*/ 0 h 1480"/>
                <a:gd name="T22" fmla="*/ 0 w 408"/>
                <a:gd name="T23" fmla="*/ 0 h 1480"/>
                <a:gd name="T24" fmla="*/ 0 w 408"/>
                <a:gd name="T25" fmla="*/ 0 h 1480"/>
                <a:gd name="T26" fmla="*/ 0 w 408"/>
                <a:gd name="T27" fmla="*/ 0 h 1480"/>
                <a:gd name="T28" fmla="*/ 0 w 408"/>
                <a:gd name="T29" fmla="*/ 0 h 1480"/>
                <a:gd name="T30" fmla="*/ 0 w 408"/>
                <a:gd name="T31" fmla="*/ 0 h 14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8"/>
                <a:gd name="T49" fmla="*/ 0 h 1480"/>
                <a:gd name="T50" fmla="*/ 408 w 408"/>
                <a:gd name="T51" fmla="*/ 1480 h 14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26" name="Freeform 359"/>
            <p:cNvSpPr>
              <a:spLocks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0 w 1065"/>
                <a:gd name="T1" fmla="*/ 0 h 963"/>
                <a:gd name="T2" fmla="*/ 0 w 1065"/>
                <a:gd name="T3" fmla="*/ 0 h 963"/>
                <a:gd name="T4" fmla="*/ 0 w 1065"/>
                <a:gd name="T5" fmla="*/ 0 h 963"/>
                <a:gd name="T6" fmla="*/ 0 w 1065"/>
                <a:gd name="T7" fmla="*/ 0 h 963"/>
                <a:gd name="T8" fmla="*/ 0 w 1065"/>
                <a:gd name="T9" fmla="*/ 0 h 963"/>
                <a:gd name="T10" fmla="*/ 0 w 1065"/>
                <a:gd name="T11" fmla="*/ 0 h 963"/>
                <a:gd name="T12" fmla="*/ 0 w 1065"/>
                <a:gd name="T13" fmla="*/ 0 h 963"/>
                <a:gd name="T14" fmla="*/ 0 w 1065"/>
                <a:gd name="T15" fmla="*/ 0 h 963"/>
                <a:gd name="T16" fmla="*/ 0 w 1065"/>
                <a:gd name="T17" fmla="*/ 0 h 963"/>
                <a:gd name="T18" fmla="*/ 0 w 1065"/>
                <a:gd name="T19" fmla="*/ 0 h 9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65"/>
                <a:gd name="T31" fmla="*/ 0 h 963"/>
                <a:gd name="T32" fmla="*/ 1065 w 1065"/>
                <a:gd name="T33" fmla="*/ 963 h 9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27" name="Freeform 360"/>
            <p:cNvSpPr>
              <a:spLocks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 w 1969"/>
                <a:gd name="T3" fmla="*/ 0 h 862"/>
                <a:gd name="T4" fmla="*/ 1 w 1969"/>
                <a:gd name="T5" fmla="*/ 0 h 862"/>
                <a:gd name="T6" fmla="*/ 1 w 1969"/>
                <a:gd name="T7" fmla="*/ 0 h 862"/>
                <a:gd name="T8" fmla="*/ 0 w 1969"/>
                <a:gd name="T9" fmla="*/ 0 h 8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9"/>
                <a:gd name="T16" fmla="*/ 0 h 862"/>
                <a:gd name="T17" fmla="*/ 1969 w 1969"/>
                <a:gd name="T18" fmla="*/ 862 h 8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28" name="Freeform 361"/>
            <p:cNvSpPr>
              <a:spLocks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1 w 1777"/>
                <a:gd name="T1" fmla="*/ 0 h 297"/>
                <a:gd name="T2" fmla="*/ 0 w 1777"/>
                <a:gd name="T3" fmla="*/ 0 h 297"/>
                <a:gd name="T4" fmla="*/ 1 w 1777"/>
                <a:gd name="T5" fmla="*/ 0 h 297"/>
                <a:gd name="T6" fmla="*/ 1 w 1777"/>
                <a:gd name="T7" fmla="*/ 0 h 297"/>
                <a:gd name="T8" fmla="*/ 1 w 1777"/>
                <a:gd name="T9" fmla="*/ 0 h 297"/>
                <a:gd name="T10" fmla="*/ 1 w 1777"/>
                <a:gd name="T11" fmla="*/ 0 h 297"/>
                <a:gd name="T12" fmla="*/ 1 w 1777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7"/>
                <a:gd name="T22" fmla="*/ 0 h 297"/>
                <a:gd name="T23" fmla="*/ 1777 w 1777"/>
                <a:gd name="T24" fmla="*/ 297 h 2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29" name="Freeform 362"/>
            <p:cNvSpPr>
              <a:spLocks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0 w 513"/>
                <a:gd name="T1" fmla="*/ 0 h 1106"/>
                <a:gd name="T2" fmla="*/ 0 w 513"/>
                <a:gd name="T3" fmla="*/ 0 h 1106"/>
                <a:gd name="T4" fmla="*/ 0 w 513"/>
                <a:gd name="T5" fmla="*/ 0 h 1106"/>
                <a:gd name="T6" fmla="*/ 0 w 513"/>
                <a:gd name="T7" fmla="*/ 0 h 1106"/>
                <a:gd name="T8" fmla="*/ 0 w 513"/>
                <a:gd name="T9" fmla="*/ 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3"/>
                <a:gd name="T16" fmla="*/ 0 h 1106"/>
                <a:gd name="T17" fmla="*/ 513 w 513"/>
                <a:gd name="T18" fmla="*/ 1106 h 1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30" name="Freeform 363"/>
            <p:cNvSpPr>
              <a:spLocks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1 w 262"/>
                <a:gd name="T1" fmla="*/ 0 h 25"/>
                <a:gd name="T2" fmla="*/ 0 w 262"/>
                <a:gd name="T3" fmla="*/ 0 h 25"/>
                <a:gd name="T4" fmla="*/ 1 w 262"/>
                <a:gd name="T5" fmla="*/ 0 h 25"/>
                <a:gd name="T6" fmla="*/ 1 w 262"/>
                <a:gd name="T7" fmla="*/ 0 h 25"/>
                <a:gd name="T8" fmla="*/ 1 w 262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2"/>
                <a:gd name="T16" fmla="*/ 0 h 25"/>
                <a:gd name="T17" fmla="*/ 262 w 262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31" name="Freeform 364"/>
            <p:cNvSpPr>
              <a:spLocks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1 w 561"/>
                <a:gd name="T1" fmla="*/ 0 h 836"/>
                <a:gd name="T2" fmla="*/ 0 w 561"/>
                <a:gd name="T3" fmla="*/ 0 h 836"/>
                <a:gd name="T4" fmla="*/ 1 w 561"/>
                <a:gd name="T5" fmla="*/ 0 h 836"/>
                <a:gd name="T6" fmla="*/ 1 w 561"/>
                <a:gd name="T7" fmla="*/ 0 h 8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1"/>
                <a:gd name="T13" fmla="*/ 0 h 836"/>
                <a:gd name="T14" fmla="*/ 561 w 561"/>
                <a:gd name="T15" fmla="*/ 836 h 8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grpSp>
          <p:nvGrpSpPr>
            <p:cNvPr id="132" name="Group 365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58" name="Group 366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637" name="Freeform 367"/>
                <p:cNvSpPr>
                  <a:spLocks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 w 22"/>
                    <a:gd name="T1" fmla="*/ 0 h 67"/>
                    <a:gd name="T2" fmla="*/ 0 w 22"/>
                    <a:gd name="T3" fmla="*/ 0 h 67"/>
                    <a:gd name="T4" fmla="*/ 1 w 22"/>
                    <a:gd name="T5" fmla="*/ 0 h 67"/>
                    <a:gd name="T6" fmla="*/ 1 w 22"/>
                    <a:gd name="T7" fmla="*/ 0 h 67"/>
                    <a:gd name="T8" fmla="*/ 1 w 22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7"/>
                    <a:gd name="T17" fmla="*/ 22 w 22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38" name="Freeform 368"/>
                <p:cNvSpPr>
                  <a:spLocks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39" name="Freeform 369"/>
                <p:cNvSpPr>
                  <a:spLocks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59" name="Group 370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634" name="Freeform 371"/>
                <p:cNvSpPr>
                  <a:spLocks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35" name="Freeform 372"/>
                <p:cNvSpPr>
                  <a:spLocks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1 w 74"/>
                    <a:gd name="T3" fmla="*/ 0 h 29"/>
                    <a:gd name="T4" fmla="*/ 1 w 74"/>
                    <a:gd name="T5" fmla="*/ 0 h 29"/>
                    <a:gd name="T6" fmla="*/ 1 w 74"/>
                    <a:gd name="T7" fmla="*/ 0 h 29"/>
                    <a:gd name="T8" fmla="*/ 1 w 74"/>
                    <a:gd name="T9" fmla="*/ 0 h 29"/>
                    <a:gd name="T10" fmla="*/ 1 w 74"/>
                    <a:gd name="T11" fmla="*/ 0 h 29"/>
                    <a:gd name="T12" fmla="*/ 1 w 74"/>
                    <a:gd name="T13" fmla="*/ 0 h 29"/>
                    <a:gd name="T14" fmla="*/ 0 w 74"/>
                    <a:gd name="T15" fmla="*/ 0 h 29"/>
                    <a:gd name="T16" fmla="*/ 1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36" name="Freeform 373"/>
                <p:cNvSpPr>
                  <a:spLocks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sp>
            <p:nvSpPr>
              <p:cNvPr id="160" name="Freeform 374"/>
              <p:cNvSpPr>
                <a:spLocks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1" name="Freeform 375"/>
              <p:cNvSpPr>
                <a:spLocks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0 w 24"/>
                  <a:gd name="T1" fmla="*/ 0 h 68"/>
                  <a:gd name="T2" fmla="*/ 0 w 24"/>
                  <a:gd name="T3" fmla="*/ 0 h 68"/>
                  <a:gd name="T4" fmla="*/ 0 w 24"/>
                  <a:gd name="T5" fmla="*/ 0 h 68"/>
                  <a:gd name="T6" fmla="*/ 0 w 24"/>
                  <a:gd name="T7" fmla="*/ 0 h 68"/>
                  <a:gd name="T8" fmla="*/ 0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2" name="Freeform 376"/>
              <p:cNvSpPr>
                <a:spLocks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0 w 70"/>
                  <a:gd name="T3" fmla="*/ 0 h 30"/>
                  <a:gd name="T4" fmla="*/ 0 w 70"/>
                  <a:gd name="T5" fmla="*/ 0 h 30"/>
                  <a:gd name="T6" fmla="*/ 0 w 70"/>
                  <a:gd name="T7" fmla="*/ 0 h 30"/>
                  <a:gd name="T8" fmla="*/ 0 w 70"/>
                  <a:gd name="T9" fmla="*/ 0 h 30"/>
                  <a:gd name="T10" fmla="*/ 0 w 70"/>
                  <a:gd name="T11" fmla="*/ 0 h 30"/>
                  <a:gd name="T12" fmla="*/ 0 w 70"/>
                  <a:gd name="T13" fmla="*/ 0 h 30"/>
                  <a:gd name="T14" fmla="*/ 0 w 70"/>
                  <a:gd name="T15" fmla="*/ 0 h 30"/>
                  <a:gd name="T16" fmla="*/ 0 w 70"/>
                  <a:gd name="T17" fmla="*/ 0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30"/>
                  <a:gd name="T29" fmla="*/ 70 w 70"/>
                  <a:gd name="T30" fmla="*/ 30 h 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3" name="Freeform 377"/>
              <p:cNvSpPr>
                <a:spLocks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0 h 36"/>
                  <a:gd name="T2" fmla="*/ 1 w 83"/>
                  <a:gd name="T3" fmla="*/ 0 h 36"/>
                  <a:gd name="T4" fmla="*/ 1 w 83"/>
                  <a:gd name="T5" fmla="*/ 0 h 36"/>
                  <a:gd name="T6" fmla="*/ 1 w 83"/>
                  <a:gd name="T7" fmla="*/ 0 h 36"/>
                  <a:gd name="T8" fmla="*/ 1 w 83"/>
                  <a:gd name="T9" fmla="*/ 0 h 36"/>
                  <a:gd name="T10" fmla="*/ 1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64" name="Group 378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631" name="Freeform 379"/>
                <p:cNvSpPr>
                  <a:spLocks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32" name="Freeform 380"/>
                <p:cNvSpPr>
                  <a:spLocks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0 w 73"/>
                    <a:gd name="T1" fmla="*/ 0 h 30"/>
                    <a:gd name="T2" fmla="*/ 0 w 73"/>
                    <a:gd name="T3" fmla="*/ 0 h 30"/>
                    <a:gd name="T4" fmla="*/ 0 w 73"/>
                    <a:gd name="T5" fmla="*/ 0 h 30"/>
                    <a:gd name="T6" fmla="*/ 0 w 73"/>
                    <a:gd name="T7" fmla="*/ 0 h 30"/>
                    <a:gd name="T8" fmla="*/ 0 w 73"/>
                    <a:gd name="T9" fmla="*/ 0 h 30"/>
                    <a:gd name="T10" fmla="*/ 0 w 73"/>
                    <a:gd name="T11" fmla="*/ 0 h 30"/>
                    <a:gd name="T12" fmla="*/ 0 w 73"/>
                    <a:gd name="T13" fmla="*/ 0 h 30"/>
                    <a:gd name="T14" fmla="*/ 0 w 73"/>
                    <a:gd name="T15" fmla="*/ 0 h 30"/>
                    <a:gd name="T16" fmla="*/ 0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33" name="Freeform 381"/>
                <p:cNvSpPr>
                  <a:spLocks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65" name="Group 382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628" name="Freeform 383"/>
                <p:cNvSpPr>
                  <a:spLocks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29" name="Freeform 384"/>
                <p:cNvSpPr>
                  <a:spLocks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30" name="Freeform 385"/>
                <p:cNvSpPr>
                  <a:spLocks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66" name="Group 386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625" name="Freeform 387"/>
                <p:cNvSpPr>
                  <a:spLocks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26" name="Freeform 388"/>
                <p:cNvSpPr>
                  <a:spLocks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27" name="Freeform 389"/>
                <p:cNvSpPr>
                  <a:spLocks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67" name="Group 390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58" name="Freeform 391"/>
                <p:cNvSpPr>
                  <a:spLocks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23" name="Freeform 392"/>
                <p:cNvSpPr>
                  <a:spLocks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1 w 75"/>
                    <a:gd name="T1" fmla="*/ 0 h 30"/>
                    <a:gd name="T2" fmla="*/ 1 w 75"/>
                    <a:gd name="T3" fmla="*/ 0 h 30"/>
                    <a:gd name="T4" fmla="*/ 1 w 75"/>
                    <a:gd name="T5" fmla="*/ 0 h 30"/>
                    <a:gd name="T6" fmla="*/ 1 w 75"/>
                    <a:gd name="T7" fmla="*/ 0 h 30"/>
                    <a:gd name="T8" fmla="*/ 1 w 75"/>
                    <a:gd name="T9" fmla="*/ 0 h 30"/>
                    <a:gd name="T10" fmla="*/ 1 w 75"/>
                    <a:gd name="T11" fmla="*/ 0 h 30"/>
                    <a:gd name="T12" fmla="*/ 1 w 75"/>
                    <a:gd name="T13" fmla="*/ 0 h 30"/>
                    <a:gd name="T14" fmla="*/ 0 w 75"/>
                    <a:gd name="T15" fmla="*/ 0 h 30"/>
                    <a:gd name="T16" fmla="*/ 1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624" name="Freeform 393"/>
                <p:cNvSpPr>
                  <a:spLocks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68" name="Group 394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538" name="Group 395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555" name="Freeform 396"/>
                  <p:cNvSpPr>
                    <a:spLocks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56" name="Freeform 397"/>
                  <p:cNvSpPr>
                    <a:spLocks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57" name="Freeform 398"/>
                  <p:cNvSpPr>
                    <a:spLocks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0 h 37"/>
                      <a:gd name="T2" fmla="*/ 1 w 82"/>
                      <a:gd name="T3" fmla="*/ 0 h 37"/>
                      <a:gd name="T4" fmla="*/ 1 w 82"/>
                      <a:gd name="T5" fmla="*/ 0 h 37"/>
                      <a:gd name="T6" fmla="*/ 1 w 82"/>
                      <a:gd name="T7" fmla="*/ 0 h 37"/>
                      <a:gd name="T8" fmla="*/ 1 w 82"/>
                      <a:gd name="T9" fmla="*/ 0 h 37"/>
                      <a:gd name="T10" fmla="*/ 1 w 82"/>
                      <a:gd name="T11" fmla="*/ 0 h 37"/>
                      <a:gd name="T12" fmla="*/ 0 w 82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7"/>
                      <a:gd name="T23" fmla="*/ 82 w 82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39" name="Group 399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552" name="Freeform 400"/>
                  <p:cNvSpPr>
                    <a:spLocks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53" name="Freeform 401"/>
                  <p:cNvSpPr>
                    <a:spLocks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54" name="Freeform 402"/>
                  <p:cNvSpPr>
                    <a:spLocks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40" name="Group 403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549" name="Freeform 404"/>
                  <p:cNvSpPr>
                    <a:spLocks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50" name="Freeform 405"/>
                  <p:cNvSpPr>
                    <a:spLocks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0 w 73"/>
                      <a:gd name="T1" fmla="*/ 0 h 29"/>
                      <a:gd name="T2" fmla="*/ 0 w 73"/>
                      <a:gd name="T3" fmla="*/ 0 h 29"/>
                      <a:gd name="T4" fmla="*/ 0 w 73"/>
                      <a:gd name="T5" fmla="*/ 0 h 29"/>
                      <a:gd name="T6" fmla="*/ 0 w 73"/>
                      <a:gd name="T7" fmla="*/ 0 h 29"/>
                      <a:gd name="T8" fmla="*/ 0 w 73"/>
                      <a:gd name="T9" fmla="*/ 0 h 29"/>
                      <a:gd name="T10" fmla="*/ 0 w 73"/>
                      <a:gd name="T11" fmla="*/ 0 h 29"/>
                      <a:gd name="T12" fmla="*/ 0 w 73"/>
                      <a:gd name="T13" fmla="*/ 0 h 29"/>
                      <a:gd name="T14" fmla="*/ 0 w 73"/>
                      <a:gd name="T15" fmla="*/ 0 h 29"/>
                      <a:gd name="T16" fmla="*/ 0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51" name="Freeform 406"/>
                  <p:cNvSpPr>
                    <a:spLocks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41" name="Group 407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546" name="Freeform 408"/>
                  <p:cNvSpPr>
                    <a:spLocks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47" name="Freeform 409"/>
                  <p:cNvSpPr>
                    <a:spLocks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48" name="Freeform 410"/>
                  <p:cNvSpPr>
                    <a:spLocks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42" name="Group 411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543" name="Freeform 412"/>
                  <p:cNvSpPr>
                    <a:spLocks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44" name="Freeform 413"/>
                  <p:cNvSpPr>
                    <a:spLocks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45" name="Freeform 414"/>
                  <p:cNvSpPr>
                    <a:spLocks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69" name="Group 415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516" name="Group 416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535" name="Freeform 417"/>
                  <p:cNvSpPr>
                    <a:spLocks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36" name="Freeform 418"/>
                  <p:cNvSpPr>
                    <a:spLocks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37" name="Freeform 419"/>
                  <p:cNvSpPr>
                    <a:spLocks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17" name="Group 420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530" name="Freeform 421"/>
                  <p:cNvSpPr>
                    <a:spLocks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33" name="Freeform 422"/>
                  <p:cNvSpPr>
                    <a:spLocks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34" name="Freeform 423"/>
                  <p:cNvSpPr>
                    <a:spLocks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0 h 37"/>
                      <a:gd name="T2" fmla="*/ 0 w 83"/>
                      <a:gd name="T3" fmla="*/ 0 h 37"/>
                      <a:gd name="T4" fmla="*/ 0 w 83"/>
                      <a:gd name="T5" fmla="*/ 0 h 37"/>
                      <a:gd name="T6" fmla="*/ 0 w 83"/>
                      <a:gd name="T7" fmla="*/ 0 h 37"/>
                      <a:gd name="T8" fmla="*/ 0 w 83"/>
                      <a:gd name="T9" fmla="*/ 0 h 37"/>
                      <a:gd name="T10" fmla="*/ 0 w 83"/>
                      <a:gd name="T11" fmla="*/ 0 h 37"/>
                      <a:gd name="T12" fmla="*/ 0 w 83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7"/>
                      <a:gd name="T23" fmla="*/ 83 w 83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18" name="Group 424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527" name="Freeform 425"/>
                  <p:cNvSpPr>
                    <a:spLocks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8" name="Freeform 426"/>
                  <p:cNvSpPr>
                    <a:spLocks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9" name="Freeform 427"/>
                  <p:cNvSpPr>
                    <a:spLocks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0 h 35"/>
                      <a:gd name="T2" fmla="*/ 0 w 82"/>
                      <a:gd name="T3" fmla="*/ 0 h 35"/>
                      <a:gd name="T4" fmla="*/ 0 w 82"/>
                      <a:gd name="T5" fmla="*/ 0 h 35"/>
                      <a:gd name="T6" fmla="*/ 0 w 82"/>
                      <a:gd name="T7" fmla="*/ 0 h 35"/>
                      <a:gd name="T8" fmla="*/ 0 w 82"/>
                      <a:gd name="T9" fmla="*/ 0 h 35"/>
                      <a:gd name="T10" fmla="*/ 0 w 82"/>
                      <a:gd name="T11" fmla="*/ 0 h 35"/>
                      <a:gd name="T12" fmla="*/ 0 w 82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5"/>
                      <a:gd name="T23" fmla="*/ 82 w 82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19" name="Group 428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524" name="Freeform 429"/>
                  <p:cNvSpPr>
                    <a:spLocks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5" name="Freeform 430"/>
                  <p:cNvSpPr>
                    <a:spLocks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6" name="Freeform 431"/>
                  <p:cNvSpPr>
                    <a:spLocks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20" name="Group 432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521" name="Freeform 433"/>
                  <p:cNvSpPr>
                    <a:spLocks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2" name="Freeform 434"/>
                  <p:cNvSpPr>
                    <a:spLocks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3" name="Freeform 435"/>
                  <p:cNvSpPr>
                    <a:spLocks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70" name="Group 436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513" name="Freeform 437"/>
                <p:cNvSpPr>
                  <a:spLocks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14" name="Freeform 438"/>
                <p:cNvSpPr>
                  <a:spLocks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0 w 73"/>
                    <a:gd name="T1" fmla="*/ 0 h 31"/>
                    <a:gd name="T2" fmla="*/ 0 w 73"/>
                    <a:gd name="T3" fmla="*/ 0 h 31"/>
                    <a:gd name="T4" fmla="*/ 0 w 73"/>
                    <a:gd name="T5" fmla="*/ 0 h 31"/>
                    <a:gd name="T6" fmla="*/ 0 w 73"/>
                    <a:gd name="T7" fmla="*/ 0 h 31"/>
                    <a:gd name="T8" fmla="*/ 0 w 73"/>
                    <a:gd name="T9" fmla="*/ 0 h 31"/>
                    <a:gd name="T10" fmla="*/ 0 w 73"/>
                    <a:gd name="T11" fmla="*/ 0 h 31"/>
                    <a:gd name="T12" fmla="*/ 0 w 73"/>
                    <a:gd name="T13" fmla="*/ 0 h 31"/>
                    <a:gd name="T14" fmla="*/ 0 w 73"/>
                    <a:gd name="T15" fmla="*/ 0 h 31"/>
                    <a:gd name="T16" fmla="*/ 0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15" name="Freeform 439"/>
                <p:cNvSpPr>
                  <a:spLocks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1" name="Group 440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510" name="Freeform 441"/>
                <p:cNvSpPr>
                  <a:spLocks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11" name="Freeform 442"/>
                <p:cNvSpPr>
                  <a:spLocks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0 w 75"/>
                    <a:gd name="T1" fmla="*/ 0 h 30"/>
                    <a:gd name="T2" fmla="*/ 0 w 75"/>
                    <a:gd name="T3" fmla="*/ 0 h 30"/>
                    <a:gd name="T4" fmla="*/ 0 w 75"/>
                    <a:gd name="T5" fmla="*/ 0 h 30"/>
                    <a:gd name="T6" fmla="*/ 0 w 75"/>
                    <a:gd name="T7" fmla="*/ 0 h 30"/>
                    <a:gd name="T8" fmla="*/ 0 w 75"/>
                    <a:gd name="T9" fmla="*/ 0 h 30"/>
                    <a:gd name="T10" fmla="*/ 0 w 75"/>
                    <a:gd name="T11" fmla="*/ 0 h 30"/>
                    <a:gd name="T12" fmla="*/ 0 w 75"/>
                    <a:gd name="T13" fmla="*/ 0 h 30"/>
                    <a:gd name="T14" fmla="*/ 0 w 75"/>
                    <a:gd name="T15" fmla="*/ 0 h 30"/>
                    <a:gd name="T16" fmla="*/ 0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12" name="Freeform 443"/>
                <p:cNvSpPr>
                  <a:spLocks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2" name="Group 444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507" name="Freeform 445"/>
                <p:cNvSpPr>
                  <a:spLocks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08" name="Freeform 446"/>
                <p:cNvSpPr>
                  <a:spLocks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09" name="Freeform 447"/>
                <p:cNvSpPr>
                  <a:spLocks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sp>
            <p:nvSpPr>
              <p:cNvPr id="173" name="Freeform 448"/>
              <p:cNvSpPr>
                <a:spLocks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 w 23"/>
                  <a:gd name="T1" fmla="*/ 0 h 68"/>
                  <a:gd name="T2" fmla="*/ 0 w 23"/>
                  <a:gd name="T3" fmla="*/ 0 h 68"/>
                  <a:gd name="T4" fmla="*/ 1 w 23"/>
                  <a:gd name="T5" fmla="*/ 0 h 68"/>
                  <a:gd name="T6" fmla="*/ 1 w 23"/>
                  <a:gd name="T7" fmla="*/ 0 h 68"/>
                  <a:gd name="T8" fmla="*/ 1 w 23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68"/>
                  <a:gd name="T17" fmla="*/ 23 w 23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4" name="Freeform 449"/>
              <p:cNvSpPr>
                <a:spLocks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1 w 71"/>
                  <a:gd name="T3" fmla="*/ 0 h 27"/>
                  <a:gd name="T4" fmla="*/ 1 w 71"/>
                  <a:gd name="T5" fmla="*/ 0 h 27"/>
                  <a:gd name="T6" fmla="*/ 1 w 71"/>
                  <a:gd name="T7" fmla="*/ 0 h 27"/>
                  <a:gd name="T8" fmla="*/ 1 w 71"/>
                  <a:gd name="T9" fmla="*/ 0 h 27"/>
                  <a:gd name="T10" fmla="*/ 1 w 71"/>
                  <a:gd name="T11" fmla="*/ 0 h 27"/>
                  <a:gd name="T12" fmla="*/ 1 w 71"/>
                  <a:gd name="T13" fmla="*/ 0 h 27"/>
                  <a:gd name="T14" fmla="*/ 0 w 71"/>
                  <a:gd name="T15" fmla="*/ 0 h 27"/>
                  <a:gd name="T16" fmla="*/ 0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1"/>
                  <a:gd name="T28" fmla="*/ 0 h 27"/>
                  <a:gd name="T29" fmla="*/ 71 w 71"/>
                  <a:gd name="T30" fmla="*/ 27 h 2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5" name="Freeform 450"/>
              <p:cNvSpPr>
                <a:spLocks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0 h 36"/>
                  <a:gd name="T2" fmla="*/ 0 w 82"/>
                  <a:gd name="T3" fmla="*/ 0 h 36"/>
                  <a:gd name="T4" fmla="*/ 0 w 82"/>
                  <a:gd name="T5" fmla="*/ 0 h 36"/>
                  <a:gd name="T6" fmla="*/ 0 w 82"/>
                  <a:gd name="T7" fmla="*/ 0 h 36"/>
                  <a:gd name="T8" fmla="*/ 0 w 82"/>
                  <a:gd name="T9" fmla="*/ 0 h 36"/>
                  <a:gd name="T10" fmla="*/ 0 w 82"/>
                  <a:gd name="T11" fmla="*/ 0 h 36"/>
                  <a:gd name="T12" fmla="*/ 0 w 82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"/>
                  <a:gd name="T22" fmla="*/ 0 h 36"/>
                  <a:gd name="T23" fmla="*/ 82 w 82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76" name="Group 451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502" name="Freeform 452"/>
                <p:cNvSpPr>
                  <a:spLocks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05" name="Freeform 453"/>
                <p:cNvSpPr>
                  <a:spLocks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06" name="Freeform 454"/>
                <p:cNvSpPr>
                  <a:spLocks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7" name="Group 455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99" name="Freeform 456"/>
                <p:cNvSpPr>
                  <a:spLocks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00" name="Freeform 457"/>
                <p:cNvSpPr>
                  <a:spLocks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01" name="Freeform 458"/>
                <p:cNvSpPr>
                  <a:spLocks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8" name="Group 459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96" name="Freeform 460"/>
                <p:cNvSpPr>
                  <a:spLocks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97" name="Freeform 461"/>
                <p:cNvSpPr>
                  <a:spLocks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98" name="Freeform 462"/>
                <p:cNvSpPr>
                  <a:spLocks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9" name="Group 463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93" name="Freeform 464"/>
                <p:cNvSpPr>
                  <a:spLocks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94" name="Freeform 465"/>
                <p:cNvSpPr>
                  <a:spLocks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95" name="Freeform 466"/>
                <p:cNvSpPr>
                  <a:spLocks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0" name="Group 467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73" name="Group 468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90" name="Freeform 469"/>
                  <p:cNvSpPr>
                    <a:spLocks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 w 23"/>
                      <a:gd name="T1" fmla="*/ 0 h 70"/>
                      <a:gd name="T2" fmla="*/ 0 w 23"/>
                      <a:gd name="T3" fmla="*/ 0 h 70"/>
                      <a:gd name="T4" fmla="*/ 1 w 23"/>
                      <a:gd name="T5" fmla="*/ 0 h 70"/>
                      <a:gd name="T6" fmla="*/ 1 w 23"/>
                      <a:gd name="T7" fmla="*/ 0 h 70"/>
                      <a:gd name="T8" fmla="*/ 1 w 23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70"/>
                      <a:gd name="T17" fmla="*/ 23 w 23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91" name="Freeform 470"/>
                  <p:cNvSpPr>
                    <a:spLocks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92" name="Freeform 471"/>
                  <p:cNvSpPr>
                    <a:spLocks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0 h 38"/>
                      <a:gd name="T2" fmla="*/ 0 w 83"/>
                      <a:gd name="T3" fmla="*/ 0 h 38"/>
                      <a:gd name="T4" fmla="*/ 0 w 83"/>
                      <a:gd name="T5" fmla="*/ 0 h 38"/>
                      <a:gd name="T6" fmla="*/ 0 w 83"/>
                      <a:gd name="T7" fmla="*/ 0 h 38"/>
                      <a:gd name="T8" fmla="*/ 0 w 83"/>
                      <a:gd name="T9" fmla="*/ 0 h 38"/>
                      <a:gd name="T10" fmla="*/ 0 w 83"/>
                      <a:gd name="T11" fmla="*/ 0 h 38"/>
                      <a:gd name="T12" fmla="*/ 0 w 83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8"/>
                      <a:gd name="T23" fmla="*/ 83 w 83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74" name="Group 472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87" name="Freeform 473"/>
                  <p:cNvSpPr>
                    <a:spLocks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88" name="Freeform 474"/>
                  <p:cNvSpPr>
                    <a:spLocks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0 w 75"/>
                      <a:gd name="T1" fmla="*/ 0 h 32"/>
                      <a:gd name="T2" fmla="*/ 0 w 75"/>
                      <a:gd name="T3" fmla="*/ 0 h 32"/>
                      <a:gd name="T4" fmla="*/ 0 w 75"/>
                      <a:gd name="T5" fmla="*/ 0 h 32"/>
                      <a:gd name="T6" fmla="*/ 0 w 75"/>
                      <a:gd name="T7" fmla="*/ 0 h 32"/>
                      <a:gd name="T8" fmla="*/ 0 w 75"/>
                      <a:gd name="T9" fmla="*/ 0 h 32"/>
                      <a:gd name="T10" fmla="*/ 0 w 75"/>
                      <a:gd name="T11" fmla="*/ 0 h 32"/>
                      <a:gd name="T12" fmla="*/ 0 w 75"/>
                      <a:gd name="T13" fmla="*/ 0 h 32"/>
                      <a:gd name="T14" fmla="*/ 0 w 75"/>
                      <a:gd name="T15" fmla="*/ 0 h 32"/>
                      <a:gd name="T16" fmla="*/ 0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89" name="Freeform 475"/>
                  <p:cNvSpPr>
                    <a:spLocks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75" name="Group 476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84" name="Freeform 477"/>
                  <p:cNvSpPr>
                    <a:spLocks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85" name="Freeform 478"/>
                  <p:cNvSpPr>
                    <a:spLocks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86" name="Freeform 479"/>
                  <p:cNvSpPr>
                    <a:spLocks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76" name="Group 480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81" name="Freeform 481"/>
                  <p:cNvSpPr>
                    <a:spLocks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82" name="Freeform 482"/>
                  <p:cNvSpPr>
                    <a:spLocks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83" name="Freeform 483"/>
                  <p:cNvSpPr>
                    <a:spLocks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77" name="Group 484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78" name="Freeform 485"/>
                  <p:cNvSpPr>
                    <a:spLocks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 w 24"/>
                      <a:gd name="T1" fmla="*/ 0 h 67"/>
                      <a:gd name="T2" fmla="*/ 0 w 24"/>
                      <a:gd name="T3" fmla="*/ 0 h 67"/>
                      <a:gd name="T4" fmla="*/ 1 w 24"/>
                      <a:gd name="T5" fmla="*/ 0 h 67"/>
                      <a:gd name="T6" fmla="*/ 1 w 24"/>
                      <a:gd name="T7" fmla="*/ 0 h 67"/>
                      <a:gd name="T8" fmla="*/ 1 w 24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7"/>
                      <a:gd name="T17" fmla="*/ 24 w 24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79" name="Freeform 486"/>
                  <p:cNvSpPr>
                    <a:spLocks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80" name="Freeform 487"/>
                  <p:cNvSpPr>
                    <a:spLocks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81" name="Group 488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53" name="Group 489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70" name="Freeform 490"/>
                  <p:cNvSpPr>
                    <a:spLocks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71" name="Freeform 491"/>
                  <p:cNvSpPr>
                    <a:spLocks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72" name="Freeform 492"/>
                  <p:cNvSpPr>
                    <a:spLocks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54" name="Group 493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67" name="Freeform 494"/>
                  <p:cNvSpPr>
                    <a:spLocks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0 w 24"/>
                      <a:gd name="T1" fmla="*/ 0 h 70"/>
                      <a:gd name="T2" fmla="*/ 0 w 24"/>
                      <a:gd name="T3" fmla="*/ 0 h 70"/>
                      <a:gd name="T4" fmla="*/ 0 w 24"/>
                      <a:gd name="T5" fmla="*/ 0 h 70"/>
                      <a:gd name="T6" fmla="*/ 0 w 24"/>
                      <a:gd name="T7" fmla="*/ 0 h 70"/>
                      <a:gd name="T8" fmla="*/ 0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8" name="Freeform 495"/>
                  <p:cNvSpPr>
                    <a:spLocks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1 w 74"/>
                      <a:gd name="T3" fmla="*/ 0 h 30"/>
                      <a:gd name="T4" fmla="*/ 1 w 74"/>
                      <a:gd name="T5" fmla="*/ 0 h 30"/>
                      <a:gd name="T6" fmla="*/ 1 w 74"/>
                      <a:gd name="T7" fmla="*/ 0 h 30"/>
                      <a:gd name="T8" fmla="*/ 1 w 74"/>
                      <a:gd name="T9" fmla="*/ 0 h 30"/>
                      <a:gd name="T10" fmla="*/ 1 w 74"/>
                      <a:gd name="T11" fmla="*/ 0 h 30"/>
                      <a:gd name="T12" fmla="*/ 1 w 74"/>
                      <a:gd name="T13" fmla="*/ 0 h 30"/>
                      <a:gd name="T14" fmla="*/ 0 w 74"/>
                      <a:gd name="T15" fmla="*/ 0 h 30"/>
                      <a:gd name="T16" fmla="*/ 1 w 74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30"/>
                      <a:gd name="T29" fmla="*/ 74 w 74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9" name="Freeform 496"/>
                  <p:cNvSpPr>
                    <a:spLocks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55" name="Group 497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64" name="Freeform 498"/>
                  <p:cNvSpPr>
                    <a:spLocks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5" name="Freeform 499"/>
                  <p:cNvSpPr>
                    <a:spLocks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6" name="Freeform 500"/>
                  <p:cNvSpPr>
                    <a:spLocks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56" name="Group 501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61" name="Freeform 502"/>
                  <p:cNvSpPr>
                    <a:spLocks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2" name="Freeform 503"/>
                  <p:cNvSpPr>
                    <a:spLocks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3" name="Freeform 504"/>
                  <p:cNvSpPr>
                    <a:spLocks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57" name="Group 505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58" name="Freeform 506"/>
                  <p:cNvSpPr>
                    <a:spLocks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59" name="Freeform 507"/>
                  <p:cNvSpPr>
                    <a:spLocks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0" name="Freeform 508"/>
                  <p:cNvSpPr>
                    <a:spLocks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82" name="Group 509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450" name="Freeform 510"/>
                <p:cNvSpPr>
                  <a:spLocks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0 w 25"/>
                    <a:gd name="T1" fmla="*/ 0 h 69"/>
                    <a:gd name="T2" fmla="*/ 0 w 25"/>
                    <a:gd name="T3" fmla="*/ 0 h 69"/>
                    <a:gd name="T4" fmla="*/ 0 w 25"/>
                    <a:gd name="T5" fmla="*/ 0 h 69"/>
                    <a:gd name="T6" fmla="*/ 0 w 25"/>
                    <a:gd name="T7" fmla="*/ 0 h 69"/>
                    <a:gd name="T8" fmla="*/ 0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51" name="Freeform 511"/>
                <p:cNvSpPr>
                  <a:spLocks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52" name="Freeform 512"/>
                <p:cNvSpPr>
                  <a:spLocks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3" name="Group 513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447" name="Freeform 514"/>
                <p:cNvSpPr>
                  <a:spLocks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48" name="Freeform 515"/>
                <p:cNvSpPr>
                  <a:spLocks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49" name="Freeform 516"/>
                <p:cNvSpPr>
                  <a:spLocks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4" name="Group 517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444" name="Freeform 518"/>
                <p:cNvSpPr>
                  <a:spLocks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45" name="Freeform 519"/>
                <p:cNvSpPr>
                  <a:spLocks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46" name="Freeform 520"/>
                <p:cNvSpPr>
                  <a:spLocks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sp>
            <p:nvSpPr>
              <p:cNvPr id="185" name="Freeform 521"/>
              <p:cNvSpPr>
                <a:spLocks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 w 24"/>
                  <a:gd name="T1" fmla="*/ 0 h 68"/>
                  <a:gd name="T2" fmla="*/ 0 w 24"/>
                  <a:gd name="T3" fmla="*/ 0 h 68"/>
                  <a:gd name="T4" fmla="*/ 1 w 24"/>
                  <a:gd name="T5" fmla="*/ 0 h 68"/>
                  <a:gd name="T6" fmla="*/ 1 w 24"/>
                  <a:gd name="T7" fmla="*/ 0 h 68"/>
                  <a:gd name="T8" fmla="*/ 1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6" name="Freeform 522"/>
              <p:cNvSpPr>
                <a:spLocks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1 w 72"/>
                  <a:gd name="T3" fmla="*/ 0 h 31"/>
                  <a:gd name="T4" fmla="*/ 1 w 72"/>
                  <a:gd name="T5" fmla="*/ 0 h 31"/>
                  <a:gd name="T6" fmla="*/ 1 w 72"/>
                  <a:gd name="T7" fmla="*/ 0 h 31"/>
                  <a:gd name="T8" fmla="*/ 1 w 72"/>
                  <a:gd name="T9" fmla="*/ 0 h 31"/>
                  <a:gd name="T10" fmla="*/ 1 w 72"/>
                  <a:gd name="T11" fmla="*/ 0 h 31"/>
                  <a:gd name="T12" fmla="*/ 1 w 72"/>
                  <a:gd name="T13" fmla="*/ 0 h 31"/>
                  <a:gd name="T14" fmla="*/ 0 w 72"/>
                  <a:gd name="T15" fmla="*/ 0 h 31"/>
                  <a:gd name="T16" fmla="*/ 1 w 72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2"/>
                  <a:gd name="T28" fmla="*/ 0 h 31"/>
                  <a:gd name="T29" fmla="*/ 72 w 72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7" name="Freeform 523"/>
              <p:cNvSpPr>
                <a:spLocks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0 h 36"/>
                  <a:gd name="T2" fmla="*/ 0 w 83"/>
                  <a:gd name="T3" fmla="*/ 0 h 36"/>
                  <a:gd name="T4" fmla="*/ 0 w 83"/>
                  <a:gd name="T5" fmla="*/ 0 h 36"/>
                  <a:gd name="T6" fmla="*/ 0 w 83"/>
                  <a:gd name="T7" fmla="*/ 0 h 36"/>
                  <a:gd name="T8" fmla="*/ 0 w 83"/>
                  <a:gd name="T9" fmla="*/ 0 h 36"/>
                  <a:gd name="T10" fmla="*/ 0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88" name="Group 524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441" name="Freeform 525"/>
                <p:cNvSpPr>
                  <a:spLocks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42" name="Freeform 526"/>
                <p:cNvSpPr>
                  <a:spLocks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43" name="Freeform 527"/>
                <p:cNvSpPr>
                  <a:spLocks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9" name="Group 528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438" name="Freeform 529"/>
                <p:cNvSpPr>
                  <a:spLocks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39" name="Freeform 530"/>
                <p:cNvSpPr>
                  <a:spLocks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40" name="Freeform 531"/>
                <p:cNvSpPr>
                  <a:spLocks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0 h 35"/>
                    <a:gd name="T2" fmla="*/ 0 w 83"/>
                    <a:gd name="T3" fmla="*/ 0 h 35"/>
                    <a:gd name="T4" fmla="*/ 0 w 83"/>
                    <a:gd name="T5" fmla="*/ 0 h 35"/>
                    <a:gd name="T6" fmla="*/ 0 w 83"/>
                    <a:gd name="T7" fmla="*/ 0 h 35"/>
                    <a:gd name="T8" fmla="*/ 0 w 83"/>
                    <a:gd name="T9" fmla="*/ 0 h 35"/>
                    <a:gd name="T10" fmla="*/ 0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90" name="Group 532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435" name="Freeform 533"/>
                <p:cNvSpPr>
                  <a:spLocks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36" name="Freeform 534"/>
                <p:cNvSpPr>
                  <a:spLocks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37" name="Freeform 535"/>
                <p:cNvSpPr>
                  <a:spLocks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91" name="Group 536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432" name="Freeform 537"/>
                <p:cNvSpPr>
                  <a:spLocks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33" name="Freeform 538"/>
                <p:cNvSpPr>
                  <a:spLocks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34" name="Freeform 539"/>
                <p:cNvSpPr>
                  <a:spLocks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92" name="Group 540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412" name="Group 541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429" name="Freeform 542"/>
                  <p:cNvSpPr>
                    <a:spLocks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30" name="Freeform 543"/>
                  <p:cNvSpPr>
                    <a:spLocks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31" name="Freeform 544"/>
                  <p:cNvSpPr>
                    <a:spLocks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13" name="Group 545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426" name="Freeform 546"/>
                  <p:cNvSpPr>
                    <a:spLocks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27" name="Freeform 547"/>
                  <p:cNvSpPr>
                    <a:spLocks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1 w 73"/>
                      <a:gd name="T3" fmla="*/ 0 h 32"/>
                      <a:gd name="T4" fmla="*/ 1 w 73"/>
                      <a:gd name="T5" fmla="*/ 0 h 32"/>
                      <a:gd name="T6" fmla="*/ 1 w 73"/>
                      <a:gd name="T7" fmla="*/ 0 h 32"/>
                      <a:gd name="T8" fmla="*/ 1 w 73"/>
                      <a:gd name="T9" fmla="*/ 0 h 32"/>
                      <a:gd name="T10" fmla="*/ 1 w 73"/>
                      <a:gd name="T11" fmla="*/ 0 h 32"/>
                      <a:gd name="T12" fmla="*/ 1 w 73"/>
                      <a:gd name="T13" fmla="*/ 0 h 32"/>
                      <a:gd name="T14" fmla="*/ 0 w 73"/>
                      <a:gd name="T15" fmla="*/ 0 h 32"/>
                      <a:gd name="T16" fmla="*/ 1 w 73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2"/>
                      <a:gd name="T29" fmla="*/ 73 w 73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28" name="Freeform 548"/>
                  <p:cNvSpPr>
                    <a:spLocks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14" name="Group 549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423" name="Freeform 550"/>
                  <p:cNvSpPr>
                    <a:spLocks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24" name="Freeform 551"/>
                  <p:cNvSpPr>
                    <a:spLocks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25" name="Freeform 552"/>
                  <p:cNvSpPr>
                    <a:spLocks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15" name="Group 553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420" name="Freeform 554"/>
                  <p:cNvSpPr>
                    <a:spLocks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21" name="Freeform 555"/>
                  <p:cNvSpPr>
                    <a:spLocks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22" name="Freeform 556"/>
                  <p:cNvSpPr>
                    <a:spLocks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16" name="Group 557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417" name="Freeform 558"/>
                  <p:cNvSpPr>
                    <a:spLocks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 w 25"/>
                      <a:gd name="T1" fmla="*/ 0 h 67"/>
                      <a:gd name="T2" fmla="*/ 0 w 25"/>
                      <a:gd name="T3" fmla="*/ 0 h 67"/>
                      <a:gd name="T4" fmla="*/ 1 w 25"/>
                      <a:gd name="T5" fmla="*/ 0 h 67"/>
                      <a:gd name="T6" fmla="*/ 1 w 25"/>
                      <a:gd name="T7" fmla="*/ 0 h 67"/>
                      <a:gd name="T8" fmla="*/ 1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18" name="Freeform 559"/>
                  <p:cNvSpPr>
                    <a:spLocks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19" name="Freeform 560"/>
                  <p:cNvSpPr>
                    <a:spLocks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0 w 83"/>
                      <a:gd name="T3" fmla="*/ 0 h 35"/>
                      <a:gd name="T4" fmla="*/ 0 w 83"/>
                      <a:gd name="T5" fmla="*/ 0 h 35"/>
                      <a:gd name="T6" fmla="*/ 0 w 83"/>
                      <a:gd name="T7" fmla="*/ 0 h 35"/>
                      <a:gd name="T8" fmla="*/ 0 w 83"/>
                      <a:gd name="T9" fmla="*/ 0 h 35"/>
                      <a:gd name="T10" fmla="*/ 0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93" name="Group 561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92" name="Group 562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409" name="Freeform 563"/>
                  <p:cNvSpPr>
                    <a:spLocks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10" name="Freeform 564"/>
                  <p:cNvSpPr>
                    <a:spLocks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11" name="Freeform 565"/>
                  <p:cNvSpPr>
                    <a:spLocks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93" name="Group 566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406" name="Freeform 567"/>
                  <p:cNvSpPr>
                    <a:spLocks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7" name="Freeform 568"/>
                  <p:cNvSpPr>
                    <a:spLocks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8" name="Freeform 569"/>
                  <p:cNvSpPr>
                    <a:spLocks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0 h 38"/>
                      <a:gd name="T2" fmla="*/ 1 w 81"/>
                      <a:gd name="T3" fmla="*/ 0 h 38"/>
                      <a:gd name="T4" fmla="*/ 1 w 81"/>
                      <a:gd name="T5" fmla="*/ 0 h 38"/>
                      <a:gd name="T6" fmla="*/ 1 w 81"/>
                      <a:gd name="T7" fmla="*/ 0 h 38"/>
                      <a:gd name="T8" fmla="*/ 1 w 81"/>
                      <a:gd name="T9" fmla="*/ 0 h 38"/>
                      <a:gd name="T10" fmla="*/ 1 w 81"/>
                      <a:gd name="T11" fmla="*/ 0 h 38"/>
                      <a:gd name="T12" fmla="*/ 0 w 81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8"/>
                      <a:gd name="T23" fmla="*/ 81 w 81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94" name="Group 570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403" name="Freeform 571"/>
                  <p:cNvSpPr>
                    <a:spLocks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4" name="Freeform 572"/>
                  <p:cNvSpPr>
                    <a:spLocks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5" name="Freeform 573"/>
                  <p:cNvSpPr>
                    <a:spLocks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95" name="Group 574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400" name="Freeform 575"/>
                  <p:cNvSpPr>
                    <a:spLocks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1" name="Freeform 576"/>
                  <p:cNvSpPr>
                    <a:spLocks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2" name="Freeform 577"/>
                  <p:cNvSpPr>
                    <a:spLocks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96" name="Group 578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97" name="Freeform 579"/>
                  <p:cNvSpPr>
                    <a:spLocks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 w 23"/>
                      <a:gd name="T1" fmla="*/ 0 h 68"/>
                      <a:gd name="T2" fmla="*/ 0 w 23"/>
                      <a:gd name="T3" fmla="*/ 0 h 68"/>
                      <a:gd name="T4" fmla="*/ 1 w 23"/>
                      <a:gd name="T5" fmla="*/ 0 h 68"/>
                      <a:gd name="T6" fmla="*/ 1 w 23"/>
                      <a:gd name="T7" fmla="*/ 0 h 68"/>
                      <a:gd name="T8" fmla="*/ 1 w 23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68"/>
                      <a:gd name="T17" fmla="*/ 23 w 23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98" name="Freeform 580"/>
                  <p:cNvSpPr>
                    <a:spLocks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99" name="Freeform 581"/>
                  <p:cNvSpPr>
                    <a:spLocks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94" name="Group 582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89" name="Freeform 583"/>
                <p:cNvSpPr>
                  <a:spLocks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90" name="Freeform 584"/>
                <p:cNvSpPr>
                  <a:spLocks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91" name="Freeform 585"/>
                <p:cNvSpPr>
                  <a:spLocks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95" name="Group 586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86" name="Freeform 587"/>
                <p:cNvSpPr>
                  <a:spLocks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87" name="Freeform 588"/>
                <p:cNvSpPr>
                  <a:spLocks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1 w 75"/>
                    <a:gd name="T1" fmla="*/ 0 h 31"/>
                    <a:gd name="T2" fmla="*/ 1 w 75"/>
                    <a:gd name="T3" fmla="*/ 0 h 31"/>
                    <a:gd name="T4" fmla="*/ 1 w 75"/>
                    <a:gd name="T5" fmla="*/ 0 h 31"/>
                    <a:gd name="T6" fmla="*/ 1 w 75"/>
                    <a:gd name="T7" fmla="*/ 0 h 31"/>
                    <a:gd name="T8" fmla="*/ 1 w 75"/>
                    <a:gd name="T9" fmla="*/ 0 h 31"/>
                    <a:gd name="T10" fmla="*/ 1 w 75"/>
                    <a:gd name="T11" fmla="*/ 0 h 31"/>
                    <a:gd name="T12" fmla="*/ 1 w 75"/>
                    <a:gd name="T13" fmla="*/ 0 h 31"/>
                    <a:gd name="T14" fmla="*/ 0 w 75"/>
                    <a:gd name="T15" fmla="*/ 0 h 31"/>
                    <a:gd name="T16" fmla="*/ 1 w 75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1"/>
                    <a:gd name="T29" fmla="*/ 75 w 75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88" name="Freeform 589"/>
                <p:cNvSpPr>
                  <a:spLocks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96" name="Group 590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83" name="Freeform 591"/>
                <p:cNvSpPr>
                  <a:spLocks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84" name="Freeform 592"/>
                <p:cNvSpPr>
                  <a:spLocks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85" name="Freeform 593"/>
                <p:cNvSpPr>
                  <a:spLocks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0 h 35"/>
                    <a:gd name="T2" fmla="*/ 1 w 83"/>
                    <a:gd name="T3" fmla="*/ 0 h 35"/>
                    <a:gd name="T4" fmla="*/ 1 w 83"/>
                    <a:gd name="T5" fmla="*/ 0 h 35"/>
                    <a:gd name="T6" fmla="*/ 1 w 83"/>
                    <a:gd name="T7" fmla="*/ 0 h 35"/>
                    <a:gd name="T8" fmla="*/ 1 w 83"/>
                    <a:gd name="T9" fmla="*/ 0 h 35"/>
                    <a:gd name="T10" fmla="*/ 1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97" name="Group 594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80" name="Freeform 595"/>
                <p:cNvSpPr>
                  <a:spLocks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81" name="Freeform 596"/>
                <p:cNvSpPr>
                  <a:spLocks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82" name="Freeform 597"/>
                <p:cNvSpPr>
                  <a:spLocks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98" name="Group 598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77" name="Freeform 599"/>
                <p:cNvSpPr>
                  <a:spLocks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78" name="Freeform 600"/>
                <p:cNvSpPr>
                  <a:spLocks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79" name="Freeform 601"/>
                <p:cNvSpPr>
                  <a:spLocks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99" name="Group 602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57" name="Group 603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74" name="Freeform 604"/>
                  <p:cNvSpPr>
                    <a:spLocks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75" name="Freeform 605"/>
                  <p:cNvSpPr>
                    <a:spLocks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76" name="Freeform 606"/>
                  <p:cNvSpPr>
                    <a:spLocks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0 w 82"/>
                      <a:gd name="T3" fmla="*/ 0 h 38"/>
                      <a:gd name="T4" fmla="*/ 0 w 82"/>
                      <a:gd name="T5" fmla="*/ 0 h 38"/>
                      <a:gd name="T6" fmla="*/ 0 w 82"/>
                      <a:gd name="T7" fmla="*/ 0 h 38"/>
                      <a:gd name="T8" fmla="*/ 0 w 82"/>
                      <a:gd name="T9" fmla="*/ 0 h 38"/>
                      <a:gd name="T10" fmla="*/ 0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58" name="Group 607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71" name="Freeform 608"/>
                  <p:cNvSpPr>
                    <a:spLocks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72" name="Freeform 609"/>
                  <p:cNvSpPr>
                    <a:spLocks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1 w 75"/>
                      <a:gd name="T1" fmla="*/ 0 h 32"/>
                      <a:gd name="T2" fmla="*/ 1 w 75"/>
                      <a:gd name="T3" fmla="*/ 0 h 32"/>
                      <a:gd name="T4" fmla="*/ 1 w 75"/>
                      <a:gd name="T5" fmla="*/ 0 h 32"/>
                      <a:gd name="T6" fmla="*/ 1 w 75"/>
                      <a:gd name="T7" fmla="*/ 0 h 32"/>
                      <a:gd name="T8" fmla="*/ 1 w 75"/>
                      <a:gd name="T9" fmla="*/ 0 h 32"/>
                      <a:gd name="T10" fmla="*/ 1 w 75"/>
                      <a:gd name="T11" fmla="*/ 0 h 32"/>
                      <a:gd name="T12" fmla="*/ 1 w 75"/>
                      <a:gd name="T13" fmla="*/ 0 h 32"/>
                      <a:gd name="T14" fmla="*/ 0 w 75"/>
                      <a:gd name="T15" fmla="*/ 0 h 32"/>
                      <a:gd name="T16" fmla="*/ 1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73" name="Freeform 610"/>
                  <p:cNvSpPr>
                    <a:spLocks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59" name="Group 611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68" name="Freeform 612"/>
                  <p:cNvSpPr>
                    <a:spLocks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69" name="Freeform 613"/>
                  <p:cNvSpPr>
                    <a:spLocks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70" name="Freeform 614"/>
                  <p:cNvSpPr>
                    <a:spLocks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60" name="Group 615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65" name="Freeform 616"/>
                  <p:cNvSpPr>
                    <a:spLocks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66" name="Freeform 617"/>
                  <p:cNvSpPr>
                    <a:spLocks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67" name="Freeform 618"/>
                  <p:cNvSpPr>
                    <a:spLocks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61" name="Group 619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62" name="Freeform 620"/>
                  <p:cNvSpPr>
                    <a:spLocks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0 w 25"/>
                      <a:gd name="T1" fmla="*/ 0 h 67"/>
                      <a:gd name="T2" fmla="*/ 0 w 25"/>
                      <a:gd name="T3" fmla="*/ 0 h 67"/>
                      <a:gd name="T4" fmla="*/ 0 w 25"/>
                      <a:gd name="T5" fmla="*/ 0 h 67"/>
                      <a:gd name="T6" fmla="*/ 0 w 25"/>
                      <a:gd name="T7" fmla="*/ 0 h 67"/>
                      <a:gd name="T8" fmla="*/ 0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63" name="Freeform 621"/>
                  <p:cNvSpPr>
                    <a:spLocks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64" name="Freeform 622"/>
                  <p:cNvSpPr>
                    <a:spLocks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0 h 35"/>
                      <a:gd name="T2" fmla="*/ 1 w 81"/>
                      <a:gd name="T3" fmla="*/ 0 h 35"/>
                      <a:gd name="T4" fmla="*/ 1 w 81"/>
                      <a:gd name="T5" fmla="*/ 0 h 35"/>
                      <a:gd name="T6" fmla="*/ 1 w 81"/>
                      <a:gd name="T7" fmla="*/ 0 h 35"/>
                      <a:gd name="T8" fmla="*/ 1 w 81"/>
                      <a:gd name="T9" fmla="*/ 0 h 35"/>
                      <a:gd name="T10" fmla="*/ 1 w 81"/>
                      <a:gd name="T11" fmla="*/ 0 h 35"/>
                      <a:gd name="T12" fmla="*/ 0 w 81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5"/>
                      <a:gd name="T23" fmla="*/ 81 w 81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200" name="Group 623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337" name="Group 624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54" name="Freeform 625"/>
                  <p:cNvSpPr>
                    <a:spLocks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55" name="Freeform 626"/>
                  <p:cNvSpPr>
                    <a:spLocks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56" name="Freeform 627"/>
                  <p:cNvSpPr>
                    <a:spLocks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38" name="Group 628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351" name="Freeform 629"/>
                  <p:cNvSpPr>
                    <a:spLocks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52" name="Freeform 630"/>
                  <p:cNvSpPr>
                    <a:spLocks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53" name="Freeform 631"/>
                  <p:cNvSpPr>
                    <a:spLocks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39" name="Group 632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348" name="Freeform 633"/>
                  <p:cNvSpPr>
                    <a:spLocks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 w 24"/>
                      <a:gd name="T1" fmla="*/ 0 h 70"/>
                      <a:gd name="T2" fmla="*/ 0 w 24"/>
                      <a:gd name="T3" fmla="*/ 0 h 70"/>
                      <a:gd name="T4" fmla="*/ 1 w 24"/>
                      <a:gd name="T5" fmla="*/ 0 h 70"/>
                      <a:gd name="T6" fmla="*/ 1 w 24"/>
                      <a:gd name="T7" fmla="*/ 0 h 70"/>
                      <a:gd name="T8" fmla="*/ 1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49" name="Freeform 634"/>
                  <p:cNvSpPr>
                    <a:spLocks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50" name="Freeform 635"/>
                  <p:cNvSpPr>
                    <a:spLocks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40" name="Group 636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345" name="Freeform 637"/>
                  <p:cNvSpPr>
                    <a:spLocks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46" name="Freeform 638"/>
                  <p:cNvSpPr>
                    <a:spLocks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47" name="Freeform 639"/>
                  <p:cNvSpPr>
                    <a:spLocks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41" name="Group 640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342" name="Freeform 641"/>
                  <p:cNvSpPr>
                    <a:spLocks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43" name="Freeform 642"/>
                  <p:cNvSpPr>
                    <a:spLocks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44" name="Freeform 643"/>
                  <p:cNvSpPr>
                    <a:spLocks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201" name="Group 644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334" name="Freeform 645"/>
                <p:cNvSpPr>
                  <a:spLocks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35" name="Freeform 646"/>
                <p:cNvSpPr>
                  <a:spLocks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1 w 72"/>
                    <a:gd name="T3" fmla="*/ 0 h 31"/>
                    <a:gd name="T4" fmla="*/ 1 w 72"/>
                    <a:gd name="T5" fmla="*/ 0 h 31"/>
                    <a:gd name="T6" fmla="*/ 1 w 72"/>
                    <a:gd name="T7" fmla="*/ 0 h 31"/>
                    <a:gd name="T8" fmla="*/ 1 w 72"/>
                    <a:gd name="T9" fmla="*/ 0 h 31"/>
                    <a:gd name="T10" fmla="*/ 1 w 72"/>
                    <a:gd name="T11" fmla="*/ 0 h 31"/>
                    <a:gd name="T12" fmla="*/ 1 w 72"/>
                    <a:gd name="T13" fmla="*/ 0 h 31"/>
                    <a:gd name="T14" fmla="*/ 0 w 72"/>
                    <a:gd name="T15" fmla="*/ 0 h 31"/>
                    <a:gd name="T16" fmla="*/ 1 w 7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1"/>
                    <a:gd name="T29" fmla="*/ 72 w 72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36" name="Freeform 647"/>
                <p:cNvSpPr>
                  <a:spLocks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02" name="Group 648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331" name="Freeform 649"/>
                <p:cNvSpPr>
                  <a:spLocks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1 w 38"/>
                    <a:gd name="T1" fmla="*/ 0 h 69"/>
                    <a:gd name="T2" fmla="*/ 0 w 38"/>
                    <a:gd name="T3" fmla="*/ 0 h 69"/>
                    <a:gd name="T4" fmla="*/ 1 w 38"/>
                    <a:gd name="T5" fmla="*/ 0 h 69"/>
                    <a:gd name="T6" fmla="*/ 1 w 38"/>
                    <a:gd name="T7" fmla="*/ 0 h 69"/>
                    <a:gd name="T8" fmla="*/ 1 w 38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69"/>
                    <a:gd name="T17" fmla="*/ 38 w 38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32" name="Freeform 650"/>
                <p:cNvSpPr>
                  <a:spLocks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33" name="Freeform 651"/>
                <p:cNvSpPr>
                  <a:spLocks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0 h 31"/>
                    <a:gd name="T2" fmla="*/ 0 w 65"/>
                    <a:gd name="T3" fmla="*/ 0 h 31"/>
                    <a:gd name="T4" fmla="*/ 0 w 65"/>
                    <a:gd name="T5" fmla="*/ 0 h 31"/>
                    <a:gd name="T6" fmla="*/ 0 w 65"/>
                    <a:gd name="T7" fmla="*/ 0 h 31"/>
                    <a:gd name="T8" fmla="*/ 0 w 65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1"/>
                    <a:gd name="T17" fmla="*/ 65 w 65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03" name="Group 652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328" name="Freeform 653"/>
                <p:cNvSpPr>
                  <a:spLocks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29" name="Freeform 654"/>
                <p:cNvSpPr>
                  <a:spLocks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30" name="Freeform 655"/>
                <p:cNvSpPr>
                  <a:spLocks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04" name="Group 656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325" name="Freeform 657"/>
                <p:cNvSpPr>
                  <a:spLocks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0 w 41"/>
                    <a:gd name="T1" fmla="*/ 0 h 68"/>
                    <a:gd name="T2" fmla="*/ 0 w 41"/>
                    <a:gd name="T3" fmla="*/ 0 h 68"/>
                    <a:gd name="T4" fmla="*/ 0 w 41"/>
                    <a:gd name="T5" fmla="*/ 0 h 68"/>
                    <a:gd name="T6" fmla="*/ 0 w 41"/>
                    <a:gd name="T7" fmla="*/ 0 h 68"/>
                    <a:gd name="T8" fmla="*/ 0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26" name="Freeform 658"/>
                <p:cNvSpPr>
                  <a:spLocks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1 w 63"/>
                    <a:gd name="T3" fmla="*/ 0 h 33"/>
                    <a:gd name="T4" fmla="*/ 1 w 63"/>
                    <a:gd name="T5" fmla="*/ 0 h 33"/>
                    <a:gd name="T6" fmla="*/ 1 w 63"/>
                    <a:gd name="T7" fmla="*/ 0 h 33"/>
                    <a:gd name="T8" fmla="*/ 0 w 63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3"/>
                    <a:gd name="T17" fmla="*/ 63 w 63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27" name="Freeform 659"/>
                <p:cNvSpPr>
                  <a:spLocks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05" name="Group 660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322" name="Freeform 661"/>
                <p:cNvSpPr>
                  <a:spLocks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0 w 40"/>
                    <a:gd name="T1" fmla="*/ 0 h 68"/>
                    <a:gd name="T2" fmla="*/ 0 w 40"/>
                    <a:gd name="T3" fmla="*/ 0 h 68"/>
                    <a:gd name="T4" fmla="*/ 0 w 40"/>
                    <a:gd name="T5" fmla="*/ 0 h 68"/>
                    <a:gd name="T6" fmla="*/ 0 w 40"/>
                    <a:gd name="T7" fmla="*/ 0 h 68"/>
                    <a:gd name="T8" fmla="*/ 0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23" name="Freeform 662"/>
                <p:cNvSpPr>
                  <a:spLocks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0 w 65"/>
                    <a:gd name="T3" fmla="*/ 0 h 35"/>
                    <a:gd name="T4" fmla="*/ 0 w 65"/>
                    <a:gd name="T5" fmla="*/ 0 h 35"/>
                    <a:gd name="T6" fmla="*/ 0 w 65"/>
                    <a:gd name="T7" fmla="*/ 0 h 35"/>
                    <a:gd name="T8" fmla="*/ 0 w 65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5"/>
                    <a:gd name="T17" fmla="*/ 65 w 65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24" name="Freeform 663"/>
                <p:cNvSpPr>
                  <a:spLocks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0 h 28"/>
                    <a:gd name="T2" fmla="*/ 1 w 65"/>
                    <a:gd name="T3" fmla="*/ 0 h 28"/>
                    <a:gd name="T4" fmla="*/ 1 w 65"/>
                    <a:gd name="T5" fmla="*/ 0 h 28"/>
                    <a:gd name="T6" fmla="*/ 1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06" name="Group 664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306" name="Group 665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319" name="Freeform 666"/>
                  <p:cNvSpPr>
                    <a:spLocks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20" name="Freeform 667"/>
                  <p:cNvSpPr>
                    <a:spLocks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0 w 66"/>
                      <a:gd name="T3" fmla="*/ 0 h 32"/>
                      <a:gd name="T4" fmla="*/ 0 w 66"/>
                      <a:gd name="T5" fmla="*/ 0 h 32"/>
                      <a:gd name="T6" fmla="*/ 0 w 66"/>
                      <a:gd name="T7" fmla="*/ 0 h 32"/>
                      <a:gd name="T8" fmla="*/ 0 w 66"/>
                      <a:gd name="T9" fmla="*/ 0 h 3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2"/>
                      <a:gd name="T17" fmla="*/ 66 w 66"/>
                      <a:gd name="T18" fmla="*/ 32 h 3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21" name="Freeform 668"/>
                  <p:cNvSpPr>
                    <a:spLocks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0 h 31"/>
                      <a:gd name="T2" fmla="*/ 1 w 65"/>
                      <a:gd name="T3" fmla="*/ 0 h 31"/>
                      <a:gd name="T4" fmla="*/ 1 w 65"/>
                      <a:gd name="T5" fmla="*/ 0 h 31"/>
                      <a:gd name="T6" fmla="*/ 1 w 65"/>
                      <a:gd name="T7" fmla="*/ 0 h 31"/>
                      <a:gd name="T8" fmla="*/ 0 w 65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1"/>
                      <a:gd name="T17" fmla="*/ 65 w 65"/>
                      <a:gd name="T18" fmla="*/ 31 h 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07" name="Group 669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316" name="Freeform 670"/>
                  <p:cNvSpPr>
                    <a:spLocks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1 w 40"/>
                      <a:gd name="T1" fmla="*/ 0 h 69"/>
                      <a:gd name="T2" fmla="*/ 0 w 40"/>
                      <a:gd name="T3" fmla="*/ 0 h 69"/>
                      <a:gd name="T4" fmla="*/ 1 w 40"/>
                      <a:gd name="T5" fmla="*/ 0 h 69"/>
                      <a:gd name="T6" fmla="*/ 1 w 40"/>
                      <a:gd name="T7" fmla="*/ 0 h 69"/>
                      <a:gd name="T8" fmla="*/ 1 w 40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9"/>
                      <a:gd name="T17" fmla="*/ 40 w 40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17" name="Freeform 671"/>
                  <p:cNvSpPr>
                    <a:spLocks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1 w 66"/>
                      <a:gd name="T3" fmla="*/ 0 h 35"/>
                      <a:gd name="T4" fmla="*/ 1 w 66"/>
                      <a:gd name="T5" fmla="*/ 0 h 35"/>
                      <a:gd name="T6" fmla="*/ 1 w 66"/>
                      <a:gd name="T7" fmla="*/ 0 h 35"/>
                      <a:gd name="T8" fmla="*/ 0 w 66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5"/>
                      <a:gd name="T17" fmla="*/ 66 w 66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18" name="Freeform 672"/>
                  <p:cNvSpPr>
                    <a:spLocks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08" name="Group 673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313" name="Freeform 674"/>
                  <p:cNvSpPr>
                    <a:spLocks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14" name="Freeform 675"/>
                  <p:cNvSpPr>
                    <a:spLocks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0 w 65"/>
                      <a:gd name="T3" fmla="*/ 0 h 35"/>
                      <a:gd name="T4" fmla="*/ 0 w 65"/>
                      <a:gd name="T5" fmla="*/ 0 h 35"/>
                      <a:gd name="T6" fmla="*/ 0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15" name="Freeform 676"/>
                  <p:cNvSpPr>
                    <a:spLocks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0 w 65"/>
                      <a:gd name="T3" fmla="*/ 0 h 29"/>
                      <a:gd name="T4" fmla="*/ 0 w 65"/>
                      <a:gd name="T5" fmla="*/ 0 h 29"/>
                      <a:gd name="T6" fmla="*/ 0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09" name="Group 677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310" name="Freeform 678"/>
                  <p:cNvSpPr>
                    <a:spLocks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1 w 39"/>
                      <a:gd name="T1" fmla="*/ 0 h 68"/>
                      <a:gd name="T2" fmla="*/ 0 w 39"/>
                      <a:gd name="T3" fmla="*/ 0 h 68"/>
                      <a:gd name="T4" fmla="*/ 1 w 39"/>
                      <a:gd name="T5" fmla="*/ 0 h 68"/>
                      <a:gd name="T6" fmla="*/ 1 w 39"/>
                      <a:gd name="T7" fmla="*/ 0 h 68"/>
                      <a:gd name="T8" fmla="*/ 1 w 39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68"/>
                      <a:gd name="T17" fmla="*/ 39 w 39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11" name="Freeform 679"/>
                  <p:cNvSpPr>
                    <a:spLocks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1 w 64"/>
                      <a:gd name="T3" fmla="*/ 0 h 33"/>
                      <a:gd name="T4" fmla="*/ 1 w 64"/>
                      <a:gd name="T5" fmla="*/ 0 h 33"/>
                      <a:gd name="T6" fmla="*/ 1 w 64"/>
                      <a:gd name="T7" fmla="*/ 0 h 33"/>
                      <a:gd name="T8" fmla="*/ 0 w 64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3"/>
                      <a:gd name="T17" fmla="*/ 64 w 64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12" name="Freeform 680"/>
                  <p:cNvSpPr>
                    <a:spLocks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1 w 65"/>
                      <a:gd name="T3" fmla="*/ 0 h 29"/>
                      <a:gd name="T4" fmla="*/ 1 w 65"/>
                      <a:gd name="T5" fmla="*/ 0 h 29"/>
                      <a:gd name="T6" fmla="*/ 1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207" name="Group 681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90" name="Group 682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303" name="Freeform 683"/>
                  <p:cNvSpPr>
                    <a:spLocks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04" name="Freeform 684"/>
                  <p:cNvSpPr>
                    <a:spLocks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1 w 65"/>
                      <a:gd name="T3" fmla="*/ 0 h 35"/>
                      <a:gd name="T4" fmla="*/ 1 w 65"/>
                      <a:gd name="T5" fmla="*/ 0 h 35"/>
                      <a:gd name="T6" fmla="*/ 1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05" name="Freeform 685"/>
                  <p:cNvSpPr>
                    <a:spLocks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1 w 66"/>
                      <a:gd name="T3" fmla="*/ 0 h 28"/>
                      <a:gd name="T4" fmla="*/ 1 w 66"/>
                      <a:gd name="T5" fmla="*/ 0 h 28"/>
                      <a:gd name="T6" fmla="*/ 1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291" name="Group 686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300" name="Freeform 687"/>
                  <p:cNvSpPr>
                    <a:spLocks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01" name="Freeform 688"/>
                  <p:cNvSpPr>
                    <a:spLocks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1 w 63"/>
                      <a:gd name="T3" fmla="*/ 0 h 33"/>
                      <a:gd name="T4" fmla="*/ 1 w 63"/>
                      <a:gd name="T5" fmla="*/ 0 h 33"/>
                      <a:gd name="T6" fmla="*/ 1 w 63"/>
                      <a:gd name="T7" fmla="*/ 0 h 33"/>
                      <a:gd name="T8" fmla="*/ 0 w 63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"/>
                      <a:gd name="T16" fmla="*/ 0 h 33"/>
                      <a:gd name="T17" fmla="*/ 63 w 63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02" name="Freeform 689"/>
                  <p:cNvSpPr>
                    <a:spLocks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0 h 30"/>
                      <a:gd name="T2" fmla="*/ 0 w 65"/>
                      <a:gd name="T3" fmla="*/ 0 h 30"/>
                      <a:gd name="T4" fmla="*/ 0 w 65"/>
                      <a:gd name="T5" fmla="*/ 0 h 30"/>
                      <a:gd name="T6" fmla="*/ 0 w 65"/>
                      <a:gd name="T7" fmla="*/ 0 h 30"/>
                      <a:gd name="T8" fmla="*/ 0 w 65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0"/>
                      <a:gd name="T17" fmla="*/ 65 w 65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292" name="Group 690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97" name="Freeform 691"/>
                  <p:cNvSpPr>
                    <a:spLocks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1 w 39"/>
                      <a:gd name="T1" fmla="*/ 0 h 70"/>
                      <a:gd name="T2" fmla="*/ 0 w 39"/>
                      <a:gd name="T3" fmla="*/ 0 h 70"/>
                      <a:gd name="T4" fmla="*/ 1 w 39"/>
                      <a:gd name="T5" fmla="*/ 0 h 70"/>
                      <a:gd name="T6" fmla="*/ 1 w 39"/>
                      <a:gd name="T7" fmla="*/ 0 h 70"/>
                      <a:gd name="T8" fmla="*/ 1 w 39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70"/>
                      <a:gd name="T17" fmla="*/ 39 w 39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98" name="Freeform 692"/>
                  <p:cNvSpPr>
                    <a:spLocks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1 w 64"/>
                      <a:gd name="T3" fmla="*/ 0 h 34"/>
                      <a:gd name="T4" fmla="*/ 1 w 64"/>
                      <a:gd name="T5" fmla="*/ 0 h 34"/>
                      <a:gd name="T6" fmla="*/ 1 w 64"/>
                      <a:gd name="T7" fmla="*/ 0 h 34"/>
                      <a:gd name="T8" fmla="*/ 0 w 64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4"/>
                      <a:gd name="T17" fmla="*/ 64 w 64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99" name="Freeform 693"/>
                  <p:cNvSpPr>
                    <a:spLocks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293" name="Group 694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94" name="Freeform 695"/>
                  <p:cNvSpPr>
                    <a:spLocks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0 w 41"/>
                      <a:gd name="T1" fmla="*/ 0 h 70"/>
                      <a:gd name="T2" fmla="*/ 0 w 41"/>
                      <a:gd name="T3" fmla="*/ 0 h 70"/>
                      <a:gd name="T4" fmla="*/ 0 w 41"/>
                      <a:gd name="T5" fmla="*/ 0 h 70"/>
                      <a:gd name="T6" fmla="*/ 0 w 41"/>
                      <a:gd name="T7" fmla="*/ 0 h 70"/>
                      <a:gd name="T8" fmla="*/ 0 w 41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1"/>
                      <a:gd name="T16" fmla="*/ 0 h 70"/>
                      <a:gd name="T17" fmla="*/ 41 w 41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95" name="Freeform 696"/>
                  <p:cNvSpPr>
                    <a:spLocks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0 w 65"/>
                      <a:gd name="T3" fmla="*/ 0 h 34"/>
                      <a:gd name="T4" fmla="*/ 0 w 65"/>
                      <a:gd name="T5" fmla="*/ 0 h 34"/>
                      <a:gd name="T6" fmla="*/ 0 w 65"/>
                      <a:gd name="T7" fmla="*/ 0 h 34"/>
                      <a:gd name="T8" fmla="*/ 0 w 65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4"/>
                      <a:gd name="T17" fmla="*/ 65 w 65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96" name="Freeform 697"/>
                  <p:cNvSpPr>
                    <a:spLocks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0 w 66"/>
                      <a:gd name="T3" fmla="*/ 0 h 28"/>
                      <a:gd name="T4" fmla="*/ 0 w 66"/>
                      <a:gd name="T5" fmla="*/ 0 h 28"/>
                      <a:gd name="T6" fmla="*/ 0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208" name="Group 698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87" name="Freeform 699"/>
                <p:cNvSpPr>
                  <a:spLocks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1 w 39"/>
                    <a:gd name="T1" fmla="*/ 0 h 70"/>
                    <a:gd name="T2" fmla="*/ 0 w 39"/>
                    <a:gd name="T3" fmla="*/ 0 h 70"/>
                    <a:gd name="T4" fmla="*/ 1 w 39"/>
                    <a:gd name="T5" fmla="*/ 0 h 70"/>
                    <a:gd name="T6" fmla="*/ 1 w 39"/>
                    <a:gd name="T7" fmla="*/ 0 h 70"/>
                    <a:gd name="T8" fmla="*/ 1 w 39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70"/>
                    <a:gd name="T17" fmla="*/ 39 w 39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88" name="Freeform 700"/>
                <p:cNvSpPr>
                  <a:spLocks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1 w 63"/>
                    <a:gd name="T3" fmla="*/ 0 h 35"/>
                    <a:gd name="T4" fmla="*/ 1 w 63"/>
                    <a:gd name="T5" fmla="*/ 0 h 35"/>
                    <a:gd name="T6" fmla="*/ 1 w 63"/>
                    <a:gd name="T7" fmla="*/ 0 h 35"/>
                    <a:gd name="T8" fmla="*/ 0 w 63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5"/>
                    <a:gd name="T17" fmla="*/ 63 w 63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89" name="Freeform 701"/>
                <p:cNvSpPr>
                  <a:spLocks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0 h 30"/>
                    <a:gd name="T2" fmla="*/ 1 w 64"/>
                    <a:gd name="T3" fmla="*/ 0 h 30"/>
                    <a:gd name="T4" fmla="*/ 1 w 64"/>
                    <a:gd name="T5" fmla="*/ 0 h 30"/>
                    <a:gd name="T6" fmla="*/ 1 w 64"/>
                    <a:gd name="T7" fmla="*/ 0 h 30"/>
                    <a:gd name="T8" fmla="*/ 0 w 64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0"/>
                    <a:gd name="T17" fmla="*/ 64 w 64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09" name="Group 702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84" name="Freeform 703"/>
                <p:cNvSpPr>
                  <a:spLocks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85" name="Freeform 704"/>
                <p:cNvSpPr>
                  <a:spLocks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86" name="Freeform 705"/>
                <p:cNvSpPr>
                  <a:spLocks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0 h 30"/>
                    <a:gd name="T2" fmla="*/ 1 w 65"/>
                    <a:gd name="T3" fmla="*/ 0 h 30"/>
                    <a:gd name="T4" fmla="*/ 1 w 65"/>
                    <a:gd name="T5" fmla="*/ 0 h 30"/>
                    <a:gd name="T6" fmla="*/ 1 w 65"/>
                    <a:gd name="T7" fmla="*/ 0 h 30"/>
                    <a:gd name="T8" fmla="*/ 0 w 65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0"/>
                    <a:gd name="T17" fmla="*/ 65 w 65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10" name="Group 706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81" name="Freeform 707"/>
                <p:cNvSpPr>
                  <a:spLocks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1 w 41"/>
                    <a:gd name="T1" fmla="*/ 0 h 68"/>
                    <a:gd name="T2" fmla="*/ 0 w 41"/>
                    <a:gd name="T3" fmla="*/ 0 h 68"/>
                    <a:gd name="T4" fmla="*/ 1 w 41"/>
                    <a:gd name="T5" fmla="*/ 0 h 68"/>
                    <a:gd name="T6" fmla="*/ 1 w 41"/>
                    <a:gd name="T7" fmla="*/ 0 h 68"/>
                    <a:gd name="T8" fmla="*/ 1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82" name="Freeform 708"/>
                <p:cNvSpPr>
                  <a:spLocks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0 w 63"/>
                    <a:gd name="T3" fmla="*/ 0 h 32"/>
                    <a:gd name="T4" fmla="*/ 0 w 63"/>
                    <a:gd name="T5" fmla="*/ 0 h 32"/>
                    <a:gd name="T6" fmla="*/ 0 w 63"/>
                    <a:gd name="T7" fmla="*/ 0 h 32"/>
                    <a:gd name="T8" fmla="*/ 0 w 63"/>
                    <a:gd name="T9" fmla="*/ 0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2"/>
                    <a:gd name="T17" fmla="*/ 63 w 63"/>
                    <a:gd name="T18" fmla="*/ 32 h 3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83" name="Freeform 709"/>
                <p:cNvSpPr>
                  <a:spLocks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11" name="Group 710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78" name="Freeform 711"/>
                <p:cNvSpPr>
                  <a:spLocks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1 w 40"/>
                    <a:gd name="T1" fmla="*/ 0 h 68"/>
                    <a:gd name="T2" fmla="*/ 0 w 40"/>
                    <a:gd name="T3" fmla="*/ 0 h 68"/>
                    <a:gd name="T4" fmla="*/ 1 w 40"/>
                    <a:gd name="T5" fmla="*/ 0 h 68"/>
                    <a:gd name="T6" fmla="*/ 1 w 40"/>
                    <a:gd name="T7" fmla="*/ 0 h 68"/>
                    <a:gd name="T8" fmla="*/ 1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79" name="Freeform 712"/>
                <p:cNvSpPr>
                  <a:spLocks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80" name="Freeform 713"/>
                <p:cNvSpPr>
                  <a:spLocks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0 h 28"/>
                    <a:gd name="T2" fmla="*/ 0 w 65"/>
                    <a:gd name="T3" fmla="*/ 0 h 28"/>
                    <a:gd name="T4" fmla="*/ 0 w 65"/>
                    <a:gd name="T5" fmla="*/ 0 h 28"/>
                    <a:gd name="T6" fmla="*/ 0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12" name="Group 714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75" name="Freeform 715"/>
                <p:cNvSpPr>
                  <a:spLocks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0 w 40"/>
                    <a:gd name="T1" fmla="*/ 0 h 69"/>
                    <a:gd name="T2" fmla="*/ 0 w 40"/>
                    <a:gd name="T3" fmla="*/ 0 h 69"/>
                    <a:gd name="T4" fmla="*/ 0 w 40"/>
                    <a:gd name="T5" fmla="*/ 0 h 69"/>
                    <a:gd name="T6" fmla="*/ 0 w 40"/>
                    <a:gd name="T7" fmla="*/ 0 h 69"/>
                    <a:gd name="T8" fmla="*/ 0 w 40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9"/>
                    <a:gd name="T17" fmla="*/ 40 w 40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76" name="Freeform 716"/>
                <p:cNvSpPr>
                  <a:spLocks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77" name="Freeform 717"/>
                <p:cNvSpPr>
                  <a:spLocks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0 h 30"/>
                    <a:gd name="T2" fmla="*/ 0 w 66"/>
                    <a:gd name="T3" fmla="*/ 0 h 30"/>
                    <a:gd name="T4" fmla="*/ 0 w 66"/>
                    <a:gd name="T5" fmla="*/ 0 h 30"/>
                    <a:gd name="T6" fmla="*/ 0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13" name="Group 718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72" name="Freeform 719"/>
                <p:cNvSpPr>
                  <a:spLocks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73" name="Freeform 720"/>
                <p:cNvSpPr>
                  <a:spLocks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74" name="Freeform 721"/>
                <p:cNvSpPr>
                  <a:spLocks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0 h 29"/>
                    <a:gd name="T2" fmla="*/ 1 w 66"/>
                    <a:gd name="T3" fmla="*/ 0 h 29"/>
                    <a:gd name="T4" fmla="*/ 1 w 66"/>
                    <a:gd name="T5" fmla="*/ 0 h 29"/>
                    <a:gd name="T6" fmla="*/ 1 w 66"/>
                    <a:gd name="T7" fmla="*/ 0 h 29"/>
                    <a:gd name="T8" fmla="*/ 0 w 66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29"/>
                    <a:gd name="T17" fmla="*/ 66 w 66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14" name="Group 722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69" name="Freeform 723"/>
                <p:cNvSpPr>
                  <a:spLocks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70" name="Freeform 724"/>
                <p:cNvSpPr>
                  <a:spLocks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1 w 64"/>
                    <a:gd name="T3" fmla="*/ 0 h 33"/>
                    <a:gd name="T4" fmla="*/ 1 w 64"/>
                    <a:gd name="T5" fmla="*/ 0 h 33"/>
                    <a:gd name="T6" fmla="*/ 1 w 64"/>
                    <a:gd name="T7" fmla="*/ 0 h 33"/>
                    <a:gd name="T8" fmla="*/ 0 w 64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3"/>
                    <a:gd name="T17" fmla="*/ 64 w 64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71" name="Freeform 725"/>
                <p:cNvSpPr>
                  <a:spLocks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sp>
            <p:nvSpPr>
              <p:cNvPr id="215" name="Freeform 726"/>
              <p:cNvSpPr>
                <a:spLocks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16" name="Freeform 727"/>
              <p:cNvSpPr>
                <a:spLocks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17" name="Freeform 728"/>
              <p:cNvSpPr>
                <a:spLocks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1 w 78"/>
                  <a:gd name="T3" fmla="*/ 0 h 36"/>
                  <a:gd name="T4" fmla="*/ 1 w 78"/>
                  <a:gd name="T5" fmla="*/ 0 h 36"/>
                  <a:gd name="T6" fmla="*/ 1 w 78"/>
                  <a:gd name="T7" fmla="*/ 0 h 36"/>
                  <a:gd name="T8" fmla="*/ 0 w 7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36"/>
                  <a:gd name="T17" fmla="*/ 78 w 78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18" name="Freeform 729"/>
              <p:cNvSpPr>
                <a:spLocks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19" name="Freeform 730"/>
              <p:cNvSpPr>
                <a:spLocks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20" name="Freeform 731"/>
              <p:cNvSpPr>
                <a:spLocks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1 w 79"/>
                  <a:gd name="T3" fmla="*/ 0 h 35"/>
                  <a:gd name="T4" fmla="*/ 1 w 79"/>
                  <a:gd name="T5" fmla="*/ 0 h 35"/>
                  <a:gd name="T6" fmla="*/ 1 w 79"/>
                  <a:gd name="T7" fmla="*/ 0 h 35"/>
                  <a:gd name="T8" fmla="*/ 0 w 79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5"/>
                  <a:gd name="T17" fmla="*/ 79 w 79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21" name="Freeform 732"/>
              <p:cNvSpPr>
                <a:spLocks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22" name="Freeform 733"/>
              <p:cNvSpPr>
                <a:spLocks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23" name="Freeform 734"/>
              <p:cNvSpPr>
                <a:spLocks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24" name="Freeform 735"/>
              <p:cNvSpPr>
                <a:spLocks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25" name="Freeform 736"/>
              <p:cNvSpPr>
                <a:spLocks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0 w 81"/>
                  <a:gd name="T3" fmla="*/ 0 h 36"/>
                  <a:gd name="T4" fmla="*/ 0 w 81"/>
                  <a:gd name="T5" fmla="*/ 0 h 36"/>
                  <a:gd name="T6" fmla="*/ 0 w 81"/>
                  <a:gd name="T7" fmla="*/ 0 h 36"/>
                  <a:gd name="T8" fmla="*/ 0 w 8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36"/>
                  <a:gd name="T17" fmla="*/ 81 w 81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grpSp>
            <p:nvGrpSpPr>
              <p:cNvPr id="226" name="Group 737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66" name="Freeform 738"/>
                <p:cNvSpPr>
                  <a:spLocks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 w 24"/>
                    <a:gd name="T1" fmla="*/ 0 h 70"/>
                    <a:gd name="T2" fmla="*/ 0 w 24"/>
                    <a:gd name="T3" fmla="*/ 0 h 70"/>
                    <a:gd name="T4" fmla="*/ 1 w 24"/>
                    <a:gd name="T5" fmla="*/ 0 h 70"/>
                    <a:gd name="T6" fmla="*/ 1 w 24"/>
                    <a:gd name="T7" fmla="*/ 0 h 70"/>
                    <a:gd name="T8" fmla="*/ 1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7" name="Freeform 739"/>
                <p:cNvSpPr>
                  <a:spLocks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1 w 73"/>
                    <a:gd name="T3" fmla="*/ 0 h 30"/>
                    <a:gd name="T4" fmla="*/ 1 w 73"/>
                    <a:gd name="T5" fmla="*/ 0 h 30"/>
                    <a:gd name="T6" fmla="*/ 1 w 73"/>
                    <a:gd name="T7" fmla="*/ 0 h 30"/>
                    <a:gd name="T8" fmla="*/ 1 w 73"/>
                    <a:gd name="T9" fmla="*/ 0 h 30"/>
                    <a:gd name="T10" fmla="*/ 1 w 73"/>
                    <a:gd name="T11" fmla="*/ 0 h 30"/>
                    <a:gd name="T12" fmla="*/ 1 w 73"/>
                    <a:gd name="T13" fmla="*/ 0 h 30"/>
                    <a:gd name="T14" fmla="*/ 0 w 73"/>
                    <a:gd name="T15" fmla="*/ 0 h 30"/>
                    <a:gd name="T16" fmla="*/ 1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8" name="Freeform 740"/>
                <p:cNvSpPr>
                  <a:spLocks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27" name="Group 741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63" name="Freeform 742"/>
                <p:cNvSpPr>
                  <a:spLocks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 w 24"/>
                    <a:gd name="T1" fmla="*/ 0 h 67"/>
                    <a:gd name="T2" fmla="*/ 0 w 24"/>
                    <a:gd name="T3" fmla="*/ 0 h 67"/>
                    <a:gd name="T4" fmla="*/ 1 w 24"/>
                    <a:gd name="T5" fmla="*/ 0 h 67"/>
                    <a:gd name="T6" fmla="*/ 1 w 24"/>
                    <a:gd name="T7" fmla="*/ 0 h 67"/>
                    <a:gd name="T8" fmla="*/ 1 w 2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7"/>
                    <a:gd name="T17" fmla="*/ 24 w 24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4" name="Freeform 743"/>
                <p:cNvSpPr>
                  <a:spLocks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5" name="Freeform 744"/>
                <p:cNvSpPr>
                  <a:spLocks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0 h 35"/>
                    <a:gd name="T2" fmla="*/ 1 w 81"/>
                    <a:gd name="T3" fmla="*/ 0 h 35"/>
                    <a:gd name="T4" fmla="*/ 1 w 81"/>
                    <a:gd name="T5" fmla="*/ 0 h 35"/>
                    <a:gd name="T6" fmla="*/ 1 w 81"/>
                    <a:gd name="T7" fmla="*/ 0 h 35"/>
                    <a:gd name="T8" fmla="*/ 1 w 81"/>
                    <a:gd name="T9" fmla="*/ 0 h 35"/>
                    <a:gd name="T10" fmla="*/ 1 w 81"/>
                    <a:gd name="T11" fmla="*/ 0 h 35"/>
                    <a:gd name="T12" fmla="*/ 0 w 81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5"/>
                    <a:gd name="T23" fmla="*/ 81 w 81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28" name="Group 745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60" name="Freeform 746"/>
                <p:cNvSpPr>
                  <a:spLocks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1" name="Freeform 747"/>
                <p:cNvSpPr>
                  <a:spLocks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2" name="Freeform 748"/>
                <p:cNvSpPr>
                  <a:spLocks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29" name="Group 749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57" name="Freeform 750"/>
                <p:cNvSpPr>
                  <a:spLocks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8" name="Freeform 751"/>
                <p:cNvSpPr>
                  <a:spLocks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9" name="Freeform 752"/>
                <p:cNvSpPr>
                  <a:spLocks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30" name="Group 753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54" name="Freeform 754"/>
                <p:cNvSpPr>
                  <a:spLocks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 w 182"/>
                    <a:gd name="T1" fmla="*/ 0 h 314"/>
                    <a:gd name="T2" fmla="*/ 0 w 182"/>
                    <a:gd name="T3" fmla="*/ 0 h 314"/>
                    <a:gd name="T4" fmla="*/ 1 w 182"/>
                    <a:gd name="T5" fmla="*/ 0 h 314"/>
                    <a:gd name="T6" fmla="*/ 1 w 182"/>
                    <a:gd name="T7" fmla="*/ 0 h 314"/>
                    <a:gd name="T8" fmla="*/ 1 w 182"/>
                    <a:gd name="T9" fmla="*/ 0 h 3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314"/>
                    <a:gd name="T17" fmla="*/ 182 w 182"/>
                    <a:gd name="T18" fmla="*/ 314 h 3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5" name="Freeform 755"/>
                <p:cNvSpPr>
                  <a:spLocks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1 w 235"/>
                    <a:gd name="T3" fmla="*/ 0 h 281"/>
                    <a:gd name="T4" fmla="*/ 1 w 235"/>
                    <a:gd name="T5" fmla="*/ 0 h 281"/>
                    <a:gd name="T6" fmla="*/ 1 w 235"/>
                    <a:gd name="T7" fmla="*/ 0 h 281"/>
                    <a:gd name="T8" fmla="*/ 1 w 235"/>
                    <a:gd name="T9" fmla="*/ 0 h 281"/>
                    <a:gd name="T10" fmla="*/ 1 w 235"/>
                    <a:gd name="T11" fmla="*/ 0 h 281"/>
                    <a:gd name="T12" fmla="*/ 1 w 235"/>
                    <a:gd name="T13" fmla="*/ 0 h 281"/>
                    <a:gd name="T14" fmla="*/ 0 w 235"/>
                    <a:gd name="T15" fmla="*/ 0 h 281"/>
                    <a:gd name="T16" fmla="*/ 1 w 235"/>
                    <a:gd name="T17" fmla="*/ 0 h 2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35"/>
                    <a:gd name="T28" fmla="*/ 0 h 281"/>
                    <a:gd name="T29" fmla="*/ 235 w 235"/>
                    <a:gd name="T30" fmla="*/ 281 h 28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6" name="Freeform 756"/>
                <p:cNvSpPr>
                  <a:spLocks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0 h 36"/>
                    <a:gd name="T2" fmla="*/ 0 w 95"/>
                    <a:gd name="T3" fmla="*/ 0 h 36"/>
                    <a:gd name="T4" fmla="*/ 0 w 95"/>
                    <a:gd name="T5" fmla="*/ 0 h 36"/>
                    <a:gd name="T6" fmla="*/ 0 w 95"/>
                    <a:gd name="T7" fmla="*/ 0 h 36"/>
                    <a:gd name="T8" fmla="*/ 0 w 95"/>
                    <a:gd name="T9" fmla="*/ 0 h 36"/>
                    <a:gd name="T10" fmla="*/ 0 w 95"/>
                    <a:gd name="T11" fmla="*/ 0 h 36"/>
                    <a:gd name="T12" fmla="*/ 0 w 95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5"/>
                    <a:gd name="T22" fmla="*/ 0 h 36"/>
                    <a:gd name="T23" fmla="*/ 95 w 95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31" name="Group 757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51" name="Freeform 758"/>
                <p:cNvSpPr>
                  <a:spLocks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2" name="Freeform 759"/>
                <p:cNvSpPr>
                  <a:spLocks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3" name="Freeform 760"/>
                <p:cNvSpPr>
                  <a:spLocks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0 h 34"/>
                    <a:gd name="T2" fmla="*/ 1 w 81"/>
                    <a:gd name="T3" fmla="*/ 0 h 34"/>
                    <a:gd name="T4" fmla="*/ 1 w 81"/>
                    <a:gd name="T5" fmla="*/ 0 h 34"/>
                    <a:gd name="T6" fmla="*/ 1 w 81"/>
                    <a:gd name="T7" fmla="*/ 0 h 34"/>
                    <a:gd name="T8" fmla="*/ 1 w 81"/>
                    <a:gd name="T9" fmla="*/ 0 h 34"/>
                    <a:gd name="T10" fmla="*/ 1 w 81"/>
                    <a:gd name="T11" fmla="*/ 0 h 34"/>
                    <a:gd name="T12" fmla="*/ 0 w 81"/>
                    <a:gd name="T13" fmla="*/ 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4"/>
                    <a:gd name="T23" fmla="*/ 81 w 81"/>
                    <a:gd name="T24" fmla="*/ 34 h 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32" name="Group 761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48" name="Freeform 762"/>
                <p:cNvSpPr>
                  <a:spLocks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9" name="Freeform 763"/>
                <p:cNvSpPr>
                  <a:spLocks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0" name="Freeform 764"/>
                <p:cNvSpPr>
                  <a:spLocks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33" name="Group 765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45" name="Freeform 766"/>
                <p:cNvSpPr>
                  <a:spLocks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 w 22"/>
                    <a:gd name="T1" fmla="*/ 0 h 69"/>
                    <a:gd name="T2" fmla="*/ 0 w 22"/>
                    <a:gd name="T3" fmla="*/ 0 h 69"/>
                    <a:gd name="T4" fmla="*/ 1 w 22"/>
                    <a:gd name="T5" fmla="*/ 0 h 69"/>
                    <a:gd name="T6" fmla="*/ 1 w 22"/>
                    <a:gd name="T7" fmla="*/ 0 h 69"/>
                    <a:gd name="T8" fmla="*/ 1 w 22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9"/>
                    <a:gd name="T17" fmla="*/ 22 w 22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6" name="Freeform 767"/>
                <p:cNvSpPr>
                  <a:spLocks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7" name="Freeform 768"/>
                <p:cNvSpPr>
                  <a:spLocks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34" name="Group 769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42" name="Freeform 770"/>
                <p:cNvSpPr>
                  <a:spLocks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0 w 24"/>
                    <a:gd name="T1" fmla="*/ 0 h 70"/>
                    <a:gd name="T2" fmla="*/ 0 w 24"/>
                    <a:gd name="T3" fmla="*/ 0 h 70"/>
                    <a:gd name="T4" fmla="*/ 0 w 24"/>
                    <a:gd name="T5" fmla="*/ 0 h 70"/>
                    <a:gd name="T6" fmla="*/ 0 w 24"/>
                    <a:gd name="T7" fmla="*/ 0 h 70"/>
                    <a:gd name="T8" fmla="*/ 0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3" name="Freeform 771"/>
                <p:cNvSpPr>
                  <a:spLocks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4" name="Freeform 772"/>
                <p:cNvSpPr>
                  <a:spLocks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35" name="Group 773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39" name="Freeform 774"/>
                <p:cNvSpPr>
                  <a:spLocks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0" name="Freeform 775"/>
                <p:cNvSpPr>
                  <a:spLocks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1" name="Freeform 776"/>
                <p:cNvSpPr>
                  <a:spLocks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sp>
            <p:nvSpPr>
              <p:cNvPr id="236" name="Freeform 777"/>
              <p:cNvSpPr>
                <a:spLocks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0 w 51"/>
                  <a:gd name="T1" fmla="*/ 0 h 128"/>
                  <a:gd name="T2" fmla="*/ 0 w 51"/>
                  <a:gd name="T3" fmla="*/ 0 h 128"/>
                  <a:gd name="T4" fmla="*/ 0 w 51"/>
                  <a:gd name="T5" fmla="*/ 0 h 128"/>
                  <a:gd name="T6" fmla="*/ 0 w 51"/>
                  <a:gd name="T7" fmla="*/ 0 h 128"/>
                  <a:gd name="T8" fmla="*/ 0 w 51"/>
                  <a:gd name="T9" fmla="*/ 0 h 128"/>
                  <a:gd name="T10" fmla="*/ 0 w 51"/>
                  <a:gd name="T11" fmla="*/ 0 h 128"/>
                  <a:gd name="T12" fmla="*/ 0 w 51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128"/>
                  <a:gd name="T23" fmla="*/ 51 w 51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37" name="Freeform 778"/>
              <p:cNvSpPr>
                <a:spLocks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0 w 183"/>
                  <a:gd name="T3" fmla="*/ 0 h 85"/>
                  <a:gd name="T4" fmla="*/ 0 w 183"/>
                  <a:gd name="T5" fmla="*/ 0 h 85"/>
                  <a:gd name="T6" fmla="*/ 0 w 183"/>
                  <a:gd name="T7" fmla="*/ 0 h 85"/>
                  <a:gd name="T8" fmla="*/ 0 w 183"/>
                  <a:gd name="T9" fmla="*/ 0 h 85"/>
                  <a:gd name="T10" fmla="*/ 0 w 183"/>
                  <a:gd name="T11" fmla="*/ 0 h 85"/>
                  <a:gd name="T12" fmla="*/ 0 w 183"/>
                  <a:gd name="T13" fmla="*/ 0 h 85"/>
                  <a:gd name="T14" fmla="*/ 0 w 183"/>
                  <a:gd name="T15" fmla="*/ 0 h 85"/>
                  <a:gd name="T16" fmla="*/ 0 w 183"/>
                  <a:gd name="T17" fmla="*/ 0 h 85"/>
                  <a:gd name="T18" fmla="*/ 0 w 183"/>
                  <a:gd name="T19" fmla="*/ 0 h 85"/>
                  <a:gd name="T20" fmla="*/ 0 w 183"/>
                  <a:gd name="T21" fmla="*/ 0 h 85"/>
                  <a:gd name="T22" fmla="*/ 0 w 183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3"/>
                  <a:gd name="T37" fmla="*/ 0 h 85"/>
                  <a:gd name="T38" fmla="*/ 183 w 183"/>
                  <a:gd name="T39" fmla="*/ 85 h 8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38" name="Freeform 779"/>
              <p:cNvSpPr>
                <a:spLocks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0 h 36"/>
                  <a:gd name="T2" fmla="*/ 1 w 160"/>
                  <a:gd name="T3" fmla="*/ 0 h 36"/>
                  <a:gd name="T4" fmla="*/ 1 w 160"/>
                  <a:gd name="T5" fmla="*/ 0 h 36"/>
                  <a:gd name="T6" fmla="*/ 1 w 160"/>
                  <a:gd name="T7" fmla="*/ 0 h 36"/>
                  <a:gd name="T8" fmla="*/ 1 w 160"/>
                  <a:gd name="T9" fmla="*/ 0 h 36"/>
                  <a:gd name="T10" fmla="*/ 1 w 160"/>
                  <a:gd name="T11" fmla="*/ 0 h 36"/>
                  <a:gd name="T12" fmla="*/ 0 w 160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36"/>
                  <a:gd name="T23" fmla="*/ 160 w 160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133" name="Group 780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54" name="Freeform 781"/>
              <p:cNvSpPr>
                <a:spLocks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1 w 825"/>
                  <a:gd name="T1" fmla="*/ 0 h 151"/>
                  <a:gd name="T2" fmla="*/ 1 w 825"/>
                  <a:gd name="T3" fmla="*/ 0 h 151"/>
                  <a:gd name="T4" fmla="*/ 1 w 825"/>
                  <a:gd name="T5" fmla="*/ 0 h 151"/>
                  <a:gd name="T6" fmla="*/ 0 w 825"/>
                  <a:gd name="T7" fmla="*/ 0 h 151"/>
                  <a:gd name="T8" fmla="*/ 1 w 825"/>
                  <a:gd name="T9" fmla="*/ 0 h 151"/>
                  <a:gd name="T10" fmla="*/ 1 w 825"/>
                  <a:gd name="T11" fmla="*/ 0 h 151"/>
                  <a:gd name="T12" fmla="*/ 1 w 825"/>
                  <a:gd name="T13" fmla="*/ 0 h 151"/>
                  <a:gd name="T14" fmla="*/ 1 w 825"/>
                  <a:gd name="T15" fmla="*/ 0 h 151"/>
                  <a:gd name="T16" fmla="*/ 1 w 825"/>
                  <a:gd name="T17" fmla="*/ 0 h 151"/>
                  <a:gd name="T18" fmla="*/ 1 w 825"/>
                  <a:gd name="T19" fmla="*/ 0 h 151"/>
                  <a:gd name="T20" fmla="*/ 1 w 825"/>
                  <a:gd name="T21" fmla="*/ 0 h 151"/>
                  <a:gd name="T22" fmla="*/ 1 w 825"/>
                  <a:gd name="T23" fmla="*/ 0 h 151"/>
                  <a:gd name="T24" fmla="*/ 1 w 825"/>
                  <a:gd name="T25" fmla="*/ 0 h 151"/>
                  <a:gd name="T26" fmla="*/ 1 w 825"/>
                  <a:gd name="T27" fmla="*/ 0 h 151"/>
                  <a:gd name="T28" fmla="*/ 1 w 825"/>
                  <a:gd name="T29" fmla="*/ 0 h 1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5"/>
                  <a:gd name="T46" fmla="*/ 0 h 151"/>
                  <a:gd name="T47" fmla="*/ 825 w 825"/>
                  <a:gd name="T48" fmla="*/ 151 h 1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5" name="Freeform 782"/>
              <p:cNvSpPr>
                <a:spLocks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1 w 658"/>
                  <a:gd name="T1" fmla="*/ 0 h 79"/>
                  <a:gd name="T2" fmla="*/ 0 w 658"/>
                  <a:gd name="T3" fmla="*/ 0 h 79"/>
                  <a:gd name="T4" fmla="*/ 1 w 658"/>
                  <a:gd name="T5" fmla="*/ 0 h 79"/>
                  <a:gd name="T6" fmla="*/ 1 w 658"/>
                  <a:gd name="T7" fmla="*/ 0 h 79"/>
                  <a:gd name="T8" fmla="*/ 1 w 658"/>
                  <a:gd name="T9" fmla="*/ 0 h 79"/>
                  <a:gd name="T10" fmla="*/ 1 w 658"/>
                  <a:gd name="T11" fmla="*/ 0 h 79"/>
                  <a:gd name="T12" fmla="*/ 1 w 658"/>
                  <a:gd name="T13" fmla="*/ 0 h 79"/>
                  <a:gd name="T14" fmla="*/ 1 w 658"/>
                  <a:gd name="T15" fmla="*/ 0 h 79"/>
                  <a:gd name="T16" fmla="*/ 1 w 658"/>
                  <a:gd name="T17" fmla="*/ 0 h 79"/>
                  <a:gd name="T18" fmla="*/ 1 w 658"/>
                  <a:gd name="T19" fmla="*/ 0 h 79"/>
                  <a:gd name="T20" fmla="*/ 1 w 658"/>
                  <a:gd name="T21" fmla="*/ 0 h 79"/>
                  <a:gd name="T22" fmla="*/ 1 w 658"/>
                  <a:gd name="T23" fmla="*/ 0 h 79"/>
                  <a:gd name="T24" fmla="*/ 1 w 658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58"/>
                  <a:gd name="T40" fmla="*/ 0 h 79"/>
                  <a:gd name="T41" fmla="*/ 658 w 658"/>
                  <a:gd name="T42" fmla="*/ 79 h 7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6" name="Rectangle 783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7" name="Rectangle 784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134" name="Group 785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35" name="Freeform 786"/>
              <p:cNvSpPr>
                <a:spLocks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0 w 191"/>
                  <a:gd name="T1" fmla="*/ 0 h 200"/>
                  <a:gd name="T2" fmla="*/ 0 w 191"/>
                  <a:gd name="T3" fmla="*/ 0 h 200"/>
                  <a:gd name="T4" fmla="*/ 0 w 191"/>
                  <a:gd name="T5" fmla="*/ 0 h 200"/>
                  <a:gd name="T6" fmla="*/ 0 w 191"/>
                  <a:gd name="T7" fmla="*/ 0 h 200"/>
                  <a:gd name="T8" fmla="*/ 0 w 191"/>
                  <a:gd name="T9" fmla="*/ 0 h 200"/>
                  <a:gd name="T10" fmla="*/ 0 w 191"/>
                  <a:gd name="T11" fmla="*/ 0 h 200"/>
                  <a:gd name="T12" fmla="*/ 0 w 191"/>
                  <a:gd name="T13" fmla="*/ 0 h 200"/>
                  <a:gd name="T14" fmla="*/ 0 w 191"/>
                  <a:gd name="T15" fmla="*/ 0 h 200"/>
                  <a:gd name="T16" fmla="*/ 0 w 191"/>
                  <a:gd name="T17" fmla="*/ 0 h 200"/>
                  <a:gd name="T18" fmla="*/ 0 w 191"/>
                  <a:gd name="T19" fmla="*/ 0 h 200"/>
                  <a:gd name="T20" fmla="*/ 0 w 191"/>
                  <a:gd name="T21" fmla="*/ 0 h 200"/>
                  <a:gd name="T22" fmla="*/ 0 w 191"/>
                  <a:gd name="T23" fmla="*/ 0 h 2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1"/>
                  <a:gd name="T37" fmla="*/ 0 h 200"/>
                  <a:gd name="T38" fmla="*/ 191 w 191"/>
                  <a:gd name="T39" fmla="*/ 200 h 20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6" name="Freeform 787"/>
              <p:cNvSpPr>
                <a:spLocks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0 w 860"/>
                  <a:gd name="T3" fmla="*/ 0 h 791"/>
                  <a:gd name="T4" fmla="*/ 0 w 860"/>
                  <a:gd name="T5" fmla="*/ 0 h 791"/>
                  <a:gd name="T6" fmla="*/ 0 w 860"/>
                  <a:gd name="T7" fmla="*/ 0 h 791"/>
                  <a:gd name="T8" fmla="*/ 0 w 860"/>
                  <a:gd name="T9" fmla="*/ 0 h 7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0"/>
                  <a:gd name="T16" fmla="*/ 0 h 791"/>
                  <a:gd name="T17" fmla="*/ 860 w 860"/>
                  <a:gd name="T18" fmla="*/ 791 h 7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7" name="Freeform 788"/>
              <p:cNvSpPr>
                <a:spLocks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1 w 281"/>
                  <a:gd name="T1" fmla="*/ 0 h 366"/>
                  <a:gd name="T2" fmla="*/ 1 w 281"/>
                  <a:gd name="T3" fmla="*/ 0 h 366"/>
                  <a:gd name="T4" fmla="*/ 1 w 281"/>
                  <a:gd name="T5" fmla="*/ 0 h 366"/>
                  <a:gd name="T6" fmla="*/ 1 w 281"/>
                  <a:gd name="T7" fmla="*/ 0 h 366"/>
                  <a:gd name="T8" fmla="*/ 1 w 281"/>
                  <a:gd name="T9" fmla="*/ 0 h 366"/>
                  <a:gd name="T10" fmla="*/ 1 w 281"/>
                  <a:gd name="T11" fmla="*/ 0 h 366"/>
                  <a:gd name="T12" fmla="*/ 1 w 281"/>
                  <a:gd name="T13" fmla="*/ 0 h 366"/>
                  <a:gd name="T14" fmla="*/ 1 w 281"/>
                  <a:gd name="T15" fmla="*/ 0 h 366"/>
                  <a:gd name="T16" fmla="*/ 1 w 281"/>
                  <a:gd name="T17" fmla="*/ 0 h 366"/>
                  <a:gd name="T18" fmla="*/ 1 w 281"/>
                  <a:gd name="T19" fmla="*/ 0 h 366"/>
                  <a:gd name="T20" fmla="*/ 1 w 281"/>
                  <a:gd name="T21" fmla="*/ 0 h 366"/>
                  <a:gd name="T22" fmla="*/ 1 w 281"/>
                  <a:gd name="T23" fmla="*/ 0 h 366"/>
                  <a:gd name="T24" fmla="*/ 1 w 281"/>
                  <a:gd name="T25" fmla="*/ 0 h 366"/>
                  <a:gd name="T26" fmla="*/ 1 w 281"/>
                  <a:gd name="T27" fmla="*/ 0 h 366"/>
                  <a:gd name="T28" fmla="*/ 1 w 281"/>
                  <a:gd name="T29" fmla="*/ 0 h 366"/>
                  <a:gd name="T30" fmla="*/ 0 w 281"/>
                  <a:gd name="T31" fmla="*/ 0 h 366"/>
                  <a:gd name="T32" fmla="*/ 0 w 281"/>
                  <a:gd name="T33" fmla="*/ 0 h 366"/>
                  <a:gd name="T34" fmla="*/ 1 w 281"/>
                  <a:gd name="T35" fmla="*/ 0 h 3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81"/>
                  <a:gd name="T55" fmla="*/ 0 h 366"/>
                  <a:gd name="T56" fmla="*/ 281 w 281"/>
                  <a:gd name="T57" fmla="*/ 366 h 36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8" name="Line 789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9" name="Freeform 790"/>
              <p:cNvSpPr>
                <a:spLocks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 w 222"/>
                  <a:gd name="T1" fmla="*/ 0 h 289"/>
                  <a:gd name="T2" fmla="*/ 1 w 222"/>
                  <a:gd name="T3" fmla="*/ 0 h 289"/>
                  <a:gd name="T4" fmla="*/ 1 w 222"/>
                  <a:gd name="T5" fmla="*/ 0 h 289"/>
                  <a:gd name="T6" fmla="*/ 1 w 222"/>
                  <a:gd name="T7" fmla="*/ 0 h 289"/>
                  <a:gd name="T8" fmla="*/ 1 w 222"/>
                  <a:gd name="T9" fmla="*/ 0 h 289"/>
                  <a:gd name="T10" fmla="*/ 1 w 222"/>
                  <a:gd name="T11" fmla="*/ 0 h 289"/>
                  <a:gd name="T12" fmla="*/ 1 w 222"/>
                  <a:gd name="T13" fmla="*/ 0 h 289"/>
                  <a:gd name="T14" fmla="*/ 1 w 222"/>
                  <a:gd name="T15" fmla="*/ 0 h 289"/>
                  <a:gd name="T16" fmla="*/ 1 w 222"/>
                  <a:gd name="T17" fmla="*/ 0 h 289"/>
                  <a:gd name="T18" fmla="*/ 1 w 222"/>
                  <a:gd name="T19" fmla="*/ 0 h 289"/>
                  <a:gd name="T20" fmla="*/ 1 w 222"/>
                  <a:gd name="T21" fmla="*/ 0 h 289"/>
                  <a:gd name="T22" fmla="*/ 1 w 222"/>
                  <a:gd name="T23" fmla="*/ 0 h 289"/>
                  <a:gd name="T24" fmla="*/ 1 w 222"/>
                  <a:gd name="T25" fmla="*/ 0 h 289"/>
                  <a:gd name="T26" fmla="*/ 1 w 222"/>
                  <a:gd name="T27" fmla="*/ 0 h 289"/>
                  <a:gd name="T28" fmla="*/ 1 w 222"/>
                  <a:gd name="T29" fmla="*/ 0 h 289"/>
                  <a:gd name="T30" fmla="*/ 0 w 222"/>
                  <a:gd name="T31" fmla="*/ 0 h 289"/>
                  <a:gd name="T32" fmla="*/ 1 w 222"/>
                  <a:gd name="T33" fmla="*/ 0 h 289"/>
                  <a:gd name="T34" fmla="*/ 1 w 222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22"/>
                  <a:gd name="T55" fmla="*/ 0 h 289"/>
                  <a:gd name="T56" fmla="*/ 222 w 222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0" name="Freeform 791"/>
              <p:cNvSpPr>
                <a:spLocks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1" name="Freeform 792"/>
              <p:cNvSpPr>
                <a:spLocks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 w 126"/>
                  <a:gd name="T1" fmla="*/ 0 h 185"/>
                  <a:gd name="T2" fmla="*/ 1 w 126"/>
                  <a:gd name="T3" fmla="*/ 0 h 185"/>
                  <a:gd name="T4" fmla="*/ 1 w 126"/>
                  <a:gd name="T5" fmla="*/ 0 h 185"/>
                  <a:gd name="T6" fmla="*/ 1 w 126"/>
                  <a:gd name="T7" fmla="*/ 0 h 185"/>
                  <a:gd name="T8" fmla="*/ 0 w 126"/>
                  <a:gd name="T9" fmla="*/ 0 h 185"/>
                  <a:gd name="T10" fmla="*/ 0 w 126"/>
                  <a:gd name="T11" fmla="*/ 0 h 185"/>
                  <a:gd name="T12" fmla="*/ 0 w 126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5"/>
                  <a:gd name="T23" fmla="*/ 126 w 126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2" name="Freeform 793"/>
              <p:cNvSpPr>
                <a:spLocks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 w 127"/>
                  <a:gd name="T1" fmla="*/ 0 h 185"/>
                  <a:gd name="T2" fmla="*/ 1 w 127"/>
                  <a:gd name="T3" fmla="*/ 0 h 185"/>
                  <a:gd name="T4" fmla="*/ 1 w 127"/>
                  <a:gd name="T5" fmla="*/ 0 h 185"/>
                  <a:gd name="T6" fmla="*/ 1 w 127"/>
                  <a:gd name="T7" fmla="*/ 0 h 185"/>
                  <a:gd name="T8" fmla="*/ 0 w 127"/>
                  <a:gd name="T9" fmla="*/ 0 h 185"/>
                  <a:gd name="T10" fmla="*/ 0 w 127"/>
                  <a:gd name="T11" fmla="*/ 0 h 185"/>
                  <a:gd name="T12" fmla="*/ 0 w 127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5"/>
                  <a:gd name="T23" fmla="*/ 127 w 127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3" name="Freeform 794"/>
              <p:cNvSpPr>
                <a:spLocks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4" name="Freeform 795"/>
              <p:cNvSpPr>
                <a:spLocks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5" name="Freeform 796"/>
              <p:cNvSpPr>
                <a:spLocks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 w 126"/>
                  <a:gd name="T1" fmla="*/ 0 h 186"/>
                  <a:gd name="T2" fmla="*/ 1 w 126"/>
                  <a:gd name="T3" fmla="*/ 0 h 186"/>
                  <a:gd name="T4" fmla="*/ 1 w 126"/>
                  <a:gd name="T5" fmla="*/ 0 h 186"/>
                  <a:gd name="T6" fmla="*/ 1 w 126"/>
                  <a:gd name="T7" fmla="*/ 0 h 186"/>
                  <a:gd name="T8" fmla="*/ 0 w 126"/>
                  <a:gd name="T9" fmla="*/ 0 h 186"/>
                  <a:gd name="T10" fmla="*/ 0 w 126"/>
                  <a:gd name="T11" fmla="*/ 0 h 186"/>
                  <a:gd name="T12" fmla="*/ 0 w 126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6"/>
                  <a:gd name="T23" fmla="*/ 126 w 126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6" name="Freeform 797"/>
              <p:cNvSpPr>
                <a:spLocks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7" name="Freeform 798"/>
              <p:cNvSpPr>
                <a:spLocks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0 w 127"/>
                  <a:gd name="T1" fmla="*/ 0 h 186"/>
                  <a:gd name="T2" fmla="*/ 0 w 127"/>
                  <a:gd name="T3" fmla="*/ 0 h 186"/>
                  <a:gd name="T4" fmla="*/ 0 w 127"/>
                  <a:gd name="T5" fmla="*/ 0 h 186"/>
                  <a:gd name="T6" fmla="*/ 0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8" name="Freeform 799"/>
              <p:cNvSpPr>
                <a:spLocks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0 w 96"/>
                  <a:gd name="T3" fmla="*/ 0 h 74"/>
                  <a:gd name="T4" fmla="*/ 0 w 96"/>
                  <a:gd name="T5" fmla="*/ 0 h 74"/>
                  <a:gd name="T6" fmla="*/ 0 w 96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74"/>
                  <a:gd name="T14" fmla="*/ 96 w 96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9" name="Oval 800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0" name="Oval 801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1" name="Freeform 802"/>
              <p:cNvSpPr>
                <a:spLocks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0 h 25"/>
                  <a:gd name="T2" fmla="*/ 1 w 188"/>
                  <a:gd name="T3" fmla="*/ 0 h 25"/>
                  <a:gd name="T4" fmla="*/ 1 w 188"/>
                  <a:gd name="T5" fmla="*/ 0 h 25"/>
                  <a:gd name="T6" fmla="*/ 1 w 188"/>
                  <a:gd name="T7" fmla="*/ 0 h 25"/>
                  <a:gd name="T8" fmla="*/ 0 w 188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8"/>
                  <a:gd name="T16" fmla="*/ 0 h 25"/>
                  <a:gd name="T17" fmla="*/ 188 w 188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2" name="Oval 803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3" name="Oval 804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640" name="圆角矩形标注 557"/>
          <p:cNvSpPr>
            <a:spLocks noChangeArrowheads="1"/>
          </p:cNvSpPr>
          <p:nvPr/>
        </p:nvSpPr>
        <p:spPr bwMode="auto">
          <a:xfrm>
            <a:off x="6342429" y="3599856"/>
            <a:ext cx="837180" cy="293509"/>
          </a:xfrm>
          <a:prstGeom prst="wedgeRoundRectCallout">
            <a:avLst>
              <a:gd name="adj1" fmla="val -18809"/>
              <a:gd name="adj2" fmla="val -175357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41" name="Text Box 48"/>
          <p:cNvSpPr txBox="1">
            <a:spLocks noChangeArrowheads="1"/>
          </p:cNvSpPr>
          <p:nvPr/>
        </p:nvSpPr>
        <p:spPr bwMode="auto">
          <a:xfrm>
            <a:off x="6202925" y="3598361"/>
            <a:ext cx="1084263" cy="293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装有 </a:t>
            </a:r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</a:t>
            </a:r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59" name="Group 107"/>
          <p:cNvGrpSpPr>
            <a:grpSpLocks/>
          </p:cNvGrpSpPr>
          <p:nvPr/>
        </p:nvGrpSpPr>
        <p:grpSpPr bwMode="auto">
          <a:xfrm>
            <a:off x="3036033" y="2215934"/>
            <a:ext cx="3004755" cy="1969898"/>
            <a:chOff x="2248" y="820"/>
            <a:chExt cx="2248" cy="883"/>
          </a:xfrm>
        </p:grpSpPr>
        <p:grpSp>
          <p:nvGrpSpPr>
            <p:cNvPr id="560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590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595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605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607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11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1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1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1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1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19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1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61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614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</p:grpSp>
                <p:sp>
                  <p:nvSpPr>
                    <p:cNvPr id="60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60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610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</p:grpSp>
              <p:sp>
                <p:nvSpPr>
                  <p:cNvPr id="606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596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9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60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60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60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603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604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sp>
              <p:nvSpPr>
                <p:cNvPr id="59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98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59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9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9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94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561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575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58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9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576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57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7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4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5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577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562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56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7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7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7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7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74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16" name="Text Box 201"/>
          <p:cNvSpPr txBox="1">
            <a:spLocks noChangeArrowheads="1"/>
          </p:cNvSpPr>
          <p:nvPr/>
        </p:nvSpPr>
        <p:spPr bwMode="auto">
          <a:xfrm>
            <a:off x="3855953" y="3271247"/>
            <a:ext cx="15748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</a:t>
            </a:r>
            <a:r>
              <a:rPr kumimoji="0"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kumimoji="0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R</a:t>
            </a:r>
            <a:r>
              <a:rPr kumimoji="0"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kumimoji="0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→ R</a:t>
            </a:r>
            <a:r>
              <a:rPr kumimoji="0"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</a:p>
        </p:txBody>
      </p:sp>
      <p:sp>
        <p:nvSpPr>
          <p:cNvPr id="18" name="TextBox 997"/>
          <p:cNvSpPr txBox="1">
            <a:spLocks noChangeArrowheads="1"/>
          </p:cNvSpPr>
          <p:nvPr/>
        </p:nvSpPr>
        <p:spPr bwMode="auto">
          <a:xfrm>
            <a:off x="3846168" y="2553052"/>
            <a:ext cx="131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</a:t>
            </a:r>
          </a:p>
        </p:txBody>
      </p:sp>
      <p:sp>
        <p:nvSpPr>
          <p:cNvPr id="21" name="AutoShape 212"/>
          <p:cNvSpPr>
            <a:spLocks noChangeArrowheads="1"/>
          </p:cNvSpPr>
          <p:nvPr/>
        </p:nvSpPr>
        <p:spPr bwMode="auto">
          <a:xfrm>
            <a:off x="5273197" y="2902886"/>
            <a:ext cx="586953" cy="123766"/>
          </a:xfrm>
          <a:prstGeom prst="rightArrow">
            <a:avLst>
              <a:gd name="adj1" fmla="val 50000"/>
              <a:gd name="adj2" fmla="val 73675"/>
            </a:avLst>
          </a:prstGeom>
          <a:solidFill>
            <a:srgbClr val="CC00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789200" y="2838737"/>
            <a:ext cx="1470375" cy="278959"/>
            <a:chOff x="3789200" y="2883562"/>
            <a:chExt cx="1470375" cy="278959"/>
          </a:xfrm>
        </p:grpSpPr>
        <p:grpSp>
          <p:nvGrpSpPr>
            <p:cNvPr id="8" name="组合 7"/>
            <p:cNvGrpSpPr/>
            <p:nvPr/>
          </p:nvGrpSpPr>
          <p:grpSpPr>
            <a:xfrm>
              <a:off x="3789200" y="2883562"/>
              <a:ext cx="1470375" cy="278959"/>
              <a:chOff x="3789200" y="2883562"/>
              <a:chExt cx="1470375" cy="278959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789200" y="2883562"/>
                <a:ext cx="1470375" cy="278959"/>
                <a:chOff x="3789200" y="2883562"/>
                <a:chExt cx="1470375" cy="278959"/>
              </a:xfrm>
            </p:grpSpPr>
            <p:sp>
              <p:nvSpPr>
                <p:cNvPr id="22" name="Rectangle 210"/>
                <p:cNvSpPr>
                  <a:spLocks noChangeArrowheads="1"/>
                </p:cNvSpPr>
                <p:nvPr/>
              </p:nvSpPr>
              <p:spPr bwMode="auto">
                <a:xfrm>
                  <a:off x="3789200" y="2883562"/>
                  <a:ext cx="1463600" cy="278959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16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004592" y="2887304"/>
                  <a:ext cx="254983" cy="272619"/>
                </a:xfrm>
                <a:prstGeom prst="rect">
                  <a:avLst/>
                </a:prstGeom>
                <a:solidFill>
                  <a:srgbClr val="FFFF00"/>
                </a:solidFill>
                <a:ln w="63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16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23" name="矩形 22"/>
              <p:cNvSpPr/>
              <p:nvPr/>
            </p:nvSpPr>
            <p:spPr bwMode="auto">
              <a:xfrm>
                <a:off x="4328063" y="2935507"/>
                <a:ext cx="385872" cy="175070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36" name="矩形 541"/>
            <p:cNvSpPr>
              <a:spLocks noChangeArrowheads="1"/>
            </p:cNvSpPr>
            <p:nvPr/>
          </p:nvSpPr>
          <p:spPr bwMode="auto">
            <a:xfrm>
              <a:off x="4601744" y="2937430"/>
              <a:ext cx="110493" cy="169299"/>
            </a:xfrm>
            <a:prstGeom prst="rect">
              <a:avLst/>
            </a:prstGeom>
            <a:solidFill>
              <a:srgbClr val="00FFFF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41" name="圆角矩形标注 559"/>
          <p:cNvSpPr>
            <a:spLocks noChangeArrowheads="1"/>
          </p:cNvSpPr>
          <p:nvPr/>
        </p:nvSpPr>
        <p:spPr bwMode="auto">
          <a:xfrm>
            <a:off x="5359297" y="1824038"/>
            <a:ext cx="1195612" cy="344370"/>
          </a:xfrm>
          <a:prstGeom prst="wedgeRoundRectCallout">
            <a:avLst>
              <a:gd name="adj1" fmla="val -65563"/>
              <a:gd name="adj2" fmla="val 280063"/>
              <a:gd name="adj3" fmla="val 16667"/>
            </a:avLst>
          </a:prstGeom>
          <a:solidFill>
            <a:srgbClr val="FFFF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2" name="Text Box 48"/>
          <p:cNvSpPr txBox="1">
            <a:spLocks noChangeArrowheads="1"/>
          </p:cNvSpPr>
          <p:nvPr/>
        </p:nvSpPr>
        <p:spPr bwMode="auto">
          <a:xfrm>
            <a:off x="5355410" y="1805892"/>
            <a:ext cx="11817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lang="zh-CN" altLang="en-US" sz="1600" b="1" baseline="-25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44" name="AutoShape 2"/>
          <p:cNvSpPr>
            <a:spLocks noChangeArrowheads="1"/>
          </p:cNvSpPr>
          <p:nvPr/>
        </p:nvSpPr>
        <p:spPr bwMode="auto">
          <a:xfrm rot="16200000">
            <a:off x="4533387" y="1646245"/>
            <a:ext cx="186226" cy="3087688"/>
          </a:xfrm>
          <a:prstGeom prst="can">
            <a:avLst>
              <a:gd name="adj" fmla="val 66727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14" name="Line 176"/>
          <p:cNvSpPr>
            <a:spLocks noChangeShapeType="1"/>
          </p:cNvSpPr>
          <p:nvPr/>
        </p:nvSpPr>
        <p:spPr bwMode="auto">
          <a:xfrm>
            <a:off x="2932067" y="3170317"/>
            <a:ext cx="3384859" cy="19045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3" name="Picture 20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191" y="2973407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980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" name="Group 107"/>
          <p:cNvGrpSpPr>
            <a:grpSpLocks/>
          </p:cNvGrpSpPr>
          <p:nvPr/>
        </p:nvGrpSpPr>
        <p:grpSpPr bwMode="auto">
          <a:xfrm>
            <a:off x="3036033" y="2215936"/>
            <a:ext cx="3004755" cy="1969898"/>
            <a:chOff x="2248" y="820"/>
            <a:chExt cx="2248" cy="883"/>
          </a:xfrm>
        </p:grpSpPr>
        <p:grpSp>
          <p:nvGrpSpPr>
            <p:cNvPr id="560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590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595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605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607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611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15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16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17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18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19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12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613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614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</p:grpSp>
                <p:sp>
                  <p:nvSpPr>
                    <p:cNvPr id="608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609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610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</p:grpSp>
              <p:sp>
                <p:nvSpPr>
                  <p:cNvPr id="606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596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599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600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601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602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603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604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sp>
              <p:nvSpPr>
                <p:cNvPr id="597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98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591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92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93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94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561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575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586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7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8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9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576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578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79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0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1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2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3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4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585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577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562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563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4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5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6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7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8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69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70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71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72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73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74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17853" y="610183"/>
            <a:ext cx="8133857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7984" y="560871"/>
            <a:ext cx="31518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主机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之间的通信</a:t>
            </a:r>
          </a:p>
        </p:txBody>
      </p:sp>
      <p:sp>
        <p:nvSpPr>
          <p:cNvPr id="5" name="矩形 4"/>
          <p:cNvSpPr/>
          <p:nvPr/>
        </p:nvSpPr>
        <p:spPr>
          <a:xfrm>
            <a:off x="1363476" y="1137228"/>
            <a:ext cx="6442608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假定公司总部的主机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要和内部的主机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进行通信。</a:t>
            </a:r>
            <a:endParaRPr lang="en-US" altLang="zh-CN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由于都在公司内部，不需要加密，因此不需要建立安全关联。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6214933" y="2246194"/>
            <a:ext cx="2197948" cy="1920002"/>
          </a:xfrm>
          <a:prstGeom prst="roundRect">
            <a:avLst/>
          </a:prstGeom>
          <a:solidFill>
            <a:srgbClr val="FFFF99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778708" y="2246194"/>
            <a:ext cx="2197948" cy="192000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Line 205"/>
          <p:cNvSpPr>
            <a:spLocks noChangeShapeType="1"/>
          </p:cNvSpPr>
          <p:nvPr/>
        </p:nvSpPr>
        <p:spPr bwMode="auto">
          <a:xfrm>
            <a:off x="1550455" y="3117698"/>
            <a:ext cx="154179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1370567" y="1937921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公司总部</a:t>
            </a:r>
          </a:p>
        </p:txBody>
      </p:sp>
      <p:sp>
        <p:nvSpPr>
          <p:cNvPr id="15" name="Text Box 207"/>
          <p:cNvSpPr txBox="1">
            <a:spLocks noChangeArrowheads="1"/>
          </p:cNvSpPr>
          <p:nvPr/>
        </p:nvSpPr>
        <p:spPr bwMode="auto">
          <a:xfrm>
            <a:off x="4104657" y="1926299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</a:t>
            </a:r>
          </a:p>
        </p:txBody>
      </p:sp>
      <p:sp>
        <p:nvSpPr>
          <p:cNvPr id="17" name="Text Box 208"/>
          <p:cNvSpPr txBox="1">
            <a:spLocks noChangeArrowheads="1"/>
          </p:cNvSpPr>
          <p:nvPr/>
        </p:nvSpPr>
        <p:spPr bwMode="auto">
          <a:xfrm>
            <a:off x="2553385" y="2565552"/>
            <a:ext cx="360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</a:p>
        </p:txBody>
      </p:sp>
      <p:sp>
        <p:nvSpPr>
          <p:cNvPr id="19" name="Text Box 213"/>
          <p:cNvSpPr txBox="1">
            <a:spLocks noChangeArrowheads="1"/>
          </p:cNvSpPr>
          <p:nvPr/>
        </p:nvSpPr>
        <p:spPr bwMode="auto">
          <a:xfrm>
            <a:off x="784646" y="2811620"/>
            <a:ext cx="38824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</a:p>
        </p:txBody>
      </p:sp>
      <p:grpSp>
        <p:nvGrpSpPr>
          <p:cNvPr id="20" name="组合 990"/>
          <p:cNvGrpSpPr>
            <a:grpSpLocks/>
          </p:cNvGrpSpPr>
          <p:nvPr/>
        </p:nvGrpSpPr>
        <p:grpSpPr bwMode="auto">
          <a:xfrm>
            <a:off x="1717043" y="2856055"/>
            <a:ext cx="617057" cy="175070"/>
            <a:chOff x="1691680" y="1052736"/>
            <a:chExt cx="576064" cy="144016"/>
          </a:xfrm>
        </p:grpSpPr>
        <p:sp>
          <p:nvSpPr>
            <p:cNvPr id="531" name="矩形 530"/>
            <p:cNvSpPr/>
            <p:nvPr/>
          </p:nvSpPr>
          <p:spPr bwMode="auto">
            <a:xfrm>
              <a:off x="1691680" y="1052736"/>
              <a:ext cx="360238" cy="144016"/>
            </a:xfrm>
            <a:prstGeom prst="rect">
              <a:avLst/>
            </a:prstGeom>
            <a:solidFill>
              <a:srgbClr val="FFC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532" name="直接箭头连接符 988"/>
            <p:cNvCxnSpPr>
              <a:cxnSpLocks noChangeShapeType="1"/>
              <a:stCxn id="531" idx="3"/>
            </p:cNvCxnSpPr>
            <p:nvPr/>
          </p:nvCxnSpPr>
          <p:spPr bwMode="auto">
            <a:xfrm>
              <a:off x="2051720" y="1124744"/>
              <a:ext cx="216024" cy="0"/>
            </a:xfrm>
            <a:prstGeom prst="straightConnector1">
              <a:avLst/>
            </a:prstGeom>
            <a:noFill/>
            <a:ln w="38100" algn="ctr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4" name="Picture 20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26" y="2998420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直接连接符 504"/>
          <p:cNvCxnSpPr>
            <a:cxnSpLocks noChangeShapeType="1"/>
          </p:cNvCxnSpPr>
          <p:nvPr/>
        </p:nvCxnSpPr>
        <p:spPr bwMode="auto">
          <a:xfrm flipV="1">
            <a:off x="6036445" y="3150403"/>
            <a:ext cx="280481" cy="962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208"/>
          <p:cNvSpPr txBox="1">
            <a:spLocks noChangeArrowheads="1"/>
          </p:cNvSpPr>
          <p:nvPr/>
        </p:nvSpPr>
        <p:spPr bwMode="auto">
          <a:xfrm>
            <a:off x="6330525" y="2594411"/>
            <a:ext cx="3930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</a:p>
        </p:txBody>
      </p:sp>
      <p:sp>
        <p:nvSpPr>
          <p:cNvPr id="28" name="Text Box 213"/>
          <p:cNvSpPr txBox="1">
            <a:spLocks noChangeArrowheads="1"/>
          </p:cNvSpPr>
          <p:nvPr/>
        </p:nvSpPr>
        <p:spPr bwMode="auto">
          <a:xfrm>
            <a:off x="7926453" y="2794046"/>
            <a:ext cx="4203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</a:p>
        </p:txBody>
      </p:sp>
      <p:cxnSp>
        <p:nvCxnSpPr>
          <p:cNvPr id="29" name="直接连接符 536"/>
          <p:cNvCxnSpPr>
            <a:cxnSpLocks noChangeShapeType="1"/>
          </p:cNvCxnSpPr>
          <p:nvPr/>
        </p:nvCxnSpPr>
        <p:spPr bwMode="auto">
          <a:xfrm flipV="1">
            <a:off x="6792893" y="3140784"/>
            <a:ext cx="819344" cy="961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Text Box 48"/>
          <p:cNvSpPr txBox="1">
            <a:spLocks noChangeArrowheads="1"/>
          </p:cNvSpPr>
          <p:nvPr/>
        </p:nvSpPr>
        <p:spPr bwMode="auto">
          <a:xfrm>
            <a:off x="6921458" y="1935997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分公司</a:t>
            </a:r>
          </a:p>
        </p:txBody>
      </p:sp>
      <p:sp>
        <p:nvSpPr>
          <p:cNvPr id="35" name="矩形 540"/>
          <p:cNvSpPr>
            <a:spLocks noChangeArrowheads="1"/>
          </p:cNvSpPr>
          <p:nvPr/>
        </p:nvSpPr>
        <p:spPr bwMode="auto">
          <a:xfrm>
            <a:off x="1993262" y="2859902"/>
            <a:ext cx="108793" cy="169299"/>
          </a:xfrm>
          <a:prstGeom prst="rect">
            <a:avLst/>
          </a:prstGeom>
          <a:solidFill>
            <a:srgbClr val="00FFFF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9" name="组合 548"/>
          <p:cNvGrpSpPr>
            <a:grpSpLocks/>
          </p:cNvGrpSpPr>
          <p:nvPr/>
        </p:nvGrpSpPr>
        <p:grpSpPr bwMode="auto">
          <a:xfrm>
            <a:off x="1522200" y="2304938"/>
            <a:ext cx="1100530" cy="653079"/>
            <a:chOff x="1520899" y="598373"/>
            <a:chExt cx="1032475" cy="538002"/>
          </a:xfrm>
        </p:grpSpPr>
        <p:grpSp>
          <p:nvGrpSpPr>
            <p:cNvPr id="47" name="组合 516"/>
            <p:cNvGrpSpPr>
              <a:grpSpLocks/>
            </p:cNvGrpSpPr>
            <p:nvPr/>
          </p:nvGrpSpPr>
          <p:grpSpPr bwMode="auto">
            <a:xfrm>
              <a:off x="1520899" y="598373"/>
              <a:ext cx="1032475" cy="294860"/>
              <a:chOff x="1591178" y="576470"/>
              <a:chExt cx="992998" cy="294860"/>
            </a:xfrm>
          </p:grpSpPr>
          <p:sp>
            <p:nvSpPr>
              <p:cNvPr id="49" name="圆角矩形标注 552"/>
              <p:cNvSpPr>
                <a:spLocks noChangeArrowheads="1"/>
              </p:cNvSpPr>
              <p:nvPr/>
            </p:nvSpPr>
            <p:spPr bwMode="auto">
              <a:xfrm>
                <a:off x="1591178" y="576470"/>
                <a:ext cx="992998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0" name="Text Box 48"/>
              <p:cNvSpPr txBox="1">
                <a:spLocks noChangeArrowheads="1"/>
              </p:cNvSpPr>
              <p:nvPr/>
            </p:nvSpPr>
            <p:spPr bwMode="auto">
              <a:xfrm>
                <a:off x="1603229" y="609118"/>
                <a:ext cx="979485" cy="253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从 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1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:r>
                  <a:rPr lang="zh-CN" altLang="en-US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到 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3</a:t>
                </a:r>
                <a:endParaRPr lang="zh-CN" altLang="en-US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48" name="下箭头 551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pic>
        <p:nvPicPr>
          <p:cNvPr id="620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85" y="2877790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229" y="2876834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5" name="直接连接符 540"/>
          <p:cNvCxnSpPr>
            <a:cxnSpLocks noChangeShapeType="1"/>
          </p:cNvCxnSpPr>
          <p:nvPr/>
        </p:nvCxnSpPr>
        <p:spPr bwMode="auto">
          <a:xfrm flipH="1">
            <a:off x="1844534" y="3252365"/>
            <a:ext cx="805746" cy="45107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Text Box 213"/>
          <p:cNvSpPr txBox="1">
            <a:spLocks noChangeArrowheads="1"/>
          </p:cNvSpPr>
          <p:nvPr/>
        </p:nvSpPr>
        <p:spPr bwMode="auto">
          <a:xfrm>
            <a:off x="1249547" y="3430960"/>
            <a:ext cx="4203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</a:p>
        </p:txBody>
      </p:sp>
      <p:grpSp>
        <p:nvGrpSpPr>
          <p:cNvPr id="97" name="Group 352"/>
          <p:cNvGrpSpPr>
            <a:grpSpLocks/>
          </p:cNvGrpSpPr>
          <p:nvPr/>
        </p:nvGrpSpPr>
        <p:grpSpPr bwMode="auto">
          <a:xfrm>
            <a:off x="1377993" y="3518428"/>
            <a:ext cx="524774" cy="433344"/>
            <a:chOff x="624" y="2968"/>
            <a:chExt cx="1331" cy="920"/>
          </a:xfrm>
        </p:grpSpPr>
        <p:sp>
          <p:nvSpPr>
            <p:cNvPr id="98" name="Freeform 353"/>
            <p:cNvSpPr>
              <a:spLocks/>
            </p:cNvSpPr>
            <p:nvPr/>
          </p:nvSpPr>
          <p:spPr bwMode="auto">
            <a:xfrm>
              <a:off x="1238" y="2968"/>
              <a:ext cx="713" cy="770"/>
            </a:xfrm>
            <a:custGeom>
              <a:avLst/>
              <a:gdLst>
                <a:gd name="T0" fmla="*/ 1 w 1426"/>
                <a:gd name="T1" fmla="*/ 0 h 2309"/>
                <a:gd name="T2" fmla="*/ 1 w 1426"/>
                <a:gd name="T3" fmla="*/ 0 h 2309"/>
                <a:gd name="T4" fmla="*/ 0 w 1426"/>
                <a:gd name="T5" fmla="*/ 0 h 2309"/>
                <a:gd name="T6" fmla="*/ 1 w 1426"/>
                <a:gd name="T7" fmla="*/ 0 h 2309"/>
                <a:gd name="T8" fmla="*/ 1 w 1426"/>
                <a:gd name="T9" fmla="*/ 0 h 2309"/>
                <a:gd name="T10" fmla="*/ 1 w 1426"/>
                <a:gd name="T11" fmla="*/ 0 h 2309"/>
                <a:gd name="T12" fmla="*/ 1 w 1426"/>
                <a:gd name="T13" fmla="*/ 0 h 2309"/>
                <a:gd name="T14" fmla="*/ 1 w 1426"/>
                <a:gd name="T15" fmla="*/ 0 h 2309"/>
                <a:gd name="T16" fmla="*/ 1 w 1426"/>
                <a:gd name="T17" fmla="*/ 0 h 2309"/>
                <a:gd name="T18" fmla="*/ 1 w 1426"/>
                <a:gd name="T19" fmla="*/ 0 h 2309"/>
                <a:gd name="T20" fmla="*/ 1 w 1426"/>
                <a:gd name="T21" fmla="*/ 0 h 2309"/>
                <a:gd name="T22" fmla="*/ 1 w 1426"/>
                <a:gd name="T23" fmla="*/ 0 h 2309"/>
                <a:gd name="T24" fmla="*/ 1 w 1426"/>
                <a:gd name="T25" fmla="*/ 0 h 2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26"/>
                <a:gd name="T40" fmla="*/ 0 h 2309"/>
                <a:gd name="T41" fmla="*/ 1426 w 1426"/>
                <a:gd name="T42" fmla="*/ 2309 h 230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26" h="2309">
                  <a:moveTo>
                    <a:pt x="992" y="2292"/>
                  </a:moveTo>
                  <a:lnTo>
                    <a:pt x="964" y="2309"/>
                  </a:lnTo>
                  <a:lnTo>
                    <a:pt x="0" y="1462"/>
                  </a:lnTo>
                  <a:lnTo>
                    <a:pt x="326" y="59"/>
                  </a:lnTo>
                  <a:lnTo>
                    <a:pt x="369" y="18"/>
                  </a:lnTo>
                  <a:lnTo>
                    <a:pt x="414" y="0"/>
                  </a:lnTo>
                  <a:lnTo>
                    <a:pt x="457" y="9"/>
                  </a:lnTo>
                  <a:lnTo>
                    <a:pt x="1381" y="400"/>
                  </a:lnTo>
                  <a:lnTo>
                    <a:pt x="1411" y="421"/>
                  </a:lnTo>
                  <a:lnTo>
                    <a:pt x="1422" y="425"/>
                  </a:lnTo>
                  <a:lnTo>
                    <a:pt x="1426" y="445"/>
                  </a:lnTo>
                  <a:lnTo>
                    <a:pt x="1017" y="2306"/>
                  </a:lnTo>
                  <a:lnTo>
                    <a:pt x="992" y="22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99" name="Freeform 354"/>
            <p:cNvSpPr>
              <a:spLocks/>
            </p:cNvSpPr>
            <p:nvPr/>
          </p:nvSpPr>
          <p:spPr bwMode="auto">
            <a:xfrm>
              <a:off x="1668" y="3087"/>
              <a:ext cx="286" cy="660"/>
            </a:xfrm>
            <a:custGeom>
              <a:avLst/>
              <a:gdLst>
                <a:gd name="T0" fmla="*/ 0 w 573"/>
                <a:gd name="T1" fmla="*/ 0 h 1980"/>
                <a:gd name="T2" fmla="*/ 0 w 573"/>
                <a:gd name="T3" fmla="*/ 0 h 1980"/>
                <a:gd name="T4" fmla="*/ 0 w 573"/>
                <a:gd name="T5" fmla="*/ 0 h 1980"/>
                <a:gd name="T6" fmla="*/ 0 w 573"/>
                <a:gd name="T7" fmla="*/ 0 h 1980"/>
                <a:gd name="T8" fmla="*/ 0 w 573"/>
                <a:gd name="T9" fmla="*/ 0 h 1980"/>
                <a:gd name="T10" fmla="*/ 0 w 573"/>
                <a:gd name="T11" fmla="*/ 0 h 1980"/>
                <a:gd name="T12" fmla="*/ 0 w 573"/>
                <a:gd name="T13" fmla="*/ 0 h 1980"/>
                <a:gd name="T14" fmla="*/ 0 w 573"/>
                <a:gd name="T15" fmla="*/ 0 h 1980"/>
                <a:gd name="T16" fmla="*/ 0 w 573"/>
                <a:gd name="T17" fmla="*/ 0 h 1980"/>
                <a:gd name="T18" fmla="*/ 0 w 573"/>
                <a:gd name="T19" fmla="*/ 0 h 1980"/>
                <a:gd name="T20" fmla="*/ 0 w 573"/>
                <a:gd name="T21" fmla="*/ 0 h 1980"/>
                <a:gd name="T22" fmla="*/ 0 w 573"/>
                <a:gd name="T23" fmla="*/ 0 h 1980"/>
                <a:gd name="T24" fmla="*/ 0 w 573"/>
                <a:gd name="T25" fmla="*/ 0 h 1980"/>
                <a:gd name="T26" fmla="*/ 0 w 573"/>
                <a:gd name="T27" fmla="*/ 0 h 1980"/>
                <a:gd name="T28" fmla="*/ 0 w 573"/>
                <a:gd name="T29" fmla="*/ 0 h 1980"/>
                <a:gd name="T30" fmla="*/ 0 w 573"/>
                <a:gd name="T31" fmla="*/ 0 h 19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73"/>
                <a:gd name="T49" fmla="*/ 0 h 1980"/>
                <a:gd name="T50" fmla="*/ 573 w 573"/>
                <a:gd name="T51" fmla="*/ 1980 h 19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73" h="1980">
                  <a:moveTo>
                    <a:pt x="573" y="86"/>
                  </a:moveTo>
                  <a:lnTo>
                    <a:pt x="568" y="132"/>
                  </a:lnTo>
                  <a:lnTo>
                    <a:pt x="155" y="1923"/>
                  </a:lnTo>
                  <a:lnTo>
                    <a:pt x="151" y="1955"/>
                  </a:lnTo>
                  <a:lnTo>
                    <a:pt x="140" y="1972"/>
                  </a:lnTo>
                  <a:lnTo>
                    <a:pt x="125" y="1980"/>
                  </a:lnTo>
                  <a:lnTo>
                    <a:pt x="111" y="1975"/>
                  </a:lnTo>
                  <a:lnTo>
                    <a:pt x="86" y="1955"/>
                  </a:lnTo>
                  <a:lnTo>
                    <a:pt x="0" y="1880"/>
                  </a:lnTo>
                  <a:lnTo>
                    <a:pt x="425" y="39"/>
                  </a:lnTo>
                  <a:lnTo>
                    <a:pt x="420" y="27"/>
                  </a:lnTo>
                  <a:lnTo>
                    <a:pt x="396" y="0"/>
                  </a:lnTo>
                  <a:lnTo>
                    <a:pt x="445" y="20"/>
                  </a:lnTo>
                  <a:lnTo>
                    <a:pt x="541" y="61"/>
                  </a:lnTo>
                  <a:lnTo>
                    <a:pt x="559" y="75"/>
                  </a:lnTo>
                  <a:lnTo>
                    <a:pt x="573" y="86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00" name="Freeform 355"/>
            <p:cNvSpPr>
              <a:spLocks/>
            </p:cNvSpPr>
            <p:nvPr/>
          </p:nvSpPr>
          <p:spPr bwMode="auto">
            <a:xfrm>
              <a:off x="1432" y="2970"/>
              <a:ext cx="523" cy="147"/>
            </a:xfrm>
            <a:custGeom>
              <a:avLst/>
              <a:gdLst>
                <a:gd name="T0" fmla="*/ 0 w 1045"/>
                <a:gd name="T1" fmla="*/ 0 h 441"/>
                <a:gd name="T2" fmla="*/ 1 w 1045"/>
                <a:gd name="T3" fmla="*/ 0 h 441"/>
                <a:gd name="T4" fmla="*/ 1 w 1045"/>
                <a:gd name="T5" fmla="*/ 0 h 441"/>
                <a:gd name="T6" fmla="*/ 1 w 1045"/>
                <a:gd name="T7" fmla="*/ 0 h 441"/>
                <a:gd name="T8" fmla="*/ 1 w 1045"/>
                <a:gd name="T9" fmla="*/ 0 h 441"/>
                <a:gd name="T10" fmla="*/ 1 w 1045"/>
                <a:gd name="T11" fmla="*/ 0 h 441"/>
                <a:gd name="T12" fmla="*/ 0 w 1045"/>
                <a:gd name="T13" fmla="*/ 0 h 4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5"/>
                <a:gd name="T22" fmla="*/ 0 h 441"/>
                <a:gd name="T23" fmla="*/ 1045 w 1045"/>
                <a:gd name="T24" fmla="*/ 441 h 4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5" h="441">
                  <a:moveTo>
                    <a:pt x="0" y="0"/>
                  </a:moveTo>
                  <a:lnTo>
                    <a:pt x="31" y="1"/>
                  </a:lnTo>
                  <a:lnTo>
                    <a:pt x="62" y="10"/>
                  </a:lnTo>
                  <a:lnTo>
                    <a:pt x="1005" y="409"/>
                  </a:lnTo>
                  <a:lnTo>
                    <a:pt x="1037" y="427"/>
                  </a:lnTo>
                  <a:lnTo>
                    <a:pt x="1045" y="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020"/>
            </a:solidFill>
            <a:ln w="7938">
              <a:solidFill>
                <a:srgbClr val="20202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01" name="Freeform 356"/>
            <p:cNvSpPr>
              <a:spLocks/>
            </p:cNvSpPr>
            <p:nvPr/>
          </p:nvSpPr>
          <p:spPr bwMode="auto">
            <a:xfrm>
              <a:off x="1315" y="3056"/>
              <a:ext cx="478" cy="573"/>
            </a:xfrm>
            <a:custGeom>
              <a:avLst/>
              <a:gdLst>
                <a:gd name="T0" fmla="*/ 1 w 955"/>
                <a:gd name="T1" fmla="*/ 0 h 1719"/>
                <a:gd name="T2" fmla="*/ 0 w 955"/>
                <a:gd name="T3" fmla="*/ 0 h 1719"/>
                <a:gd name="T4" fmla="*/ 1 w 955"/>
                <a:gd name="T5" fmla="*/ 0 h 1719"/>
                <a:gd name="T6" fmla="*/ 1 w 955"/>
                <a:gd name="T7" fmla="*/ 0 h 1719"/>
                <a:gd name="T8" fmla="*/ 1 w 955"/>
                <a:gd name="T9" fmla="*/ 0 h 17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5"/>
                <a:gd name="T16" fmla="*/ 0 h 1719"/>
                <a:gd name="T17" fmla="*/ 955 w 955"/>
                <a:gd name="T18" fmla="*/ 1719 h 17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5" h="1719">
                  <a:moveTo>
                    <a:pt x="619" y="1719"/>
                  </a:moveTo>
                  <a:lnTo>
                    <a:pt x="0" y="1212"/>
                  </a:lnTo>
                  <a:lnTo>
                    <a:pt x="290" y="0"/>
                  </a:lnTo>
                  <a:lnTo>
                    <a:pt x="955" y="313"/>
                  </a:lnTo>
                  <a:lnTo>
                    <a:pt x="619" y="1719"/>
                  </a:lnTo>
                  <a:close/>
                </a:path>
              </a:pathLst>
            </a:custGeom>
            <a:solidFill>
              <a:srgbClr val="000000"/>
            </a:solidFill>
            <a:ln w="7938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02" name="Freeform 357"/>
            <p:cNvSpPr>
              <a:spLocks/>
            </p:cNvSpPr>
            <p:nvPr/>
          </p:nvSpPr>
          <p:spPr bwMode="auto">
            <a:xfrm>
              <a:off x="1337" y="3076"/>
              <a:ext cx="431" cy="529"/>
            </a:xfrm>
            <a:custGeom>
              <a:avLst/>
              <a:gdLst>
                <a:gd name="T0" fmla="*/ 1 w 862"/>
                <a:gd name="T1" fmla="*/ 0 h 1587"/>
                <a:gd name="T2" fmla="*/ 0 w 862"/>
                <a:gd name="T3" fmla="*/ 0 h 1587"/>
                <a:gd name="T4" fmla="*/ 1 w 862"/>
                <a:gd name="T5" fmla="*/ 0 h 1587"/>
                <a:gd name="T6" fmla="*/ 1 w 862"/>
                <a:gd name="T7" fmla="*/ 0 h 1587"/>
                <a:gd name="T8" fmla="*/ 1 w 862"/>
                <a:gd name="T9" fmla="*/ 0 h 1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2"/>
                <a:gd name="T16" fmla="*/ 0 h 1587"/>
                <a:gd name="T17" fmla="*/ 862 w 862"/>
                <a:gd name="T18" fmla="*/ 1587 h 15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2" h="1587">
                  <a:moveTo>
                    <a:pt x="546" y="1587"/>
                  </a:moveTo>
                  <a:lnTo>
                    <a:pt x="0" y="1134"/>
                  </a:lnTo>
                  <a:lnTo>
                    <a:pt x="272" y="0"/>
                  </a:lnTo>
                  <a:lnTo>
                    <a:pt x="862" y="268"/>
                  </a:lnTo>
                  <a:lnTo>
                    <a:pt x="546" y="1587"/>
                  </a:lnTo>
                  <a:close/>
                </a:path>
              </a:pathLst>
            </a:custGeom>
            <a:solidFill>
              <a:srgbClr val="C7C7C7"/>
            </a:solidFill>
            <a:ln w="7938">
              <a:solidFill>
                <a:srgbClr val="40404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03" name="Freeform 358"/>
            <p:cNvSpPr>
              <a:spLocks/>
            </p:cNvSpPr>
            <p:nvPr/>
          </p:nvSpPr>
          <p:spPr bwMode="auto">
            <a:xfrm>
              <a:off x="1233" y="2968"/>
              <a:ext cx="203" cy="494"/>
            </a:xfrm>
            <a:custGeom>
              <a:avLst/>
              <a:gdLst>
                <a:gd name="T0" fmla="*/ 0 w 408"/>
                <a:gd name="T1" fmla="*/ 0 h 1480"/>
                <a:gd name="T2" fmla="*/ 0 w 408"/>
                <a:gd name="T3" fmla="*/ 0 h 1480"/>
                <a:gd name="T4" fmla="*/ 0 w 408"/>
                <a:gd name="T5" fmla="*/ 0 h 1480"/>
                <a:gd name="T6" fmla="*/ 0 w 408"/>
                <a:gd name="T7" fmla="*/ 0 h 1480"/>
                <a:gd name="T8" fmla="*/ 0 w 408"/>
                <a:gd name="T9" fmla="*/ 0 h 1480"/>
                <a:gd name="T10" fmla="*/ 0 w 408"/>
                <a:gd name="T11" fmla="*/ 0 h 1480"/>
                <a:gd name="T12" fmla="*/ 0 w 408"/>
                <a:gd name="T13" fmla="*/ 0 h 1480"/>
                <a:gd name="T14" fmla="*/ 0 w 408"/>
                <a:gd name="T15" fmla="*/ 0 h 1480"/>
                <a:gd name="T16" fmla="*/ 0 w 408"/>
                <a:gd name="T17" fmla="*/ 0 h 1480"/>
                <a:gd name="T18" fmla="*/ 0 w 408"/>
                <a:gd name="T19" fmla="*/ 0 h 1480"/>
                <a:gd name="T20" fmla="*/ 0 w 408"/>
                <a:gd name="T21" fmla="*/ 0 h 1480"/>
                <a:gd name="T22" fmla="*/ 0 w 408"/>
                <a:gd name="T23" fmla="*/ 0 h 1480"/>
                <a:gd name="T24" fmla="*/ 0 w 408"/>
                <a:gd name="T25" fmla="*/ 0 h 1480"/>
                <a:gd name="T26" fmla="*/ 0 w 408"/>
                <a:gd name="T27" fmla="*/ 0 h 1480"/>
                <a:gd name="T28" fmla="*/ 0 w 408"/>
                <a:gd name="T29" fmla="*/ 0 h 1480"/>
                <a:gd name="T30" fmla="*/ 0 w 408"/>
                <a:gd name="T31" fmla="*/ 0 h 148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08"/>
                <a:gd name="T49" fmla="*/ 0 h 1480"/>
                <a:gd name="T50" fmla="*/ 408 w 408"/>
                <a:gd name="T51" fmla="*/ 1480 h 148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08" h="1480">
                  <a:moveTo>
                    <a:pt x="393" y="0"/>
                  </a:moveTo>
                  <a:lnTo>
                    <a:pt x="370" y="11"/>
                  </a:lnTo>
                  <a:lnTo>
                    <a:pt x="356" y="19"/>
                  </a:lnTo>
                  <a:lnTo>
                    <a:pt x="338" y="37"/>
                  </a:lnTo>
                  <a:lnTo>
                    <a:pt x="325" y="59"/>
                  </a:lnTo>
                  <a:lnTo>
                    <a:pt x="320" y="77"/>
                  </a:lnTo>
                  <a:lnTo>
                    <a:pt x="0" y="1459"/>
                  </a:lnTo>
                  <a:lnTo>
                    <a:pt x="12" y="1480"/>
                  </a:lnTo>
                  <a:lnTo>
                    <a:pt x="337" y="77"/>
                  </a:lnTo>
                  <a:lnTo>
                    <a:pt x="346" y="57"/>
                  </a:lnTo>
                  <a:lnTo>
                    <a:pt x="355" y="43"/>
                  </a:lnTo>
                  <a:lnTo>
                    <a:pt x="368" y="30"/>
                  </a:lnTo>
                  <a:lnTo>
                    <a:pt x="384" y="19"/>
                  </a:lnTo>
                  <a:lnTo>
                    <a:pt x="400" y="12"/>
                  </a:lnTo>
                  <a:lnTo>
                    <a:pt x="408" y="5"/>
                  </a:lnTo>
                  <a:lnTo>
                    <a:pt x="393" y="0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04" name="Freeform 359"/>
            <p:cNvSpPr>
              <a:spLocks/>
            </p:cNvSpPr>
            <p:nvPr/>
          </p:nvSpPr>
          <p:spPr bwMode="auto">
            <a:xfrm>
              <a:off x="1204" y="3479"/>
              <a:ext cx="532" cy="321"/>
            </a:xfrm>
            <a:custGeom>
              <a:avLst/>
              <a:gdLst>
                <a:gd name="T0" fmla="*/ 0 w 1065"/>
                <a:gd name="T1" fmla="*/ 0 h 963"/>
                <a:gd name="T2" fmla="*/ 0 w 1065"/>
                <a:gd name="T3" fmla="*/ 0 h 963"/>
                <a:gd name="T4" fmla="*/ 0 w 1065"/>
                <a:gd name="T5" fmla="*/ 0 h 963"/>
                <a:gd name="T6" fmla="*/ 0 w 1065"/>
                <a:gd name="T7" fmla="*/ 0 h 963"/>
                <a:gd name="T8" fmla="*/ 0 w 1065"/>
                <a:gd name="T9" fmla="*/ 0 h 963"/>
                <a:gd name="T10" fmla="*/ 0 w 1065"/>
                <a:gd name="T11" fmla="*/ 0 h 963"/>
                <a:gd name="T12" fmla="*/ 0 w 1065"/>
                <a:gd name="T13" fmla="*/ 0 h 963"/>
                <a:gd name="T14" fmla="*/ 0 w 1065"/>
                <a:gd name="T15" fmla="*/ 0 h 963"/>
                <a:gd name="T16" fmla="*/ 0 w 1065"/>
                <a:gd name="T17" fmla="*/ 0 h 963"/>
                <a:gd name="T18" fmla="*/ 0 w 1065"/>
                <a:gd name="T19" fmla="*/ 0 h 9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65"/>
                <a:gd name="T31" fmla="*/ 0 h 963"/>
                <a:gd name="T32" fmla="*/ 1065 w 1065"/>
                <a:gd name="T33" fmla="*/ 963 h 9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65" h="963">
                  <a:moveTo>
                    <a:pt x="1065" y="963"/>
                  </a:moveTo>
                  <a:lnTo>
                    <a:pt x="1047" y="833"/>
                  </a:lnTo>
                  <a:lnTo>
                    <a:pt x="1015" y="776"/>
                  </a:lnTo>
                  <a:lnTo>
                    <a:pt x="137" y="3"/>
                  </a:lnTo>
                  <a:lnTo>
                    <a:pt x="96" y="0"/>
                  </a:lnTo>
                  <a:lnTo>
                    <a:pt x="59" y="3"/>
                  </a:lnTo>
                  <a:lnTo>
                    <a:pt x="32" y="42"/>
                  </a:lnTo>
                  <a:lnTo>
                    <a:pt x="0" y="145"/>
                  </a:lnTo>
                  <a:lnTo>
                    <a:pt x="865" y="954"/>
                  </a:lnTo>
                  <a:lnTo>
                    <a:pt x="1065" y="963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05" name="Freeform 360"/>
            <p:cNvSpPr>
              <a:spLocks/>
            </p:cNvSpPr>
            <p:nvPr/>
          </p:nvSpPr>
          <p:spPr bwMode="auto">
            <a:xfrm>
              <a:off x="642" y="3519"/>
              <a:ext cx="985" cy="288"/>
            </a:xfrm>
            <a:custGeom>
              <a:avLst/>
              <a:gdLst>
                <a:gd name="T0" fmla="*/ 0 w 1969"/>
                <a:gd name="T1" fmla="*/ 0 h 862"/>
                <a:gd name="T2" fmla="*/ 1 w 1969"/>
                <a:gd name="T3" fmla="*/ 0 h 862"/>
                <a:gd name="T4" fmla="*/ 1 w 1969"/>
                <a:gd name="T5" fmla="*/ 0 h 862"/>
                <a:gd name="T6" fmla="*/ 1 w 1969"/>
                <a:gd name="T7" fmla="*/ 0 h 862"/>
                <a:gd name="T8" fmla="*/ 0 w 1969"/>
                <a:gd name="T9" fmla="*/ 0 h 8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69"/>
                <a:gd name="T16" fmla="*/ 0 h 862"/>
                <a:gd name="T17" fmla="*/ 1969 w 1969"/>
                <a:gd name="T18" fmla="*/ 862 h 8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69" h="862">
                  <a:moveTo>
                    <a:pt x="0" y="0"/>
                  </a:moveTo>
                  <a:lnTo>
                    <a:pt x="1121" y="24"/>
                  </a:lnTo>
                  <a:lnTo>
                    <a:pt x="1969" y="814"/>
                  </a:lnTo>
                  <a:lnTo>
                    <a:pt x="478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06" name="Freeform 361"/>
            <p:cNvSpPr>
              <a:spLocks/>
            </p:cNvSpPr>
            <p:nvPr/>
          </p:nvSpPr>
          <p:spPr bwMode="auto">
            <a:xfrm>
              <a:off x="852" y="3789"/>
              <a:ext cx="889" cy="99"/>
            </a:xfrm>
            <a:custGeom>
              <a:avLst/>
              <a:gdLst>
                <a:gd name="T0" fmla="*/ 1 w 1777"/>
                <a:gd name="T1" fmla="*/ 0 h 297"/>
                <a:gd name="T2" fmla="*/ 0 w 1777"/>
                <a:gd name="T3" fmla="*/ 0 h 297"/>
                <a:gd name="T4" fmla="*/ 1 w 1777"/>
                <a:gd name="T5" fmla="*/ 0 h 297"/>
                <a:gd name="T6" fmla="*/ 1 w 1777"/>
                <a:gd name="T7" fmla="*/ 0 h 297"/>
                <a:gd name="T8" fmla="*/ 1 w 1777"/>
                <a:gd name="T9" fmla="*/ 0 h 297"/>
                <a:gd name="T10" fmla="*/ 1 w 1777"/>
                <a:gd name="T11" fmla="*/ 0 h 297"/>
                <a:gd name="T12" fmla="*/ 1 w 1777"/>
                <a:gd name="T13" fmla="*/ 0 h 2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77"/>
                <a:gd name="T22" fmla="*/ 0 h 297"/>
                <a:gd name="T23" fmla="*/ 1777 w 1777"/>
                <a:gd name="T24" fmla="*/ 297 h 2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77" h="297">
                  <a:moveTo>
                    <a:pt x="54" y="52"/>
                  </a:moveTo>
                  <a:lnTo>
                    <a:pt x="0" y="297"/>
                  </a:lnTo>
                  <a:lnTo>
                    <a:pt x="1759" y="257"/>
                  </a:lnTo>
                  <a:lnTo>
                    <a:pt x="1777" y="173"/>
                  </a:lnTo>
                  <a:lnTo>
                    <a:pt x="1773" y="74"/>
                  </a:lnTo>
                  <a:lnTo>
                    <a:pt x="1768" y="0"/>
                  </a:lnTo>
                  <a:lnTo>
                    <a:pt x="54" y="52"/>
                  </a:lnTo>
                  <a:close/>
                </a:path>
              </a:pathLst>
            </a:custGeom>
            <a:solidFill>
              <a:srgbClr val="20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07" name="Freeform 362"/>
            <p:cNvSpPr>
              <a:spLocks/>
            </p:cNvSpPr>
            <p:nvPr/>
          </p:nvSpPr>
          <p:spPr bwMode="auto">
            <a:xfrm>
              <a:off x="624" y="3519"/>
              <a:ext cx="256" cy="369"/>
            </a:xfrm>
            <a:custGeom>
              <a:avLst/>
              <a:gdLst>
                <a:gd name="T0" fmla="*/ 0 w 513"/>
                <a:gd name="T1" fmla="*/ 0 h 1106"/>
                <a:gd name="T2" fmla="*/ 0 w 513"/>
                <a:gd name="T3" fmla="*/ 0 h 1106"/>
                <a:gd name="T4" fmla="*/ 0 w 513"/>
                <a:gd name="T5" fmla="*/ 0 h 1106"/>
                <a:gd name="T6" fmla="*/ 0 w 513"/>
                <a:gd name="T7" fmla="*/ 0 h 1106"/>
                <a:gd name="T8" fmla="*/ 0 w 513"/>
                <a:gd name="T9" fmla="*/ 0 h 1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3"/>
                <a:gd name="T16" fmla="*/ 0 h 1106"/>
                <a:gd name="T17" fmla="*/ 513 w 513"/>
                <a:gd name="T18" fmla="*/ 1106 h 1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3" h="1106">
                  <a:moveTo>
                    <a:pt x="37" y="0"/>
                  </a:moveTo>
                  <a:lnTo>
                    <a:pt x="0" y="200"/>
                  </a:lnTo>
                  <a:lnTo>
                    <a:pt x="457" y="1106"/>
                  </a:lnTo>
                  <a:lnTo>
                    <a:pt x="513" y="86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08" name="Freeform 363"/>
            <p:cNvSpPr>
              <a:spLocks/>
            </p:cNvSpPr>
            <p:nvPr/>
          </p:nvSpPr>
          <p:spPr bwMode="auto">
            <a:xfrm>
              <a:off x="1206" y="3791"/>
              <a:ext cx="132" cy="8"/>
            </a:xfrm>
            <a:custGeom>
              <a:avLst/>
              <a:gdLst>
                <a:gd name="T0" fmla="*/ 1 w 262"/>
                <a:gd name="T1" fmla="*/ 0 h 25"/>
                <a:gd name="T2" fmla="*/ 0 w 262"/>
                <a:gd name="T3" fmla="*/ 0 h 25"/>
                <a:gd name="T4" fmla="*/ 1 w 262"/>
                <a:gd name="T5" fmla="*/ 0 h 25"/>
                <a:gd name="T6" fmla="*/ 1 w 262"/>
                <a:gd name="T7" fmla="*/ 0 h 25"/>
                <a:gd name="T8" fmla="*/ 1 w 262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2"/>
                <a:gd name="T16" fmla="*/ 0 h 25"/>
                <a:gd name="T17" fmla="*/ 262 w 262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2" h="25">
                  <a:moveTo>
                    <a:pt x="2" y="25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62" y="19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sp>
          <p:nvSpPr>
            <p:cNvPr id="109" name="Freeform 364"/>
            <p:cNvSpPr>
              <a:spLocks/>
            </p:cNvSpPr>
            <p:nvPr/>
          </p:nvSpPr>
          <p:spPr bwMode="auto">
            <a:xfrm>
              <a:off x="927" y="3521"/>
              <a:ext cx="281" cy="279"/>
            </a:xfrm>
            <a:custGeom>
              <a:avLst/>
              <a:gdLst>
                <a:gd name="T0" fmla="*/ 1 w 561"/>
                <a:gd name="T1" fmla="*/ 0 h 836"/>
                <a:gd name="T2" fmla="*/ 0 w 561"/>
                <a:gd name="T3" fmla="*/ 0 h 836"/>
                <a:gd name="T4" fmla="*/ 1 w 561"/>
                <a:gd name="T5" fmla="*/ 0 h 836"/>
                <a:gd name="T6" fmla="*/ 1 w 561"/>
                <a:gd name="T7" fmla="*/ 0 h 8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1"/>
                <a:gd name="T13" fmla="*/ 0 h 836"/>
                <a:gd name="T14" fmla="*/ 561 w 561"/>
                <a:gd name="T15" fmla="*/ 836 h 8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1" h="836">
                  <a:moveTo>
                    <a:pt x="557" y="801"/>
                  </a:moveTo>
                  <a:lnTo>
                    <a:pt x="0" y="0"/>
                  </a:lnTo>
                  <a:lnTo>
                    <a:pt x="561" y="836"/>
                  </a:lnTo>
                  <a:lnTo>
                    <a:pt x="557" y="80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>
                <a:latin typeface="Montserrat" panose="00000500000000000000" pitchFamily="2" charset="0"/>
              </a:endParaRPr>
            </a:p>
          </p:txBody>
        </p:sp>
        <p:grpSp>
          <p:nvGrpSpPr>
            <p:cNvPr id="110" name="Group 365"/>
            <p:cNvGrpSpPr>
              <a:grpSpLocks/>
            </p:cNvGrpSpPr>
            <p:nvPr/>
          </p:nvGrpSpPr>
          <p:grpSpPr bwMode="auto">
            <a:xfrm>
              <a:off x="700" y="3526"/>
              <a:ext cx="515" cy="270"/>
              <a:chOff x="700" y="3526"/>
              <a:chExt cx="515" cy="270"/>
            </a:xfrm>
          </p:grpSpPr>
          <p:grpSp>
            <p:nvGrpSpPr>
              <p:cNvPr id="136" name="Group 366"/>
              <p:cNvGrpSpPr>
                <a:grpSpLocks/>
              </p:cNvGrpSpPr>
              <p:nvPr/>
            </p:nvGrpSpPr>
            <p:grpSpPr bwMode="auto">
              <a:xfrm>
                <a:off x="737" y="3534"/>
                <a:ext cx="49" cy="23"/>
                <a:chOff x="737" y="3534"/>
                <a:chExt cx="49" cy="23"/>
              </a:xfrm>
            </p:grpSpPr>
            <p:sp>
              <p:nvSpPr>
                <p:cNvPr id="549" name="Freeform 367"/>
                <p:cNvSpPr>
                  <a:spLocks/>
                </p:cNvSpPr>
                <p:nvPr/>
              </p:nvSpPr>
              <p:spPr bwMode="auto">
                <a:xfrm>
                  <a:off x="737" y="3534"/>
                  <a:ext cx="11" cy="23"/>
                </a:xfrm>
                <a:custGeom>
                  <a:avLst/>
                  <a:gdLst>
                    <a:gd name="T0" fmla="*/ 1 w 22"/>
                    <a:gd name="T1" fmla="*/ 0 h 67"/>
                    <a:gd name="T2" fmla="*/ 0 w 22"/>
                    <a:gd name="T3" fmla="*/ 0 h 67"/>
                    <a:gd name="T4" fmla="*/ 1 w 22"/>
                    <a:gd name="T5" fmla="*/ 0 h 67"/>
                    <a:gd name="T6" fmla="*/ 1 w 22"/>
                    <a:gd name="T7" fmla="*/ 0 h 67"/>
                    <a:gd name="T8" fmla="*/ 1 w 22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7"/>
                    <a:gd name="T17" fmla="*/ 22 w 22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7">
                      <a:moveTo>
                        <a:pt x="13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2" y="30"/>
                      </a:lnTo>
                      <a:lnTo>
                        <a:pt x="13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50" name="Freeform 368"/>
                <p:cNvSpPr>
                  <a:spLocks/>
                </p:cNvSpPr>
                <p:nvPr/>
              </p:nvSpPr>
              <p:spPr bwMode="auto">
                <a:xfrm>
                  <a:off x="742" y="3535"/>
                  <a:ext cx="36" cy="9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51" name="Freeform 369"/>
                <p:cNvSpPr>
                  <a:spLocks/>
                </p:cNvSpPr>
                <p:nvPr/>
              </p:nvSpPr>
              <p:spPr bwMode="auto">
                <a:xfrm>
                  <a:off x="744" y="3545"/>
                  <a:ext cx="42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37" name="Group 370"/>
              <p:cNvGrpSpPr>
                <a:grpSpLocks/>
              </p:cNvGrpSpPr>
              <p:nvPr/>
            </p:nvGrpSpPr>
            <p:grpSpPr bwMode="auto">
              <a:xfrm>
                <a:off x="748" y="3547"/>
                <a:ext cx="50" cy="23"/>
                <a:chOff x="748" y="3547"/>
                <a:chExt cx="50" cy="23"/>
              </a:xfrm>
            </p:grpSpPr>
            <p:sp>
              <p:nvSpPr>
                <p:cNvPr id="546" name="Freeform 371"/>
                <p:cNvSpPr>
                  <a:spLocks/>
                </p:cNvSpPr>
                <p:nvPr/>
              </p:nvSpPr>
              <p:spPr bwMode="auto">
                <a:xfrm>
                  <a:off x="748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47" name="Freeform 372"/>
                <p:cNvSpPr>
                  <a:spLocks/>
                </p:cNvSpPr>
                <p:nvPr/>
              </p:nvSpPr>
              <p:spPr bwMode="auto">
                <a:xfrm>
                  <a:off x="753" y="3548"/>
                  <a:ext cx="37" cy="10"/>
                </a:xfrm>
                <a:custGeom>
                  <a:avLst/>
                  <a:gdLst>
                    <a:gd name="T0" fmla="*/ 1 w 74"/>
                    <a:gd name="T1" fmla="*/ 0 h 29"/>
                    <a:gd name="T2" fmla="*/ 1 w 74"/>
                    <a:gd name="T3" fmla="*/ 0 h 29"/>
                    <a:gd name="T4" fmla="*/ 1 w 74"/>
                    <a:gd name="T5" fmla="*/ 0 h 29"/>
                    <a:gd name="T6" fmla="*/ 1 w 74"/>
                    <a:gd name="T7" fmla="*/ 0 h 29"/>
                    <a:gd name="T8" fmla="*/ 1 w 74"/>
                    <a:gd name="T9" fmla="*/ 0 h 29"/>
                    <a:gd name="T10" fmla="*/ 1 w 74"/>
                    <a:gd name="T11" fmla="*/ 0 h 29"/>
                    <a:gd name="T12" fmla="*/ 1 w 74"/>
                    <a:gd name="T13" fmla="*/ 0 h 29"/>
                    <a:gd name="T14" fmla="*/ 0 w 74"/>
                    <a:gd name="T15" fmla="*/ 0 h 29"/>
                    <a:gd name="T16" fmla="*/ 1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4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48" name="Freeform 373"/>
                <p:cNvSpPr>
                  <a:spLocks/>
                </p:cNvSpPr>
                <p:nvPr/>
              </p:nvSpPr>
              <p:spPr bwMode="auto">
                <a:xfrm>
                  <a:off x="757" y="3558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sp>
            <p:nvSpPr>
              <p:cNvPr id="138" name="Freeform 374"/>
              <p:cNvSpPr>
                <a:spLocks/>
              </p:cNvSpPr>
              <p:nvPr/>
            </p:nvSpPr>
            <p:spPr bwMode="auto">
              <a:xfrm>
                <a:off x="952" y="3538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9" name="Freeform 375"/>
              <p:cNvSpPr>
                <a:spLocks/>
              </p:cNvSpPr>
              <p:nvPr/>
            </p:nvSpPr>
            <p:spPr bwMode="auto">
              <a:xfrm>
                <a:off x="861" y="3535"/>
                <a:ext cx="11" cy="22"/>
              </a:xfrm>
              <a:custGeom>
                <a:avLst/>
                <a:gdLst>
                  <a:gd name="T0" fmla="*/ 0 w 24"/>
                  <a:gd name="T1" fmla="*/ 0 h 68"/>
                  <a:gd name="T2" fmla="*/ 0 w 24"/>
                  <a:gd name="T3" fmla="*/ 0 h 68"/>
                  <a:gd name="T4" fmla="*/ 0 w 24"/>
                  <a:gd name="T5" fmla="*/ 0 h 68"/>
                  <a:gd name="T6" fmla="*/ 0 w 24"/>
                  <a:gd name="T7" fmla="*/ 0 h 68"/>
                  <a:gd name="T8" fmla="*/ 0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5" y="68"/>
                    </a:moveTo>
                    <a:lnTo>
                      <a:pt x="0" y="27"/>
                    </a:lnTo>
                    <a:lnTo>
                      <a:pt x="11" y="0"/>
                    </a:lnTo>
                    <a:lnTo>
                      <a:pt x="24" y="31"/>
                    </a:lnTo>
                    <a:lnTo>
                      <a:pt x="15" y="6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0" name="Freeform 376"/>
              <p:cNvSpPr>
                <a:spLocks/>
              </p:cNvSpPr>
              <p:nvPr/>
            </p:nvSpPr>
            <p:spPr bwMode="auto">
              <a:xfrm>
                <a:off x="867" y="3535"/>
                <a:ext cx="34" cy="10"/>
              </a:xfrm>
              <a:custGeom>
                <a:avLst/>
                <a:gdLst>
                  <a:gd name="T0" fmla="*/ 0 w 70"/>
                  <a:gd name="T1" fmla="*/ 0 h 30"/>
                  <a:gd name="T2" fmla="*/ 0 w 70"/>
                  <a:gd name="T3" fmla="*/ 0 h 30"/>
                  <a:gd name="T4" fmla="*/ 0 w 70"/>
                  <a:gd name="T5" fmla="*/ 0 h 30"/>
                  <a:gd name="T6" fmla="*/ 0 w 70"/>
                  <a:gd name="T7" fmla="*/ 0 h 30"/>
                  <a:gd name="T8" fmla="*/ 0 w 70"/>
                  <a:gd name="T9" fmla="*/ 0 h 30"/>
                  <a:gd name="T10" fmla="*/ 0 w 70"/>
                  <a:gd name="T11" fmla="*/ 0 h 30"/>
                  <a:gd name="T12" fmla="*/ 0 w 70"/>
                  <a:gd name="T13" fmla="*/ 0 h 30"/>
                  <a:gd name="T14" fmla="*/ 0 w 70"/>
                  <a:gd name="T15" fmla="*/ 0 h 30"/>
                  <a:gd name="T16" fmla="*/ 0 w 70"/>
                  <a:gd name="T17" fmla="*/ 0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"/>
                  <a:gd name="T28" fmla="*/ 0 h 30"/>
                  <a:gd name="T29" fmla="*/ 70 w 70"/>
                  <a:gd name="T30" fmla="*/ 30 h 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" h="30">
                    <a:moveTo>
                      <a:pt x="0" y="0"/>
                    </a:moveTo>
                    <a:lnTo>
                      <a:pt x="49" y="0"/>
                    </a:lnTo>
                    <a:lnTo>
                      <a:pt x="50" y="3"/>
                    </a:lnTo>
                    <a:lnTo>
                      <a:pt x="54" y="13"/>
                    </a:lnTo>
                    <a:lnTo>
                      <a:pt x="70" y="30"/>
                    </a:lnTo>
                    <a:lnTo>
                      <a:pt x="16" y="30"/>
                    </a:lnTo>
                    <a:lnTo>
                      <a:pt x="7" y="2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1" name="Freeform 377"/>
              <p:cNvSpPr>
                <a:spLocks/>
              </p:cNvSpPr>
              <p:nvPr/>
            </p:nvSpPr>
            <p:spPr bwMode="auto">
              <a:xfrm>
                <a:off x="868" y="3545"/>
                <a:ext cx="42" cy="12"/>
              </a:xfrm>
              <a:custGeom>
                <a:avLst/>
                <a:gdLst>
                  <a:gd name="T0" fmla="*/ 0 w 83"/>
                  <a:gd name="T1" fmla="*/ 0 h 36"/>
                  <a:gd name="T2" fmla="*/ 1 w 83"/>
                  <a:gd name="T3" fmla="*/ 0 h 36"/>
                  <a:gd name="T4" fmla="*/ 1 w 83"/>
                  <a:gd name="T5" fmla="*/ 0 h 36"/>
                  <a:gd name="T6" fmla="*/ 1 w 83"/>
                  <a:gd name="T7" fmla="*/ 0 h 36"/>
                  <a:gd name="T8" fmla="*/ 1 w 83"/>
                  <a:gd name="T9" fmla="*/ 0 h 36"/>
                  <a:gd name="T10" fmla="*/ 1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1" y="19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42" name="Group 378"/>
              <p:cNvGrpSpPr>
                <a:grpSpLocks/>
              </p:cNvGrpSpPr>
              <p:nvPr/>
            </p:nvGrpSpPr>
            <p:grpSpPr bwMode="auto">
              <a:xfrm>
                <a:off x="872" y="3547"/>
                <a:ext cx="50" cy="23"/>
                <a:chOff x="872" y="3547"/>
                <a:chExt cx="50" cy="23"/>
              </a:xfrm>
            </p:grpSpPr>
            <p:sp>
              <p:nvSpPr>
                <p:cNvPr id="543" name="Freeform 379"/>
                <p:cNvSpPr>
                  <a:spLocks/>
                </p:cNvSpPr>
                <p:nvPr/>
              </p:nvSpPr>
              <p:spPr bwMode="auto">
                <a:xfrm>
                  <a:off x="872" y="3547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44" name="Freeform 380"/>
                <p:cNvSpPr>
                  <a:spLocks/>
                </p:cNvSpPr>
                <p:nvPr/>
              </p:nvSpPr>
              <p:spPr bwMode="auto">
                <a:xfrm>
                  <a:off x="878" y="3547"/>
                  <a:ext cx="36" cy="10"/>
                </a:xfrm>
                <a:custGeom>
                  <a:avLst/>
                  <a:gdLst>
                    <a:gd name="T0" fmla="*/ 0 w 73"/>
                    <a:gd name="T1" fmla="*/ 0 h 30"/>
                    <a:gd name="T2" fmla="*/ 0 w 73"/>
                    <a:gd name="T3" fmla="*/ 0 h 30"/>
                    <a:gd name="T4" fmla="*/ 0 w 73"/>
                    <a:gd name="T5" fmla="*/ 0 h 30"/>
                    <a:gd name="T6" fmla="*/ 0 w 73"/>
                    <a:gd name="T7" fmla="*/ 0 h 30"/>
                    <a:gd name="T8" fmla="*/ 0 w 73"/>
                    <a:gd name="T9" fmla="*/ 0 h 30"/>
                    <a:gd name="T10" fmla="*/ 0 w 73"/>
                    <a:gd name="T11" fmla="*/ 0 h 30"/>
                    <a:gd name="T12" fmla="*/ 0 w 73"/>
                    <a:gd name="T13" fmla="*/ 0 h 30"/>
                    <a:gd name="T14" fmla="*/ 0 w 73"/>
                    <a:gd name="T15" fmla="*/ 0 h 30"/>
                    <a:gd name="T16" fmla="*/ 0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3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45" name="Freeform 381"/>
                <p:cNvSpPr>
                  <a:spLocks/>
                </p:cNvSpPr>
                <p:nvPr/>
              </p:nvSpPr>
              <p:spPr bwMode="auto">
                <a:xfrm>
                  <a:off x="880" y="3558"/>
                  <a:ext cx="42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43" name="Group 382"/>
              <p:cNvGrpSpPr>
                <a:grpSpLocks/>
              </p:cNvGrpSpPr>
              <p:nvPr/>
            </p:nvGrpSpPr>
            <p:grpSpPr bwMode="auto">
              <a:xfrm>
                <a:off x="885" y="3559"/>
                <a:ext cx="50" cy="23"/>
                <a:chOff x="885" y="3559"/>
                <a:chExt cx="50" cy="23"/>
              </a:xfrm>
            </p:grpSpPr>
            <p:sp>
              <p:nvSpPr>
                <p:cNvPr id="540" name="Freeform 383"/>
                <p:cNvSpPr>
                  <a:spLocks/>
                </p:cNvSpPr>
                <p:nvPr/>
              </p:nvSpPr>
              <p:spPr bwMode="auto">
                <a:xfrm>
                  <a:off x="885" y="3559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41" name="Freeform 384"/>
                <p:cNvSpPr>
                  <a:spLocks/>
                </p:cNvSpPr>
                <p:nvPr/>
              </p:nvSpPr>
              <p:spPr bwMode="auto">
                <a:xfrm>
                  <a:off x="890" y="3560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3" y="0"/>
                      </a:moveTo>
                      <a:lnTo>
                        <a:pt x="49" y="0"/>
                      </a:lnTo>
                      <a:lnTo>
                        <a:pt x="52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10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42" name="Freeform 385"/>
                <p:cNvSpPr>
                  <a:spLocks/>
                </p:cNvSpPr>
                <p:nvPr/>
              </p:nvSpPr>
              <p:spPr bwMode="auto">
                <a:xfrm>
                  <a:off x="893" y="357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44" name="Group 386"/>
              <p:cNvGrpSpPr>
                <a:grpSpLocks/>
              </p:cNvGrpSpPr>
              <p:nvPr/>
            </p:nvGrpSpPr>
            <p:grpSpPr bwMode="auto">
              <a:xfrm>
                <a:off x="898" y="3571"/>
                <a:ext cx="49" cy="23"/>
                <a:chOff x="898" y="3571"/>
                <a:chExt cx="49" cy="23"/>
              </a:xfrm>
            </p:grpSpPr>
            <p:sp>
              <p:nvSpPr>
                <p:cNvPr id="537" name="Freeform 387"/>
                <p:cNvSpPr>
                  <a:spLocks/>
                </p:cNvSpPr>
                <p:nvPr/>
              </p:nvSpPr>
              <p:spPr bwMode="auto">
                <a:xfrm>
                  <a:off x="898" y="3571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38" name="Freeform 388"/>
                <p:cNvSpPr>
                  <a:spLocks/>
                </p:cNvSpPr>
                <p:nvPr/>
              </p:nvSpPr>
              <p:spPr bwMode="auto">
                <a:xfrm>
                  <a:off x="903" y="3572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39" name="Freeform 389"/>
                <p:cNvSpPr>
                  <a:spLocks/>
                </p:cNvSpPr>
                <p:nvPr/>
              </p:nvSpPr>
              <p:spPr bwMode="auto">
                <a:xfrm>
                  <a:off x="907" y="3582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5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45" name="Group 390"/>
              <p:cNvGrpSpPr>
                <a:grpSpLocks/>
              </p:cNvGrpSpPr>
              <p:nvPr/>
            </p:nvGrpSpPr>
            <p:grpSpPr bwMode="auto">
              <a:xfrm>
                <a:off x="911" y="3585"/>
                <a:ext cx="49" cy="23"/>
                <a:chOff x="911" y="3585"/>
                <a:chExt cx="49" cy="23"/>
              </a:xfrm>
            </p:grpSpPr>
            <p:sp>
              <p:nvSpPr>
                <p:cNvPr id="534" name="Freeform 391"/>
                <p:cNvSpPr>
                  <a:spLocks/>
                </p:cNvSpPr>
                <p:nvPr/>
              </p:nvSpPr>
              <p:spPr bwMode="auto">
                <a:xfrm>
                  <a:off x="911" y="3585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35" name="Freeform 392"/>
                <p:cNvSpPr>
                  <a:spLocks/>
                </p:cNvSpPr>
                <p:nvPr/>
              </p:nvSpPr>
              <p:spPr bwMode="auto">
                <a:xfrm>
                  <a:off x="915" y="3585"/>
                  <a:ext cx="38" cy="10"/>
                </a:xfrm>
                <a:custGeom>
                  <a:avLst/>
                  <a:gdLst>
                    <a:gd name="T0" fmla="*/ 1 w 75"/>
                    <a:gd name="T1" fmla="*/ 0 h 30"/>
                    <a:gd name="T2" fmla="*/ 1 w 75"/>
                    <a:gd name="T3" fmla="*/ 0 h 30"/>
                    <a:gd name="T4" fmla="*/ 1 w 75"/>
                    <a:gd name="T5" fmla="*/ 0 h 30"/>
                    <a:gd name="T6" fmla="*/ 1 w 75"/>
                    <a:gd name="T7" fmla="*/ 0 h 30"/>
                    <a:gd name="T8" fmla="*/ 1 w 75"/>
                    <a:gd name="T9" fmla="*/ 0 h 30"/>
                    <a:gd name="T10" fmla="*/ 1 w 75"/>
                    <a:gd name="T11" fmla="*/ 0 h 30"/>
                    <a:gd name="T12" fmla="*/ 1 w 75"/>
                    <a:gd name="T13" fmla="*/ 0 h 30"/>
                    <a:gd name="T14" fmla="*/ 0 w 75"/>
                    <a:gd name="T15" fmla="*/ 0 h 30"/>
                    <a:gd name="T16" fmla="*/ 1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2" y="0"/>
                      </a:lnTo>
                      <a:lnTo>
                        <a:pt x="53" y="3"/>
                      </a:lnTo>
                      <a:lnTo>
                        <a:pt x="57" y="12"/>
                      </a:lnTo>
                      <a:lnTo>
                        <a:pt x="75" y="30"/>
                      </a:lnTo>
                      <a:lnTo>
                        <a:pt x="19" y="30"/>
                      </a:lnTo>
                      <a:lnTo>
                        <a:pt x="11" y="21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536" name="Freeform 393"/>
                <p:cNvSpPr>
                  <a:spLocks/>
                </p:cNvSpPr>
                <p:nvPr/>
              </p:nvSpPr>
              <p:spPr bwMode="auto">
                <a:xfrm>
                  <a:off x="919" y="3596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46" name="Group 394"/>
              <p:cNvGrpSpPr>
                <a:grpSpLocks/>
              </p:cNvGrpSpPr>
              <p:nvPr/>
            </p:nvGrpSpPr>
            <p:grpSpPr bwMode="auto">
              <a:xfrm>
                <a:off x="923" y="3600"/>
                <a:ext cx="99" cy="73"/>
                <a:chOff x="923" y="3600"/>
                <a:chExt cx="99" cy="73"/>
              </a:xfrm>
            </p:grpSpPr>
            <p:grpSp>
              <p:nvGrpSpPr>
                <p:cNvPr id="512" name="Group 395"/>
                <p:cNvGrpSpPr>
                  <a:grpSpLocks/>
                </p:cNvGrpSpPr>
                <p:nvPr/>
              </p:nvGrpSpPr>
              <p:grpSpPr bwMode="auto">
                <a:xfrm>
                  <a:off x="923" y="3600"/>
                  <a:ext cx="49" cy="23"/>
                  <a:chOff x="923" y="3600"/>
                  <a:chExt cx="49" cy="23"/>
                </a:xfrm>
              </p:grpSpPr>
              <p:sp>
                <p:nvSpPr>
                  <p:cNvPr id="529" name="Freeform 396"/>
                  <p:cNvSpPr>
                    <a:spLocks/>
                  </p:cNvSpPr>
                  <p:nvPr/>
                </p:nvSpPr>
                <p:spPr bwMode="auto">
                  <a:xfrm>
                    <a:off x="923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30" name="Freeform 397"/>
                  <p:cNvSpPr>
                    <a:spLocks/>
                  </p:cNvSpPr>
                  <p:nvPr/>
                </p:nvSpPr>
                <p:spPr bwMode="auto">
                  <a:xfrm>
                    <a:off x="928" y="3600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33" name="Freeform 398"/>
                  <p:cNvSpPr>
                    <a:spLocks/>
                  </p:cNvSpPr>
                  <p:nvPr/>
                </p:nvSpPr>
                <p:spPr bwMode="auto">
                  <a:xfrm>
                    <a:off x="930" y="3610"/>
                    <a:ext cx="42" cy="13"/>
                  </a:xfrm>
                  <a:custGeom>
                    <a:avLst/>
                    <a:gdLst>
                      <a:gd name="T0" fmla="*/ 0 w 82"/>
                      <a:gd name="T1" fmla="*/ 0 h 37"/>
                      <a:gd name="T2" fmla="*/ 1 w 82"/>
                      <a:gd name="T3" fmla="*/ 0 h 37"/>
                      <a:gd name="T4" fmla="*/ 1 w 82"/>
                      <a:gd name="T5" fmla="*/ 0 h 37"/>
                      <a:gd name="T6" fmla="*/ 1 w 82"/>
                      <a:gd name="T7" fmla="*/ 0 h 37"/>
                      <a:gd name="T8" fmla="*/ 1 w 82"/>
                      <a:gd name="T9" fmla="*/ 0 h 37"/>
                      <a:gd name="T10" fmla="*/ 1 w 82"/>
                      <a:gd name="T11" fmla="*/ 0 h 37"/>
                      <a:gd name="T12" fmla="*/ 0 w 82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7"/>
                      <a:gd name="T23" fmla="*/ 82 w 82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7">
                        <a:moveTo>
                          <a:pt x="0" y="37"/>
                        </a:moveTo>
                        <a:lnTo>
                          <a:pt x="2" y="22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13" name="Group 399"/>
                <p:cNvGrpSpPr>
                  <a:grpSpLocks/>
                </p:cNvGrpSpPr>
                <p:nvPr/>
              </p:nvGrpSpPr>
              <p:grpSpPr bwMode="auto">
                <a:xfrm>
                  <a:off x="935" y="3612"/>
                  <a:ext cx="48" cy="23"/>
                  <a:chOff x="935" y="3612"/>
                  <a:chExt cx="48" cy="23"/>
                </a:xfrm>
              </p:grpSpPr>
              <p:sp>
                <p:nvSpPr>
                  <p:cNvPr id="526" name="Freeform 400"/>
                  <p:cNvSpPr>
                    <a:spLocks/>
                  </p:cNvSpPr>
                  <p:nvPr/>
                </p:nvSpPr>
                <p:spPr bwMode="auto">
                  <a:xfrm>
                    <a:off x="935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7" name="Freeform 401"/>
                  <p:cNvSpPr>
                    <a:spLocks/>
                  </p:cNvSpPr>
                  <p:nvPr/>
                </p:nvSpPr>
                <p:spPr bwMode="auto">
                  <a:xfrm>
                    <a:off x="939" y="3612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3" y="3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8" name="Freeform 402"/>
                  <p:cNvSpPr>
                    <a:spLocks/>
                  </p:cNvSpPr>
                  <p:nvPr/>
                </p:nvSpPr>
                <p:spPr bwMode="auto">
                  <a:xfrm>
                    <a:off x="943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14" name="Group 403"/>
                <p:cNvGrpSpPr>
                  <a:grpSpLocks/>
                </p:cNvGrpSpPr>
                <p:nvPr/>
              </p:nvGrpSpPr>
              <p:grpSpPr bwMode="auto">
                <a:xfrm>
                  <a:off x="947" y="3625"/>
                  <a:ext cx="50" cy="22"/>
                  <a:chOff x="947" y="3625"/>
                  <a:chExt cx="50" cy="22"/>
                </a:xfrm>
              </p:grpSpPr>
              <p:sp>
                <p:nvSpPr>
                  <p:cNvPr id="523" name="Freeform 404"/>
                  <p:cNvSpPr>
                    <a:spLocks/>
                  </p:cNvSpPr>
                  <p:nvPr/>
                </p:nvSpPr>
                <p:spPr bwMode="auto">
                  <a:xfrm>
                    <a:off x="947" y="3625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4" name="Freeform 405"/>
                  <p:cNvSpPr>
                    <a:spLocks/>
                  </p:cNvSpPr>
                  <p:nvPr/>
                </p:nvSpPr>
                <p:spPr bwMode="auto">
                  <a:xfrm>
                    <a:off x="953" y="3625"/>
                    <a:ext cx="36" cy="10"/>
                  </a:xfrm>
                  <a:custGeom>
                    <a:avLst/>
                    <a:gdLst>
                      <a:gd name="T0" fmla="*/ 0 w 73"/>
                      <a:gd name="T1" fmla="*/ 0 h 29"/>
                      <a:gd name="T2" fmla="*/ 0 w 73"/>
                      <a:gd name="T3" fmla="*/ 0 h 29"/>
                      <a:gd name="T4" fmla="*/ 0 w 73"/>
                      <a:gd name="T5" fmla="*/ 0 h 29"/>
                      <a:gd name="T6" fmla="*/ 0 w 73"/>
                      <a:gd name="T7" fmla="*/ 0 h 29"/>
                      <a:gd name="T8" fmla="*/ 0 w 73"/>
                      <a:gd name="T9" fmla="*/ 0 h 29"/>
                      <a:gd name="T10" fmla="*/ 0 w 73"/>
                      <a:gd name="T11" fmla="*/ 0 h 29"/>
                      <a:gd name="T12" fmla="*/ 0 w 73"/>
                      <a:gd name="T13" fmla="*/ 0 h 29"/>
                      <a:gd name="T14" fmla="*/ 0 w 73"/>
                      <a:gd name="T15" fmla="*/ 0 h 29"/>
                      <a:gd name="T16" fmla="*/ 0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3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5" name="Freeform 406"/>
                  <p:cNvSpPr>
                    <a:spLocks/>
                  </p:cNvSpPr>
                  <p:nvPr/>
                </p:nvSpPr>
                <p:spPr bwMode="auto">
                  <a:xfrm>
                    <a:off x="955" y="3635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20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15" name="Group 407"/>
                <p:cNvGrpSpPr>
                  <a:grpSpLocks/>
                </p:cNvGrpSpPr>
                <p:nvPr/>
              </p:nvGrpSpPr>
              <p:grpSpPr bwMode="auto">
                <a:xfrm>
                  <a:off x="960" y="3637"/>
                  <a:ext cx="50" cy="23"/>
                  <a:chOff x="960" y="3637"/>
                  <a:chExt cx="50" cy="23"/>
                </a:xfrm>
              </p:grpSpPr>
              <p:sp>
                <p:nvSpPr>
                  <p:cNvPr id="520" name="Freeform 408"/>
                  <p:cNvSpPr>
                    <a:spLocks/>
                  </p:cNvSpPr>
                  <p:nvPr/>
                </p:nvSpPr>
                <p:spPr bwMode="auto">
                  <a:xfrm>
                    <a:off x="960" y="3637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1" name="Freeform 409"/>
                  <p:cNvSpPr>
                    <a:spLocks/>
                  </p:cNvSpPr>
                  <p:nvPr/>
                </p:nvSpPr>
                <p:spPr bwMode="auto">
                  <a:xfrm>
                    <a:off x="965" y="3638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3" y="0"/>
                        </a:moveTo>
                        <a:lnTo>
                          <a:pt x="49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22" name="Freeform 410"/>
                  <p:cNvSpPr>
                    <a:spLocks/>
                  </p:cNvSpPr>
                  <p:nvPr/>
                </p:nvSpPr>
                <p:spPr bwMode="auto">
                  <a:xfrm>
                    <a:off x="968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516" name="Group 411"/>
                <p:cNvGrpSpPr>
                  <a:grpSpLocks/>
                </p:cNvGrpSpPr>
                <p:nvPr/>
              </p:nvGrpSpPr>
              <p:grpSpPr bwMode="auto">
                <a:xfrm>
                  <a:off x="973" y="3650"/>
                  <a:ext cx="49" cy="23"/>
                  <a:chOff x="973" y="3650"/>
                  <a:chExt cx="49" cy="23"/>
                </a:xfrm>
              </p:grpSpPr>
              <p:sp>
                <p:nvSpPr>
                  <p:cNvPr id="517" name="Freeform 412"/>
                  <p:cNvSpPr>
                    <a:spLocks/>
                  </p:cNvSpPr>
                  <p:nvPr/>
                </p:nvSpPr>
                <p:spPr bwMode="auto">
                  <a:xfrm>
                    <a:off x="973" y="3650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18" name="Freeform 413"/>
                  <p:cNvSpPr>
                    <a:spLocks/>
                  </p:cNvSpPr>
                  <p:nvPr/>
                </p:nvSpPr>
                <p:spPr bwMode="auto">
                  <a:xfrm>
                    <a:off x="978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2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9" y="29"/>
                        </a:lnTo>
                        <a:lnTo>
                          <a:pt x="10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19" name="Freeform 414"/>
                  <p:cNvSpPr>
                    <a:spLocks/>
                  </p:cNvSpPr>
                  <p:nvPr/>
                </p:nvSpPr>
                <p:spPr bwMode="auto">
                  <a:xfrm>
                    <a:off x="982" y="3661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5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47" name="Group 415"/>
              <p:cNvGrpSpPr>
                <a:grpSpLocks/>
              </p:cNvGrpSpPr>
              <p:nvPr/>
            </p:nvGrpSpPr>
            <p:grpSpPr bwMode="auto">
              <a:xfrm>
                <a:off x="985" y="3665"/>
                <a:ext cx="100" cy="73"/>
                <a:chOff x="985" y="3665"/>
                <a:chExt cx="100" cy="73"/>
              </a:xfrm>
            </p:grpSpPr>
            <p:grpSp>
              <p:nvGrpSpPr>
                <p:cNvPr id="492" name="Group 416"/>
                <p:cNvGrpSpPr>
                  <a:grpSpLocks/>
                </p:cNvGrpSpPr>
                <p:nvPr/>
              </p:nvGrpSpPr>
              <p:grpSpPr bwMode="auto">
                <a:xfrm>
                  <a:off x="985" y="3665"/>
                  <a:ext cx="50" cy="23"/>
                  <a:chOff x="985" y="3665"/>
                  <a:chExt cx="50" cy="23"/>
                </a:xfrm>
              </p:grpSpPr>
              <p:sp>
                <p:nvSpPr>
                  <p:cNvPr id="509" name="Freeform 417"/>
                  <p:cNvSpPr>
                    <a:spLocks/>
                  </p:cNvSpPr>
                  <p:nvPr/>
                </p:nvSpPr>
                <p:spPr bwMode="auto">
                  <a:xfrm>
                    <a:off x="985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10" name="Freeform 418"/>
                  <p:cNvSpPr>
                    <a:spLocks/>
                  </p:cNvSpPr>
                  <p:nvPr/>
                </p:nvSpPr>
                <p:spPr bwMode="auto">
                  <a:xfrm>
                    <a:off x="989" y="3665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11" name="Freeform 419"/>
                  <p:cNvSpPr>
                    <a:spLocks/>
                  </p:cNvSpPr>
                  <p:nvPr/>
                </p:nvSpPr>
                <p:spPr bwMode="auto">
                  <a:xfrm>
                    <a:off x="993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93" name="Group 420"/>
                <p:cNvGrpSpPr>
                  <a:grpSpLocks/>
                </p:cNvGrpSpPr>
                <p:nvPr/>
              </p:nvGrpSpPr>
              <p:grpSpPr bwMode="auto">
                <a:xfrm>
                  <a:off x="997" y="3677"/>
                  <a:ext cx="49" cy="23"/>
                  <a:chOff x="997" y="3677"/>
                  <a:chExt cx="49" cy="23"/>
                </a:xfrm>
              </p:grpSpPr>
              <p:sp>
                <p:nvSpPr>
                  <p:cNvPr id="506" name="Freeform 421"/>
                  <p:cNvSpPr>
                    <a:spLocks/>
                  </p:cNvSpPr>
                  <p:nvPr/>
                </p:nvSpPr>
                <p:spPr bwMode="auto">
                  <a:xfrm>
                    <a:off x="997" y="3677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3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07" name="Freeform 422"/>
                  <p:cNvSpPr>
                    <a:spLocks/>
                  </p:cNvSpPr>
                  <p:nvPr/>
                </p:nvSpPr>
                <p:spPr bwMode="auto">
                  <a:xfrm>
                    <a:off x="1002" y="367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08" name="Freeform 423"/>
                  <p:cNvSpPr>
                    <a:spLocks/>
                  </p:cNvSpPr>
                  <p:nvPr/>
                </p:nvSpPr>
                <p:spPr bwMode="auto">
                  <a:xfrm>
                    <a:off x="1005" y="3688"/>
                    <a:ext cx="41" cy="12"/>
                  </a:xfrm>
                  <a:custGeom>
                    <a:avLst/>
                    <a:gdLst>
                      <a:gd name="T0" fmla="*/ 0 w 83"/>
                      <a:gd name="T1" fmla="*/ 0 h 37"/>
                      <a:gd name="T2" fmla="*/ 0 w 83"/>
                      <a:gd name="T3" fmla="*/ 0 h 37"/>
                      <a:gd name="T4" fmla="*/ 0 w 83"/>
                      <a:gd name="T5" fmla="*/ 0 h 37"/>
                      <a:gd name="T6" fmla="*/ 0 w 83"/>
                      <a:gd name="T7" fmla="*/ 0 h 37"/>
                      <a:gd name="T8" fmla="*/ 0 w 83"/>
                      <a:gd name="T9" fmla="*/ 0 h 37"/>
                      <a:gd name="T10" fmla="*/ 0 w 83"/>
                      <a:gd name="T11" fmla="*/ 0 h 37"/>
                      <a:gd name="T12" fmla="*/ 0 w 83"/>
                      <a:gd name="T13" fmla="*/ 0 h 37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7"/>
                      <a:gd name="T23" fmla="*/ 83 w 83"/>
                      <a:gd name="T24" fmla="*/ 37 h 37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7">
                        <a:moveTo>
                          <a:pt x="0" y="37"/>
                        </a:moveTo>
                        <a:lnTo>
                          <a:pt x="4" y="19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7"/>
                        </a:lnTo>
                        <a:lnTo>
                          <a:pt x="0" y="3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94" name="Group 424"/>
                <p:cNvGrpSpPr>
                  <a:grpSpLocks/>
                </p:cNvGrpSpPr>
                <p:nvPr/>
              </p:nvGrpSpPr>
              <p:grpSpPr bwMode="auto">
                <a:xfrm>
                  <a:off x="1010" y="3690"/>
                  <a:ext cx="48" cy="23"/>
                  <a:chOff x="1010" y="3690"/>
                  <a:chExt cx="48" cy="23"/>
                </a:xfrm>
              </p:grpSpPr>
              <p:sp>
                <p:nvSpPr>
                  <p:cNvPr id="503" name="Freeform 425"/>
                  <p:cNvSpPr>
                    <a:spLocks/>
                  </p:cNvSpPr>
                  <p:nvPr/>
                </p:nvSpPr>
                <p:spPr bwMode="auto">
                  <a:xfrm>
                    <a:off x="1010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04" name="Freeform 426"/>
                  <p:cNvSpPr>
                    <a:spLocks/>
                  </p:cNvSpPr>
                  <p:nvPr/>
                </p:nvSpPr>
                <p:spPr bwMode="auto">
                  <a:xfrm>
                    <a:off x="1014" y="3690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05" name="Freeform 427"/>
                  <p:cNvSpPr>
                    <a:spLocks/>
                  </p:cNvSpPr>
                  <p:nvPr/>
                </p:nvSpPr>
                <p:spPr bwMode="auto">
                  <a:xfrm>
                    <a:off x="1018" y="3701"/>
                    <a:ext cx="40" cy="12"/>
                  </a:xfrm>
                  <a:custGeom>
                    <a:avLst/>
                    <a:gdLst>
                      <a:gd name="T0" fmla="*/ 0 w 82"/>
                      <a:gd name="T1" fmla="*/ 0 h 35"/>
                      <a:gd name="T2" fmla="*/ 0 w 82"/>
                      <a:gd name="T3" fmla="*/ 0 h 35"/>
                      <a:gd name="T4" fmla="*/ 0 w 82"/>
                      <a:gd name="T5" fmla="*/ 0 h 35"/>
                      <a:gd name="T6" fmla="*/ 0 w 82"/>
                      <a:gd name="T7" fmla="*/ 0 h 35"/>
                      <a:gd name="T8" fmla="*/ 0 w 82"/>
                      <a:gd name="T9" fmla="*/ 0 h 35"/>
                      <a:gd name="T10" fmla="*/ 0 w 82"/>
                      <a:gd name="T11" fmla="*/ 0 h 35"/>
                      <a:gd name="T12" fmla="*/ 0 w 82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5"/>
                      <a:gd name="T23" fmla="*/ 82 w 82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95" name="Group 428"/>
                <p:cNvGrpSpPr>
                  <a:grpSpLocks/>
                </p:cNvGrpSpPr>
                <p:nvPr/>
              </p:nvGrpSpPr>
              <p:grpSpPr bwMode="auto">
                <a:xfrm>
                  <a:off x="1023" y="3703"/>
                  <a:ext cx="49" cy="22"/>
                  <a:chOff x="1023" y="3703"/>
                  <a:chExt cx="49" cy="22"/>
                </a:xfrm>
              </p:grpSpPr>
              <p:sp>
                <p:nvSpPr>
                  <p:cNvPr id="500" name="Freeform 429"/>
                  <p:cNvSpPr>
                    <a:spLocks/>
                  </p:cNvSpPr>
                  <p:nvPr/>
                </p:nvSpPr>
                <p:spPr bwMode="auto">
                  <a:xfrm>
                    <a:off x="1023" y="3703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01" name="Freeform 430"/>
                  <p:cNvSpPr>
                    <a:spLocks/>
                  </p:cNvSpPr>
                  <p:nvPr/>
                </p:nvSpPr>
                <p:spPr bwMode="auto">
                  <a:xfrm>
                    <a:off x="1028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502" name="Freeform 431"/>
                  <p:cNvSpPr>
                    <a:spLocks/>
                  </p:cNvSpPr>
                  <p:nvPr/>
                </p:nvSpPr>
                <p:spPr bwMode="auto">
                  <a:xfrm>
                    <a:off x="1030" y="3713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3" y="0"/>
                        </a:lnTo>
                        <a:lnTo>
                          <a:pt x="70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96" name="Group 432"/>
                <p:cNvGrpSpPr>
                  <a:grpSpLocks/>
                </p:cNvGrpSpPr>
                <p:nvPr/>
              </p:nvGrpSpPr>
              <p:grpSpPr bwMode="auto">
                <a:xfrm>
                  <a:off x="1036" y="3716"/>
                  <a:ext cx="49" cy="22"/>
                  <a:chOff x="1036" y="3716"/>
                  <a:chExt cx="49" cy="22"/>
                </a:xfrm>
              </p:grpSpPr>
              <p:sp>
                <p:nvSpPr>
                  <p:cNvPr id="497" name="Freeform 433"/>
                  <p:cNvSpPr>
                    <a:spLocks/>
                  </p:cNvSpPr>
                  <p:nvPr/>
                </p:nvSpPr>
                <p:spPr bwMode="auto">
                  <a:xfrm>
                    <a:off x="1036" y="3716"/>
                    <a:ext cx="11" cy="22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1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98" name="Freeform 434"/>
                  <p:cNvSpPr>
                    <a:spLocks/>
                  </p:cNvSpPr>
                  <p:nvPr/>
                </p:nvSpPr>
                <p:spPr bwMode="auto">
                  <a:xfrm>
                    <a:off x="1040" y="3716"/>
                    <a:ext cx="37" cy="10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3" y="0"/>
                        </a:move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99" name="Freeform 435"/>
                  <p:cNvSpPr>
                    <a:spLocks/>
                  </p:cNvSpPr>
                  <p:nvPr/>
                </p:nvSpPr>
                <p:spPr bwMode="auto">
                  <a:xfrm>
                    <a:off x="1043" y="3726"/>
                    <a:ext cx="42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0"/>
                        </a:lnTo>
                        <a:lnTo>
                          <a:pt x="6" y="8"/>
                        </a:lnTo>
                        <a:lnTo>
                          <a:pt x="10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48" name="Group 436"/>
              <p:cNvGrpSpPr>
                <a:grpSpLocks/>
              </p:cNvGrpSpPr>
              <p:nvPr/>
            </p:nvGrpSpPr>
            <p:grpSpPr bwMode="auto">
              <a:xfrm>
                <a:off x="1046" y="3727"/>
                <a:ext cx="49" cy="23"/>
                <a:chOff x="1046" y="3727"/>
                <a:chExt cx="49" cy="23"/>
              </a:xfrm>
            </p:grpSpPr>
            <p:sp>
              <p:nvSpPr>
                <p:cNvPr id="489" name="Freeform 437"/>
                <p:cNvSpPr>
                  <a:spLocks/>
                </p:cNvSpPr>
                <p:nvPr/>
              </p:nvSpPr>
              <p:spPr bwMode="auto">
                <a:xfrm>
                  <a:off x="1046" y="372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90" name="Freeform 438"/>
                <p:cNvSpPr>
                  <a:spLocks/>
                </p:cNvSpPr>
                <p:nvPr/>
              </p:nvSpPr>
              <p:spPr bwMode="auto">
                <a:xfrm>
                  <a:off x="1051" y="3727"/>
                  <a:ext cx="36" cy="11"/>
                </a:xfrm>
                <a:custGeom>
                  <a:avLst/>
                  <a:gdLst>
                    <a:gd name="T0" fmla="*/ 0 w 73"/>
                    <a:gd name="T1" fmla="*/ 0 h 31"/>
                    <a:gd name="T2" fmla="*/ 0 w 73"/>
                    <a:gd name="T3" fmla="*/ 0 h 31"/>
                    <a:gd name="T4" fmla="*/ 0 w 73"/>
                    <a:gd name="T5" fmla="*/ 0 h 31"/>
                    <a:gd name="T6" fmla="*/ 0 w 73"/>
                    <a:gd name="T7" fmla="*/ 0 h 31"/>
                    <a:gd name="T8" fmla="*/ 0 w 73"/>
                    <a:gd name="T9" fmla="*/ 0 h 31"/>
                    <a:gd name="T10" fmla="*/ 0 w 73"/>
                    <a:gd name="T11" fmla="*/ 0 h 31"/>
                    <a:gd name="T12" fmla="*/ 0 w 73"/>
                    <a:gd name="T13" fmla="*/ 0 h 31"/>
                    <a:gd name="T14" fmla="*/ 0 w 73"/>
                    <a:gd name="T15" fmla="*/ 0 h 31"/>
                    <a:gd name="T16" fmla="*/ 0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7" y="13"/>
                      </a:lnTo>
                      <a:lnTo>
                        <a:pt x="73" y="31"/>
                      </a:lnTo>
                      <a:lnTo>
                        <a:pt x="17" y="31"/>
                      </a:lnTo>
                      <a:lnTo>
                        <a:pt x="10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91" name="Freeform 439"/>
                <p:cNvSpPr>
                  <a:spLocks/>
                </p:cNvSpPr>
                <p:nvPr/>
              </p:nvSpPr>
              <p:spPr bwMode="auto">
                <a:xfrm>
                  <a:off x="1054" y="3738"/>
                  <a:ext cx="41" cy="12"/>
                </a:xfrm>
                <a:custGeom>
                  <a:avLst/>
                  <a:gdLst>
                    <a:gd name="T0" fmla="*/ 0 w 82"/>
                    <a:gd name="T1" fmla="*/ 0 h 35"/>
                    <a:gd name="T2" fmla="*/ 1 w 82"/>
                    <a:gd name="T3" fmla="*/ 0 h 35"/>
                    <a:gd name="T4" fmla="*/ 1 w 82"/>
                    <a:gd name="T5" fmla="*/ 0 h 35"/>
                    <a:gd name="T6" fmla="*/ 1 w 82"/>
                    <a:gd name="T7" fmla="*/ 0 h 35"/>
                    <a:gd name="T8" fmla="*/ 1 w 82"/>
                    <a:gd name="T9" fmla="*/ 0 h 35"/>
                    <a:gd name="T10" fmla="*/ 1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6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49" name="Group 440"/>
              <p:cNvGrpSpPr>
                <a:grpSpLocks/>
              </p:cNvGrpSpPr>
              <p:nvPr/>
            </p:nvGrpSpPr>
            <p:grpSpPr bwMode="auto">
              <a:xfrm>
                <a:off x="1058" y="3739"/>
                <a:ext cx="50" cy="23"/>
                <a:chOff x="1058" y="3739"/>
                <a:chExt cx="50" cy="23"/>
              </a:xfrm>
            </p:grpSpPr>
            <p:sp>
              <p:nvSpPr>
                <p:cNvPr id="486" name="Freeform 441"/>
                <p:cNvSpPr>
                  <a:spLocks/>
                </p:cNvSpPr>
                <p:nvPr/>
              </p:nvSpPr>
              <p:spPr bwMode="auto">
                <a:xfrm>
                  <a:off x="1058" y="3739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87" name="Freeform 442"/>
                <p:cNvSpPr>
                  <a:spLocks/>
                </p:cNvSpPr>
                <p:nvPr/>
              </p:nvSpPr>
              <p:spPr bwMode="auto">
                <a:xfrm>
                  <a:off x="1063" y="3740"/>
                  <a:ext cx="37" cy="10"/>
                </a:xfrm>
                <a:custGeom>
                  <a:avLst/>
                  <a:gdLst>
                    <a:gd name="T0" fmla="*/ 0 w 75"/>
                    <a:gd name="T1" fmla="*/ 0 h 30"/>
                    <a:gd name="T2" fmla="*/ 0 w 75"/>
                    <a:gd name="T3" fmla="*/ 0 h 30"/>
                    <a:gd name="T4" fmla="*/ 0 w 75"/>
                    <a:gd name="T5" fmla="*/ 0 h 30"/>
                    <a:gd name="T6" fmla="*/ 0 w 75"/>
                    <a:gd name="T7" fmla="*/ 0 h 30"/>
                    <a:gd name="T8" fmla="*/ 0 w 75"/>
                    <a:gd name="T9" fmla="*/ 0 h 30"/>
                    <a:gd name="T10" fmla="*/ 0 w 75"/>
                    <a:gd name="T11" fmla="*/ 0 h 30"/>
                    <a:gd name="T12" fmla="*/ 0 w 75"/>
                    <a:gd name="T13" fmla="*/ 0 h 30"/>
                    <a:gd name="T14" fmla="*/ 0 w 75"/>
                    <a:gd name="T15" fmla="*/ 0 h 30"/>
                    <a:gd name="T16" fmla="*/ 0 w 75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0"/>
                    <a:gd name="T29" fmla="*/ 75 w 75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0">
                      <a:moveTo>
                        <a:pt x="3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8" y="12"/>
                      </a:lnTo>
                      <a:lnTo>
                        <a:pt x="75" y="30"/>
                      </a:lnTo>
                      <a:lnTo>
                        <a:pt x="18" y="30"/>
                      </a:lnTo>
                      <a:lnTo>
                        <a:pt x="1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88" name="Freeform 443"/>
                <p:cNvSpPr>
                  <a:spLocks/>
                </p:cNvSpPr>
                <p:nvPr/>
              </p:nvSpPr>
              <p:spPr bwMode="auto">
                <a:xfrm>
                  <a:off x="1067" y="3750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50" name="Group 444"/>
              <p:cNvGrpSpPr>
                <a:grpSpLocks/>
              </p:cNvGrpSpPr>
              <p:nvPr/>
            </p:nvGrpSpPr>
            <p:grpSpPr bwMode="auto">
              <a:xfrm>
                <a:off x="1072" y="3753"/>
                <a:ext cx="48" cy="22"/>
                <a:chOff x="1072" y="3753"/>
                <a:chExt cx="48" cy="22"/>
              </a:xfrm>
            </p:grpSpPr>
            <p:sp>
              <p:nvSpPr>
                <p:cNvPr id="483" name="Freeform 445"/>
                <p:cNvSpPr>
                  <a:spLocks/>
                </p:cNvSpPr>
                <p:nvPr/>
              </p:nvSpPr>
              <p:spPr bwMode="auto">
                <a:xfrm>
                  <a:off x="1072" y="3753"/>
                  <a:ext cx="11" cy="22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84" name="Freeform 446"/>
                <p:cNvSpPr>
                  <a:spLocks/>
                </p:cNvSpPr>
                <p:nvPr/>
              </p:nvSpPr>
              <p:spPr bwMode="auto">
                <a:xfrm>
                  <a:off x="1076" y="3753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9" y="31"/>
                      </a:lnTo>
                      <a:lnTo>
                        <a:pt x="11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85" name="Freeform 447"/>
                <p:cNvSpPr>
                  <a:spLocks/>
                </p:cNvSpPr>
                <p:nvPr/>
              </p:nvSpPr>
              <p:spPr bwMode="auto">
                <a:xfrm>
                  <a:off x="1079" y="376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3" y="20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sp>
            <p:nvSpPr>
              <p:cNvPr id="151" name="Freeform 448"/>
              <p:cNvSpPr>
                <a:spLocks/>
              </p:cNvSpPr>
              <p:nvPr/>
            </p:nvSpPr>
            <p:spPr bwMode="auto">
              <a:xfrm>
                <a:off x="820" y="3535"/>
                <a:ext cx="12" cy="23"/>
              </a:xfrm>
              <a:custGeom>
                <a:avLst/>
                <a:gdLst>
                  <a:gd name="T0" fmla="*/ 1 w 23"/>
                  <a:gd name="T1" fmla="*/ 0 h 68"/>
                  <a:gd name="T2" fmla="*/ 0 w 23"/>
                  <a:gd name="T3" fmla="*/ 0 h 68"/>
                  <a:gd name="T4" fmla="*/ 1 w 23"/>
                  <a:gd name="T5" fmla="*/ 0 h 68"/>
                  <a:gd name="T6" fmla="*/ 1 w 23"/>
                  <a:gd name="T7" fmla="*/ 0 h 68"/>
                  <a:gd name="T8" fmla="*/ 1 w 23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"/>
                  <a:gd name="T16" fmla="*/ 0 h 68"/>
                  <a:gd name="T17" fmla="*/ 23 w 23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" h="68">
                    <a:moveTo>
                      <a:pt x="14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3" y="31"/>
                    </a:lnTo>
                    <a:lnTo>
                      <a:pt x="14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2" name="Freeform 449"/>
              <p:cNvSpPr>
                <a:spLocks/>
              </p:cNvSpPr>
              <p:nvPr/>
            </p:nvSpPr>
            <p:spPr bwMode="auto">
              <a:xfrm>
                <a:off x="825" y="3535"/>
                <a:ext cx="36" cy="9"/>
              </a:xfrm>
              <a:custGeom>
                <a:avLst/>
                <a:gdLst>
                  <a:gd name="T0" fmla="*/ 0 w 71"/>
                  <a:gd name="T1" fmla="*/ 0 h 27"/>
                  <a:gd name="T2" fmla="*/ 1 w 71"/>
                  <a:gd name="T3" fmla="*/ 0 h 27"/>
                  <a:gd name="T4" fmla="*/ 1 w 71"/>
                  <a:gd name="T5" fmla="*/ 0 h 27"/>
                  <a:gd name="T6" fmla="*/ 1 w 71"/>
                  <a:gd name="T7" fmla="*/ 0 h 27"/>
                  <a:gd name="T8" fmla="*/ 1 w 71"/>
                  <a:gd name="T9" fmla="*/ 0 h 27"/>
                  <a:gd name="T10" fmla="*/ 1 w 71"/>
                  <a:gd name="T11" fmla="*/ 0 h 27"/>
                  <a:gd name="T12" fmla="*/ 1 w 71"/>
                  <a:gd name="T13" fmla="*/ 0 h 27"/>
                  <a:gd name="T14" fmla="*/ 0 w 71"/>
                  <a:gd name="T15" fmla="*/ 0 h 27"/>
                  <a:gd name="T16" fmla="*/ 0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1"/>
                  <a:gd name="T28" fmla="*/ 0 h 27"/>
                  <a:gd name="T29" fmla="*/ 71 w 71"/>
                  <a:gd name="T30" fmla="*/ 27 h 2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1" h="27">
                    <a:moveTo>
                      <a:pt x="0" y="0"/>
                    </a:moveTo>
                    <a:lnTo>
                      <a:pt x="49" y="0"/>
                    </a:lnTo>
                    <a:lnTo>
                      <a:pt x="51" y="2"/>
                    </a:lnTo>
                    <a:lnTo>
                      <a:pt x="55" y="12"/>
                    </a:lnTo>
                    <a:lnTo>
                      <a:pt x="71" y="27"/>
                    </a:lnTo>
                    <a:lnTo>
                      <a:pt x="17" y="27"/>
                    </a:lnTo>
                    <a:lnTo>
                      <a:pt x="8" y="20"/>
                    </a:lnTo>
                    <a:lnTo>
                      <a:pt x="0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3" name="Freeform 450"/>
              <p:cNvSpPr>
                <a:spLocks/>
              </p:cNvSpPr>
              <p:nvPr/>
            </p:nvSpPr>
            <p:spPr bwMode="auto">
              <a:xfrm>
                <a:off x="828" y="3546"/>
                <a:ext cx="40" cy="12"/>
              </a:xfrm>
              <a:custGeom>
                <a:avLst/>
                <a:gdLst>
                  <a:gd name="T0" fmla="*/ 0 w 82"/>
                  <a:gd name="T1" fmla="*/ 0 h 36"/>
                  <a:gd name="T2" fmla="*/ 0 w 82"/>
                  <a:gd name="T3" fmla="*/ 0 h 36"/>
                  <a:gd name="T4" fmla="*/ 0 w 82"/>
                  <a:gd name="T5" fmla="*/ 0 h 36"/>
                  <a:gd name="T6" fmla="*/ 0 w 82"/>
                  <a:gd name="T7" fmla="*/ 0 h 36"/>
                  <a:gd name="T8" fmla="*/ 0 w 82"/>
                  <a:gd name="T9" fmla="*/ 0 h 36"/>
                  <a:gd name="T10" fmla="*/ 0 w 82"/>
                  <a:gd name="T11" fmla="*/ 0 h 36"/>
                  <a:gd name="T12" fmla="*/ 0 w 82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2"/>
                  <a:gd name="T22" fmla="*/ 0 h 36"/>
                  <a:gd name="T23" fmla="*/ 82 w 82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2" h="36">
                    <a:moveTo>
                      <a:pt x="0" y="36"/>
                    </a:moveTo>
                    <a:lnTo>
                      <a:pt x="2" y="21"/>
                    </a:lnTo>
                    <a:lnTo>
                      <a:pt x="6" y="8"/>
                    </a:lnTo>
                    <a:lnTo>
                      <a:pt x="11" y="0"/>
                    </a:lnTo>
                    <a:lnTo>
                      <a:pt x="68" y="0"/>
                    </a:lnTo>
                    <a:lnTo>
                      <a:pt x="82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54" name="Group 451"/>
              <p:cNvGrpSpPr>
                <a:grpSpLocks/>
              </p:cNvGrpSpPr>
              <p:nvPr/>
            </p:nvGrpSpPr>
            <p:grpSpPr bwMode="auto">
              <a:xfrm>
                <a:off x="832" y="3547"/>
                <a:ext cx="49" cy="23"/>
                <a:chOff x="832" y="3547"/>
                <a:chExt cx="49" cy="23"/>
              </a:xfrm>
            </p:grpSpPr>
            <p:sp>
              <p:nvSpPr>
                <p:cNvPr id="480" name="Freeform 452"/>
                <p:cNvSpPr>
                  <a:spLocks/>
                </p:cNvSpPr>
                <p:nvPr/>
              </p:nvSpPr>
              <p:spPr bwMode="auto">
                <a:xfrm>
                  <a:off x="832" y="3547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81" name="Freeform 453"/>
                <p:cNvSpPr>
                  <a:spLocks/>
                </p:cNvSpPr>
                <p:nvPr/>
              </p:nvSpPr>
              <p:spPr bwMode="auto">
                <a:xfrm>
                  <a:off x="837" y="3548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82" name="Freeform 454"/>
                <p:cNvSpPr>
                  <a:spLocks/>
                </p:cNvSpPr>
                <p:nvPr/>
              </p:nvSpPr>
              <p:spPr bwMode="auto">
                <a:xfrm>
                  <a:off x="840" y="355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55" name="Group 455"/>
              <p:cNvGrpSpPr>
                <a:grpSpLocks/>
              </p:cNvGrpSpPr>
              <p:nvPr/>
            </p:nvGrpSpPr>
            <p:grpSpPr bwMode="auto">
              <a:xfrm>
                <a:off x="844" y="3560"/>
                <a:ext cx="49" cy="22"/>
                <a:chOff x="844" y="3560"/>
                <a:chExt cx="49" cy="22"/>
              </a:xfrm>
            </p:grpSpPr>
            <p:sp>
              <p:nvSpPr>
                <p:cNvPr id="477" name="Freeform 456"/>
                <p:cNvSpPr>
                  <a:spLocks/>
                </p:cNvSpPr>
                <p:nvPr/>
              </p:nvSpPr>
              <p:spPr bwMode="auto">
                <a:xfrm>
                  <a:off x="844" y="3560"/>
                  <a:ext cx="13" cy="22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78" name="Freeform 457"/>
                <p:cNvSpPr>
                  <a:spLocks/>
                </p:cNvSpPr>
                <p:nvPr/>
              </p:nvSpPr>
              <p:spPr bwMode="auto">
                <a:xfrm>
                  <a:off x="849" y="3560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79" name="Freeform 458"/>
                <p:cNvSpPr>
                  <a:spLocks/>
                </p:cNvSpPr>
                <p:nvPr/>
              </p:nvSpPr>
              <p:spPr bwMode="auto">
                <a:xfrm>
                  <a:off x="853" y="3571"/>
                  <a:ext cx="40" cy="11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56" name="Group 459"/>
              <p:cNvGrpSpPr>
                <a:grpSpLocks/>
              </p:cNvGrpSpPr>
              <p:nvPr/>
            </p:nvGrpSpPr>
            <p:grpSpPr bwMode="auto">
              <a:xfrm>
                <a:off x="857" y="3572"/>
                <a:ext cx="50" cy="23"/>
                <a:chOff x="857" y="3572"/>
                <a:chExt cx="50" cy="23"/>
              </a:xfrm>
            </p:grpSpPr>
            <p:sp>
              <p:nvSpPr>
                <p:cNvPr id="474" name="Freeform 460"/>
                <p:cNvSpPr>
                  <a:spLocks/>
                </p:cNvSpPr>
                <p:nvPr/>
              </p:nvSpPr>
              <p:spPr bwMode="auto">
                <a:xfrm>
                  <a:off x="857" y="3572"/>
                  <a:ext cx="12" cy="23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3" y="30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75" name="Freeform 461"/>
                <p:cNvSpPr>
                  <a:spLocks/>
                </p:cNvSpPr>
                <p:nvPr/>
              </p:nvSpPr>
              <p:spPr bwMode="auto">
                <a:xfrm>
                  <a:off x="862" y="3573"/>
                  <a:ext cx="37" cy="9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76" name="Freeform 462"/>
                <p:cNvSpPr>
                  <a:spLocks/>
                </p:cNvSpPr>
                <p:nvPr/>
              </p:nvSpPr>
              <p:spPr bwMode="auto">
                <a:xfrm>
                  <a:off x="865" y="3583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57" name="Group 463"/>
              <p:cNvGrpSpPr>
                <a:grpSpLocks/>
              </p:cNvGrpSpPr>
              <p:nvPr/>
            </p:nvGrpSpPr>
            <p:grpSpPr bwMode="auto">
              <a:xfrm>
                <a:off x="870" y="3585"/>
                <a:ext cx="48" cy="23"/>
                <a:chOff x="870" y="3585"/>
                <a:chExt cx="48" cy="23"/>
              </a:xfrm>
            </p:grpSpPr>
            <p:sp>
              <p:nvSpPr>
                <p:cNvPr id="471" name="Freeform 464"/>
                <p:cNvSpPr>
                  <a:spLocks/>
                </p:cNvSpPr>
                <p:nvPr/>
              </p:nvSpPr>
              <p:spPr bwMode="auto">
                <a:xfrm>
                  <a:off x="870" y="3585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72" name="Freeform 465"/>
                <p:cNvSpPr>
                  <a:spLocks/>
                </p:cNvSpPr>
                <p:nvPr/>
              </p:nvSpPr>
              <p:spPr bwMode="auto">
                <a:xfrm>
                  <a:off x="874" y="3586"/>
                  <a:ext cx="38" cy="10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73" name="Freeform 466"/>
                <p:cNvSpPr>
                  <a:spLocks/>
                </p:cNvSpPr>
                <p:nvPr/>
              </p:nvSpPr>
              <p:spPr bwMode="auto">
                <a:xfrm>
                  <a:off x="878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58" name="Group 467"/>
              <p:cNvGrpSpPr>
                <a:grpSpLocks/>
              </p:cNvGrpSpPr>
              <p:nvPr/>
            </p:nvGrpSpPr>
            <p:grpSpPr bwMode="auto">
              <a:xfrm>
                <a:off x="882" y="3600"/>
                <a:ext cx="100" cy="73"/>
                <a:chOff x="882" y="3600"/>
                <a:chExt cx="100" cy="73"/>
              </a:xfrm>
            </p:grpSpPr>
            <p:grpSp>
              <p:nvGrpSpPr>
                <p:cNvPr id="451" name="Group 468"/>
                <p:cNvGrpSpPr>
                  <a:grpSpLocks/>
                </p:cNvGrpSpPr>
                <p:nvPr/>
              </p:nvGrpSpPr>
              <p:grpSpPr bwMode="auto">
                <a:xfrm>
                  <a:off x="882" y="3600"/>
                  <a:ext cx="49" cy="23"/>
                  <a:chOff x="882" y="3600"/>
                  <a:chExt cx="49" cy="23"/>
                </a:xfrm>
              </p:grpSpPr>
              <p:sp>
                <p:nvSpPr>
                  <p:cNvPr id="468" name="Freeform 469"/>
                  <p:cNvSpPr>
                    <a:spLocks/>
                  </p:cNvSpPr>
                  <p:nvPr/>
                </p:nvSpPr>
                <p:spPr bwMode="auto">
                  <a:xfrm>
                    <a:off x="882" y="3600"/>
                    <a:ext cx="12" cy="23"/>
                  </a:xfrm>
                  <a:custGeom>
                    <a:avLst/>
                    <a:gdLst>
                      <a:gd name="T0" fmla="*/ 1 w 23"/>
                      <a:gd name="T1" fmla="*/ 0 h 70"/>
                      <a:gd name="T2" fmla="*/ 0 w 23"/>
                      <a:gd name="T3" fmla="*/ 0 h 70"/>
                      <a:gd name="T4" fmla="*/ 1 w 23"/>
                      <a:gd name="T5" fmla="*/ 0 h 70"/>
                      <a:gd name="T6" fmla="*/ 1 w 23"/>
                      <a:gd name="T7" fmla="*/ 0 h 70"/>
                      <a:gd name="T8" fmla="*/ 1 w 23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70"/>
                      <a:gd name="T17" fmla="*/ 23 w 23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9" name="Freeform 470"/>
                  <p:cNvSpPr>
                    <a:spLocks/>
                  </p:cNvSpPr>
                  <p:nvPr/>
                </p:nvSpPr>
                <p:spPr bwMode="auto">
                  <a:xfrm>
                    <a:off x="887" y="3600"/>
                    <a:ext cx="37" cy="11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70" name="Freeform 471"/>
                  <p:cNvSpPr>
                    <a:spLocks/>
                  </p:cNvSpPr>
                  <p:nvPr/>
                </p:nvSpPr>
                <p:spPr bwMode="auto">
                  <a:xfrm>
                    <a:off x="890" y="3611"/>
                    <a:ext cx="41" cy="12"/>
                  </a:xfrm>
                  <a:custGeom>
                    <a:avLst/>
                    <a:gdLst>
                      <a:gd name="T0" fmla="*/ 0 w 83"/>
                      <a:gd name="T1" fmla="*/ 0 h 38"/>
                      <a:gd name="T2" fmla="*/ 0 w 83"/>
                      <a:gd name="T3" fmla="*/ 0 h 38"/>
                      <a:gd name="T4" fmla="*/ 0 w 83"/>
                      <a:gd name="T5" fmla="*/ 0 h 38"/>
                      <a:gd name="T6" fmla="*/ 0 w 83"/>
                      <a:gd name="T7" fmla="*/ 0 h 38"/>
                      <a:gd name="T8" fmla="*/ 0 w 83"/>
                      <a:gd name="T9" fmla="*/ 0 h 38"/>
                      <a:gd name="T10" fmla="*/ 0 w 83"/>
                      <a:gd name="T11" fmla="*/ 0 h 38"/>
                      <a:gd name="T12" fmla="*/ 0 w 83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8"/>
                      <a:gd name="T23" fmla="*/ 83 w 83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8">
                        <a:moveTo>
                          <a:pt x="0" y="38"/>
                        </a:moveTo>
                        <a:lnTo>
                          <a:pt x="1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52" name="Group 472"/>
                <p:cNvGrpSpPr>
                  <a:grpSpLocks/>
                </p:cNvGrpSpPr>
                <p:nvPr/>
              </p:nvGrpSpPr>
              <p:grpSpPr bwMode="auto">
                <a:xfrm>
                  <a:off x="894" y="3612"/>
                  <a:ext cx="49" cy="23"/>
                  <a:chOff x="894" y="3612"/>
                  <a:chExt cx="49" cy="23"/>
                </a:xfrm>
              </p:grpSpPr>
              <p:sp>
                <p:nvSpPr>
                  <p:cNvPr id="465" name="Freeform 473"/>
                  <p:cNvSpPr>
                    <a:spLocks/>
                  </p:cNvSpPr>
                  <p:nvPr/>
                </p:nvSpPr>
                <p:spPr bwMode="auto">
                  <a:xfrm>
                    <a:off x="894" y="3612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6" name="Freeform 474"/>
                  <p:cNvSpPr>
                    <a:spLocks/>
                  </p:cNvSpPr>
                  <p:nvPr/>
                </p:nvSpPr>
                <p:spPr bwMode="auto">
                  <a:xfrm>
                    <a:off x="899" y="3613"/>
                    <a:ext cx="37" cy="10"/>
                  </a:xfrm>
                  <a:custGeom>
                    <a:avLst/>
                    <a:gdLst>
                      <a:gd name="T0" fmla="*/ 0 w 75"/>
                      <a:gd name="T1" fmla="*/ 0 h 32"/>
                      <a:gd name="T2" fmla="*/ 0 w 75"/>
                      <a:gd name="T3" fmla="*/ 0 h 32"/>
                      <a:gd name="T4" fmla="*/ 0 w 75"/>
                      <a:gd name="T5" fmla="*/ 0 h 32"/>
                      <a:gd name="T6" fmla="*/ 0 w 75"/>
                      <a:gd name="T7" fmla="*/ 0 h 32"/>
                      <a:gd name="T8" fmla="*/ 0 w 75"/>
                      <a:gd name="T9" fmla="*/ 0 h 32"/>
                      <a:gd name="T10" fmla="*/ 0 w 75"/>
                      <a:gd name="T11" fmla="*/ 0 h 32"/>
                      <a:gd name="T12" fmla="*/ 0 w 75"/>
                      <a:gd name="T13" fmla="*/ 0 h 32"/>
                      <a:gd name="T14" fmla="*/ 0 w 75"/>
                      <a:gd name="T15" fmla="*/ 0 h 32"/>
                      <a:gd name="T16" fmla="*/ 0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7" name="Freeform 475"/>
                  <p:cNvSpPr>
                    <a:spLocks/>
                  </p:cNvSpPr>
                  <p:nvPr/>
                </p:nvSpPr>
                <p:spPr bwMode="auto">
                  <a:xfrm>
                    <a:off x="902" y="3623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53" name="Group 476"/>
                <p:cNvGrpSpPr>
                  <a:grpSpLocks/>
                </p:cNvGrpSpPr>
                <p:nvPr/>
              </p:nvGrpSpPr>
              <p:grpSpPr bwMode="auto">
                <a:xfrm>
                  <a:off x="907" y="3625"/>
                  <a:ext cx="49" cy="23"/>
                  <a:chOff x="907" y="3625"/>
                  <a:chExt cx="49" cy="23"/>
                </a:xfrm>
              </p:grpSpPr>
              <p:sp>
                <p:nvSpPr>
                  <p:cNvPr id="462" name="Freeform 477"/>
                  <p:cNvSpPr>
                    <a:spLocks/>
                  </p:cNvSpPr>
                  <p:nvPr/>
                </p:nvSpPr>
                <p:spPr bwMode="auto">
                  <a:xfrm>
                    <a:off x="907" y="3625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3" name="Freeform 478"/>
                  <p:cNvSpPr>
                    <a:spLocks/>
                  </p:cNvSpPr>
                  <p:nvPr/>
                </p:nvSpPr>
                <p:spPr bwMode="auto">
                  <a:xfrm>
                    <a:off x="912" y="3626"/>
                    <a:ext cx="36" cy="9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2" y="29"/>
                        </a:lnTo>
                        <a:lnTo>
                          <a:pt x="17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4" name="Freeform 479"/>
                  <p:cNvSpPr>
                    <a:spLocks/>
                  </p:cNvSpPr>
                  <p:nvPr/>
                </p:nvSpPr>
                <p:spPr bwMode="auto">
                  <a:xfrm>
                    <a:off x="914" y="363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54" name="Group 480"/>
                <p:cNvGrpSpPr>
                  <a:grpSpLocks/>
                </p:cNvGrpSpPr>
                <p:nvPr/>
              </p:nvGrpSpPr>
              <p:grpSpPr bwMode="auto">
                <a:xfrm>
                  <a:off x="919" y="3638"/>
                  <a:ext cx="49" cy="22"/>
                  <a:chOff x="919" y="3638"/>
                  <a:chExt cx="49" cy="22"/>
                </a:xfrm>
              </p:grpSpPr>
              <p:sp>
                <p:nvSpPr>
                  <p:cNvPr id="459" name="Freeform 481"/>
                  <p:cNvSpPr>
                    <a:spLocks/>
                  </p:cNvSpPr>
                  <p:nvPr/>
                </p:nvSpPr>
                <p:spPr bwMode="auto">
                  <a:xfrm>
                    <a:off x="919" y="3638"/>
                    <a:ext cx="13" cy="22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0" name="Freeform 482"/>
                  <p:cNvSpPr>
                    <a:spLocks/>
                  </p:cNvSpPr>
                  <p:nvPr/>
                </p:nvSpPr>
                <p:spPr bwMode="auto">
                  <a:xfrm>
                    <a:off x="924" y="3638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48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61" name="Freeform 483"/>
                  <p:cNvSpPr>
                    <a:spLocks/>
                  </p:cNvSpPr>
                  <p:nvPr/>
                </p:nvSpPr>
                <p:spPr bwMode="auto">
                  <a:xfrm>
                    <a:off x="928" y="3648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55" name="Group 484"/>
                <p:cNvGrpSpPr>
                  <a:grpSpLocks/>
                </p:cNvGrpSpPr>
                <p:nvPr/>
              </p:nvGrpSpPr>
              <p:grpSpPr bwMode="auto">
                <a:xfrm>
                  <a:off x="932" y="3651"/>
                  <a:ext cx="50" cy="22"/>
                  <a:chOff x="932" y="3651"/>
                  <a:chExt cx="50" cy="22"/>
                </a:xfrm>
              </p:grpSpPr>
              <p:sp>
                <p:nvSpPr>
                  <p:cNvPr id="456" name="Freeform 485"/>
                  <p:cNvSpPr>
                    <a:spLocks/>
                  </p:cNvSpPr>
                  <p:nvPr/>
                </p:nvSpPr>
                <p:spPr bwMode="auto">
                  <a:xfrm>
                    <a:off x="932" y="3651"/>
                    <a:ext cx="12" cy="22"/>
                  </a:xfrm>
                  <a:custGeom>
                    <a:avLst/>
                    <a:gdLst>
                      <a:gd name="T0" fmla="*/ 1 w 24"/>
                      <a:gd name="T1" fmla="*/ 0 h 67"/>
                      <a:gd name="T2" fmla="*/ 0 w 24"/>
                      <a:gd name="T3" fmla="*/ 0 h 67"/>
                      <a:gd name="T4" fmla="*/ 1 w 24"/>
                      <a:gd name="T5" fmla="*/ 0 h 67"/>
                      <a:gd name="T6" fmla="*/ 1 w 24"/>
                      <a:gd name="T7" fmla="*/ 0 h 67"/>
                      <a:gd name="T8" fmla="*/ 1 w 24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7"/>
                      <a:gd name="T17" fmla="*/ 24 w 24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1" y="0"/>
                        </a:lnTo>
                        <a:lnTo>
                          <a:pt x="24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57" name="Freeform 486"/>
                  <p:cNvSpPr>
                    <a:spLocks/>
                  </p:cNvSpPr>
                  <p:nvPr/>
                </p:nvSpPr>
                <p:spPr bwMode="auto">
                  <a:xfrm>
                    <a:off x="937" y="3651"/>
                    <a:ext cx="37" cy="10"/>
                  </a:xfrm>
                  <a:custGeom>
                    <a:avLst/>
                    <a:gdLst>
                      <a:gd name="T0" fmla="*/ 1 w 72"/>
                      <a:gd name="T1" fmla="*/ 0 h 29"/>
                      <a:gd name="T2" fmla="*/ 1 w 72"/>
                      <a:gd name="T3" fmla="*/ 0 h 29"/>
                      <a:gd name="T4" fmla="*/ 1 w 72"/>
                      <a:gd name="T5" fmla="*/ 0 h 29"/>
                      <a:gd name="T6" fmla="*/ 1 w 72"/>
                      <a:gd name="T7" fmla="*/ 0 h 29"/>
                      <a:gd name="T8" fmla="*/ 1 w 72"/>
                      <a:gd name="T9" fmla="*/ 0 h 29"/>
                      <a:gd name="T10" fmla="*/ 1 w 72"/>
                      <a:gd name="T11" fmla="*/ 0 h 29"/>
                      <a:gd name="T12" fmla="*/ 1 w 72"/>
                      <a:gd name="T13" fmla="*/ 0 h 29"/>
                      <a:gd name="T14" fmla="*/ 0 w 72"/>
                      <a:gd name="T15" fmla="*/ 0 h 29"/>
                      <a:gd name="T16" fmla="*/ 1 w 72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29"/>
                      <a:gd name="T29" fmla="*/ 72 w 72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2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58" name="Freeform 487"/>
                  <p:cNvSpPr>
                    <a:spLocks/>
                  </p:cNvSpPr>
                  <p:nvPr/>
                </p:nvSpPr>
                <p:spPr bwMode="auto">
                  <a:xfrm>
                    <a:off x="940" y="3662"/>
                    <a:ext cx="42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1 w 83"/>
                      <a:gd name="T3" fmla="*/ 0 h 35"/>
                      <a:gd name="T4" fmla="*/ 1 w 83"/>
                      <a:gd name="T5" fmla="*/ 0 h 35"/>
                      <a:gd name="T6" fmla="*/ 1 w 83"/>
                      <a:gd name="T7" fmla="*/ 0 h 35"/>
                      <a:gd name="T8" fmla="*/ 1 w 83"/>
                      <a:gd name="T9" fmla="*/ 0 h 35"/>
                      <a:gd name="T10" fmla="*/ 1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3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59" name="Group 488"/>
              <p:cNvGrpSpPr>
                <a:grpSpLocks/>
              </p:cNvGrpSpPr>
              <p:nvPr/>
            </p:nvGrpSpPr>
            <p:grpSpPr bwMode="auto">
              <a:xfrm>
                <a:off x="944" y="3665"/>
                <a:ext cx="99" cy="74"/>
                <a:chOff x="944" y="3665"/>
                <a:chExt cx="99" cy="74"/>
              </a:xfrm>
            </p:grpSpPr>
            <p:grpSp>
              <p:nvGrpSpPr>
                <p:cNvPr id="431" name="Group 489"/>
                <p:cNvGrpSpPr>
                  <a:grpSpLocks/>
                </p:cNvGrpSpPr>
                <p:nvPr/>
              </p:nvGrpSpPr>
              <p:grpSpPr bwMode="auto">
                <a:xfrm>
                  <a:off x="944" y="3665"/>
                  <a:ext cx="49" cy="23"/>
                  <a:chOff x="944" y="3665"/>
                  <a:chExt cx="49" cy="23"/>
                </a:xfrm>
              </p:grpSpPr>
              <p:sp>
                <p:nvSpPr>
                  <p:cNvPr id="448" name="Freeform 490"/>
                  <p:cNvSpPr>
                    <a:spLocks/>
                  </p:cNvSpPr>
                  <p:nvPr/>
                </p:nvSpPr>
                <p:spPr bwMode="auto">
                  <a:xfrm>
                    <a:off x="944" y="3665"/>
                    <a:ext cx="13" cy="23"/>
                  </a:xfrm>
                  <a:custGeom>
                    <a:avLst/>
                    <a:gdLst>
                      <a:gd name="T0" fmla="*/ 1 w 25"/>
                      <a:gd name="T1" fmla="*/ 0 h 69"/>
                      <a:gd name="T2" fmla="*/ 0 w 25"/>
                      <a:gd name="T3" fmla="*/ 0 h 69"/>
                      <a:gd name="T4" fmla="*/ 1 w 25"/>
                      <a:gd name="T5" fmla="*/ 0 h 69"/>
                      <a:gd name="T6" fmla="*/ 1 w 25"/>
                      <a:gd name="T7" fmla="*/ 0 h 69"/>
                      <a:gd name="T8" fmla="*/ 1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49" name="Freeform 491"/>
                  <p:cNvSpPr>
                    <a:spLocks/>
                  </p:cNvSpPr>
                  <p:nvPr/>
                </p:nvSpPr>
                <p:spPr bwMode="auto">
                  <a:xfrm>
                    <a:off x="949" y="3666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50" name="Freeform 492"/>
                  <p:cNvSpPr>
                    <a:spLocks/>
                  </p:cNvSpPr>
                  <p:nvPr/>
                </p:nvSpPr>
                <p:spPr bwMode="auto">
                  <a:xfrm>
                    <a:off x="953" y="367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32" name="Group 493"/>
                <p:cNvGrpSpPr>
                  <a:grpSpLocks/>
                </p:cNvGrpSpPr>
                <p:nvPr/>
              </p:nvGrpSpPr>
              <p:grpSpPr bwMode="auto">
                <a:xfrm>
                  <a:off x="957" y="3678"/>
                  <a:ext cx="48" cy="23"/>
                  <a:chOff x="957" y="3678"/>
                  <a:chExt cx="48" cy="23"/>
                </a:xfrm>
              </p:grpSpPr>
              <p:sp>
                <p:nvSpPr>
                  <p:cNvPr id="445" name="Freeform 494"/>
                  <p:cNvSpPr>
                    <a:spLocks/>
                  </p:cNvSpPr>
                  <p:nvPr/>
                </p:nvSpPr>
                <p:spPr bwMode="auto">
                  <a:xfrm>
                    <a:off x="957" y="3678"/>
                    <a:ext cx="11" cy="23"/>
                  </a:xfrm>
                  <a:custGeom>
                    <a:avLst/>
                    <a:gdLst>
                      <a:gd name="T0" fmla="*/ 0 w 24"/>
                      <a:gd name="T1" fmla="*/ 0 h 70"/>
                      <a:gd name="T2" fmla="*/ 0 w 24"/>
                      <a:gd name="T3" fmla="*/ 0 h 70"/>
                      <a:gd name="T4" fmla="*/ 0 w 24"/>
                      <a:gd name="T5" fmla="*/ 0 h 70"/>
                      <a:gd name="T6" fmla="*/ 0 w 24"/>
                      <a:gd name="T7" fmla="*/ 0 h 70"/>
                      <a:gd name="T8" fmla="*/ 0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4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46" name="Freeform 495"/>
                  <p:cNvSpPr>
                    <a:spLocks/>
                  </p:cNvSpPr>
                  <p:nvPr/>
                </p:nvSpPr>
                <p:spPr bwMode="auto">
                  <a:xfrm>
                    <a:off x="961" y="3678"/>
                    <a:ext cx="37" cy="10"/>
                  </a:xfrm>
                  <a:custGeom>
                    <a:avLst/>
                    <a:gdLst>
                      <a:gd name="T0" fmla="*/ 1 w 74"/>
                      <a:gd name="T1" fmla="*/ 0 h 30"/>
                      <a:gd name="T2" fmla="*/ 1 w 74"/>
                      <a:gd name="T3" fmla="*/ 0 h 30"/>
                      <a:gd name="T4" fmla="*/ 1 w 74"/>
                      <a:gd name="T5" fmla="*/ 0 h 30"/>
                      <a:gd name="T6" fmla="*/ 1 w 74"/>
                      <a:gd name="T7" fmla="*/ 0 h 30"/>
                      <a:gd name="T8" fmla="*/ 1 w 74"/>
                      <a:gd name="T9" fmla="*/ 0 h 30"/>
                      <a:gd name="T10" fmla="*/ 1 w 74"/>
                      <a:gd name="T11" fmla="*/ 0 h 30"/>
                      <a:gd name="T12" fmla="*/ 1 w 74"/>
                      <a:gd name="T13" fmla="*/ 0 h 30"/>
                      <a:gd name="T14" fmla="*/ 0 w 74"/>
                      <a:gd name="T15" fmla="*/ 0 h 30"/>
                      <a:gd name="T16" fmla="*/ 1 w 74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30"/>
                      <a:gd name="T29" fmla="*/ 74 w 74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6" y="12"/>
                        </a:lnTo>
                        <a:lnTo>
                          <a:pt x="74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47" name="Freeform 496"/>
                  <p:cNvSpPr>
                    <a:spLocks/>
                  </p:cNvSpPr>
                  <p:nvPr/>
                </p:nvSpPr>
                <p:spPr bwMode="auto">
                  <a:xfrm>
                    <a:off x="964" y="3688"/>
                    <a:ext cx="41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33" name="Group 497"/>
                <p:cNvGrpSpPr>
                  <a:grpSpLocks/>
                </p:cNvGrpSpPr>
                <p:nvPr/>
              </p:nvGrpSpPr>
              <p:grpSpPr bwMode="auto">
                <a:xfrm>
                  <a:off x="969" y="3690"/>
                  <a:ext cx="49" cy="23"/>
                  <a:chOff x="969" y="3690"/>
                  <a:chExt cx="49" cy="23"/>
                </a:xfrm>
              </p:grpSpPr>
              <p:sp>
                <p:nvSpPr>
                  <p:cNvPr id="442" name="Freeform 498"/>
                  <p:cNvSpPr>
                    <a:spLocks/>
                  </p:cNvSpPr>
                  <p:nvPr/>
                </p:nvSpPr>
                <p:spPr bwMode="auto">
                  <a:xfrm>
                    <a:off x="969" y="369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43" name="Freeform 499"/>
                  <p:cNvSpPr>
                    <a:spLocks/>
                  </p:cNvSpPr>
                  <p:nvPr/>
                </p:nvSpPr>
                <p:spPr bwMode="auto">
                  <a:xfrm>
                    <a:off x="974" y="3691"/>
                    <a:ext cx="37" cy="10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9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44" name="Freeform 500"/>
                  <p:cNvSpPr>
                    <a:spLocks/>
                  </p:cNvSpPr>
                  <p:nvPr/>
                </p:nvSpPr>
                <p:spPr bwMode="auto">
                  <a:xfrm>
                    <a:off x="977" y="3701"/>
                    <a:ext cx="41" cy="12"/>
                  </a:xfrm>
                  <a:custGeom>
                    <a:avLst/>
                    <a:gdLst>
                      <a:gd name="T0" fmla="*/ 0 w 81"/>
                      <a:gd name="T1" fmla="*/ 0 h 36"/>
                      <a:gd name="T2" fmla="*/ 1 w 81"/>
                      <a:gd name="T3" fmla="*/ 0 h 36"/>
                      <a:gd name="T4" fmla="*/ 1 w 81"/>
                      <a:gd name="T5" fmla="*/ 0 h 36"/>
                      <a:gd name="T6" fmla="*/ 1 w 81"/>
                      <a:gd name="T7" fmla="*/ 0 h 36"/>
                      <a:gd name="T8" fmla="*/ 1 w 81"/>
                      <a:gd name="T9" fmla="*/ 0 h 36"/>
                      <a:gd name="T10" fmla="*/ 1 w 81"/>
                      <a:gd name="T11" fmla="*/ 0 h 36"/>
                      <a:gd name="T12" fmla="*/ 0 w 81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6"/>
                      <a:gd name="T23" fmla="*/ 81 w 81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34" name="Group 501"/>
                <p:cNvGrpSpPr>
                  <a:grpSpLocks/>
                </p:cNvGrpSpPr>
                <p:nvPr/>
              </p:nvGrpSpPr>
              <p:grpSpPr bwMode="auto">
                <a:xfrm>
                  <a:off x="982" y="3703"/>
                  <a:ext cx="49" cy="23"/>
                  <a:chOff x="982" y="3703"/>
                  <a:chExt cx="49" cy="23"/>
                </a:xfrm>
              </p:grpSpPr>
              <p:sp>
                <p:nvSpPr>
                  <p:cNvPr id="439" name="Freeform 502"/>
                  <p:cNvSpPr>
                    <a:spLocks/>
                  </p:cNvSpPr>
                  <p:nvPr/>
                </p:nvSpPr>
                <p:spPr bwMode="auto">
                  <a:xfrm>
                    <a:off x="982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40" name="Freeform 503"/>
                  <p:cNvSpPr>
                    <a:spLocks/>
                  </p:cNvSpPr>
                  <p:nvPr/>
                </p:nvSpPr>
                <p:spPr bwMode="auto">
                  <a:xfrm>
                    <a:off x="987" y="3703"/>
                    <a:ext cx="37" cy="10"/>
                  </a:xfrm>
                  <a:custGeom>
                    <a:avLst/>
                    <a:gdLst>
                      <a:gd name="T0" fmla="*/ 1 w 73"/>
                      <a:gd name="T1" fmla="*/ 0 h 30"/>
                      <a:gd name="T2" fmla="*/ 1 w 73"/>
                      <a:gd name="T3" fmla="*/ 0 h 30"/>
                      <a:gd name="T4" fmla="*/ 1 w 73"/>
                      <a:gd name="T5" fmla="*/ 0 h 30"/>
                      <a:gd name="T6" fmla="*/ 1 w 73"/>
                      <a:gd name="T7" fmla="*/ 0 h 30"/>
                      <a:gd name="T8" fmla="*/ 1 w 73"/>
                      <a:gd name="T9" fmla="*/ 0 h 30"/>
                      <a:gd name="T10" fmla="*/ 1 w 73"/>
                      <a:gd name="T11" fmla="*/ 0 h 30"/>
                      <a:gd name="T12" fmla="*/ 1 w 73"/>
                      <a:gd name="T13" fmla="*/ 0 h 30"/>
                      <a:gd name="T14" fmla="*/ 0 w 73"/>
                      <a:gd name="T15" fmla="*/ 0 h 30"/>
                      <a:gd name="T16" fmla="*/ 1 w 73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0"/>
                      <a:gd name="T29" fmla="*/ 73 w 73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3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41" name="Freeform 504"/>
                  <p:cNvSpPr>
                    <a:spLocks/>
                  </p:cNvSpPr>
                  <p:nvPr/>
                </p:nvSpPr>
                <p:spPr bwMode="auto">
                  <a:xfrm>
                    <a:off x="989" y="3714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435" name="Group 505"/>
                <p:cNvGrpSpPr>
                  <a:grpSpLocks/>
                </p:cNvGrpSpPr>
                <p:nvPr/>
              </p:nvGrpSpPr>
              <p:grpSpPr bwMode="auto">
                <a:xfrm>
                  <a:off x="995" y="3716"/>
                  <a:ext cx="48" cy="23"/>
                  <a:chOff x="995" y="3716"/>
                  <a:chExt cx="48" cy="23"/>
                </a:xfrm>
              </p:grpSpPr>
              <p:sp>
                <p:nvSpPr>
                  <p:cNvPr id="436" name="Freeform 506"/>
                  <p:cNvSpPr>
                    <a:spLocks/>
                  </p:cNvSpPr>
                  <p:nvPr/>
                </p:nvSpPr>
                <p:spPr bwMode="auto">
                  <a:xfrm>
                    <a:off x="995" y="3716"/>
                    <a:ext cx="11" cy="23"/>
                  </a:xfrm>
                  <a:custGeom>
                    <a:avLst/>
                    <a:gdLst>
                      <a:gd name="T0" fmla="*/ 0 w 24"/>
                      <a:gd name="T1" fmla="*/ 0 h 68"/>
                      <a:gd name="T2" fmla="*/ 0 w 24"/>
                      <a:gd name="T3" fmla="*/ 0 h 68"/>
                      <a:gd name="T4" fmla="*/ 0 w 24"/>
                      <a:gd name="T5" fmla="*/ 0 h 68"/>
                      <a:gd name="T6" fmla="*/ 0 w 24"/>
                      <a:gd name="T7" fmla="*/ 0 h 68"/>
                      <a:gd name="T8" fmla="*/ 0 w 24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68"/>
                      <a:gd name="T17" fmla="*/ 24 w 2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4" y="30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37" name="Freeform 507"/>
                  <p:cNvSpPr>
                    <a:spLocks/>
                  </p:cNvSpPr>
                  <p:nvPr/>
                </p:nvSpPr>
                <p:spPr bwMode="auto">
                  <a:xfrm>
                    <a:off x="999" y="3717"/>
                    <a:ext cx="38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2" y="3"/>
                        </a:lnTo>
                        <a:lnTo>
                          <a:pt x="56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38" name="Freeform 508"/>
                  <p:cNvSpPr>
                    <a:spLocks/>
                  </p:cNvSpPr>
                  <p:nvPr/>
                </p:nvSpPr>
                <p:spPr bwMode="auto">
                  <a:xfrm>
                    <a:off x="1003" y="3727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1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60" name="Group 509"/>
              <p:cNvGrpSpPr>
                <a:grpSpLocks/>
              </p:cNvGrpSpPr>
              <p:nvPr/>
            </p:nvGrpSpPr>
            <p:grpSpPr bwMode="auto">
              <a:xfrm>
                <a:off x="1005" y="3727"/>
                <a:ext cx="49" cy="23"/>
                <a:chOff x="1005" y="3727"/>
                <a:chExt cx="49" cy="23"/>
              </a:xfrm>
            </p:grpSpPr>
            <p:sp>
              <p:nvSpPr>
                <p:cNvPr id="428" name="Freeform 510"/>
                <p:cNvSpPr>
                  <a:spLocks/>
                </p:cNvSpPr>
                <p:nvPr/>
              </p:nvSpPr>
              <p:spPr bwMode="auto">
                <a:xfrm>
                  <a:off x="1005" y="3727"/>
                  <a:ext cx="12" cy="23"/>
                </a:xfrm>
                <a:custGeom>
                  <a:avLst/>
                  <a:gdLst>
                    <a:gd name="T0" fmla="*/ 0 w 25"/>
                    <a:gd name="T1" fmla="*/ 0 h 69"/>
                    <a:gd name="T2" fmla="*/ 0 w 25"/>
                    <a:gd name="T3" fmla="*/ 0 h 69"/>
                    <a:gd name="T4" fmla="*/ 0 w 25"/>
                    <a:gd name="T5" fmla="*/ 0 h 69"/>
                    <a:gd name="T6" fmla="*/ 0 w 25"/>
                    <a:gd name="T7" fmla="*/ 0 h 69"/>
                    <a:gd name="T8" fmla="*/ 0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29" name="Freeform 511"/>
                <p:cNvSpPr>
                  <a:spLocks/>
                </p:cNvSpPr>
                <p:nvPr/>
              </p:nvSpPr>
              <p:spPr bwMode="auto">
                <a:xfrm>
                  <a:off x="1010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2" y="0"/>
                      </a:moveTo>
                      <a:lnTo>
                        <a:pt x="48" y="0"/>
                      </a:lnTo>
                      <a:lnTo>
                        <a:pt x="51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30" name="Freeform 512"/>
                <p:cNvSpPr>
                  <a:spLocks/>
                </p:cNvSpPr>
                <p:nvPr/>
              </p:nvSpPr>
              <p:spPr bwMode="auto">
                <a:xfrm>
                  <a:off x="1013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61" name="Group 513"/>
              <p:cNvGrpSpPr>
                <a:grpSpLocks/>
              </p:cNvGrpSpPr>
              <p:nvPr/>
            </p:nvGrpSpPr>
            <p:grpSpPr bwMode="auto">
              <a:xfrm>
                <a:off x="1018" y="3740"/>
                <a:ext cx="49" cy="22"/>
                <a:chOff x="1018" y="3740"/>
                <a:chExt cx="49" cy="22"/>
              </a:xfrm>
            </p:grpSpPr>
            <p:sp>
              <p:nvSpPr>
                <p:cNvPr id="425" name="Freeform 514"/>
                <p:cNvSpPr>
                  <a:spLocks/>
                </p:cNvSpPr>
                <p:nvPr/>
              </p:nvSpPr>
              <p:spPr bwMode="auto">
                <a:xfrm>
                  <a:off x="1018" y="374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26" name="Freeform 515"/>
                <p:cNvSpPr>
                  <a:spLocks/>
                </p:cNvSpPr>
                <p:nvPr/>
              </p:nvSpPr>
              <p:spPr bwMode="auto">
                <a:xfrm>
                  <a:off x="1022" y="3740"/>
                  <a:ext cx="38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1" y="4"/>
                      </a:lnTo>
                      <a:lnTo>
                        <a:pt x="57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27" name="Freeform 516"/>
                <p:cNvSpPr>
                  <a:spLocks/>
                </p:cNvSpPr>
                <p:nvPr/>
              </p:nvSpPr>
              <p:spPr bwMode="auto">
                <a:xfrm>
                  <a:off x="1026" y="3750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6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62" name="Group 517"/>
              <p:cNvGrpSpPr>
                <a:grpSpLocks/>
              </p:cNvGrpSpPr>
              <p:nvPr/>
            </p:nvGrpSpPr>
            <p:grpSpPr bwMode="auto">
              <a:xfrm>
                <a:off x="1030" y="3753"/>
                <a:ext cx="49" cy="23"/>
                <a:chOff x="1030" y="3753"/>
                <a:chExt cx="49" cy="23"/>
              </a:xfrm>
            </p:grpSpPr>
            <p:sp>
              <p:nvSpPr>
                <p:cNvPr id="422" name="Freeform 518"/>
                <p:cNvSpPr>
                  <a:spLocks/>
                </p:cNvSpPr>
                <p:nvPr/>
              </p:nvSpPr>
              <p:spPr bwMode="auto">
                <a:xfrm>
                  <a:off x="1030" y="3753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23" name="Freeform 519"/>
                <p:cNvSpPr>
                  <a:spLocks/>
                </p:cNvSpPr>
                <p:nvPr/>
              </p:nvSpPr>
              <p:spPr bwMode="auto">
                <a:xfrm>
                  <a:off x="1035" y="3753"/>
                  <a:ext cx="37" cy="11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2" y="0"/>
                      </a:moveTo>
                      <a:lnTo>
                        <a:pt x="51" y="0"/>
                      </a:lnTo>
                      <a:lnTo>
                        <a:pt x="52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10" y="22"/>
                      </a:lnTo>
                      <a:lnTo>
                        <a:pt x="0" y="7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24" name="Freeform 520"/>
                <p:cNvSpPr>
                  <a:spLocks/>
                </p:cNvSpPr>
                <p:nvPr/>
              </p:nvSpPr>
              <p:spPr bwMode="auto">
                <a:xfrm>
                  <a:off x="1039" y="3764"/>
                  <a:ext cx="40" cy="12"/>
                </a:xfrm>
                <a:custGeom>
                  <a:avLst/>
                  <a:gdLst>
                    <a:gd name="T0" fmla="*/ 0 w 82"/>
                    <a:gd name="T1" fmla="*/ 0 h 35"/>
                    <a:gd name="T2" fmla="*/ 0 w 82"/>
                    <a:gd name="T3" fmla="*/ 0 h 35"/>
                    <a:gd name="T4" fmla="*/ 0 w 82"/>
                    <a:gd name="T5" fmla="*/ 0 h 35"/>
                    <a:gd name="T6" fmla="*/ 0 w 82"/>
                    <a:gd name="T7" fmla="*/ 0 h 35"/>
                    <a:gd name="T8" fmla="*/ 0 w 82"/>
                    <a:gd name="T9" fmla="*/ 0 h 35"/>
                    <a:gd name="T10" fmla="*/ 0 w 82"/>
                    <a:gd name="T11" fmla="*/ 0 h 35"/>
                    <a:gd name="T12" fmla="*/ 0 w 82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5"/>
                    <a:gd name="T23" fmla="*/ 82 w 82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sp>
            <p:nvSpPr>
              <p:cNvPr id="163" name="Freeform 521"/>
              <p:cNvSpPr>
                <a:spLocks/>
              </p:cNvSpPr>
              <p:nvPr/>
            </p:nvSpPr>
            <p:spPr bwMode="auto">
              <a:xfrm>
                <a:off x="778" y="3535"/>
                <a:ext cx="12" cy="23"/>
              </a:xfrm>
              <a:custGeom>
                <a:avLst/>
                <a:gdLst>
                  <a:gd name="T0" fmla="*/ 1 w 24"/>
                  <a:gd name="T1" fmla="*/ 0 h 68"/>
                  <a:gd name="T2" fmla="*/ 0 w 24"/>
                  <a:gd name="T3" fmla="*/ 0 h 68"/>
                  <a:gd name="T4" fmla="*/ 1 w 24"/>
                  <a:gd name="T5" fmla="*/ 0 h 68"/>
                  <a:gd name="T6" fmla="*/ 1 w 24"/>
                  <a:gd name="T7" fmla="*/ 0 h 68"/>
                  <a:gd name="T8" fmla="*/ 1 w 24"/>
                  <a:gd name="T9" fmla="*/ 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8"/>
                  <a:gd name="T17" fmla="*/ 24 w 2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8">
                    <a:moveTo>
                      <a:pt x="13" y="68"/>
                    </a:moveTo>
                    <a:lnTo>
                      <a:pt x="0" y="27"/>
                    </a:lnTo>
                    <a:lnTo>
                      <a:pt x="9" y="0"/>
                    </a:lnTo>
                    <a:lnTo>
                      <a:pt x="24" y="31"/>
                    </a:lnTo>
                    <a:lnTo>
                      <a:pt x="13" y="6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4" name="Freeform 522"/>
              <p:cNvSpPr>
                <a:spLocks/>
              </p:cNvSpPr>
              <p:nvPr/>
            </p:nvSpPr>
            <p:spPr bwMode="auto">
              <a:xfrm>
                <a:off x="783" y="3535"/>
                <a:ext cx="36" cy="11"/>
              </a:xfrm>
              <a:custGeom>
                <a:avLst/>
                <a:gdLst>
                  <a:gd name="T0" fmla="*/ 1 w 72"/>
                  <a:gd name="T1" fmla="*/ 0 h 31"/>
                  <a:gd name="T2" fmla="*/ 1 w 72"/>
                  <a:gd name="T3" fmla="*/ 0 h 31"/>
                  <a:gd name="T4" fmla="*/ 1 w 72"/>
                  <a:gd name="T5" fmla="*/ 0 h 31"/>
                  <a:gd name="T6" fmla="*/ 1 w 72"/>
                  <a:gd name="T7" fmla="*/ 0 h 31"/>
                  <a:gd name="T8" fmla="*/ 1 w 72"/>
                  <a:gd name="T9" fmla="*/ 0 h 31"/>
                  <a:gd name="T10" fmla="*/ 1 w 72"/>
                  <a:gd name="T11" fmla="*/ 0 h 31"/>
                  <a:gd name="T12" fmla="*/ 1 w 72"/>
                  <a:gd name="T13" fmla="*/ 0 h 31"/>
                  <a:gd name="T14" fmla="*/ 0 w 72"/>
                  <a:gd name="T15" fmla="*/ 0 h 31"/>
                  <a:gd name="T16" fmla="*/ 1 w 72"/>
                  <a:gd name="T17" fmla="*/ 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2"/>
                  <a:gd name="T28" fmla="*/ 0 h 31"/>
                  <a:gd name="T29" fmla="*/ 72 w 72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2" h="31">
                    <a:moveTo>
                      <a:pt x="1" y="0"/>
                    </a:moveTo>
                    <a:lnTo>
                      <a:pt x="50" y="0"/>
                    </a:lnTo>
                    <a:lnTo>
                      <a:pt x="51" y="4"/>
                    </a:lnTo>
                    <a:lnTo>
                      <a:pt x="57" y="13"/>
                    </a:lnTo>
                    <a:lnTo>
                      <a:pt x="72" y="31"/>
                    </a:lnTo>
                    <a:lnTo>
                      <a:pt x="18" y="31"/>
                    </a:lnTo>
                    <a:lnTo>
                      <a:pt x="9" y="2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5" name="Freeform 523"/>
              <p:cNvSpPr>
                <a:spLocks/>
              </p:cNvSpPr>
              <p:nvPr/>
            </p:nvSpPr>
            <p:spPr bwMode="auto">
              <a:xfrm>
                <a:off x="786" y="3546"/>
                <a:ext cx="41" cy="12"/>
              </a:xfrm>
              <a:custGeom>
                <a:avLst/>
                <a:gdLst>
                  <a:gd name="T0" fmla="*/ 0 w 83"/>
                  <a:gd name="T1" fmla="*/ 0 h 36"/>
                  <a:gd name="T2" fmla="*/ 0 w 83"/>
                  <a:gd name="T3" fmla="*/ 0 h 36"/>
                  <a:gd name="T4" fmla="*/ 0 w 83"/>
                  <a:gd name="T5" fmla="*/ 0 h 36"/>
                  <a:gd name="T6" fmla="*/ 0 w 83"/>
                  <a:gd name="T7" fmla="*/ 0 h 36"/>
                  <a:gd name="T8" fmla="*/ 0 w 83"/>
                  <a:gd name="T9" fmla="*/ 0 h 36"/>
                  <a:gd name="T10" fmla="*/ 0 w 83"/>
                  <a:gd name="T11" fmla="*/ 0 h 36"/>
                  <a:gd name="T12" fmla="*/ 0 w 83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36"/>
                  <a:gd name="T23" fmla="*/ 83 w 83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36">
                    <a:moveTo>
                      <a:pt x="0" y="36"/>
                    </a:moveTo>
                    <a:lnTo>
                      <a:pt x="3" y="21"/>
                    </a:lnTo>
                    <a:lnTo>
                      <a:pt x="7" y="8"/>
                    </a:lnTo>
                    <a:lnTo>
                      <a:pt x="12" y="0"/>
                    </a:lnTo>
                    <a:lnTo>
                      <a:pt x="67" y="0"/>
                    </a:lnTo>
                    <a:lnTo>
                      <a:pt x="83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66" name="Group 524"/>
              <p:cNvGrpSpPr>
                <a:grpSpLocks/>
              </p:cNvGrpSpPr>
              <p:nvPr/>
            </p:nvGrpSpPr>
            <p:grpSpPr bwMode="auto">
              <a:xfrm>
                <a:off x="790" y="3547"/>
                <a:ext cx="49" cy="23"/>
                <a:chOff x="790" y="3547"/>
                <a:chExt cx="49" cy="23"/>
              </a:xfrm>
            </p:grpSpPr>
            <p:sp>
              <p:nvSpPr>
                <p:cNvPr id="419" name="Freeform 525"/>
                <p:cNvSpPr>
                  <a:spLocks/>
                </p:cNvSpPr>
                <p:nvPr/>
              </p:nvSpPr>
              <p:spPr bwMode="auto">
                <a:xfrm>
                  <a:off x="790" y="3547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20" name="Freeform 526"/>
                <p:cNvSpPr>
                  <a:spLocks/>
                </p:cNvSpPr>
                <p:nvPr/>
              </p:nvSpPr>
              <p:spPr bwMode="auto">
                <a:xfrm>
                  <a:off x="795" y="3548"/>
                  <a:ext cx="37" cy="10"/>
                </a:xfrm>
                <a:custGeom>
                  <a:avLst/>
                  <a:gdLst>
                    <a:gd name="T0" fmla="*/ 1 w 73"/>
                    <a:gd name="T1" fmla="*/ 0 h 29"/>
                    <a:gd name="T2" fmla="*/ 1 w 73"/>
                    <a:gd name="T3" fmla="*/ 0 h 29"/>
                    <a:gd name="T4" fmla="*/ 1 w 73"/>
                    <a:gd name="T5" fmla="*/ 0 h 29"/>
                    <a:gd name="T6" fmla="*/ 1 w 73"/>
                    <a:gd name="T7" fmla="*/ 0 h 29"/>
                    <a:gd name="T8" fmla="*/ 1 w 73"/>
                    <a:gd name="T9" fmla="*/ 0 h 29"/>
                    <a:gd name="T10" fmla="*/ 1 w 73"/>
                    <a:gd name="T11" fmla="*/ 0 h 29"/>
                    <a:gd name="T12" fmla="*/ 1 w 73"/>
                    <a:gd name="T13" fmla="*/ 0 h 29"/>
                    <a:gd name="T14" fmla="*/ 0 w 73"/>
                    <a:gd name="T15" fmla="*/ 0 h 29"/>
                    <a:gd name="T16" fmla="*/ 1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2"/>
                      </a:lnTo>
                      <a:lnTo>
                        <a:pt x="56" y="11"/>
                      </a:lnTo>
                      <a:lnTo>
                        <a:pt x="73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21" name="Freeform 527"/>
                <p:cNvSpPr>
                  <a:spLocks/>
                </p:cNvSpPr>
                <p:nvPr/>
              </p:nvSpPr>
              <p:spPr bwMode="auto">
                <a:xfrm>
                  <a:off x="798" y="3558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67" name="Group 528"/>
              <p:cNvGrpSpPr>
                <a:grpSpLocks/>
              </p:cNvGrpSpPr>
              <p:nvPr/>
            </p:nvGrpSpPr>
            <p:grpSpPr bwMode="auto">
              <a:xfrm>
                <a:off x="803" y="3560"/>
                <a:ext cx="49" cy="22"/>
                <a:chOff x="803" y="3560"/>
                <a:chExt cx="49" cy="22"/>
              </a:xfrm>
            </p:grpSpPr>
            <p:sp>
              <p:nvSpPr>
                <p:cNvPr id="416" name="Freeform 529"/>
                <p:cNvSpPr>
                  <a:spLocks/>
                </p:cNvSpPr>
                <p:nvPr/>
              </p:nvSpPr>
              <p:spPr bwMode="auto">
                <a:xfrm>
                  <a:off x="803" y="3560"/>
                  <a:ext cx="12" cy="22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17" name="Freeform 530"/>
                <p:cNvSpPr>
                  <a:spLocks/>
                </p:cNvSpPr>
                <p:nvPr/>
              </p:nvSpPr>
              <p:spPr bwMode="auto">
                <a:xfrm>
                  <a:off x="808" y="356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7" y="11"/>
                      </a:lnTo>
                      <a:lnTo>
                        <a:pt x="72" y="29"/>
                      </a:lnTo>
                      <a:lnTo>
                        <a:pt x="18" y="29"/>
                      </a:lnTo>
                      <a:lnTo>
                        <a:pt x="9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18" name="Freeform 531"/>
                <p:cNvSpPr>
                  <a:spLocks/>
                </p:cNvSpPr>
                <p:nvPr/>
              </p:nvSpPr>
              <p:spPr bwMode="auto">
                <a:xfrm>
                  <a:off x="811" y="3571"/>
                  <a:ext cx="41" cy="11"/>
                </a:xfrm>
                <a:custGeom>
                  <a:avLst/>
                  <a:gdLst>
                    <a:gd name="T0" fmla="*/ 0 w 83"/>
                    <a:gd name="T1" fmla="*/ 0 h 35"/>
                    <a:gd name="T2" fmla="*/ 0 w 83"/>
                    <a:gd name="T3" fmla="*/ 0 h 35"/>
                    <a:gd name="T4" fmla="*/ 0 w 83"/>
                    <a:gd name="T5" fmla="*/ 0 h 35"/>
                    <a:gd name="T6" fmla="*/ 0 w 83"/>
                    <a:gd name="T7" fmla="*/ 0 h 35"/>
                    <a:gd name="T8" fmla="*/ 0 w 83"/>
                    <a:gd name="T9" fmla="*/ 0 h 35"/>
                    <a:gd name="T10" fmla="*/ 0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3" y="19"/>
                      </a:lnTo>
                      <a:lnTo>
                        <a:pt x="7" y="7"/>
                      </a:lnTo>
                      <a:lnTo>
                        <a:pt x="12" y="0"/>
                      </a:lnTo>
                      <a:lnTo>
                        <a:pt x="67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68" name="Group 532"/>
              <p:cNvGrpSpPr>
                <a:grpSpLocks/>
              </p:cNvGrpSpPr>
              <p:nvPr/>
            </p:nvGrpSpPr>
            <p:grpSpPr bwMode="auto">
              <a:xfrm>
                <a:off x="815" y="3572"/>
                <a:ext cx="50" cy="23"/>
                <a:chOff x="815" y="3572"/>
                <a:chExt cx="50" cy="23"/>
              </a:xfrm>
            </p:grpSpPr>
            <p:sp>
              <p:nvSpPr>
                <p:cNvPr id="413" name="Freeform 533"/>
                <p:cNvSpPr>
                  <a:spLocks/>
                </p:cNvSpPr>
                <p:nvPr/>
              </p:nvSpPr>
              <p:spPr bwMode="auto">
                <a:xfrm>
                  <a:off x="815" y="3572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0" y="0"/>
                      </a:lnTo>
                      <a:lnTo>
                        <a:pt x="25" y="30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14" name="Freeform 534"/>
                <p:cNvSpPr>
                  <a:spLocks/>
                </p:cNvSpPr>
                <p:nvPr/>
              </p:nvSpPr>
              <p:spPr bwMode="auto">
                <a:xfrm>
                  <a:off x="820" y="3573"/>
                  <a:ext cx="37" cy="9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15" name="Freeform 535"/>
                <p:cNvSpPr>
                  <a:spLocks/>
                </p:cNvSpPr>
                <p:nvPr/>
              </p:nvSpPr>
              <p:spPr bwMode="auto">
                <a:xfrm>
                  <a:off x="824" y="3583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6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69" name="Group 536"/>
              <p:cNvGrpSpPr>
                <a:grpSpLocks/>
              </p:cNvGrpSpPr>
              <p:nvPr/>
            </p:nvGrpSpPr>
            <p:grpSpPr bwMode="auto">
              <a:xfrm>
                <a:off x="828" y="3585"/>
                <a:ext cx="49" cy="23"/>
                <a:chOff x="828" y="3585"/>
                <a:chExt cx="49" cy="23"/>
              </a:xfrm>
            </p:grpSpPr>
            <p:sp>
              <p:nvSpPr>
                <p:cNvPr id="410" name="Freeform 537"/>
                <p:cNvSpPr>
                  <a:spLocks/>
                </p:cNvSpPr>
                <p:nvPr/>
              </p:nvSpPr>
              <p:spPr bwMode="auto">
                <a:xfrm>
                  <a:off x="828" y="3585"/>
                  <a:ext cx="13" cy="23"/>
                </a:xfrm>
                <a:custGeom>
                  <a:avLst/>
                  <a:gdLst>
                    <a:gd name="T0" fmla="*/ 1 w 25"/>
                    <a:gd name="T1" fmla="*/ 0 h 68"/>
                    <a:gd name="T2" fmla="*/ 0 w 25"/>
                    <a:gd name="T3" fmla="*/ 0 h 68"/>
                    <a:gd name="T4" fmla="*/ 1 w 25"/>
                    <a:gd name="T5" fmla="*/ 0 h 68"/>
                    <a:gd name="T6" fmla="*/ 1 w 25"/>
                    <a:gd name="T7" fmla="*/ 0 h 68"/>
                    <a:gd name="T8" fmla="*/ 1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11" name="Freeform 538"/>
                <p:cNvSpPr>
                  <a:spLocks/>
                </p:cNvSpPr>
                <p:nvPr/>
              </p:nvSpPr>
              <p:spPr bwMode="auto">
                <a:xfrm>
                  <a:off x="833" y="3586"/>
                  <a:ext cx="37" cy="10"/>
                </a:xfrm>
                <a:custGeom>
                  <a:avLst/>
                  <a:gdLst>
                    <a:gd name="T0" fmla="*/ 0 w 75"/>
                    <a:gd name="T1" fmla="*/ 0 h 29"/>
                    <a:gd name="T2" fmla="*/ 0 w 75"/>
                    <a:gd name="T3" fmla="*/ 0 h 29"/>
                    <a:gd name="T4" fmla="*/ 0 w 75"/>
                    <a:gd name="T5" fmla="*/ 0 h 29"/>
                    <a:gd name="T6" fmla="*/ 0 w 75"/>
                    <a:gd name="T7" fmla="*/ 0 h 29"/>
                    <a:gd name="T8" fmla="*/ 0 w 75"/>
                    <a:gd name="T9" fmla="*/ 0 h 29"/>
                    <a:gd name="T10" fmla="*/ 0 w 75"/>
                    <a:gd name="T11" fmla="*/ 0 h 29"/>
                    <a:gd name="T12" fmla="*/ 0 w 75"/>
                    <a:gd name="T13" fmla="*/ 0 h 29"/>
                    <a:gd name="T14" fmla="*/ 0 w 75"/>
                    <a:gd name="T15" fmla="*/ 0 h 29"/>
                    <a:gd name="T16" fmla="*/ 0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7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412" name="Freeform 539"/>
                <p:cNvSpPr>
                  <a:spLocks/>
                </p:cNvSpPr>
                <p:nvPr/>
              </p:nvSpPr>
              <p:spPr bwMode="auto">
                <a:xfrm>
                  <a:off x="837" y="3596"/>
                  <a:ext cx="40" cy="12"/>
                </a:xfrm>
                <a:custGeom>
                  <a:avLst/>
                  <a:gdLst>
                    <a:gd name="T0" fmla="*/ 0 w 80"/>
                    <a:gd name="T1" fmla="*/ 0 h 36"/>
                    <a:gd name="T2" fmla="*/ 1 w 80"/>
                    <a:gd name="T3" fmla="*/ 0 h 36"/>
                    <a:gd name="T4" fmla="*/ 1 w 80"/>
                    <a:gd name="T5" fmla="*/ 0 h 36"/>
                    <a:gd name="T6" fmla="*/ 1 w 80"/>
                    <a:gd name="T7" fmla="*/ 0 h 36"/>
                    <a:gd name="T8" fmla="*/ 1 w 80"/>
                    <a:gd name="T9" fmla="*/ 0 h 36"/>
                    <a:gd name="T10" fmla="*/ 1 w 80"/>
                    <a:gd name="T11" fmla="*/ 0 h 36"/>
                    <a:gd name="T12" fmla="*/ 0 w 80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0"/>
                    <a:gd name="T22" fmla="*/ 0 h 36"/>
                    <a:gd name="T23" fmla="*/ 80 w 80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0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5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0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0" name="Group 540"/>
              <p:cNvGrpSpPr>
                <a:grpSpLocks/>
              </p:cNvGrpSpPr>
              <p:nvPr/>
            </p:nvGrpSpPr>
            <p:grpSpPr bwMode="auto">
              <a:xfrm>
                <a:off x="840" y="3600"/>
                <a:ext cx="100" cy="73"/>
                <a:chOff x="840" y="3600"/>
                <a:chExt cx="100" cy="73"/>
              </a:xfrm>
            </p:grpSpPr>
            <p:grpSp>
              <p:nvGrpSpPr>
                <p:cNvPr id="390" name="Group 541"/>
                <p:cNvGrpSpPr>
                  <a:grpSpLocks/>
                </p:cNvGrpSpPr>
                <p:nvPr/>
              </p:nvGrpSpPr>
              <p:grpSpPr bwMode="auto">
                <a:xfrm>
                  <a:off x="840" y="3600"/>
                  <a:ext cx="49" cy="23"/>
                  <a:chOff x="840" y="3600"/>
                  <a:chExt cx="49" cy="23"/>
                </a:xfrm>
              </p:grpSpPr>
              <p:sp>
                <p:nvSpPr>
                  <p:cNvPr id="407" name="Freeform 542"/>
                  <p:cNvSpPr>
                    <a:spLocks/>
                  </p:cNvSpPr>
                  <p:nvPr/>
                </p:nvSpPr>
                <p:spPr bwMode="auto">
                  <a:xfrm>
                    <a:off x="840" y="3600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5" y="70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8" name="Freeform 543"/>
                  <p:cNvSpPr>
                    <a:spLocks/>
                  </p:cNvSpPr>
                  <p:nvPr/>
                </p:nvSpPr>
                <p:spPr bwMode="auto">
                  <a:xfrm>
                    <a:off x="845" y="3600"/>
                    <a:ext cx="37" cy="11"/>
                  </a:xfrm>
                  <a:custGeom>
                    <a:avLst/>
                    <a:gdLst>
                      <a:gd name="T0" fmla="*/ 0 w 75"/>
                      <a:gd name="T1" fmla="*/ 0 h 31"/>
                      <a:gd name="T2" fmla="*/ 0 w 75"/>
                      <a:gd name="T3" fmla="*/ 0 h 31"/>
                      <a:gd name="T4" fmla="*/ 0 w 75"/>
                      <a:gd name="T5" fmla="*/ 0 h 31"/>
                      <a:gd name="T6" fmla="*/ 0 w 75"/>
                      <a:gd name="T7" fmla="*/ 0 h 31"/>
                      <a:gd name="T8" fmla="*/ 0 w 75"/>
                      <a:gd name="T9" fmla="*/ 0 h 31"/>
                      <a:gd name="T10" fmla="*/ 0 w 75"/>
                      <a:gd name="T11" fmla="*/ 0 h 31"/>
                      <a:gd name="T12" fmla="*/ 0 w 75"/>
                      <a:gd name="T13" fmla="*/ 0 h 31"/>
                      <a:gd name="T14" fmla="*/ 0 w 75"/>
                      <a:gd name="T15" fmla="*/ 0 h 31"/>
                      <a:gd name="T16" fmla="*/ 0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9" name="Freeform 544"/>
                  <p:cNvSpPr>
                    <a:spLocks/>
                  </p:cNvSpPr>
                  <p:nvPr/>
                </p:nvSpPr>
                <p:spPr bwMode="auto">
                  <a:xfrm>
                    <a:off x="848" y="3611"/>
                    <a:ext cx="41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91" name="Group 545"/>
                <p:cNvGrpSpPr>
                  <a:grpSpLocks/>
                </p:cNvGrpSpPr>
                <p:nvPr/>
              </p:nvGrpSpPr>
              <p:grpSpPr bwMode="auto">
                <a:xfrm>
                  <a:off x="853" y="3612"/>
                  <a:ext cx="48" cy="23"/>
                  <a:chOff x="853" y="3612"/>
                  <a:chExt cx="48" cy="23"/>
                </a:xfrm>
              </p:grpSpPr>
              <p:sp>
                <p:nvSpPr>
                  <p:cNvPr id="404" name="Freeform 546"/>
                  <p:cNvSpPr>
                    <a:spLocks/>
                  </p:cNvSpPr>
                  <p:nvPr/>
                </p:nvSpPr>
                <p:spPr bwMode="auto">
                  <a:xfrm>
                    <a:off x="853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4" y="69"/>
                        </a:moveTo>
                        <a:lnTo>
                          <a:pt x="0" y="28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4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5" name="Freeform 547"/>
                  <p:cNvSpPr>
                    <a:spLocks/>
                  </p:cNvSpPr>
                  <p:nvPr/>
                </p:nvSpPr>
                <p:spPr bwMode="auto">
                  <a:xfrm>
                    <a:off x="857" y="3613"/>
                    <a:ext cx="37" cy="10"/>
                  </a:xfrm>
                  <a:custGeom>
                    <a:avLst/>
                    <a:gdLst>
                      <a:gd name="T0" fmla="*/ 1 w 73"/>
                      <a:gd name="T1" fmla="*/ 0 h 32"/>
                      <a:gd name="T2" fmla="*/ 1 w 73"/>
                      <a:gd name="T3" fmla="*/ 0 h 32"/>
                      <a:gd name="T4" fmla="*/ 1 w 73"/>
                      <a:gd name="T5" fmla="*/ 0 h 32"/>
                      <a:gd name="T6" fmla="*/ 1 w 73"/>
                      <a:gd name="T7" fmla="*/ 0 h 32"/>
                      <a:gd name="T8" fmla="*/ 1 w 73"/>
                      <a:gd name="T9" fmla="*/ 0 h 32"/>
                      <a:gd name="T10" fmla="*/ 1 w 73"/>
                      <a:gd name="T11" fmla="*/ 0 h 32"/>
                      <a:gd name="T12" fmla="*/ 1 w 73"/>
                      <a:gd name="T13" fmla="*/ 0 h 32"/>
                      <a:gd name="T14" fmla="*/ 0 w 73"/>
                      <a:gd name="T15" fmla="*/ 0 h 32"/>
                      <a:gd name="T16" fmla="*/ 1 w 73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2"/>
                      <a:gd name="T29" fmla="*/ 73 w 73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2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5"/>
                        </a:lnTo>
                        <a:lnTo>
                          <a:pt x="73" y="32"/>
                        </a:lnTo>
                        <a:lnTo>
                          <a:pt x="18" y="32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6" name="Freeform 548"/>
                  <p:cNvSpPr>
                    <a:spLocks/>
                  </p:cNvSpPr>
                  <p:nvPr/>
                </p:nvSpPr>
                <p:spPr bwMode="auto">
                  <a:xfrm>
                    <a:off x="860" y="3623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6" y="8"/>
                        </a:lnTo>
                        <a:lnTo>
                          <a:pt x="13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92" name="Group 549"/>
                <p:cNvGrpSpPr>
                  <a:grpSpLocks/>
                </p:cNvGrpSpPr>
                <p:nvPr/>
              </p:nvGrpSpPr>
              <p:grpSpPr bwMode="auto">
                <a:xfrm>
                  <a:off x="865" y="3625"/>
                  <a:ext cx="49" cy="23"/>
                  <a:chOff x="865" y="3625"/>
                  <a:chExt cx="49" cy="23"/>
                </a:xfrm>
              </p:grpSpPr>
              <p:sp>
                <p:nvSpPr>
                  <p:cNvPr id="401" name="Freeform 550"/>
                  <p:cNvSpPr>
                    <a:spLocks/>
                  </p:cNvSpPr>
                  <p:nvPr/>
                </p:nvSpPr>
                <p:spPr bwMode="auto">
                  <a:xfrm>
                    <a:off x="865" y="3625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2" name="Freeform 551"/>
                  <p:cNvSpPr>
                    <a:spLocks/>
                  </p:cNvSpPr>
                  <p:nvPr/>
                </p:nvSpPr>
                <p:spPr bwMode="auto">
                  <a:xfrm>
                    <a:off x="870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3" name="Freeform 552"/>
                  <p:cNvSpPr>
                    <a:spLocks/>
                  </p:cNvSpPr>
                  <p:nvPr/>
                </p:nvSpPr>
                <p:spPr bwMode="auto">
                  <a:xfrm>
                    <a:off x="873" y="363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93" name="Group 553"/>
                <p:cNvGrpSpPr>
                  <a:grpSpLocks/>
                </p:cNvGrpSpPr>
                <p:nvPr/>
              </p:nvGrpSpPr>
              <p:grpSpPr bwMode="auto">
                <a:xfrm>
                  <a:off x="878" y="3638"/>
                  <a:ext cx="49" cy="22"/>
                  <a:chOff x="878" y="3638"/>
                  <a:chExt cx="49" cy="22"/>
                </a:xfrm>
              </p:grpSpPr>
              <p:sp>
                <p:nvSpPr>
                  <p:cNvPr id="398" name="Freeform 554"/>
                  <p:cNvSpPr>
                    <a:spLocks/>
                  </p:cNvSpPr>
                  <p:nvPr/>
                </p:nvSpPr>
                <p:spPr bwMode="auto">
                  <a:xfrm>
                    <a:off x="878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99" name="Freeform 555"/>
                  <p:cNvSpPr>
                    <a:spLocks/>
                  </p:cNvSpPr>
                  <p:nvPr/>
                </p:nvSpPr>
                <p:spPr bwMode="auto">
                  <a:xfrm>
                    <a:off x="883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2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400" name="Freeform 556"/>
                  <p:cNvSpPr>
                    <a:spLocks/>
                  </p:cNvSpPr>
                  <p:nvPr/>
                </p:nvSpPr>
                <p:spPr bwMode="auto">
                  <a:xfrm>
                    <a:off x="886" y="3648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8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94" name="Group 557"/>
                <p:cNvGrpSpPr>
                  <a:grpSpLocks/>
                </p:cNvGrpSpPr>
                <p:nvPr/>
              </p:nvGrpSpPr>
              <p:grpSpPr bwMode="auto">
                <a:xfrm>
                  <a:off x="890" y="3651"/>
                  <a:ext cx="50" cy="22"/>
                  <a:chOff x="890" y="3651"/>
                  <a:chExt cx="50" cy="22"/>
                </a:xfrm>
              </p:grpSpPr>
              <p:sp>
                <p:nvSpPr>
                  <p:cNvPr id="395" name="Freeform 558"/>
                  <p:cNvSpPr>
                    <a:spLocks/>
                  </p:cNvSpPr>
                  <p:nvPr/>
                </p:nvSpPr>
                <p:spPr bwMode="auto">
                  <a:xfrm>
                    <a:off x="890" y="3651"/>
                    <a:ext cx="13" cy="22"/>
                  </a:xfrm>
                  <a:custGeom>
                    <a:avLst/>
                    <a:gdLst>
                      <a:gd name="T0" fmla="*/ 1 w 25"/>
                      <a:gd name="T1" fmla="*/ 0 h 67"/>
                      <a:gd name="T2" fmla="*/ 0 w 25"/>
                      <a:gd name="T3" fmla="*/ 0 h 67"/>
                      <a:gd name="T4" fmla="*/ 1 w 25"/>
                      <a:gd name="T5" fmla="*/ 0 h 67"/>
                      <a:gd name="T6" fmla="*/ 1 w 25"/>
                      <a:gd name="T7" fmla="*/ 0 h 67"/>
                      <a:gd name="T8" fmla="*/ 1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6" y="67"/>
                        </a:moveTo>
                        <a:lnTo>
                          <a:pt x="0" y="26"/>
                        </a:lnTo>
                        <a:lnTo>
                          <a:pt x="12" y="0"/>
                        </a:lnTo>
                        <a:lnTo>
                          <a:pt x="25" y="30"/>
                        </a:lnTo>
                        <a:lnTo>
                          <a:pt x="16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96" name="Freeform 559"/>
                  <p:cNvSpPr>
                    <a:spLocks/>
                  </p:cNvSpPr>
                  <p:nvPr/>
                </p:nvSpPr>
                <p:spPr bwMode="auto">
                  <a:xfrm>
                    <a:off x="895" y="3651"/>
                    <a:ext cx="37" cy="10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2" y="0"/>
                        </a:moveTo>
                        <a:lnTo>
                          <a:pt x="48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97" name="Freeform 560"/>
                  <p:cNvSpPr>
                    <a:spLocks/>
                  </p:cNvSpPr>
                  <p:nvPr/>
                </p:nvSpPr>
                <p:spPr bwMode="auto">
                  <a:xfrm>
                    <a:off x="899" y="3662"/>
                    <a:ext cx="41" cy="11"/>
                  </a:xfrm>
                  <a:custGeom>
                    <a:avLst/>
                    <a:gdLst>
                      <a:gd name="T0" fmla="*/ 0 w 83"/>
                      <a:gd name="T1" fmla="*/ 0 h 35"/>
                      <a:gd name="T2" fmla="*/ 0 w 83"/>
                      <a:gd name="T3" fmla="*/ 0 h 35"/>
                      <a:gd name="T4" fmla="*/ 0 w 83"/>
                      <a:gd name="T5" fmla="*/ 0 h 35"/>
                      <a:gd name="T6" fmla="*/ 0 w 83"/>
                      <a:gd name="T7" fmla="*/ 0 h 35"/>
                      <a:gd name="T8" fmla="*/ 0 w 83"/>
                      <a:gd name="T9" fmla="*/ 0 h 35"/>
                      <a:gd name="T10" fmla="*/ 0 w 83"/>
                      <a:gd name="T11" fmla="*/ 0 h 35"/>
                      <a:gd name="T12" fmla="*/ 0 w 83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5"/>
                      <a:gd name="T23" fmla="*/ 83 w 83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5">
                        <a:moveTo>
                          <a:pt x="0" y="35"/>
                        </a:moveTo>
                        <a:lnTo>
                          <a:pt x="2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71" name="Group 561"/>
              <p:cNvGrpSpPr>
                <a:grpSpLocks/>
              </p:cNvGrpSpPr>
              <p:nvPr/>
            </p:nvGrpSpPr>
            <p:grpSpPr bwMode="auto">
              <a:xfrm>
                <a:off x="903" y="3665"/>
                <a:ext cx="99" cy="74"/>
                <a:chOff x="903" y="3665"/>
                <a:chExt cx="99" cy="74"/>
              </a:xfrm>
            </p:grpSpPr>
            <p:grpSp>
              <p:nvGrpSpPr>
                <p:cNvPr id="370" name="Group 562"/>
                <p:cNvGrpSpPr>
                  <a:grpSpLocks/>
                </p:cNvGrpSpPr>
                <p:nvPr/>
              </p:nvGrpSpPr>
              <p:grpSpPr bwMode="auto">
                <a:xfrm>
                  <a:off x="903" y="3665"/>
                  <a:ext cx="49" cy="23"/>
                  <a:chOff x="903" y="3665"/>
                  <a:chExt cx="49" cy="23"/>
                </a:xfrm>
              </p:grpSpPr>
              <p:sp>
                <p:nvSpPr>
                  <p:cNvPr id="387" name="Freeform 563"/>
                  <p:cNvSpPr>
                    <a:spLocks/>
                  </p:cNvSpPr>
                  <p:nvPr/>
                </p:nvSpPr>
                <p:spPr bwMode="auto">
                  <a:xfrm>
                    <a:off x="903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88" name="Freeform 564"/>
                  <p:cNvSpPr>
                    <a:spLocks/>
                  </p:cNvSpPr>
                  <p:nvPr/>
                </p:nvSpPr>
                <p:spPr bwMode="auto">
                  <a:xfrm>
                    <a:off x="907" y="3666"/>
                    <a:ext cx="37" cy="10"/>
                  </a:xfrm>
                  <a:custGeom>
                    <a:avLst/>
                    <a:gdLst>
                      <a:gd name="T0" fmla="*/ 1 w 73"/>
                      <a:gd name="T1" fmla="*/ 0 h 31"/>
                      <a:gd name="T2" fmla="*/ 1 w 73"/>
                      <a:gd name="T3" fmla="*/ 0 h 31"/>
                      <a:gd name="T4" fmla="*/ 1 w 73"/>
                      <a:gd name="T5" fmla="*/ 0 h 31"/>
                      <a:gd name="T6" fmla="*/ 1 w 73"/>
                      <a:gd name="T7" fmla="*/ 0 h 31"/>
                      <a:gd name="T8" fmla="*/ 1 w 73"/>
                      <a:gd name="T9" fmla="*/ 0 h 31"/>
                      <a:gd name="T10" fmla="*/ 1 w 73"/>
                      <a:gd name="T11" fmla="*/ 0 h 31"/>
                      <a:gd name="T12" fmla="*/ 1 w 73"/>
                      <a:gd name="T13" fmla="*/ 0 h 31"/>
                      <a:gd name="T14" fmla="*/ 0 w 73"/>
                      <a:gd name="T15" fmla="*/ 0 h 31"/>
                      <a:gd name="T16" fmla="*/ 1 w 73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31"/>
                      <a:gd name="T29" fmla="*/ 73 w 73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31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3" y="31"/>
                        </a:lnTo>
                        <a:lnTo>
                          <a:pt x="18" y="31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89" name="Freeform 565"/>
                  <p:cNvSpPr>
                    <a:spLocks/>
                  </p:cNvSpPr>
                  <p:nvPr/>
                </p:nvSpPr>
                <p:spPr bwMode="auto">
                  <a:xfrm>
                    <a:off x="911" y="3676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6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71" name="Group 566"/>
                <p:cNvGrpSpPr>
                  <a:grpSpLocks/>
                </p:cNvGrpSpPr>
                <p:nvPr/>
              </p:nvGrpSpPr>
              <p:grpSpPr bwMode="auto">
                <a:xfrm>
                  <a:off x="914" y="3678"/>
                  <a:ext cx="49" cy="23"/>
                  <a:chOff x="914" y="3678"/>
                  <a:chExt cx="49" cy="23"/>
                </a:xfrm>
              </p:grpSpPr>
              <p:sp>
                <p:nvSpPr>
                  <p:cNvPr id="384" name="Freeform 567"/>
                  <p:cNvSpPr>
                    <a:spLocks/>
                  </p:cNvSpPr>
                  <p:nvPr/>
                </p:nvSpPr>
                <p:spPr bwMode="auto">
                  <a:xfrm>
                    <a:off x="914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85" name="Freeform 568"/>
                  <p:cNvSpPr>
                    <a:spLocks/>
                  </p:cNvSpPr>
                  <p:nvPr/>
                </p:nvSpPr>
                <p:spPr bwMode="auto">
                  <a:xfrm>
                    <a:off x="919" y="3678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86" name="Freeform 569"/>
                  <p:cNvSpPr>
                    <a:spLocks/>
                  </p:cNvSpPr>
                  <p:nvPr/>
                </p:nvSpPr>
                <p:spPr bwMode="auto">
                  <a:xfrm>
                    <a:off x="922" y="3688"/>
                    <a:ext cx="41" cy="13"/>
                  </a:xfrm>
                  <a:custGeom>
                    <a:avLst/>
                    <a:gdLst>
                      <a:gd name="T0" fmla="*/ 0 w 81"/>
                      <a:gd name="T1" fmla="*/ 0 h 38"/>
                      <a:gd name="T2" fmla="*/ 1 w 81"/>
                      <a:gd name="T3" fmla="*/ 0 h 38"/>
                      <a:gd name="T4" fmla="*/ 1 w 81"/>
                      <a:gd name="T5" fmla="*/ 0 h 38"/>
                      <a:gd name="T6" fmla="*/ 1 w 81"/>
                      <a:gd name="T7" fmla="*/ 0 h 38"/>
                      <a:gd name="T8" fmla="*/ 1 w 81"/>
                      <a:gd name="T9" fmla="*/ 0 h 38"/>
                      <a:gd name="T10" fmla="*/ 1 w 81"/>
                      <a:gd name="T11" fmla="*/ 0 h 38"/>
                      <a:gd name="T12" fmla="*/ 0 w 81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8"/>
                      <a:gd name="T23" fmla="*/ 81 w 81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8">
                        <a:moveTo>
                          <a:pt x="0" y="38"/>
                        </a:moveTo>
                        <a:lnTo>
                          <a:pt x="2" y="21"/>
                        </a:lnTo>
                        <a:lnTo>
                          <a:pt x="8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1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72" name="Group 570"/>
                <p:cNvGrpSpPr>
                  <a:grpSpLocks/>
                </p:cNvGrpSpPr>
                <p:nvPr/>
              </p:nvGrpSpPr>
              <p:grpSpPr bwMode="auto">
                <a:xfrm>
                  <a:off x="928" y="3690"/>
                  <a:ext cx="48" cy="23"/>
                  <a:chOff x="928" y="3690"/>
                  <a:chExt cx="48" cy="23"/>
                </a:xfrm>
              </p:grpSpPr>
              <p:sp>
                <p:nvSpPr>
                  <p:cNvPr id="381" name="Freeform 571"/>
                  <p:cNvSpPr>
                    <a:spLocks/>
                  </p:cNvSpPr>
                  <p:nvPr/>
                </p:nvSpPr>
                <p:spPr bwMode="auto">
                  <a:xfrm>
                    <a:off x="928" y="369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9"/>
                        </a:lnTo>
                        <a:lnTo>
                          <a:pt x="9" y="0"/>
                        </a:lnTo>
                        <a:lnTo>
                          <a:pt x="25" y="33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82" name="Freeform 572"/>
                  <p:cNvSpPr>
                    <a:spLocks/>
                  </p:cNvSpPr>
                  <p:nvPr/>
                </p:nvSpPr>
                <p:spPr bwMode="auto">
                  <a:xfrm>
                    <a:off x="932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83" name="Freeform 573"/>
                  <p:cNvSpPr>
                    <a:spLocks/>
                  </p:cNvSpPr>
                  <p:nvPr/>
                </p:nvSpPr>
                <p:spPr bwMode="auto">
                  <a:xfrm>
                    <a:off x="935" y="3701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8" y="7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73" name="Group 574"/>
                <p:cNvGrpSpPr>
                  <a:grpSpLocks/>
                </p:cNvGrpSpPr>
                <p:nvPr/>
              </p:nvGrpSpPr>
              <p:grpSpPr bwMode="auto">
                <a:xfrm>
                  <a:off x="940" y="3703"/>
                  <a:ext cx="49" cy="23"/>
                  <a:chOff x="940" y="3703"/>
                  <a:chExt cx="49" cy="23"/>
                </a:xfrm>
              </p:grpSpPr>
              <p:sp>
                <p:nvSpPr>
                  <p:cNvPr id="378" name="Freeform 575"/>
                  <p:cNvSpPr>
                    <a:spLocks/>
                  </p:cNvSpPr>
                  <p:nvPr/>
                </p:nvSpPr>
                <p:spPr bwMode="auto">
                  <a:xfrm>
                    <a:off x="940" y="3703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79" name="Freeform 576"/>
                  <p:cNvSpPr>
                    <a:spLocks/>
                  </p:cNvSpPr>
                  <p:nvPr/>
                </p:nvSpPr>
                <p:spPr bwMode="auto">
                  <a:xfrm>
                    <a:off x="945" y="3703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0" y="21"/>
                        </a:lnTo>
                        <a:lnTo>
                          <a:pt x="0" y="7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80" name="Freeform 577"/>
                  <p:cNvSpPr>
                    <a:spLocks/>
                  </p:cNvSpPr>
                  <p:nvPr/>
                </p:nvSpPr>
                <p:spPr bwMode="auto">
                  <a:xfrm>
                    <a:off x="948" y="3714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74" name="Group 578"/>
                <p:cNvGrpSpPr>
                  <a:grpSpLocks/>
                </p:cNvGrpSpPr>
                <p:nvPr/>
              </p:nvGrpSpPr>
              <p:grpSpPr bwMode="auto">
                <a:xfrm>
                  <a:off x="953" y="3716"/>
                  <a:ext cx="49" cy="23"/>
                  <a:chOff x="953" y="3716"/>
                  <a:chExt cx="49" cy="23"/>
                </a:xfrm>
              </p:grpSpPr>
              <p:sp>
                <p:nvSpPr>
                  <p:cNvPr id="375" name="Freeform 579"/>
                  <p:cNvSpPr>
                    <a:spLocks/>
                  </p:cNvSpPr>
                  <p:nvPr/>
                </p:nvSpPr>
                <p:spPr bwMode="auto">
                  <a:xfrm>
                    <a:off x="953" y="3716"/>
                    <a:ext cx="12" cy="23"/>
                  </a:xfrm>
                  <a:custGeom>
                    <a:avLst/>
                    <a:gdLst>
                      <a:gd name="T0" fmla="*/ 1 w 23"/>
                      <a:gd name="T1" fmla="*/ 0 h 68"/>
                      <a:gd name="T2" fmla="*/ 0 w 23"/>
                      <a:gd name="T3" fmla="*/ 0 h 68"/>
                      <a:gd name="T4" fmla="*/ 1 w 23"/>
                      <a:gd name="T5" fmla="*/ 0 h 68"/>
                      <a:gd name="T6" fmla="*/ 1 w 23"/>
                      <a:gd name="T7" fmla="*/ 0 h 68"/>
                      <a:gd name="T8" fmla="*/ 1 w 23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3"/>
                      <a:gd name="T16" fmla="*/ 0 h 68"/>
                      <a:gd name="T17" fmla="*/ 23 w 23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3" h="68">
                        <a:moveTo>
                          <a:pt x="14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3" y="30"/>
                        </a:lnTo>
                        <a:lnTo>
                          <a:pt x="14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76" name="Freeform 580"/>
                  <p:cNvSpPr>
                    <a:spLocks/>
                  </p:cNvSpPr>
                  <p:nvPr/>
                </p:nvSpPr>
                <p:spPr bwMode="auto">
                  <a:xfrm>
                    <a:off x="958" y="3717"/>
                    <a:ext cx="37" cy="9"/>
                  </a:xfrm>
                  <a:custGeom>
                    <a:avLst/>
                    <a:gdLst>
                      <a:gd name="T0" fmla="*/ 0 w 75"/>
                      <a:gd name="T1" fmla="*/ 0 h 29"/>
                      <a:gd name="T2" fmla="*/ 0 w 75"/>
                      <a:gd name="T3" fmla="*/ 0 h 29"/>
                      <a:gd name="T4" fmla="*/ 0 w 75"/>
                      <a:gd name="T5" fmla="*/ 0 h 29"/>
                      <a:gd name="T6" fmla="*/ 0 w 75"/>
                      <a:gd name="T7" fmla="*/ 0 h 29"/>
                      <a:gd name="T8" fmla="*/ 0 w 75"/>
                      <a:gd name="T9" fmla="*/ 0 h 29"/>
                      <a:gd name="T10" fmla="*/ 0 w 75"/>
                      <a:gd name="T11" fmla="*/ 0 h 29"/>
                      <a:gd name="T12" fmla="*/ 0 w 75"/>
                      <a:gd name="T13" fmla="*/ 0 h 29"/>
                      <a:gd name="T14" fmla="*/ 0 w 75"/>
                      <a:gd name="T15" fmla="*/ 0 h 29"/>
                      <a:gd name="T16" fmla="*/ 0 w 75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29"/>
                      <a:gd name="T29" fmla="*/ 75 w 75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1"/>
                        </a:lnTo>
                        <a:lnTo>
                          <a:pt x="75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77" name="Freeform 581"/>
                  <p:cNvSpPr>
                    <a:spLocks/>
                  </p:cNvSpPr>
                  <p:nvPr/>
                </p:nvSpPr>
                <p:spPr bwMode="auto">
                  <a:xfrm>
                    <a:off x="961" y="3727"/>
                    <a:ext cx="41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1 w 82"/>
                      <a:gd name="T3" fmla="*/ 0 h 36"/>
                      <a:gd name="T4" fmla="*/ 1 w 82"/>
                      <a:gd name="T5" fmla="*/ 0 h 36"/>
                      <a:gd name="T6" fmla="*/ 1 w 82"/>
                      <a:gd name="T7" fmla="*/ 0 h 36"/>
                      <a:gd name="T8" fmla="*/ 1 w 82"/>
                      <a:gd name="T9" fmla="*/ 0 h 36"/>
                      <a:gd name="T10" fmla="*/ 1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72" name="Group 582"/>
              <p:cNvGrpSpPr>
                <a:grpSpLocks/>
              </p:cNvGrpSpPr>
              <p:nvPr/>
            </p:nvGrpSpPr>
            <p:grpSpPr bwMode="auto">
              <a:xfrm>
                <a:off x="963" y="3727"/>
                <a:ext cx="49" cy="23"/>
                <a:chOff x="963" y="3727"/>
                <a:chExt cx="49" cy="23"/>
              </a:xfrm>
            </p:grpSpPr>
            <p:sp>
              <p:nvSpPr>
                <p:cNvPr id="367" name="Freeform 583"/>
                <p:cNvSpPr>
                  <a:spLocks/>
                </p:cNvSpPr>
                <p:nvPr/>
              </p:nvSpPr>
              <p:spPr bwMode="auto">
                <a:xfrm>
                  <a:off x="963" y="3727"/>
                  <a:ext cx="13" cy="23"/>
                </a:xfrm>
                <a:custGeom>
                  <a:avLst/>
                  <a:gdLst>
                    <a:gd name="T0" fmla="*/ 1 w 25"/>
                    <a:gd name="T1" fmla="*/ 0 h 69"/>
                    <a:gd name="T2" fmla="*/ 0 w 25"/>
                    <a:gd name="T3" fmla="*/ 0 h 69"/>
                    <a:gd name="T4" fmla="*/ 1 w 25"/>
                    <a:gd name="T5" fmla="*/ 0 h 69"/>
                    <a:gd name="T6" fmla="*/ 1 w 25"/>
                    <a:gd name="T7" fmla="*/ 0 h 69"/>
                    <a:gd name="T8" fmla="*/ 1 w 25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9"/>
                    <a:gd name="T17" fmla="*/ 25 w 25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9">
                      <a:moveTo>
                        <a:pt x="16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5" y="32"/>
                      </a:lnTo>
                      <a:lnTo>
                        <a:pt x="16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68" name="Freeform 584"/>
                <p:cNvSpPr>
                  <a:spLocks/>
                </p:cNvSpPr>
                <p:nvPr/>
              </p:nvSpPr>
              <p:spPr bwMode="auto">
                <a:xfrm>
                  <a:off x="968" y="3728"/>
                  <a:ext cx="37" cy="10"/>
                </a:xfrm>
                <a:custGeom>
                  <a:avLst/>
                  <a:gdLst>
                    <a:gd name="T0" fmla="*/ 1 w 73"/>
                    <a:gd name="T1" fmla="*/ 0 h 31"/>
                    <a:gd name="T2" fmla="*/ 1 w 73"/>
                    <a:gd name="T3" fmla="*/ 0 h 31"/>
                    <a:gd name="T4" fmla="*/ 1 w 73"/>
                    <a:gd name="T5" fmla="*/ 0 h 31"/>
                    <a:gd name="T6" fmla="*/ 1 w 73"/>
                    <a:gd name="T7" fmla="*/ 0 h 31"/>
                    <a:gd name="T8" fmla="*/ 1 w 73"/>
                    <a:gd name="T9" fmla="*/ 0 h 31"/>
                    <a:gd name="T10" fmla="*/ 1 w 73"/>
                    <a:gd name="T11" fmla="*/ 0 h 31"/>
                    <a:gd name="T12" fmla="*/ 1 w 73"/>
                    <a:gd name="T13" fmla="*/ 0 h 31"/>
                    <a:gd name="T14" fmla="*/ 0 w 73"/>
                    <a:gd name="T15" fmla="*/ 0 h 31"/>
                    <a:gd name="T16" fmla="*/ 1 w 73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1"/>
                    <a:gd name="T29" fmla="*/ 73 w 73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1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3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69" name="Freeform 585"/>
                <p:cNvSpPr>
                  <a:spLocks/>
                </p:cNvSpPr>
                <p:nvPr/>
              </p:nvSpPr>
              <p:spPr bwMode="auto">
                <a:xfrm>
                  <a:off x="972" y="3738"/>
                  <a:ext cx="40" cy="12"/>
                </a:xfrm>
                <a:custGeom>
                  <a:avLst/>
                  <a:gdLst>
                    <a:gd name="T0" fmla="*/ 0 w 82"/>
                    <a:gd name="T1" fmla="*/ 0 h 36"/>
                    <a:gd name="T2" fmla="*/ 0 w 82"/>
                    <a:gd name="T3" fmla="*/ 0 h 36"/>
                    <a:gd name="T4" fmla="*/ 0 w 82"/>
                    <a:gd name="T5" fmla="*/ 0 h 36"/>
                    <a:gd name="T6" fmla="*/ 0 w 82"/>
                    <a:gd name="T7" fmla="*/ 0 h 36"/>
                    <a:gd name="T8" fmla="*/ 0 w 82"/>
                    <a:gd name="T9" fmla="*/ 0 h 36"/>
                    <a:gd name="T10" fmla="*/ 0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6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3" name="Group 586"/>
              <p:cNvGrpSpPr>
                <a:grpSpLocks/>
              </p:cNvGrpSpPr>
              <p:nvPr/>
            </p:nvGrpSpPr>
            <p:grpSpPr bwMode="auto">
              <a:xfrm>
                <a:off x="976" y="3740"/>
                <a:ext cx="50" cy="22"/>
                <a:chOff x="976" y="3740"/>
                <a:chExt cx="50" cy="22"/>
              </a:xfrm>
            </p:grpSpPr>
            <p:sp>
              <p:nvSpPr>
                <p:cNvPr id="364" name="Freeform 587"/>
                <p:cNvSpPr>
                  <a:spLocks/>
                </p:cNvSpPr>
                <p:nvPr/>
              </p:nvSpPr>
              <p:spPr bwMode="auto">
                <a:xfrm>
                  <a:off x="976" y="3740"/>
                  <a:ext cx="12" cy="22"/>
                </a:xfrm>
                <a:custGeom>
                  <a:avLst/>
                  <a:gdLst>
                    <a:gd name="T0" fmla="*/ 1 w 23"/>
                    <a:gd name="T1" fmla="*/ 0 h 68"/>
                    <a:gd name="T2" fmla="*/ 0 w 23"/>
                    <a:gd name="T3" fmla="*/ 0 h 68"/>
                    <a:gd name="T4" fmla="*/ 1 w 23"/>
                    <a:gd name="T5" fmla="*/ 0 h 68"/>
                    <a:gd name="T6" fmla="*/ 1 w 23"/>
                    <a:gd name="T7" fmla="*/ 0 h 68"/>
                    <a:gd name="T8" fmla="*/ 1 w 23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3"/>
                    <a:gd name="T16" fmla="*/ 0 h 68"/>
                    <a:gd name="T17" fmla="*/ 23 w 23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3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3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65" name="Freeform 588"/>
                <p:cNvSpPr>
                  <a:spLocks/>
                </p:cNvSpPr>
                <p:nvPr/>
              </p:nvSpPr>
              <p:spPr bwMode="auto">
                <a:xfrm>
                  <a:off x="980" y="3740"/>
                  <a:ext cx="38" cy="10"/>
                </a:xfrm>
                <a:custGeom>
                  <a:avLst/>
                  <a:gdLst>
                    <a:gd name="T0" fmla="*/ 1 w 75"/>
                    <a:gd name="T1" fmla="*/ 0 h 31"/>
                    <a:gd name="T2" fmla="*/ 1 w 75"/>
                    <a:gd name="T3" fmla="*/ 0 h 31"/>
                    <a:gd name="T4" fmla="*/ 1 w 75"/>
                    <a:gd name="T5" fmla="*/ 0 h 31"/>
                    <a:gd name="T6" fmla="*/ 1 w 75"/>
                    <a:gd name="T7" fmla="*/ 0 h 31"/>
                    <a:gd name="T8" fmla="*/ 1 w 75"/>
                    <a:gd name="T9" fmla="*/ 0 h 31"/>
                    <a:gd name="T10" fmla="*/ 1 w 75"/>
                    <a:gd name="T11" fmla="*/ 0 h 31"/>
                    <a:gd name="T12" fmla="*/ 1 w 75"/>
                    <a:gd name="T13" fmla="*/ 0 h 31"/>
                    <a:gd name="T14" fmla="*/ 0 w 75"/>
                    <a:gd name="T15" fmla="*/ 0 h 31"/>
                    <a:gd name="T16" fmla="*/ 1 w 75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31"/>
                    <a:gd name="T29" fmla="*/ 75 w 75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31">
                      <a:moveTo>
                        <a:pt x="4" y="0"/>
                      </a:moveTo>
                      <a:lnTo>
                        <a:pt x="52" y="0"/>
                      </a:lnTo>
                      <a:lnTo>
                        <a:pt x="53" y="4"/>
                      </a:lnTo>
                      <a:lnTo>
                        <a:pt x="60" y="13"/>
                      </a:lnTo>
                      <a:lnTo>
                        <a:pt x="75" y="31"/>
                      </a:lnTo>
                      <a:lnTo>
                        <a:pt x="19" y="31"/>
                      </a:lnTo>
                      <a:lnTo>
                        <a:pt x="12" y="22"/>
                      </a:lnTo>
                      <a:lnTo>
                        <a:pt x="0" y="7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66" name="Freeform 589"/>
                <p:cNvSpPr>
                  <a:spLocks/>
                </p:cNvSpPr>
                <p:nvPr/>
              </p:nvSpPr>
              <p:spPr bwMode="auto">
                <a:xfrm>
                  <a:off x="984" y="3750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4" name="Group 590"/>
              <p:cNvGrpSpPr>
                <a:grpSpLocks/>
              </p:cNvGrpSpPr>
              <p:nvPr/>
            </p:nvGrpSpPr>
            <p:grpSpPr bwMode="auto">
              <a:xfrm>
                <a:off x="761" y="3560"/>
                <a:ext cx="50" cy="22"/>
                <a:chOff x="761" y="3560"/>
                <a:chExt cx="50" cy="22"/>
              </a:xfrm>
            </p:grpSpPr>
            <p:sp>
              <p:nvSpPr>
                <p:cNvPr id="361" name="Freeform 591"/>
                <p:cNvSpPr>
                  <a:spLocks/>
                </p:cNvSpPr>
                <p:nvPr/>
              </p:nvSpPr>
              <p:spPr bwMode="auto">
                <a:xfrm>
                  <a:off x="761" y="3560"/>
                  <a:ext cx="12" cy="22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7"/>
                      </a:lnTo>
                      <a:lnTo>
                        <a:pt x="12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62" name="Freeform 592"/>
                <p:cNvSpPr>
                  <a:spLocks/>
                </p:cNvSpPr>
                <p:nvPr/>
              </p:nvSpPr>
              <p:spPr bwMode="auto">
                <a:xfrm>
                  <a:off x="767" y="3560"/>
                  <a:ext cx="36" cy="10"/>
                </a:xfrm>
                <a:custGeom>
                  <a:avLst/>
                  <a:gdLst>
                    <a:gd name="T0" fmla="*/ 0 w 73"/>
                    <a:gd name="T1" fmla="*/ 0 h 29"/>
                    <a:gd name="T2" fmla="*/ 0 w 73"/>
                    <a:gd name="T3" fmla="*/ 0 h 29"/>
                    <a:gd name="T4" fmla="*/ 0 w 73"/>
                    <a:gd name="T5" fmla="*/ 0 h 29"/>
                    <a:gd name="T6" fmla="*/ 0 w 73"/>
                    <a:gd name="T7" fmla="*/ 0 h 29"/>
                    <a:gd name="T8" fmla="*/ 0 w 73"/>
                    <a:gd name="T9" fmla="*/ 0 h 29"/>
                    <a:gd name="T10" fmla="*/ 0 w 73"/>
                    <a:gd name="T11" fmla="*/ 0 h 29"/>
                    <a:gd name="T12" fmla="*/ 0 w 73"/>
                    <a:gd name="T13" fmla="*/ 0 h 29"/>
                    <a:gd name="T14" fmla="*/ 0 w 73"/>
                    <a:gd name="T15" fmla="*/ 0 h 29"/>
                    <a:gd name="T16" fmla="*/ 0 w 73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29"/>
                    <a:gd name="T29" fmla="*/ 73 w 73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29">
                      <a:moveTo>
                        <a:pt x="2" y="0"/>
                      </a:moveTo>
                      <a:lnTo>
                        <a:pt x="49" y="0"/>
                      </a:lnTo>
                      <a:lnTo>
                        <a:pt x="50" y="2"/>
                      </a:lnTo>
                      <a:lnTo>
                        <a:pt x="55" y="11"/>
                      </a:lnTo>
                      <a:lnTo>
                        <a:pt x="73" y="29"/>
                      </a:lnTo>
                      <a:lnTo>
                        <a:pt x="17" y="29"/>
                      </a:lnTo>
                      <a:lnTo>
                        <a:pt x="8" y="20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63" name="Freeform 593"/>
                <p:cNvSpPr>
                  <a:spLocks/>
                </p:cNvSpPr>
                <p:nvPr/>
              </p:nvSpPr>
              <p:spPr bwMode="auto">
                <a:xfrm>
                  <a:off x="769" y="3571"/>
                  <a:ext cx="42" cy="11"/>
                </a:xfrm>
                <a:custGeom>
                  <a:avLst/>
                  <a:gdLst>
                    <a:gd name="T0" fmla="*/ 0 w 83"/>
                    <a:gd name="T1" fmla="*/ 0 h 35"/>
                    <a:gd name="T2" fmla="*/ 1 w 83"/>
                    <a:gd name="T3" fmla="*/ 0 h 35"/>
                    <a:gd name="T4" fmla="*/ 1 w 83"/>
                    <a:gd name="T5" fmla="*/ 0 h 35"/>
                    <a:gd name="T6" fmla="*/ 1 w 83"/>
                    <a:gd name="T7" fmla="*/ 0 h 35"/>
                    <a:gd name="T8" fmla="*/ 1 w 83"/>
                    <a:gd name="T9" fmla="*/ 0 h 35"/>
                    <a:gd name="T10" fmla="*/ 1 w 83"/>
                    <a:gd name="T11" fmla="*/ 0 h 35"/>
                    <a:gd name="T12" fmla="*/ 0 w 83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5"/>
                    <a:gd name="T23" fmla="*/ 83 w 83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5">
                      <a:moveTo>
                        <a:pt x="0" y="35"/>
                      </a:moveTo>
                      <a:lnTo>
                        <a:pt x="2" y="19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5" name="Group 594"/>
              <p:cNvGrpSpPr>
                <a:grpSpLocks/>
              </p:cNvGrpSpPr>
              <p:nvPr/>
            </p:nvGrpSpPr>
            <p:grpSpPr bwMode="auto">
              <a:xfrm>
                <a:off x="774" y="3572"/>
                <a:ext cx="49" cy="23"/>
                <a:chOff x="774" y="3572"/>
                <a:chExt cx="49" cy="23"/>
              </a:xfrm>
            </p:grpSpPr>
            <p:sp>
              <p:nvSpPr>
                <p:cNvPr id="358" name="Freeform 595"/>
                <p:cNvSpPr>
                  <a:spLocks/>
                </p:cNvSpPr>
                <p:nvPr/>
              </p:nvSpPr>
              <p:spPr bwMode="auto">
                <a:xfrm>
                  <a:off x="774" y="3572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5" y="68"/>
                      </a:moveTo>
                      <a:lnTo>
                        <a:pt x="0" y="25"/>
                      </a:lnTo>
                      <a:lnTo>
                        <a:pt x="9" y="0"/>
                      </a:lnTo>
                      <a:lnTo>
                        <a:pt x="25" y="30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59" name="Freeform 596"/>
                <p:cNvSpPr>
                  <a:spLocks/>
                </p:cNvSpPr>
                <p:nvPr/>
              </p:nvSpPr>
              <p:spPr bwMode="auto">
                <a:xfrm>
                  <a:off x="778" y="3573"/>
                  <a:ext cx="38" cy="9"/>
                </a:xfrm>
                <a:custGeom>
                  <a:avLst/>
                  <a:gdLst>
                    <a:gd name="T0" fmla="*/ 1 w 75"/>
                    <a:gd name="T1" fmla="*/ 0 h 29"/>
                    <a:gd name="T2" fmla="*/ 1 w 75"/>
                    <a:gd name="T3" fmla="*/ 0 h 29"/>
                    <a:gd name="T4" fmla="*/ 1 w 75"/>
                    <a:gd name="T5" fmla="*/ 0 h 29"/>
                    <a:gd name="T6" fmla="*/ 1 w 75"/>
                    <a:gd name="T7" fmla="*/ 0 h 29"/>
                    <a:gd name="T8" fmla="*/ 1 w 75"/>
                    <a:gd name="T9" fmla="*/ 0 h 29"/>
                    <a:gd name="T10" fmla="*/ 1 w 75"/>
                    <a:gd name="T11" fmla="*/ 0 h 29"/>
                    <a:gd name="T12" fmla="*/ 1 w 75"/>
                    <a:gd name="T13" fmla="*/ 0 h 29"/>
                    <a:gd name="T14" fmla="*/ 0 w 75"/>
                    <a:gd name="T15" fmla="*/ 0 h 29"/>
                    <a:gd name="T16" fmla="*/ 1 w 75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5"/>
                    <a:gd name="T28" fmla="*/ 0 h 29"/>
                    <a:gd name="T29" fmla="*/ 75 w 75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5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5" y="29"/>
                      </a:lnTo>
                      <a:lnTo>
                        <a:pt x="18" y="29"/>
                      </a:lnTo>
                      <a:lnTo>
                        <a:pt x="10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60" name="Freeform 597"/>
                <p:cNvSpPr>
                  <a:spLocks/>
                </p:cNvSpPr>
                <p:nvPr/>
              </p:nvSpPr>
              <p:spPr bwMode="auto">
                <a:xfrm>
                  <a:off x="782" y="3583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6" name="Group 598"/>
              <p:cNvGrpSpPr>
                <a:grpSpLocks/>
              </p:cNvGrpSpPr>
              <p:nvPr/>
            </p:nvGrpSpPr>
            <p:grpSpPr bwMode="auto">
              <a:xfrm>
                <a:off x="787" y="3585"/>
                <a:ext cx="49" cy="23"/>
                <a:chOff x="787" y="3585"/>
                <a:chExt cx="49" cy="23"/>
              </a:xfrm>
            </p:grpSpPr>
            <p:sp>
              <p:nvSpPr>
                <p:cNvPr id="355" name="Freeform 599"/>
                <p:cNvSpPr>
                  <a:spLocks/>
                </p:cNvSpPr>
                <p:nvPr/>
              </p:nvSpPr>
              <p:spPr bwMode="auto">
                <a:xfrm>
                  <a:off x="787" y="3585"/>
                  <a:ext cx="12" cy="23"/>
                </a:xfrm>
                <a:custGeom>
                  <a:avLst/>
                  <a:gdLst>
                    <a:gd name="T0" fmla="*/ 1 w 24"/>
                    <a:gd name="T1" fmla="*/ 0 h 68"/>
                    <a:gd name="T2" fmla="*/ 0 w 24"/>
                    <a:gd name="T3" fmla="*/ 0 h 68"/>
                    <a:gd name="T4" fmla="*/ 1 w 24"/>
                    <a:gd name="T5" fmla="*/ 0 h 68"/>
                    <a:gd name="T6" fmla="*/ 1 w 24"/>
                    <a:gd name="T7" fmla="*/ 0 h 68"/>
                    <a:gd name="T8" fmla="*/ 1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1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56" name="Freeform 600"/>
                <p:cNvSpPr>
                  <a:spLocks/>
                </p:cNvSpPr>
                <p:nvPr/>
              </p:nvSpPr>
              <p:spPr bwMode="auto">
                <a:xfrm>
                  <a:off x="792" y="3586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5" y="11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11" y="20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57" name="Freeform 601"/>
                <p:cNvSpPr>
                  <a:spLocks/>
                </p:cNvSpPr>
                <p:nvPr/>
              </p:nvSpPr>
              <p:spPr bwMode="auto">
                <a:xfrm>
                  <a:off x="795" y="3596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6" y="8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7" name="Group 602"/>
              <p:cNvGrpSpPr>
                <a:grpSpLocks/>
              </p:cNvGrpSpPr>
              <p:nvPr/>
            </p:nvGrpSpPr>
            <p:grpSpPr bwMode="auto">
              <a:xfrm>
                <a:off x="799" y="3600"/>
                <a:ext cx="99" cy="73"/>
                <a:chOff x="799" y="3600"/>
                <a:chExt cx="99" cy="73"/>
              </a:xfrm>
            </p:grpSpPr>
            <p:grpSp>
              <p:nvGrpSpPr>
                <p:cNvPr id="335" name="Group 603"/>
                <p:cNvGrpSpPr>
                  <a:grpSpLocks/>
                </p:cNvGrpSpPr>
                <p:nvPr/>
              </p:nvGrpSpPr>
              <p:grpSpPr bwMode="auto">
                <a:xfrm>
                  <a:off x="799" y="3600"/>
                  <a:ext cx="48" cy="23"/>
                  <a:chOff x="799" y="3600"/>
                  <a:chExt cx="48" cy="23"/>
                </a:xfrm>
              </p:grpSpPr>
              <p:sp>
                <p:nvSpPr>
                  <p:cNvPr id="352" name="Freeform 604"/>
                  <p:cNvSpPr>
                    <a:spLocks/>
                  </p:cNvSpPr>
                  <p:nvPr/>
                </p:nvSpPr>
                <p:spPr bwMode="auto">
                  <a:xfrm>
                    <a:off x="799" y="3600"/>
                    <a:ext cx="12" cy="23"/>
                  </a:xfrm>
                  <a:custGeom>
                    <a:avLst/>
                    <a:gdLst>
                      <a:gd name="T0" fmla="*/ 0 w 25"/>
                      <a:gd name="T1" fmla="*/ 0 h 70"/>
                      <a:gd name="T2" fmla="*/ 0 w 25"/>
                      <a:gd name="T3" fmla="*/ 0 h 70"/>
                      <a:gd name="T4" fmla="*/ 0 w 25"/>
                      <a:gd name="T5" fmla="*/ 0 h 70"/>
                      <a:gd name="T6" fmla="*/ 0 w 25"/>
                      <a:gd name="T7" fmla="*/ 0 h 70"/>
                      <a:gd name="T8" fmla="*/ 0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4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53" name="Freeform 605"/>
                  <p:cNvSpPr>
                    <a:spLocks/>
                  </p:cNvSpPr>
                  <p:nvPr/>
                </p:nvSpPr>
                <p:spPr bwMode="auto">
                  <a:xfrm>
                    <a:off x="803" y="3600"/>
                    <a:ext cx="38" cy="11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4"/>
                        </a:lnTo>
                        <a:lnTo>
                          <a:pt x="56" y="13"/>
                        </a:lnTo>
                        <a:lnTo>
                          <a:pt x="75" y="31"/>
                        </a:lnTo>
                        <a:lnTo>
                          <a:pt x="18" y="31"/>
                        </a:lnTo>
                        <a:lnTo>
                          <a:pt x="9" y="22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54" name="Freeform 606"/>
                  <p:cNvSpPr>
                    <a:spLocks/>
                  </p:cNvSpPr>
                  <p:nvPr/>
                </p:nvSpPr>
                <p:spPr bwMode="auto">
                  <a:xfrm>
                    <a:off x="807" y="3611"/>
                    <a:ext cx="40" cy="12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0 w 82"/>
                      <a:gd name="T3" fmla="*/ 0 h 38"/>
                      <a:gd name="T4" fmla="*/ 0 w 82"/>
                      <a:gd name="T5" fmla="*/ 0 h 38"/>
                      <a:gd name="T6" fmla="*/ 0 w 82"/>
                      <a:gd name="T7" fmla="*/ 0 h 38"/>
                      <a:gd name="T8" fmla="*/ 0 w 82"/>
                      <a:gd name="T9" fmla="*/ 0 h 38"/>
                      <a:gd name="T10" fmla="*/ 0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2" y="22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36" name="Group 607"/>
                <p:cNvGrpSpPr>
                  <a:grpSpLocks/>
                </p:cNvGrpSpPr>
                <p:nvPr/>
              </p:nvGrpSpPr>
              <p:grpSpPr bwMode="auto">
                <a:xfrm>
                  <a:off x="811" y="3612"/>
                  <a:ext cx="48" cy="23"/>
                  <a:chOff x="811" y="3612"/>
                  <a:chExt cx="48" cy="23"/>
                </a:xfrm>
              </p:grpSpPr>
              <p:sp>
                <p:nvSpPr>
                  <p:cNvPr id="349" name="Freeform 608"/>
                  <p:cNvSpPr>
                    <a:spLocks/>
                  </p:cNvSpPr>
                  <p:nvPr/>
                </p:nvSpPr>
                <p:spPr bwMode="auto">
                  <a:xfrm>
                    <a:off x="811" y="3612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5" y="69"/>
                        </a:moveTo>
                        <a:lnTo>
                          <a:pt x="0" y="28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5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50" name="Freeform 609"/>
                  <p:cNvSpPr>
                    <a:spLocks/>
                  </p:cNvSpPr>
                  <p:nvPr/>
                </p:nvSpPr>
                <p:spPr bwMode="auto">
                  <a:xfrm>
                    <a:off x="815" y="3613"/>
                    <a:ext cx="38" cy="10"/>
                  </a:xfrm>
                  <a:custGeom>
                    <a:avLst/>
                    <a:gdLst>
                      <a:gd name="T0" fmla="*/ 1 w 75"/>
                      <a:gd name="T1" fmla="*/ 0 h 32"/>
                      <a:gd name="T2" fmla="*/ 1 w 75"/>
                      <a:gd name="T3" fmla="*/ 0 h 32"/>
                      <a:gd name="T4" fmla="*/ 1 w 75"/>
                      <a:gd name="T5" fmla="*/ 0 h 32"/>
                      <a:gd name="T6" fmla="*/ 1 w 75"/>
                      <a:gd name="T7" fmla="*/ 0 h 32"/>
                      <a:gd name="T8" fmla="*/ 1 w 75"/>
                      <a:gd name="T9" fmla="*/ 0 h 32"/>
                      <a:gd name="T10" fmla="*/ 1 w 75"/>
                      <a:gd name="T11" fmla="*/ 0 h 32"/>
                      <a:gd name="T12" fmla="*/ 1 w 75"/>
                      <a:gd name="T13" fmla="*/ 0 h 32"/>
                      <a:gd name="T14" fmla="*/ 0 w 75"/>
                      <a:gd name="T15" fmla="*/ 0 h 32"/>
                      <a:gd name="T16" fmla="*/ 1 w 75"/>
                      <a:gd name="T17" fmla="*/ 0 h 32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2"/>
                      <a:gd name="T29" fmla="*/ 75 w 75"/>
                      <a:gd name="T30" fmla="*/ 32 h 32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2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3"/>
                        </a:lnTo>
                        <a:lnTo>
                          <a:pt x="57" y="15"/>
                        </a:lnTo>
                        <a:lnTo>
                          <a:pt x="75" y="32"/>
                        </a:lnTo>
                        <a:lnTo>
                          <a:pt x="19" y="32"/>
                        </a:lnTo>
                        <a:lnTo>
                          <a:pt x="10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51" name="Freeform 610"/>
                  <p:cNvSpPr>
                    <a:spLocks/>
                  </p:cNvSpPr>
                  <p:nvPr/>
                </p:nvSpPr>
                <p:spPr bwMode="auto">
                  <a:xfrm>
                    <a:off x="819" y="3623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1" y="21"/>
                        </a:lnTo>
                        <a:lnTo>
                          <a:pt x="7" y="8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37" name="Group 611"/>
                <p:cNvGrpSpPr>
                  <a:grpSpLocks/>
                </p:cNvGrpSpPr>
                <p:nvPr/>
              </p:nvGrpSpPr>
              <p:grpSpPr bwMode="auto">
                <a:xfrm>
                  <a:off x="823" y="3625"/>
                  <a:ext cx="49" cy="23"/>
                  <a:chOff x="823" y="3625"/>
                  <a:chExt cx="49" cy="23"/>
                </a:xfrm>
              </p:grpSpPr>
              <p:sp>
                <p:nvSpPr>
                  <p:cNvPr id="346" name="Freeform 612"/>
                  <p:cNvSpPr>
                    <a:spLocks/>
                  </p:cNvSpPr>
                  <p:nvPr/>
                </p:nvSpPr>
                <p:spPr bwMode="auto">
                  <a:xfrm>
                    <a:off x="823" y="3625"/>
                    <a:ext cx="13" cy="23"/>
                  </a:xfrm>
                  <a:custGeom>
                    <a:avLst/>
                    <a:gdLst>
                      <a:gd name="T0" fmla="*/ 1 w 25"/>
                      <a:gd name="T1" fmla="*/ 0 h 68"/>
                      <a:gd name="T2" fmla="*/ 0 w 25"/>
                      <a:gd name="T3" fmla="*/ 0 h 68"/>
                      <a:gd name="T4" fmla="*/ 1 w 25"/>
                      <a:gd name="T5" fmla="*/ 0 h 68"/>
                      <a:gd name="T6" fmla="*/ 1 w 25"/>
                      <a:gd name="T7" fmla="*/ 0 h 68"/>
                      <a:gd name="T8" fmla="*/ 1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0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47" name="Freeform 613"/>
                  <p:cNvSpPr>
                    <a:spLocks/>
                  </p:cNvSpPr>
                  <p:nvPr/>
                </p:nvSpPr>
                <p:spPr bwMode="auto">
                  <a:xfrm>
                    <a:off x="828" y="3626"/>
                    <a:ext cx="37" cy="9"/>
                  </a:xfrm>
                  <a:custGeom>
                    <a:avLst/>
                    <a:gdLst>
                      <a:gd name="T0" fmla="*/ 1 w 73"/>
                      <a:gd name="T1" fmla="*/ 0 h 29"/>
                      <a:gd name="T2" fmla="*/ 1 w 73"/>
                      <a:gd name="T3" fmla="*/ 0 h 29"/>
                      <a:gd name="T4" fmla="*/ 1 w 73"/>
                      <a:gd name="T5" fmla="*/ 0 h 29"/>
                      <a:gd name="T6" fmla="*/ 1 w 73"/>
                      <a:gd name="T7" fmla="*/ 0 h 29"/>
                      <a:gd name="T8" fmla="*/ 1 w 73"/>
                      <a:gd name="T9" fmla="*/ 0 h 29"/>
                      <a:gd name="T10" fmla="*/ 1 w 73"/>
                      <a:gd name="T11" fmla="*/ 0 h 29"/>
                      <a:gd name="T12" fmla="*/ 1 w 73"/>
                      <a:gd name="T13" fmla="*/ 0 h 29"/>
                      <a:gd name="T14" fmla="*/ 0 w 73"/>
                      <a:gd name="T15" fmla="*/ 0 h 29"/>
                      <a:gd name="T16" fmla="*/ 1 w 73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3"/>
                      <a:gd name="T28" fmla="*/ 0 h 29"/>
                      <a:gd name="T29" fmla="*/ 73 w 73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3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2"/>
                        </a:lnTo>
                        <a:lnTo>
                          <a:pt x="56" y="11"/>
                        </a:lnTo>
                        <a:lnTo>
                          <a:pt x="73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48" name="Freeform 614"/>
                  <p:cNvSpPr>
                    <a:spLocks/>
                  </p:cNvSpPr>
                  <p:nvPr/>
                </p:nvSpPr>
                <p:spPr bwMode="auto">
                  <a:xfrm>
                    <a:off x="832" y="3636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6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38" name="Group 615"/>
                <p:cNvGrpSpPr>
                  <a:grpSpLocks/>
                </p:cNvGrpSpPr>
                <p:nvPr/>
              </p:nvGrpSpPr>
              <p:grpSpPr bwMode="auto">
                <a:xfrm>
                  <a:off x="836" y="3638"/>
                  <a:ext cx="50" cy="22"/>
                  <a:chOff x="836" y="3638"/>
                  <a:chExt cx="50" cy="22"/>
                </a:xfrm>
              </p:grpSpPr>
              <p:sp>
                <p:nvSpPr>
                  <p:cNvPr id="343" name="Freeform 616"/>
                  <p:cNvSpPr>
                    <a:spLocks/>
                  </p:cNvSpPr>
                  <p:nvPr/>
                </p:nvSpPr>
                <p:spPr bwMode="auto">
                  <a:xfrm>
                    <a:off x="836" y="3638"/>
                    <a:ext cx="12" cy="22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6" y="68"/>
                        </a:moveTo>
                        <a:lnTo>
                          <a:pt x="0" y="27"/>
                        </a:lnTo>
                        <a:lnTo>
                          <a:pt x="12" y="0"/>
                        </a:lnTo>
                        <a:lnTo>
                          <a:pt x="25" y="31"/>
                        </a:lnTo>
                        <a:lnTo>
                          <a:pt x="16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44" name="Freeform 617"/>
                  <p:cNvSpPr>
                    <a:spLocks/>
                  </p:cNvSpPr>
                  <p:nvPr/>
                </p:nvSpPr>
                <p:spPr bwMode="auto">
                  <a:xfrm>
                    <a:off x="842" y="3638"/>
                    <a:ext cx="36" cy="10"/>
                  </a:xfrm>
                  <a:custGeom>
                    <a:avLst/>
                    <a:gdLst>
                      <a:gd name="T0" fmla="*/ 1 w 72"/>
                      <a:gd name="T1" fmla="*/ 0 h 30"/>
                      <a:gd name="T2" fmla="*/ 1 w 72"/>
                      <a:gd name="T3" fmla="*/ 0 h 30"/>
                      <a:gd name="T4" fmla="*/ 1 w 72"/>
                      <a:gd name="T5" fmla="*/ 0 h 30"/>
                      <a:gd name="T6" fmla="*/ 1 w 72"/>
                      <a:gd name="T7" fmla="*/ 0 h 30"/>
                      <a:gd name="T8" fmla="*/ 1 w 72"/>
                      <a:gd name="T9" fmla="*/ 0 h 30"/>
                      <a:gd name="T10" fmla="*/ 1 w 72"/>
                      <a:gd name="T11" fmla="*/ 0 h 30"/>
                      <a:gd name="T12" fmla="*/ 1 w 72"/>
                      <a:gd name="T13" fmla="*/ 0 h 30"/>
                      <a:gd name="T14" fmla="*/ 0 w 72"/>
                      <a:gd name="T15" fmla="*/ 0 h 30"/>
                      <a:gd name="T16" fmla="*/ 1 w 72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2"/>
                      <a:gd name="T28" fmla="*/ 0 h 30"/>
                      <a:gd name="T29" fmla="*/ 72 w 72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2" h="30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1" y="3"/>
                        </a:lnTo>
                        <a:lnTo>
                          <a:pt x="55" y="12"/>
                        </a:lnTo>
                        <a:lnTo>
                          <a:pt x="72" y="30"/>
                        </a:lnTo>
                        <a:lnTo>
                          <a:pt x="17" y="30"/>
                        </a:lnTo>
                        <a:lnTo>
                          <a:pt x="8" y="21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45" name="Freeform 618"/>
                  <p:cNvSpPr>
                    <a:spLocks/>
                  </p:cNvSpPr>
                  <p:nvPr/>
                </p:nvSpPr>
                <p:spPr bwMode="auto">
                  <a:xfrm>
                    <a:off x="844" y="3648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7" y="8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39" name="Group 619"/>
                <p:cNvGrpSpPr>
                  <a:grpSpLocks/>
                </p:cNvGrpSpPr>
                <p:nvPr/>
              </p:nvGrpSpPr>
              <p:grpSpPr bwMode="auto">
                <a:xfrm>
                  <a:off x="849" y="3651"/>
                  <a:ext cx="49" cy="22"/>
                  <a:chOff x="849" y="3651"/>
                  <a:chExt cx="49" cy="22"/>
                </a:xfrm>
              </p:grpSpPr>
              <p:sp>
                <p:nvSpPr>
                  <p:cNvPr id="340" name="Freeform 620"/>
                  <p:cNvSpPr>
                    <a:spLocks/>
                  </p:cNvSpPr>
                  <p:nvPr/>
                </p:nvSpPr>
                <p:spPr bwMode="auto">
                  <a:xfrm>
                    <a:off x="849" y="3651"/>
                    <a:ext cx="12" cy="22"/>
                  </a:xfrm>
                  <a:custGeom>
                    <a:avLst/>
                    <a:gdLst>
                      <a:gd name="T0" fmla="*/ 0 w 25"/>
                      <a:gd name="T1" fmla="*/ 0 h 67"/>
                      <a:gd name="T2" fmla="*/ 0 w 25"/>
                      <a:gd name="T3" fmla="*/ 0 h 67"/>
                      <a:gd name="T4" fmla="*/ 0 w 25"/>
                      <a:gd name="T5" fmla="*/ 0 h 67"/>
                      <a:gd name="T6" fmla="*/ 0 w 25"/>
                      <a:gd name="T7" fmla="*/ 0 h 67"/>
                      <a:gd name="T8" fmla="*/ 0 w 25"/>
                      <a:gd name="T9" fmla="*/ 0 h 6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7"/>
                      <a:gd name="T17" fmla="*/ 25 w 25"/>
                      <a:gd name="T18" fmla="*/ 67 h 6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7">
                        <a:moveTo>
                          <a:pt x="15" y="67"/>
                        </a:moveTo>
                        <a:lnTo>
                          <a:pt x="0" y="26"/>
                        </a:lnTo>
                        <a:lnTo>
                          <a:pt x="10" y="0"/>
                        </a:lnTo>
                        <a:lnTo>
                          <a:pt x="25" y="30"/>
                        </a:lnTo>
                        <a:lnTo>
                          <a:pt x="15" y="67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41" name="Freeform 621"/>
                  <p:cNvSpPr>
                    <a:spLocks/>
                  </p:cNvSpPr>
                  <p:nvPr/>
                </p:nvSpPr>
                <p:spPr bwMode="auto">
                  <a:xfrm>
                    <a:off x="854" y="3651"/>
                    <a:ext cx="37" cy="10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49" y="0"/>
                        </a:lnTo>
                        <a:lnTo>
                          <a:pt x="50" y="2"/>
                        </a:lnTo>
                        <a:lnTo>
                          <a:pt x="57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9" y="20"/>
                        </a:lnTo>
                        <a:lnTo>
                          <a:pt x="0" y="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42" name="Freeform 622"/>
                  <p:cNvSpPr>
                    <a:spLocks/>
                  </p:cNvSpPr>
                  <p:nvPr/>
                </p:nvSpPr>
                <p:spPr bwMode="auto">
                  <a:xfrm>
                    <a:off x="857" y="3662"/>
                    <a:ext cx="41" cy="11"/>
                  </a:xfrm>
                  <a:custGeom>
                    <a:avLst/>
                    <a:gdLst>
                      <a:gd name="T0" fmla="*/ 0 w 81"/>
                      <a:gd name="T1" fmla="*/ 0 h 35"/>
                      <a:gd name="T2" fmla="*/ 1 w 81"/>
                      <a:gd name="T3" fmla="*/ 0 h 35"/>
                      <a:gd name="T4" fmla="*/ 1 w 81"/>
                      <a:gd name="T5" fmla="*/ 0 h 35"/>
                      <a:gd name="T6" fmla="*/ 1 w 81"/>
                      <a:gd name="T7" fmla="*/ 0 h 35"/>
                      <a:gd name="T8" fmla="*/ 1 w 81"/>
                      <a:gd name="T9" fmla="*/ 0 h 35"/>
                      <a:gd name="T10" fmla="*/ 1 w 81"/>
                      <a:gd name="T11" fmla="*/ 0 h 35"/>
                      <a:gd name="T12" fmla="*/ 0 w 81"/>
                      <a:gd name="T13" fmla="*/ 0 h 35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1"/>
                      <a:gd name="T22" fmla="*/ 0 h 35"/>
                      <a:gd name="T23" fmla="*/ 81 w 81"/>
                      <a:gd name="T24" fmla="*/ 35 h 35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1" h="35">
                        <a:moveTo>
                          <a:pt x="0" y="35"/>
                        </a:moveTo>
                        <a:lnTo>
                          <a:pt x="1" y="19"/>
                        </a:lnTo>
                        <a:lnTo>
                          <a:pt x="5" y="7"/>
                        </a:lnTo>
                        <a:lnTo>
                          <a:pt x="10" y="0"/>
                        </a:lnTo>
                        <a:lnTo>
                          <a:pt x="67" y="0"/>
                        </a:lnTo>
                        <a:lnTo>
                          <a:pt x="81" y="35"/>
                        </a:lnTo>
                        <a:lnTo>
                          <a:pt x="0" y="3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78" name="Group 623"/>
              <p:cNvGrpSpPr>
                <a:grpSpLocks/>
              </p:cNvGrpSpPr>
              <p:nvPr/>
            </p:nvGrpSpPr>
            <p:grpSpPr bwMode="auto">
              <a:xfrm>
                <a:off x="861" y="3665"/>
                <a:ext cx="99" cy="74"/>
                <a:chOff x="861" y="3665"/>
                <a:chExt cx="99" cy="74"/>
              </a:xfrm>
            </p:grpSpPr>
            <p:grpSp>
              <p:nvGrpSpPr>
                <p:cNvPr id="315" name="Group 624"/>
                <p:cNvGrpSpPr>
                  <a:grpSpLocks/>
                </p:cNvGrpSpPr>
                <p:nvPr/>
              </p:nvGrpSpPr>
              <p:grpSpPr bwMode="auto">
                <a:xfrm>
                  <a:off x="861" y="3665"/>
                  <a:ext cx="50" cy="23"/>
                  <a:chOff x="861" y="3665"/>
                  <a:chExt cx="50" cy="23"/>
                </a:xfrm>
              </p:grpSpPr>
              <p:sp>
                <p:nvSpPr>
                  <p:cNvPr id="332" name="Freeform 625"/>
                  <p:cNvSpPr>
                    <a:spLocks/>
                  </p:cNvSpPr>
                  <p:nvPr/>
                </p:nvSpPr>
                <p:spPr bwMode="auto">
                  <a:xfrm>
                    <a:off x="861" y="3665"/>
                    <a:ext cx="12" cy="23"/>
                  </a:xfrm>
                  <a:custGeom>
                    <a:avLst/>
                    <a:gdLst>
                      <a:gd name="T0" fmla="*/ 0 w 25"/>
                      <a:gd name="T1" fmla="*/ 0 h 69"/>
                      <a:gd name="T2" fmla="*/ 0 w 25"/>
                      <a:gd name="T3" fmla="*/ 0 h 69"/>
                      <a:gd name="T4" fmla="*/ 0 w 25"/>
                      <a:gd name="T5" fmla="*/ 0 h 69"/>
                      <a:gd name="T6" fmla="*/ 0 w 25"/>
                      <a:gd name="T7" fmla="*/ 0 h 69"/>
                      <a:gd name="T8" fmla="*/ 0 w 25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9"/>
                      <a:gd name="T17" fmla="*/ 25 w 25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9">
                        <a:moveTo>
                          <a:pt x="16" y="69"/>
                        </a:moveTo>
                        <a:lnTo>
                          <a:pt x="0" y="27"/>
                        </a:lnTo>
                        <a:lnTo>
                          <a:pt x="11" y="0"/>
                        </a:lnTo>
                        <a:lnTo>
                          <a:pt x="25" y="32"/>
                        </a:lnTo>
                        <a:lnTo>
                          <a:pt x="16" y="6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33" name="Freeform 626"/>
                  <p:cNvSpPr>
                    <a:spLocks/>
                  </p:cNvSpPr>
                  <p:nvPr/>
                </p:nvSpPr>
                <p:spPr bwMode="auto">
                  <a:xfrm>
                    <a:off x="865" y="3666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4"/>
                        </a:lnTo>
                        <a:lnTo>
                          <a:pt x="57" y="13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1" y="22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34" name="Freeform 627"/>
                  <p:cNvSpPr>
                    <a:spLocks/>
                  </p:cNvSpPr>
                  <p:nvPr/>
                </p:nvSpPr>
                <p:spPr bwMode="auto">
                  <a:xfrm>
                    <a:off x="869" y="3676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2" y="20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7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16" name="Group 628"/>
                <p:cNvGrpSpPr>
                  <a:grpSpLocks/>
                </p:cNvGrpSpPr>
                <p:nvPr/>
              </p:nvGrpSpPr>
              <p:grpSpPr bwMode="auto">
                <a:xfrm>
                  <a:off x="873" y="3678"/>
                  <a:ext cx="49" cy="23"/>
                  <a:chOff x="873" y="3678"/>
                  <a:chExt cx="49" cy="23"/>
                </a:xfrm>
              </p:grpSpPr>
              <p:sp>
                <p:nvSpPr>
                  <p:cNvPr id="329" name="Freeform 629"/>
                  <p:cNvSpPr>
                    <a:spLocks/>
                  </p:cNvSpPr>
                  <p:nvPr/>
                </p:nvSpPr>
                <p:spPr bwMode="auto">
                  <a:xfrm>
                    <a:off x="873" y="3678"/>
                    <a:ext cx="13" cy="23"/>
                  </a:xfrm>
                  <a:custGeom>
                    <a:avLst/>
                    <a:gdLst>
                      <a:gd name="T0" fmla="*/ 1 w 25"/>
                      <a:gd name="T1" fmla="*/ 0 h 70"/>
                      <a:gd name="T2" fmla="*/ 0 w 25"/>
                      <a:gd name="T3" fmla="*/ 0 h 70"/>
                      <a:gd name="T4" fmla="*/ 1 w 25"/>
                      <a:gd name="T5" fmla="*/ 0 h 70"/>
                      <a:gd name="T6" fmla="*/ 1 w 25"/>
                      <a:gd name="T7" fmla="*/ 0 h 70"/>
                      <a:gd name="T8" fmla="*/ 1 w 25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70"/>
                      <a:gd name="T17" fmla="*/ 25 w 25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70">
                        <a:moveTo>
                          <a:pt x="13" y="70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5" y="31"/>
                        </a:lnTo>
                        <a:lnTo>
                          <a:pt x="13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30" name="Freeform 630"/>
                  <p:cNvSpPr>
                    <a:spLocks/>
                  </p:cNvSpPr>
                  <p:nvPr/>
                </p:nvSpPr>
                <p:spPr bwMode="auto">
                  <a:xfrm>
                    <a:off x="878" y="3678"/>
                    <a:ext cx="37" cy="10"/>
                  </a:xfrm>
                  <a:custGeom>
                    <a:avLst/>
                    <a:gdLst>
                      <a:gd name="T0" fmla="*/ 0 w 75"/>
                      <a:gd name="T1" fmla="*/ 0 h 30"/>
                      <a:gd name="T2" fmla="*/ 0 w 75"/>
                      <a:gd name="T3" fmla="*/ 0 h 30"/>
                      <a:gd name="T4" fmla="*/ 0 w 75"/>
                      <a:gd name="T5" fmla="*/ 0 h 30"/>
                      <a:gd name="T6" fmla="*/ 0 w 75"/>
                      <a:gd name="T7" fmla="*/ 0 h 30"/>
                      <a:gd name="T8" fmla="*/ 0 w 75"/>
                      <a:gd name="T9" fmla="*/ 0 h 30"/>
                      <a:gd name="T10" fmla="*/ 0 w 75"/>
                      <a:gd name="T11" fmla="*/ 0 h 30"/>
                      <a:gd name="T12" fmla="*/ 0 w 75"/>
                      <a:gd name="T13" fmla="*/ 0 h 30"/>
                      <a:gd name="T14" fmla="*/ 0 w 75"/>
                      <a:gd name="T15" fmla="*/ 0 h 30"/>
                      <a:gd name="T16" fmla="*/ 0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2" y="0"/>
                        </a:moveTo>
                        <a:lnTo>
                          <a:pt x="50" y="0"/>
                        </a:lnTo>
                        <a:lnTo>
                          <a:pt x="52" y="3"/>
                        </a:lnTo>
                        <a:lnTo>
                          <a:pt x="57" y="12"/>
                        </a:lnTo>
                        <a:lnTo>
                          <a:pt x="75" y="30"/>
                        </a:lnTo>
                        <a:lnTo>
                          <a:pt x="19" y="30"/>
                        </a:lnTo>
                        <a:lnTo>
                          <a:pt x="11" y="20"/>
                        </a:lnTo>
                        <a:lnTo>
                          <a:pt x="0" y="6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31" name="Freeform 631"/>
                  <p:cNvSpPr>
                    <a:spLocks/>
                  </p:cNvSpPr>
                  <p:nvPr/>
                </p:nvSpPr>
                <p:spPr bwMode="auto">
                  <a:xfrm>
                    <a:off x="880" y="3688"/>
                    <a:ext cx="42" cy="13"/>
                  </a:xfrm>
                  <a:custGeom>
                    <a:avLst/>
                    <a:gdLst>
                      <a:gd name="T0" fmla="*/ 0 w 82"/>
                      <a:gd name="T1" fmla="*/ 0 h 38"/>
                      <a:gd name="T2" fmla="*/ 1 w 82"/>
                      <a:gd name="T3" fmla="*/ 0 h 38"/>
                      <a:gd name="T4" fmla="*/ 1 w 82"/>
                      <a:gd name="T5" fmla="*/ 0 h 38"/>
                      <a:gd name="T6" fmla="*/ 1 w 82"/>
                      <a:gd name="T7" fmla="*/ 0 h 38"/>
                      <a:gd name="T8" fmla="*/ 1 w 82"/>
                      <a:gd name="T9" fmla="*/ 0 h 38"/>
                      <a:gd name="T10" fmla="*/ 1 w 82"/>
                      <a:gd name="T11" fmla="*/ 0 h 38"/>
                      <a:gd name="T12" fmla="*/ 0 w 82"/>
                      <a:gd name="T13" fmla="*/ 0 h 38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8"/>
                      <a:gd name="T23" fmla="*/ 82 w 82"/>
                      <a:gd name="T24" fmla="*/ 38 h 38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8">
                        <a:moveTo>
                          <a:pt x="0" y="38"/>
                        </a:moveTo>
                        <a:lnTo>
                          <a:pt x="4" y="21"/>
                        </a:lnTo>
                        <a:lnTo>
                          <a:pt x="8" y="8"/>
                        </a:lnTo>
                        <a:lnTo>
                          <a:pt x="13" y="0"/>
                        </a:lnTo>
                        <a:lnTo>
                          <a:pt x="69" y="0"/>
                        </a:lnTo>
                        <a:lnTo>
                          <a:pt x="82" y="38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17" name="Group 632"/>
                <p:cNvGrpSpPr>
                  <a:grpSpLocks/>
                </p:cNvGrpSpPr>
                <p:nvPr/>
              </p:nvGrpSpPr>
              <p:grpSpPr bwMode="auto">
                <a:xfrm>
                  <a:off x="886" y="3690"/>
                  <a:ext cx="49" cy="23"/>
                  <a:chOff x="886" y="3690"/>
                  <a:chExt cx="49" cy="23"/>
                </a:xfrm>
              </p:grpSpPr>
              <p:sp>
                <p:nvSpPr>
                  <p:cNvPr id="326" name="Freeform 633"/>
                  <p:cNvSpPr>
                    <a:spLocks/>
                  </p:cNvSpPr>
                  <p:nvPr/>
                </p:nvSpPr>
                <p:spPr bwMode="auto">
                  <a:xfrm>
                    <a:off x="886" y="3690"/>
                    <a:ext cx="12" cy="23"/>
                  </a:xfrm>
                  <a:custGeom>
                    <a:avLst/>
                    <a:gdLst>
                      <a:gd name="T0" fmla="*/ 1 w 24"/>
                      <a:gd name="T1" fmla="*/ 0 h 70"/>
                      <a:gd name="T2" fmla="*/ 0 w 24"/>
                      <a:gd name="T3" fmla="*/ 0 h 70"/>
                      <a:gd name="T4" fmla="*/ 1 w 24"/>
                      <a:gd name="T5" fmla="*/ 0 h 70"/>
                      <a:gd name="T6" fmla="*/ 1 w 24"/>
                      <a:gd name="T7" fmla="*/ 0 h 70"/>
                      <a:gd name="T8" fmla="*/ 1 w 24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4"/>
                      <a:gd name="T16" fmla="*/ 0 h 70"/>
                      <a:gd name="T17" fmla="*/ 24 w 24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4" h="70">
                        <a:moveTo>
                          <a:pt x="14" y="70"/>
                        </a:moveTo>
                        <a:lnTo>
                          <a:pt x="0" y="29"/>
                        </a:lnTo>
                        <a:lnTo>
                          <a:pt x="10" y="0"/>
                        </a:lnTo>
                        <a:lnTo>
                          <a:pt x="24" y="33"/>
                        </a:lnTo>
                        <a:lnTo>
                          <a:pt x="14" y="7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27" name="Freeform 634"/>
                  <p:cNvSpPr>
                    <a:spLocks/>
                  </p:cNvSpPr>
                  <p:nvPr/>
                </p:nvSpPr>
                <p:spPr bwMode="auto">
                  <a:xfrm>
                    <a:off x="890" y="3691"/>
                    <a:ext cx="38" cy="10"/>
                  </a:xfrm>
                  <a:custGeom>
                    <a:avLst/>
                    <a:gdLst>
                      <a:gd name="T0" fmla="*/ 1 w 75"/>
                      <a:gd name="T1" fmla="*/ 0 h 31"/>
                      <a:gd name="T2" fmla="*/ 1 w 75"/>
                      <a:gd name="T3" fmla="*/ 0 h 31"/>
                      <a:gd name="T4" fmla="*/ 1 w 75"/>
                      <a:gd name="T5" fmla="*/ 0 h 31"/>
                      <a:gd name="T6" fmla="*/ 1 w 75"/>
                      <a:gd name="T7" fmla="*/ 0 h 31"/>
                      <a:gd name="T8" fmla="*/ 1 w 75"/>
                      <a:gd name="T9" fmla="*/ 0 h 31"/>
                      <a:gd name="T10" fmla="*/ 1 w 75"/>
                      <a:gd name="T11" fmla="*/ 0 h 31"/>
                      <a:gd name="T12" fmla="*/ 1 w 75"/>
                      <a:gd name="T13" fmla="*/ 0 h 31"/>
                      <a:gd name="T14" fmla="*/ 0 w 75"/>
                      <a:gd name="T15" fmla="*/ 0 h 31"/>
                      <a:gd name="T16" fmla="*/ 1 w 75"/>
                      <a:gd name="T17" fmla="*/ 0 h 3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1"/>
                      <a:gd name="T29" fmla="*/ 75 w 75"/>
                      <a:gd name="T30" fmla="*/ 31 h 31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1">
                        <a:moveTo>
                          <a:pt x="3" y="0"/>
                        </a:moveTo>
                        <a:lnTo>
                          <a:pt x="52" y="0"/>
                        </a:lnTo>
                        <a:lnTo>
                          <a:pt x="53" y="2"/>
                        </a:lnTo>
                        <a:lnTo>
                          <a:pt x="57" y="11"/>
                        </a:lnTo>
                        <a:lnTo>
                          <a:pt x="75" y="31"/>
                        </a:lnTo>
                        <a:lnTo>
                          <a:pt x="19" y="31"/>
                        </a:lnTo>
                        <a:lnTo>
                          <a:pt x="10" y="22"/>
                        </a:lnTo>
                        <a:lnTo>
                          <a:pt x="0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28" name="Freeform 635"/>
                  <p:cNvSpPr>
                    <a:spLocks/>
                  </p:cNvSpPr>
                  <p:nvPr/>
                </p:nvSpPr>
                <p:spPr bwMode="auto">
                  <a:xfrm>
                    <a:off x="893" y="3701"/>
                    <a:ext cx="42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1 w 83"/>
                      <a:gd name="T3" fmla="*/ 0 h 36"/>
                      <a:gd name="T4" fmla="*/ 1 w 83"/>
                      <a:gd name="T5" fmla="*/ 0 h 36"/>
                      <a:gd name="T6" fmla="*/ 1 w 83"/>
                      <a:gd name="T7" fmla="*/ 0 h 36"/>
                      <a:gd name="T8" fmla="*/ 1 w 83"/>
                      <a:gd name="T9" fmla="*/ 0 h 36"/>
                      <a:gd name="T10" fmla="*/ 1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8" y="7"/>
                        </a:lnTo>
                        <a:lnTo>
                          <a:pt x="12" y="0"/>
                        </a:lnTo>
                        <a:lnTo>
                          <a:pt x="68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18" name="Group 636"/>
                <p:cNvGrpSpPr>
                  <a:grpSpLocks/>
                </p:cNvGrpSpPr>
                <p:nvPr/>
              </p:nvGrpSpPr>
              <p:grpSpPr bwMode="auto">
                <a:xfrm>
                  <a:off x="899" y="3703"/>
                  <a:ext cx="48" cy="23"/>
                  <a:chOff x="899" y="3703"/>
                  <a:chExt cx="48" cy="23"/>
                </a:xfrm>
              </p:grpSpPr>
              <p:sp>
                <p:nvSpPr>
                  <p:cNvPr id="323" name="Freeform 637"/>
                  <p:cNvSpPr>
                    <a:spLocks/>
                  </p:cNvSpPr>
                  <p:nvPr/>
                </p:nvSpPr>
                <p:spPr bwMode="auto">
                  <a:xfrm>
                    <a:off x="899" y="3703"/>
                    <a:ext cx="12" cy="23"/>
                  </a:xfrm>
                  <a:custGeom>
                    <a:avLst/>
                    <a:gdLst>
                      <a:gd name="T0" fmla="*/ 0 w 25"/>
                      <a:gd name="T1" fmla="*/ 0 h 68"/>
                      <a:gd name="T2" fmla="*/ 0 w 25"/>
                      <a:gd name="T3" fmla="*/ 0 h 68"/>
                      <a:gd name="T4" fmla="*/ 0 w 25"/>
                      <a:gd name="T5" fmla="*/ 0 h 68"/>
                      <a:gd name="T6" fmla="*/ 0 w 25"/>
                      <a:gd name="T7" fmla="*/ 0 h 68"/>
                      <a:gd name="T8" fmla="*/ 0 w 25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"/>
                      <a:gd name="T16" fmla="*/ 0 h 68"/>
                      <a:gd name="T17" fmla="*/ 25 w 25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" h="68">
                        <a:moveTo>
                          <a:pt x="15" y="68"/>
                        </a:moveTo>
                        <a:lnTo>
                          <a:pt x="0" y="27"/>
                        </a:lnTo>
                        <a:lnTo>
                          <a:pt x="10" y="0"/>
                        </a:lnTo>
                        <a:lnTo>
                          <a:pt x="25" y="31"/>
                        </a:lnTo>
                        <a:lnTo>
                          <a:pt x="15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24" name="Freeform 638"/>
                  <p:cNvSpPr>
                    <a:spLocks/>
                  </p:cNvSpPr>
                  <p:nvPr/>
                </p:nvSpPr>
                <p:spPr bwMode="auto">
                  <a:xfrm>
                    <a:off x="903" y="3703"/>
                    <a:ext cx="38" cy="10"/>
                  </a:xfrm>
                  <a:custGeom>
                    <a:avLst/>
                    <a:gdLst>
                      <a:gd name="T0" fmla="*/ 1 w 75"/>
                      <a:gd name="T1" fmla="*/ 0 h 30"/>
                      <a:gd name="T2" fmla="*/ 1 w 75"/>
                      <a:gd name="T3" fmla="*/ 0 h 30"/>
                      <a:gd name="T4" fmla="*/ 1 w 75"/>
                      <a:gd name="T5" fmla="*/ 0 h 30"/>
                      <a:gd name="T6" fmla="*/ 1 w 75"/>
                      <a:gd name="T7" fmla="*/ 0 h 30"/>
                      <a:gd name="T8" fmla="*/ 1 w 75"/>
                      <a:gd name="T9" fmla="*/ 0 h 30"/>
                      <a:gd name="T10" fmla="*/ 1 w 75"/>
                      <a:gd name="T11" fmla="*/ 0 h 30"/>
                      <a:gd name="T12" fmla="*/ 1 w 75"/>
                      <a:gd name="T13" fmla="*/ 0 h 30"/>
                      <a:gd name="T14" fmla="*/ 0 w 75"/>
                      <a:gd name="T15" fmla="*/ 0 h 30"/>
                      <a:gd name="T16" fmla="*/ 1 w 75"/>
                      <a:gd name="T17" fmla="*/ 0 h 3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5"/>
                      <a:gd name="T28" fmla="*/ 0 h 30"/>
                      <a:gd name="T29" fmla="*/ 75 w 75"/>
                      <a:gd name="T30" fmla="*/ 30 h 3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5" h="30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6" y="12"/>
                        </a:lnTo>
                        <a:lnTo>
                          <a:pt x="75" y="30"/>
                        </a:lnTo>
                        <a:lnTo>
                          <a:pt x="18" y="30"/>
                        </a:lnTo>
                        <a:lnTo>
                          <a:pt x="9" y="21"/>
                        </a:lnTo>
                        <a:lnTo>
                          <a:pt x="0" y="7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25" name="Freeform 639"/>
                  <p:cNvSpPr>
                    <a:spLocks/>
                  </p:cNvSpPr>
                  <p:nvPr/>
                </p:nvSpPr>
                <p:spPr bwMode="auto">
                  <a:xfrm>
                    <a:off x="907" y="3714"/>
                    <a:ext cx="40" cy="12"/>
                  </a:xfrm>
                  <a:custGeom>
                    <a:avLst/>
                    <a:gdLst>
                      <a:gd name="T0" fmla="*/ 0 w 82"/>
                      <a:gd name="T1" fmla="*/ 0 h 36"/>
                      <a:gd name="T2" fmla="*/ 0 w 82"/>
                      <a:gd name="T3" fmla="*/ 0 h 36"/>
                      <a:gd name="T4" fmla="*/ 0 w 82"/>
                      <a:gd name="T5" fmla="*/ 0 h 36"/>
                      <a:gd name="T6" fmla="*/ 0 w 82"/>
                      <a:gd name="T7" fmla="*/ 0 h 36"/>
                      <a:gd name="T8" fmla="*/ 0 w 82"/>
                      <a:gd name="T9" fmla="*/ 0 h 36"/>
                      <a:gd name="T10" fmla="*/ 0 w 82"/>
                      <a:gd name="T11" fmla="*/ 0 h 36"/>
                      <a:gd name="T12" fmla="*/ 0 w 82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2"/>
                      <a:gd name="T22" fmla="*/ 0 h 36"/>
                      <a:gd name="T23" fmla="*/ 82 w 82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2" h="36">
                        <a:moveTo>
                          <a:pt x="0" y="36"/>
                        </a:moveTo>
                        <a:lnTo>
                          <a:pt x="2" y="19"/>
                        </a:lnTo>
                        <a:lnTo>
                          <a:pt x="5" y="8"/>
                        </a:lnTo>
                        <a:lnTo>
                          <a:pt x="12" y="0"/>
                        </a:lnTo>
                        <a:lnTo>
                          <a:pt x="69" y="0"/>
                        </a:lnTo>
                        <a:lnTo>
                          <a:pt x="82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319" name="Group 640"/>
                <p:cNvGrpSpPr>
                  <a:grpSpLocks/>
                </p:cNvGrpSpPr>
                <p:nvPr/>
              </p:nvGrpSpPr>
              <p:grpSpPr bwMode="auto">
                <a:xfrm>
                  <a:off x="912" y="3716"/>
                  <a:ext cx="48" cy="23"/>
                  <a:chOff x="912" y="3716"/>
                  <a:chExt cx="48" cy="23"/>
                </a:xfrm>
              </p:grpSpPr>
              <p:sp>
                <p:nvSpPr>
                  <p:cNvPr id="320" name="Freeform 641"/>
                  <p:cNvSpPr>
                    <a:spLocks/>
                  </p:cNvSpPr>
                  <p:nvPr/>
                </p:nvSpPr>
                <p:spPr bwMode="auto">
                  <a:xfrm>
                    <a:off x="912" y="3716"/>
                    <a:ext cx="11" cy="23"/>
                  </a:xfrm>
                  <a:custGeom>
                    <a:avLst/>
                    <a:gdLst>
                      <a:gd name="T0" fmla="*/ 1 w 22"/>
                      <a:gd name="T1" fmla="*/ 0 h 68"/>
                      <a:gd name="T2" fmla="*/ 0 w 22"/>
                      <a:gd name="T3" fmla="*/ 0 h 68"/>
                      <a:gd name="T4" fmla="*/ 1 w 22"/>
                      <a:gd name="T5" fmla="*/ 0 h 68"/>
                      <a:gd name="T6" fmla="*/ 1 w 22"/>
                      <a:gd name="T7" fmla="*/ 0 h 68"/>
                      <a:gd name="T8" fmla="*/ 1 w 22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"/>
                      <a:gd name="T16" fmla="*/ 0 h 68"/>
                      <a:gd name="T17" fmla="*/ 22 w 22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" h="68">
                        <a:moveTo>
                          <a:pt x="13" y="68"/>
                        </a:moveTo>
                        <a:lnTo>
                          <a:pt x="0" y="27"/>
                        </a:lnTo>
                        <a:lnTo>
                          <a:pt x="9" y="0"/>
                        </a:lnTo>
                        <a:lnTo>
                          <a:pt x="22" y="30"/>
                        </a:lnTo>
                        <a:lnTo>
                          <a:pt x="13" y="68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21" name="Freeform 642"/>
                  <p:cNvSpPr>
                    <a:spLocks/>
                  </p:cNvSpPr>
                  <p:nvPr/>
                </p:nvSpPr>
                <p:spPr bwMode="auto">
                  <a:xfrm>
                    <a:off x="916" y="3717"/>
                    <a:ext cx="37" cy="9"/>
                  </a:xfrm>
                  <a:custGeom>
                    <a:avLst/>
                    <a:gdLst>
                      <a:gd name="T0" fmla="*/ 1 w 74"/>
                      <a:gd name="T1" fmla="*/ 0 h 29"/>
                      <a:gd name="T2" fmla="*/ 1 w 74"/>
                      <a:gd name="T3" fmla="*/ 0 h 29"/>
                      <a:gd name="T4" fmla="*/ 1 w 74"/>
                      <a:gd name="T5" fmla="*/ 0 h 29"/>
                      <a:gd name="T6" fmla="*/ 1 w 74"/>
                      <a:gd name="T7" fmla="*/ 0 h 29"/>
                      <a:gd name="T8" fmla="*/ 1 w 74"/>
                      <a:gd name="T9" fmla="*/ 0 h 29"/>
                      <a:gd name="T10" fmla="*/ 1 w 74"/>
                      <a:gd name="T11" fmla="*/ 0 h 29"/>
                      <a:gd name="T12" fmla="*/ 1 w 74"/>
                      <a:gd name="T13" fmla="*/ 0 h 29"/>
                      <a:gd name="T14" fmla="*/ 0 w 74"/>
                      <a:gd name="T15" fmla="*/ 0 h 29"/>
                      <a:gd name="T16" fmla="*/ 1 w 74"/>
                      <a:gd name="T17" fmla="*/ 0 h 29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74"/>
                      <a:gd name="T28" fmla="*/ 0 h 29"/>
                      <a:gd name="T29" fmla="*/ 74 w 74"/>
                      <a:gd name="T30" fmla="*/ 29 h 29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74" h="29">
                        <a:moveTo>
                          <a:pt x="1" y="0"/>
                        </a:moveTo>
                        <a:lnTo>
                          <a:pt x="50" y="0"/>
                        </a:lnTo>
                        <a:lnTo>
                          <a:pt x="51" y="3"/>
                        </a:lnTo>
                        <a:lnTo>
                          <a:pt x="55" y="11"/>
                        </a:lnTo>
                        <a:lnTo>
                          <a:pt x="74" y="29"/>
                        </a:lnTo>
                        <a:lnTo>
                          <a:pt x="18" y="29"/>
                        </a:lnTo>
                        <a:lnTo>
                          <a:pt x="8" y="20"/>
                        </a:lnTo>
                        <a:lnTo>
                          <a:pt x="0" y="6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322" name="Freeform 643"/>
                  <p:cNvSpPr>
                    <a:spLocks/>
                  </p:cNvSpPr>
                  <p:nvPr/>
                </p:nvSpPr>
                <p:spPr bwMode="auto">
                  <a:xfrm>
                    <a:off x="919" y="3727"/>
                    <a:ext cx="41" cy="12"/>
                  </a:xfrm>
                  <a:custGeom>
                    <a:avLst/>
                    <a:gdLst>
                      <a:gd name="T0" fmla="*/ 0 w 83"/>
                      <a:gd name="T1" fmla="*/ 0 h 36"/>
                      <a:gd name="T2" fmla="*/ 0 w 83"/>
                      <a:gd name="T3" fmla="*/ 0 h 36"/>
                      <a:gd name="T4" fmla="*/ 0 w 83"/>
                      <a:gd name="T5" fmla="*/ 0 h 36"/>
                      <a:gd name="T6" fmla="*/ 0 w 83"/>
                      <a:gd name="T7" fmla="*/ 0 h 36"/>
                      <a:gd name="T8" fmla="*/ 0 w 83"/>
                      <a:gd name="T9" fmla="*/ 0 h 36"/>
                      <a:gd name="T10" fmla="*/ 0 w 83"/>
                      <a:gd name="T11" fmla="*/ 0 h 36"/>
                      <a:gd name="T12" fmla="*/ 0 w 83"/>
                      <a:gd name="T13" fmla="*/ 0 h 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83"/>
                      <a:gd name="T22" fmla="*/ 0 h 36"/>
                      <a:gd name="T23" fmla="*/ 83 w 83"/>
                      <a:gd name="T24" fmla="*/ 36 h 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83" h="36">
                        <a:moveTo>
                          <a:pt x="0" y="36"/>
                        </a:moveTo>
                        <a:lnTo>
                          <a:pt x="1" y="19"/>
                        </a:lnTo>
                        <a:lnTo>
                          <a:pt x="7" y="7"/>
                        </a:lnTo>
                        <a:lnTo>
                          <a:pt x="11" y="0"/>
                        </a:lnTo>
                        <a:lnTo>
                          <a:pt x="69" y="0"/>
                        </a:lnTo>
                        <a:lnTo>
                          <a:pt x="83" y="36"/>
                        </a:lnTo>
                        <a:lnTo>
                          <a:pt x="0" y="36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79" name="Group 644"/>
              <p:cNvGrpSpPr>
                <a:grpSpLocks/>
              </p:cNvGrpSpPr>
              <p:nvPr/>
            </p:nvGrpSpPr>
            <p:grpSpPr bwMode="auto">
              <a:xfrm>
                <a:off x="922" y="3727"/>
                <a:ext cx="49" cy="23"/>
                <a:chOff x="922" y="3727"/>
                <a:chExt cx="49" cy="23"/>
              </a:xfrm>
            </p:grpSpPr>
            <p:sp>
              <p:nvSpPr>
                <p:cNvPr id="312" name="Freeform 645"/>
                <p:cNvSpPr>
                  <a:spLocks/>
                </p:cNvSpPr>
                <p:nvPr/>
              </p:nvSpPr>
              <p:spPr bwMode="auto">
                <a:xfrm>
                  <a:off x="922" y="3727"/>
                  <a:ext cx="12" cy="23"/>
                </a:xfrm>
                <a:custGeom>
                  <a:avLst/>
                  <a:gdLst>
                    <a:gd name="T0" fmla="*/ 1 w 24"/>
                    <a:gd name="T1" fmla="*/ 0 h 69"/>
                    <a:gd name="T2" fmla="*/ 0 w 24"/>
                    <a:gd name="T3" fmla="*/ 0 h 69"/>
                    <a:gd name="T4" fmla="*/ 1 w 24"/>
                    <a:gd name="T5" fmla="*/ 0 h 69"/>
                    <a:gd name="T6" fmla="*/ 1 w 24"/>
                    <a:gd name="T7" fmla="*/ 0 h 69"/>
                    <a:gd name="T8" fmla="*/ 1 w 24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9"/>
                    <a:gd name="T17" fmla="*/ 24 w 24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9">
                      <a:moveTo>
                        <a:pt x="15" y="69"/>
                      </a:moveTo>
                      <a:lnTo>
                        <a:pt x="0" y="27"/>
                      </a:lnTo>
                      <a:lnTo>
                        <a:pt x="11" y="0"/>
                      </a:lnTo>
                      <a:lnTo>
                        <a:pt x="24" y="32"/>
                      </a:lnTo>
                      <a:lnTo>
                        <a:pt x="15" y="69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13" name="Freeform 646"/>
                <p:cNvSpPr>
                  <a:spLocks/>
                </p:cNvSpPr>
                <p:nvPr/>
              </p:nvSpPr>
              <p:spPr bwMode="auto">
                <a:xfrm>
                  <a:off x="927" y="3728"/>
                  <a:ext cx="36" cy="10"/>
                </a:xfrm>
                <a:custGeom>
                  <a:avLst/>
                  <a:gdLst>
                    <a:gd name="T0" fmla="*/ 1 w 72"/>
                    <a:gd name="T1" fmla="*/ 0 h 31"/>
                    <a:gd name="T2" fmla="*/ 1 w 72"/>
                    <a:gd name="T3" fmla="*/ 0 h 31"/>
                    <a:gd name="T4" fmla="*/ 1 w 72"/>
                    <a:gd name="T5" fmla="*/ 0 h 31"/>
                    <a:gd name="T6" fmla="*/ 1 w 72"/>
                    <a:gd name="T7" fmla="*/ 0 h 31"/>
                    <a:gd name="T8" fmla="*/ 1 w 72"/>
                    <a:gd name="T9" fmla="*/ 0 h 31"/>
                    <a:gd name="T10" fmla="*/ 1 w 72"/>
                    <a:gd name="T11" fmla="*/ 0 h 31"/>
                    <a:gd name="T12" fmla="*/ 1 w 72"/>
                    <a:gd name="T13" fmla="*/ 0 h 31"/>
                    <a:gd name="T14" fmla="*/ 0 w 72"/>
                    <a:gd name="T15" fmla="*/ 0 h 31"/>
                    <a:gd name="T16" fmla="*/ 1 w 72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1"/>
                    <a:gd name="T29" fmla="*/ 72 w 72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1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4"/>
                      </a:lnTo>
                      <a:lnTo>
                        <a:pt x="56" y="13"/>
                      </a:lnTo>
                      <a:lnTo>
                        <a:pt x="72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14" name="Freeform 647"/>
                <p:cNvSpPr>
                  <a:spLocks/>
                </p:cNvSpPr>
                <p:nvPr/>
              </p:nvSpPr>
              <p:spPr bwMode="auto">
                <a:xfrm>
                  <a:off x="930" y="3738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20"/>
                      </a:lnTo>
                      <a:lnTo>
                        <a:pt x="7" y="7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0" name="Group 648"/>
              <p:cNvGrpSpPr>
                <a:grpSpLocks/>
              </p:cNvGrpSpPr>
              <p:nvPr/>
            </p:nvGrpSpPr>
            <p:grpSpPr bwMode="auto">
              <a:xfrm>
                <a:off x="895" y="3526"/>
                <a:ext cx="44" cy="23"/>
                <a:chOff x="895" y="3526"/>
                <a:chExt cx="44" cy="23"/>
              </a:xfrm>
            </p:grpSpPr>
            <p:sp>
              <p:nvSpPr>
                <p:cNvPr id="309" name="Freeform 649"/>
                <p:cNvSpPr>
                  <a:spLocks/>
                </p:cNvSpPr>
                <p:nvPr/>
              </p:nvSpPr>
              <p:spPr bwMode="auto">
                <a:xfrm>
                  <a:off x="895" y="3526"/>
                  <a:ext cx="19" cy="23"/>
                </a:xfrm>
                <a:custGeom>
                  <a:avLst/>
                  <a:gdLst>
                    <a:gd name="T0" fmla="*/ 1 w 38"/>
                    <a:gd name="T1" fmla="*/ 0 h 69"/>
                    <a:gd name="T2" fmla="*/ 0 w 38"/>
                    <a:gd name="T3" fmla="*/ 0 h 69"/>
                    <a:gd name="T4" fmla="*/ 1 w 38"/>
                    <a:gd name="T5" fmla="*/ 0 h 69"/>
                    <a:gd name="T6" fmla="*/ 1 w 38"/>
                    <a:gd name="T7" fmla="*/ 0 h 69"/>
                    <a:gd name="T8" fmla="*/ 1 w 38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69"/>
                    <a:gd name="T17" fmla="*/ 38 w 38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8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10" name="Freeform 650"/>
                <p:cNvSpPr>
                  <a:spLocks/>
                </p:cNvSpPr>
                <p:nvPr/>
              </p:nvSpPr>
              <p:spPr bwMode="auto">
                <a:xfrm>
                  <a:off x="901" y="3526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5"/>
                      </a:lnTo>
                      <a:lnTo>
                        <a:pt x="23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11" name="Freeform 651"/>
                <p:cNvSpPr>
                  <a:spLocks/>
                </p:cNvSpPr>
                <p:nvPr/>
              </p:nvSpPr>
              <p:spPr bwMode="auto">
                <a:xfrm>
                  <a:off x="907" y="3538"/>
                  <a:ext cx="32" cy="11"/>
                </a:xfrm>
                <a:custGeom>
                  <a:avLst/>
                  <a:gdLst>
                    <a:gd name="T0" fmla="*/ 0 w 65"/>
                    <a:gd name="T1" fmla="*/ 0 h 31"/>
                    <a:gd name="T2" fmla="*/ 0 w 65"/>
                    <a:gd name="T3" fmla="*/ 0 h 31"/>
                    <a:gd name="T4" fmla="*/ 0 w 65"/>
                    <a:gd name="T5" fmla="*/ 0 h 31"/>
                    <a:gd name="T6" fmla="*/ 0 w 65"/>
                    <a:gd name="T7" fmla="*/ 0 h 31"/>
                    <a:gd name="T8" fmla="*/ 0 w 65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1"/>
                    <a:gd name="T17" fmla="*/ 65 w 65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1">
                      <a:moveTo>
                        <a:pt x="0" y="31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1" name="Group 652"/>
              <p:cNvGrpSpPr>
                <a:grpSpLocks/>
              </p:cNvGrpSpPr>
              <p:nvPr/>
            </p:nvGrpSpPr>
            <p:grpSpPr bwMode="auto">
              <a:xfrm>
                <a:off x="907" y="3540"/>
                <a:ext cx="45" cy="22"/>
                <a:chOff x="907" y="3540"/>
                <a:chExt cx="45" cy="22"/>
              </a:xfrm>
            </p:grpSpPr>
            <p:sp>
              <p:nvSpPr>
                <p:cNvPr id="306" name="Freeform 653"/>
                <p:cNvSpPr>
                  <a:spLocks/>
                </p:cNvSpPr>
                <p:nvPr/>
              </p:nvSpPr>
              <p:spPr bwMode="auto">
                <a:xfrm>
                  <a:off x="907" y="3540"/>
                  <a:ext cx="20" cy="22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4"/>
                      </a:lnTo>
                      <a:lnTo>
                        <a:pt x="11" y="0"/>
                      </a:lnTo>
                      <a:lnTo>
                        <a:pt x="39" y="34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07" name="Freeform 654"/>
                <p:cNvSpPr>
                  <a:spLocks/>
                </p:cNvSpPr>
                <p:nvPr/>
              </p:nvSpPr>
              <p:spPr bwMode="auto">
                <a:xfrm>
                  <a:off x="914" y="3540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08" name="Freeform 655"/>
                <p:cNvSpPr>
                  <a:spLocks/>
                </p:cNvSpPr>
                <p:nvPr/>
              </p:nvSpPr>
              <p:spPr bwMode="auto">
                <a:xfrm>
                  <a:off x="919" y="3552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2" name="Group 656"/>
              <p:cNvGrpSpPr>
                <a:grpSpLocks/>
              </p:cNvGrpSpPr>
              <p:nvPr/>
            </p:nvGrpSpPr>
            <p:grpSpPr bwMode="auto">
              <a:xfrm>
                <a:off x="920" y="3553"/>
                <a:ext cx="45" cy="23"/>
                <a:chOff x="920" y="3553"/>
                <a:chExt cx="45" cy="23"/>
              </a:xfrm>
            </p:grpSpPr>
            <p:sp>
              <p:nvSpPr>
                <p:cNvPr id="303" name="Freeform 657"/>
                <p:cNvSpPr>
                  <a:spLocks/>
                </p:cNvSpPr>
                <p:nvPr/>
              </p:nvSpPr>
              <p:spPr bwMode="auto">
                <a:xfrm>
                  <a:off x="920" y="3553"/>
                  <a:ext cx="20" cy="23"/>
                </a:xfrm>
                <a:custGeom>
                  <a:avLst/>
                  <a:gdLst>
                    <a:gd name="T0" fmla="*/ 0 w 41"/>
                    <a:gd name="T1" fmla="*/ 0 h 68"/>
                    <a:gd name="T2" fmla="*/ 0 w 41"/>
                    <a:gd name="T3" fmla="*/ 0 h 68"/>
                    <a:gd name="T4" fmla="*/ 0 w 41"/>
                    <a:gd name="T5" fmla="*/ 0 h 68"/>
                    <a:gd name="T6" fmla="*/ 0 w 41"/>
                    <a:gd name="T7" fmla="*/ 0 h 68"/>
                    <a:gd name="T8" fmla="*/ 0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4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04" name="Freeform 658"/>
                <p:cNvSpPr>
                  <a:spLocks/>
                </p:cNvSpPr>
                <p:nvPr/>
              </p:nvSpPr>
              <p:spPr bwMode="auto">
                <a:xfrm>
                  <a:off x="927" y="3554"/>
                  <a:ext cx="32" cy="11"/>
                </a:xfrm>
                <a:custGeom>
                  <a:avLst/>
                  <a:gdLst>
                    <a:gd name="T0" fmla="*/ 0 w 63"/>
                    <a:gd name="T1" fmla="*/ 0 h 33"/>
                    <a:gd name="T2" fmla="*/ 1 w 63"/>
                    <a:gd name="T3" fmla="*/ 0 h 33"/>
                    <a:gd name="T4" fmla="*/ 1 w 63"/>
                    <a:gd name="T5" fmla="*/ 0 h 33"/>
                    <a:gd name="T6" fmla="*/ 1 w 63"/>
                    <a:gd name="T7" fmla="*/ 0 h 33"/>
                    <a:gd name="T8" fmla="*/ 0 w 63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3"/>
                    <a:gd name="T17" fmla="*/ 63 w 63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3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3" y="33"/>
                      </a:lnTo>
                      <a:lnTo>
                        <a:pt x="24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05" name="Freeform 659"/>
                <p:cNvSpPr>
                  <a:spLocks/>
                </p:cNvSpPr>
                <p:nvPr/>
              </p:nvSpPr>
              <p:spPr bwMode="auto">
                <a:xfrm>
                  <a:off x="932" y="3566"/>
                  <a:ext cx="33" cy="10"/>
                </a:xfrm>
                <a:custGeom>
                  <a:avLst/>
                  <a:gdLst>
                    <a:gd name="T0" fmla="*/ 0 w 66"/>
                    <a:gd name="T1" fmla="*/ 0 h 30"/>
                    <a:gd name="T2" fmla="*/ 1 w 66"/>
                    <a:gd name="T3" fmla="*/ 0 h 30"/>
                    <a:gd name="T4" fmla="*/ 1 w 66"/>
                    <a:gd name="T5" fmla="*/ 0 h 30"/>
                    <a:gd name="T6" fmla="*/ 1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3" name="Group 660"/>
              <p:cNvGrpSpPr>
                <a:grpSpLocks/>
              </p:cNvGrpSpPr>
              <p:nvPr/>
            </p:nvGrpSpPr>
            <p:grpSpPr bwMode="auto">
              <a:xfrm>
                <a:off x="934" y="3566"/>
                <a:ext cx="44" cy="23"/>
                <a:chOff x="934" y="3566"/>
                <a:chExt cx="44" cy="23"/>
              </a:xfrm>
            </p:grpSpPr>
            <p:sp>
              <p:nvSpPr>
                <p:cNvPr id="300" name="Freeform 661"/>
                <p:cNvSpPr>
                  <a:spLocks/>
                </p:cNvSpPr>
                <p:nvPr/>
              </p:nvSpPr>
              <p:spPr bwMode="auto">
                <a:xfrm>
                  <a:off x="934" y="3566"/>
                  <a:ext cx="19" cy="23"/>
                </a:xfrm>
                <a:custGeom>
                  <a:avLst/>
                  <a:gdLst>
                    <a:gd name="T0" fmla="*/ 0 w 40"/>
                    <a:gd name="T1" fmla="*/ 0 h 68"/>
                    <a:gd name="T2" fmla="*/ 0 w 40"/>
                    <a:gd name="T3" fmla="*/ 0 h 68"/>
                    <a:gd name="T4" fmla="*/ 0 w 40"/>
                    <a:gd name="T5" fmla="*/ 0 h 68"/>
                    <a:gd name="T6" fmla="*/ 0 w 40"/>
                    <a:gd name="T7" fmla="*/ 0 h 68"/>
                    <a:gd name="T8" fmla="*/ 0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2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01" name="Freeform 662"/>
                <p:cNvSpPr>
                  <a:spLocks/>
                </p:cNvSpPr>
                <p:nvPr/>
              </p:nvSpPr>
              <p:spPr bwMode="auto">
                <a:xfrm>
                  <a:off x="940" y="3567"/>
                  <a:ext cx="32" cy="11"/>
                </a:xfrm>
                <a:custGeom>
                  <a:avLst/>
                  <a:gdLst>
                    <a:gd name="T0" fmla="*/ 0 w 65"/>
                    <a:gd name="T1" fmla="*/ 0 h 35"/>
                    <a:gd name="T2" fmla="*/ 0 w 65"/>
                    <a:gd name="T3" fmla="*/ 0 h 35"/>
                    <a:gd name="T4" fmla="*/ 0 w 65"/>
                    <a:gd name="T5" fmla="*/ 0 h 35"/>
                    <a:gd name="T6" fmla="*/ 0 w 65"/>
                    <a:gd name="T7" fmla="*/ 0 h 35"/>
                    <a:gd name="T8" fmla="*/ 0 w 65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5"/>
                    <a:gd name="T17" fmla="*/ 65 w 65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5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302" name="Freeform 663"/>
                <p:cNvSpPr>
                  <a:spLocks/>
                </p:cNvSpPr>
                <p:nvPr/>
              </p:nvSpPr>
              <p:spPr bwMode="auto">
                <a:xfrm>
                  <a:off x="945" y="3579"/>
                  <a:ext cx="33" cy="9"/>
                </a:xfrm>
                <a:custGeom>
                  <a:avLst/>
                  <a:gdLst>
                    <a:gd name="T0" fmla="*/ 0 w 65"/>
                    <a:gd name="T1" fmla="*/ 0 h 28"/>
                    <a:gd name="T2" fmla="*/ 1 w 65"/>
                    <a:gd name="T3" fmla="*/ 0 h 28"/>
                    <a:gd name="T4" fmla="*/ 1 w 65"/>
                    <a:gd name="T5" fmla="*/ 0 h 28"/>
                    <a:gd name="T6" fmla="*/ 1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3" y="0"/>
                      </a:lnTo>
                      <a:lnTo>
                        <a:pt x="54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4" name="Group 664"/>
              <p:cNvGrpSpPr>
                <a:grpSpLocks/>
              </p:cNvGrpSpPr>
              <p:nvPr/>
            </p:nvGrpSpPr>
            <p:grpSpPr bwMode="auto">
              <a:xfrm>
                <a:off x="949" y="3579"/>
                <a:ext cx="83" cy="63"/>
                <a:chOff x="949" y="3579"/>
                <a:chExt cx="83" cy="63"/>
              </a:xfrm>
            </p:grpSpPr>
            <p:grpSp>
              <p:nvGrpSpPr>
                <p:cNvPr id="284" name="Group 665"/>
                <p:cNvGrpSpPr>
                  <a:grpSpLocks/>
                </p:cNvGrpSpPr>
                <p:nvPr/>
              </p:nvGrpSpPr>
              <p:grpSpPr bwMode="auto">
                <a:xfrm>
                  <a:off x="949" y="3579"/>
                  <a:ext cx="44" cy="23"/>
                  <a:chOff x="949" y="3579"/>
                  <a:chExt cx="44" cy="23"/>
                </a:xfrm>
              </p:grpSpPr>
              <p:sp>
                <p:nvSpPr>
                  <p:cNvPr id="297" name="Freeform 666"/>
                  <p:cNvSpPr>
                    <a:spLocks/>
                  </p:cNvSpPr>
                  <p:nvPr/>
                </p:nvSpPr>
                <p:spPr bwMode="auto">
                  <a:xfrm>
                    <a:off x="949" y="3579"/>
                    <a:ext cx="19" cy="23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2"/>
                        </a:lnTo>
                        <a:lnTo>
                          <a:pt x="11" y="0"/>
                        </a:lnTo>
                        <a:lnTo>
                          <a:pt x="38" y="32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98" name="Freeform 667"/>
                  <p:cNvSpPr>
                    <a:spLocks/>
                  </p:cNvSpPr>
                  <p:nvPr/>
                </p:nvSpPr>
                <p:spPr bwMode="auto">
                  <a:xfrm>
                    <a:off x="955" y="3579"/>
                    <a:ext cx="32" cy="11"/>
                  </a:xfrm>
                  <a:custGeom>
                    <a:avLst/>
                    <a:gdLst>
                      <a:gd name="T0" fmla="*/ 0 w 66"/>
                      <a:gd name="T1" fmla="*/ 0 h 32"/>
                      <a:gd name="T2" fmla="*/ 0 w 66"/>
                      <a:gd name="T3" fmla="*/ 0 h 32"/>
                      <a:gd name="T4" fmla="*/ 0 w 66"/>
                      <a:gd name="T5" fmla="*/ 0 h 32"/>
                      <a:gd name="T6" fmla="*/ 0 w 66"/>
                      <a:gd name="T7" fmla="*/ 0 h 32"/>
                      <a:gd name="T8" fmla="*/ 0 w 66"/>
                      <a:gd name="T9" fmla="*/ 0 h 3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2"/>
                      <a:gd name="T17" fmla="*/ 66 w 66"/>
                      <a:gd name="T18" fmla="*/ 32 h 3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2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6" y="32"/>
                        </a:lnTo>
                        <a:lnTo>
                          <a:pt x="25" y="3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99" name="Freeform 668"/>
                  <p:cNvSpPr>
                    <a:spLocks/>
                  </p:cNvSpPr>
                  <p:nvPr/>
                </p:nvSpPr>
                <p:spPr bwMode="auto">
                  <a:xfrm>
                    <a:off x="960" y="3591"/>
                    <a:ext cx="33" cy="10"/>
                  </a:xfrm>
                  <a:custGeom>
                    <a:avLst/>
                    <a:gdLst>
                      <a:gd name="T0" fmla="*/ 0 w 65"/>
                      <a:gd name="T1" fmla="*/ 0 h 31"/>
                      <a:gd name="T2" fmla="*/ 1 w 65"/>
                      <a:gd name="T3" fmla="*/ 0 h 31"/>
                      <a:gd name="T4" fmla="*/ 1 w 65"/>
                      <a:gd name="T5" fmla="*/ 0 h 31"/>
                      <a:gd name="T6" fmla="*/ 1 w 65"/>
                      <a:gd name="T7" fmla="*/ 0 h 31"/>
                      <a:gd name="T8" fmla="*/ 0 w 65"/>
                      <a:gd name="T9" fmla="*/ 0 h 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1"/>
                      <a:gd name="T17" fmla="*/ 65 w 65"/>
                      <a:gd name="T18" fmla="*/ 31 h 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1">
                        <a:moveTo>
                          <a:pt x="0" y="31"/>
                        </a:moveTo>
                        <a:lnTo>
                          <a:pt x="14" y="0"/>
                        </a:lnTo>
                        <a:lnTo>
                          <a:pt x="55" y="0"/>
                        </a:lnTo>
                        <a:lnTo>
                          <a:pt x="65" y="31"/>
                        </a:lnTo>
                        <a:lnTo>
                          <a:pt x="0" y="31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285" name="Group 669"/>
                <p:cNvGrpSpPr>
                  <a:grpSpLocks/>
                </p:cNvGrpSpPr>
                <p:nvPr/>
              </p:nvGrpSpPr>
              <p:grpSpPr bwMode="auto">
                <a:xfrm>
                  <a:off x="961" y="3592"/>
                  <a:ext cx="45" cy="23"/>
                  <a:chOff x="961" y="3592"/>
                  <a:chExt cx="45" cy="23"/>
                </a:xfrm>
              </p:grpSpPr>
              <p:sp>
                <p:nvSpPr>
                  <p:cNvPr id="294" name="Freeform 670"/>
                  <p:cNvSpPr>
                    <a:spLocks/>
                  </p:cNvSpPr>
                  <p:nvPr/>
                </p:nvSpPr>
                <p:spPr bwMode="auto">
                  <a:xfrm>
                    <a:off x="961" y="3592"/>
                    <a:ext cx="20" cy="23"/>
                  </a:xfrm>
                  <a:custGeom>
                    <a:avLst/>
                    <a:gdLst>
                      <a:gd name="T0" fmla="*/ 1 w 40"/>
                      <a:gd name="T1" fmla="*/ 0 h 69"/>
                      <a:gd name="T2" fmla="*/ 0 w 40"/>
                      <a:gd name="T3" fmla="*/ 0 h 69"/>
                      <a:gd name="T4" fmla="*/ 1 w 40"/>
                      <a:gd name="T5" fmla="*/ 0 h 69"/>
                      <a:gd name="T6" fmla="*/ 1 w 40"/>
                      <a:gd name="T7" fmla="*/ 0 h 69"/>
                      <a:gd name="T8" fmla="*/ 1 w 40"/>
                      <a:gd name="T9" fmla="*/ 0 h 6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9"/>
                      <a:gd name="T17" fmla="*/ 40 w 40"/>
                      <a:gd name="T18" fmla="*/ 69 h 6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9">
                        <a:moveTo>
                          <a:pt x="23" y="69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40" y="33"/>
                        </a:lnTo>
                        <a:lnTo>
                          <a:pt x="23" y="69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95" name="Freeform 671"/>
                  <p:cNvSpPr>
                    <a:spLocks/>
                  </p:cNvSpPr>
                  <p:nvPr/>
                </p:nvSpPr>
                <p:spPr bwMode="auto">
                  <a:xfrm>
                    <a:off x="968" y="3593"/>
                    <a:ext cx="33" cy="11"/>
                  </a:xfrm>
                  <a:custGeom>
                    <a:avLst/>
                    <a:gdLst>
                      <a:gd name="T0" fmla="*/ 0 w 66"/>
                      <a:gd name="T1" fmla="*/ 0 h 35"/>
                      <a:gd name="T2" fmla="*/ 1 w 66"/>
                      <a:gd name="T3" fmla="*/ 0 h 35"/>
                      <a:gd name="T4" fmla="*/ 1 w 66"/>
                      <a:gd name="T5" fmla="*/ 0 h 35"/>
                      <a:gd name="T6" fmla="*/ 1 w 66"/>
                      <a:gd name="T7" fmla="*/ 0 h 35"/>
                      <a:gd name="T8" fmla="*/ 0 w 66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5"/>
                      <a:gd name="T17" fmla="*/ 66 w 66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5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6" y="35"/>
                        </a:lnTo>
                        <a:lnTo>
                          <a:pt x="24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96" name="Freeform 672"/>
                  <p:cNvSpPr>
                    <a:spLocks/>
                  </p:cNvSpPr>
                  <p:nvPr/>
                </p:nvSpPr>
                <p:spPr bwMode="auto">
                  <a:xfrm>
                    <a:off x="973" y="3605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286" name="Group 673"/>
                <p:cNvGrpSpPr>
                  <a:grpSpLocks/>
                </p:cNvGrpSpPr>
                <p:nvPr/>
              </p:nvGrpSpPr>
              <p:grpSpPr bwMode="auto">
                <a:xfrm>
                  <a:off x="974" y="3606"/>
                  <a:ext cx="44" cy="23"/>
                  <a:chOff x="974" y="3606"/>
                  <a:chExt cx="44" cy="23"/>
                </a:xfrm>
              </p:grpSpPr>
              <p:sp>
                <p:nvSpPr>
                  <p:cNvPr id="291" name="Freeform 674"/>
                  <p:cNvSpPr>
                    <a:spLocks/>
                  </p:cNvSpPr>
                  <p:nvPr/>
                </p:nvSpPr>
                <p:spPr bwMode="auto">
                  <a:xfrm>
                    <a:off x="974" y="3606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5"/>
                        </a:lnTo>
                        <a:lnTo>
                          <a:pt x="12" y="0"/>
                        </a:lnTo>
                        <a:lnTo>
                          <a:pt x="40" y="35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92" name="Freeform 675"/>
                  <p:cNvSpPr>
                    <a:spLocks/>
                  </p:cNvSpPr>
                  <p:nvPr/>
                </p:nvSpPr>
                <p:spPr bwMode="auto">
                  <a:xfrm>
                    <a:off x="980" y="3606"/>
                    <a:ext cx="32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0 w 65"/>
                      <a:gd name="T3" fmla="*/ 0 h 35"/>
                      <a:gd name="T4" fmla="*/ 0 w 65"/>
                      <a:gd name="T5" fmla="*/ 0 h 35"/>
                      <a:gd name="T6" fmla="*/ 0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2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93" name="Freeform 676"/>
                  <p:cNvSpPr>
                    <a:spLocks/>
                  </p:cNvSpPr>
                  <p:nvPr/>
                </p:nvSpPr>
                <p:spPr bwMode="auto">
                  <a:xfrm>
                    <a:off x="986" y="3619"/>
                    <a:ext cx="32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0 w 65"/>
                      <a:gd name="T3" fmla="*/ 0 h 29"/>
                      <a:gd name="T4" fmla="*/ 0 w 65"/>
                      <a:gd name="T5" fmla="*/ 0 h 29"/>
                      <a:gd name="T6" fmla="*/ 0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287" name="Group 677"/>
                <p:cNvGrpSpPr>
                  <a:grpSpLocks/>
                </p:cNvGrpSpPr>
                <p:nvPr/>
              </p:nvGrpSpPr>
              <p:grpSpPr bwMode="auto">
                <a:xfrm>
                  <a:off x="987" y="3619"/>
                  <a:ext cx="45" cy="23"/>
                  <a:chOff x="987" y="3619"/>
                  <a:chExt cx="45" cy="23"/>
                </a:xfrm>
              </p:grpSpPr>
              <p:sp>
                <p:nvSpPr>
                  <p:cNvPr id="288" name="Freeform 678"/>
                  <p:cNvSpPr>
                    <a:spLocks/>
                  </p:cNvSpPr>
                  <p:nvPr/>
                </p:nvSpPr>
                <p:spPr bwMode="auto">
                  <a:xfrm>
                    <a:off x="987" y="3619"/>
                    <a:ext cx="20" cy="23"/>
                  </a:xfrm>
                  <a:custGeom>
                    <a:avLst/>
                    <a:gdLst>
                      <a:gd name="T0" fmla="*/ 1 w 39"/>
                      <a:gd name="T1" fmla="*/ 0 h 68"/>
                      <a:gd name="T2" fmla="*/ 0 w 39"/>
                      <a:gd name="T3" fmla="*/ 0 h 68"/>
                      <a:gd name="T4" fmla="*/ 1 w 39"/>
                      <a:gd name="T5" fmla="*/ 0 h 68"/>
                      <a:gd name="T6" fmla="*/ 1 w 39"/>
                      <a:gd name="T7" fmla="*/ 0 h 68"/>
                      <a:gd name="T8" fmla="*/ 1 w 39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68"/>
                      <a:gd name="T17" fmla="*/ 39 w 39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68">
                        <a:moveTo>
                          <a:pt x="22" y="68"/>
                        </a:moveTo>
                        <a:lnTo>
                          <a:pt x="0" y="33"/>
                        </a:lnTo>
                        <a:lnTo>
                          <a:pt x="12" y="0"/>
                        </a:lnTo>
                        <a:lnTo>
                          <a:pt x="39" y="33"/>
                        </a:lnTo>
                        <a:lnTo>
                          <a:pt x="22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89" name="Freeform 679"/>
                  <p:cNvSpPr>
                    <a:spLocks/>
                  </p:cNvSpPr>
                  <p:nvPr/>
                </p:nvSpPr>
                <p:spPr bwMode="auto">
                  <a:xfrm>
                    <a:off x="994" y="3620"/>
                    <a:ext cx="32" cy="11"/>
                  </a:xfrm>
                  <a:custGeom>
                    <a:avLst/>
                    <a:gdLst>
                      <a:gd name="T0" fmla="*/ 0 w 64"/>
                      <a:gd name="T1" fmla="*/ 0 h 33"/>
                      <a:gd name="T2" fmla="*/ 1 w 64"/>
                      <a:gd name="T3" fmla="*/ 0 h 33"/>
                      <a:gd name="T4" fmla="*/ 1 w 64"/>
                      <a:gd name="T5" fmla="*/ 0 h 33"/>
                      <a:gd name="T6" fmla="*/ 1 w 64"/>
                      <a:gd name="T7" fmla="*/ 0 h 33"/>
                      <a:gd name="T8" fmla="*/ 0 w 64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3"/>
                      <a:gd name="T17" fmla="*/ 64 w 64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4" y="33"/>
                        </a:lnTo>
                        <a:lnTo>
                          <a:pt x="25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90" name="Freeform 680"/>
                  <p:cNvSpPr>
                    <a:spLocks/>
                  </p:cNvSpPr>
                  <p:nvPr/>
                </p:nvSpPr>
                <p:spPr bwMode="auto">
                  <a:xfrm>
                    <a:off x="999" y="3632"/>
                    <a:ext cx="33" cy="9"/>
                  </a:xfrm>
                  <a:custGeom>
                    <a:avLst/>
                    <a:gdLst>
                      <a:gd name="T0" fmla="*/ 0 w 65"/>
                      <a:gd name="T1" fmla="*/ 0 h 29"/>
                      <a:gd name="T2" fmla="*/ 1 w 65"/>
                      <a:gd name="T3" fmla="*/ 0 h 29"/>
                      <a:gd name="T4" fmla="*/ 1 w 65"/>
                      <a:gd name="T5" fmla="*/ 0 h 29"/>
                      <a:gd name="T6" fmla="*/ 1 w 65"/>
                      <a:gd name="T7" fmla="*/ 0 h 29"/>
                      <a:gd name="T8" fmla="*/ 0 w 65"/>
                      <a:gd name="T9" fmla="*/ 0 h 2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29"/>
                      <a:gd name="T17" fmla="*/ 65 w 65"/>
                      <a:gd name="T18" fmla="*/ 29 h 2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29">
                        <a:moveTo>
                          <a:pt x="0" y="29"/>
                        </a:moveTo>
                        <a:lnTo>
                          <a:pt x="14" y="0"/>
                        </a:lnTo>
                        <a:lnTo>
                          <a:pt x="53" y="0"/>
                        </a:lnTo>
                        <a:lnTo>
                          <a:pt x="65" y="29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85" name="Group 681"/>
              <p:cNvGrpSpPr>
                <a:grpSpLocks/>
              </p:cNvGrpSpPr>
              <p:nvPr/>
            </p:nvGrpSpPr>
            <p:grpSpPr bwMode="auto">
              <a:xfrm>
                <a:off x="1002" y="3632"/>
                <a:ext cx="83" cy="63"/>
                <a:chOff x="1002" y="3632"/>
                <a:chExt cx="83" cy="63"/>
              </a:xfrm>
            </p:grpSpPr>
            <p:grpSp>
              <p:nvGrpSpPr>
                <p:cNvPr id="268" name="Group 682"/>
                <p:cNvGrpSpPr>
                  <a:grpSpLocks/>
                </p:cNvGrpSpPr>
                <p:nvPr/>
              </p:nvGrpSpPr>
              <p:grpSpPr bwMode="auto">
                <a:xfrm>
                  <a:off x="1002" y="3632"/>
                  <a:ext cx="44" cy="22"/>
                  <a:chOff x="1002" y="3632"/>
                  <a:chExt cx="44" cy="22"/>
                </a:xfrm>
              </p:grpSpPr>
              <p:sp>
                <p:nvSpPr>
                  <p:cNvPr id="281" name="Freeform 683"/>
                  <p:cNvSpPr>
                    <a:spLocks/>
                  </p:cNvSpPr>
                  <p:nvPr/>
                </p:nvSpPr>
                <p:spPr bwMode="auto">
                  <a:xfrm>
                    <a:off x="1002" y="3632"/>
                    <a:ext cx="19" cy="22"/>
                  </a:xfrm>
                  <a:custGeom>
                    <a:avLst/>
                    <a:gdLst>
                      <a:gd name="T0" fmla="*/ 1 w 38"/>
                      <a:gd name="T1" fmla="*/ 0 h 68"/>
                      <a:gd name="T2" fmla="*/ 0 w 38"/>
                      <a:gd name="T3" fmla="*/ 0 h 68"/>
                      <a:gd name="T4" fmla="*/ 1 w 38"/>
                      <a:gd name="T5" fmla="*/ 0 h 68"/>
                      <a:gd name="T6" fmla="*/ 1 w 38"/>
                      <a:gd name="T7" fmla="*/ 0 h 68"/>
                      <a:gd name="T8" fmla="*/ 1 w 38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8"/>
                      <a:gd name="T16" fmla="*/ 0 h 68"/>
                      <a:gd name="T17" fmla="*/ 38 w 38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8" h="68">
                        <a:moveTo>
                          <a:pt x="21" y="68"/>
                        </a:moveTo>
                        <a:lnTo>
                          <a:pt x="0" y="33"/>
                        </a:lnTo>
                        <a:lnTo>
                          <a:pt x="10" y="0"/>
                        </a:lnTo>
                        <a:lnTo>
                          <a:pt x="38" y="33"/>
                        </a:lnTo>
                        <a:lnTo>
                          <a:pt x="21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82" name="Freeform 684"/>
                  <p:cNvSpPr>
                    <a:spLocks/>
                  </p:cNvSpPr>
                  <p:nvPr/>
                </p:nvSpPr>
                <p:spPr bwMode="auto">
                  <a:xfrm>
                    <a:off x="1008" y="3632"/>
                    <a:ext cx="33" cy="12"/>
                  </a:xfrm>
                  <a:custGeom>
                    <a:avLst/>
                    <a:gdLst>
                      <a:gd name="T0" fmla="*/ 0 w 65"/>
                      <a:gd name="T1" fmla="*/ 0 h 35"/>
                      <a:gd name="T2" fmla="*/ 1 w 65"/>
                      <a:gd name="T3" fmla="*/ 0 h 35"/>
                      <a:gd name="T4" fmla="*/ 1 w 65"/>
                      <a:gd name="T5" fmla="*/ 0 h 35"/>
                      <a:gd name="T6" fmla="*/ 1 w 65"/>
                      <a:gd name="T7" fmla="*/ 0 h 35"/>
                      <a:gd name="T8" fmla="*/ 0 w 65"/>
                      <a:gd name="T9" fmla="*/ 0 h 3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5"/>
                      <a:gd name="T17" fmla="*/ 65 w 65"/>
                      <a:gd name="T18" fmla="*/ 35 h 3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5">
                        <a:moveTo>
                          <a:pt x="0" y="0"/>
                        </a:moveTo>
                        <a:lnTo>
                          <a:pt x="40" y="0"/>
                        </a:lnTo>
                        <a:lnTo>
                          <a:pt x="65" y="35"/>
                        </a:lnTo>
                        <a:lnTo>
                          <a:pt x="25" y="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83" name="Freeform 685"/>
                  <p:cNvSpPr>
                    <a:spLocks/>
                  </p:cNvSpPr>
                  <p:nvPr/>
                </p:nvSpPr>
                <p:spPr bwMode="auto">
                  <a:xfrm>
                    <a:off x="1013" y="3644"/>
                    <a:ext cx="33" cy="10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1 w 66"/>
                      <a:gd name="T3" fmla="*/ 0 h 28"/>
                      <a:gd name="T4" fmla="*/ 1 w 66"/>
                      <a:gd name="T5" fmla="*/ 0 h 28"/>
                      <a:gd name="T6" fmla="*/ 1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3" y="0"/>
                        </a:lnTo>
                        <a:lnTo>
                          <a:pt x="55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269" name="Group 686"/>
                <p:cNvGrpSpPr>
                  <a:grpSpLocks/>
                </p:cNvGrpSpPr>
                <p:nvPr/>
              </p:nvGrpSpPr>
              <p:grpSpPr bwMode="auto">
                <a:xfrm>
                  <a:off x="1014" y="3645"/>
                  <a:ext cx="44" cy="23"/>
                  <a:chOff x="1014" y="3645"/>
                  <a:chExt cx="44" cy="23"/>
                </a:xfrm>
              </p:grpSpPr>
              <p:sp>
                <p:nvSpPr>
                  <p:cNvPr id="278" name="Freeform 687"/>
                  <p:cNvSpPr>
                    <a:spLocks/>
                  </p:cNvSpPr>
                  <p:nvPr/>
                </p:nvSpPr>
                <p:spPr bwMode="auto">
                  <a:xfrm>
                    <a:off x="1014" y="3645"/>
                    <a:ext cx="19" cy="23"/>
                  </a:xfrm>
                  <a:custGeom>
                    <a:avLst/>
                    <a:gdLst>
                      <a:gd name="T0" fmla="*/ 0 w 40"/>
                      <a:gd name="T1" fmla="*/ 0 h 68"/>
                      <a:gd name="T2" fmla="*/ 0 w 40"/>
                      <a:gd name="T3" fmla="*/ 0 h 68"/>
                      <a:gd name="T4" fmla="*/ 0 w 40"/>
                      <a:gd name="T5" fmla="*/ 0 h 68"/>
                      <a:gd name="T6" fmla="*/ 0 w 40"/>
                      <a:gd name="T7" fmla="*/ 0 h 68"/>
                      <a:gd name="T8" fmla="*/ 0 w 40"/>
                      <a:gd name="T9" fmla="*/ 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68"/>
                      <a:gd name="T17" fmla="*/ 40 w 40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68">
                        <a:moveTo>
                          <a:pt x="24" y="68"/>
                        </a:moveTo>
                        <a:lnTo>
                          <a:pt x="0" y="33"/>
                        </a:lnTo>
                        <a:lnTo>
                          <a:pt x="14" y="0"/>
                        </a:lnTo>
                        <a:lnTo>
                          <a:pt x="40" y="33"/>
                        </a:lnTo>
                        <a:lnTo>
                          <a:pt x="24" y="68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79" name="Freeform 688"/>
                  <p:cNvSpPr>
                    <a:spLocks/>
                  </p:cNvSpPr>
                  <p:nvPr/>
                </p:nvSpPr>
                <p:spPr bwMode="auto">
                  <a:xfrm>
                    <a:off x="1021" y="3646"/>
                    <a:ext cx="32" cy="11"/>
                  </a:xfrm>
                  <a:custGeom>
                    <a:avLst/>
                    <a:gdLst>
                      <a:gd name="T0" fmla="*/ 0 w 63"/>
                      <a:gd name="T1" fmla="*/ 0 h 33"/>
                      <a:gd name="T2" fmla="*/ 1 w 63"/>
                      <a:gd name="T3" fmla="*/ 0 h 33"/>
                      <a:gd name="T4" fmla="*/ 1 w 63"/>
                      <a:gd name="T5" fmla="*/ 0 h 33"/>
                      <a:gd name="T6" fmla="*/ 1 w 63"/>
                      <a:gd name="T7" fmla="*/ 0 h 33"/>
                      <a:gd name="T8" fmla="*/ 0 w 63"/>
                      <a:gd name="T9" fmla="*/ 0 h 3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"/>
                      <a:gd name="T16" fmla="*/ 0 h 33"/>
                      <a:gd name="T17" fmla="*/ 63 w 63"/>
                      <a:gd name="T18" fmla="*/ 33 h 3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" h="33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3" y="33"/>
                        </a:lnTo>
                        <a:lnTo>
                          <a:pt x="24" y="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80" name="Freeform 689"/>
                  <p:cNvSpPr>
                    <a:spLocks/>
                  </p:cNvSpPr>
                  <p:nvPr/>
                </p:nvSpPr>
                <p:spPr bwMode="auto">
                  <a:xfrm>
                    <a:off x="1026" y="3658"/>
                    <a:ext cx="32" cy="10"/>
                  </a:xfrm>
                  <a:custGeom>
                    <a:avLst/>
                    <a:gdLst>
                      <a:gd name="T0" fmla="*/ 0 w 65"/>
                      <a:gd name="T1" fmla="*/ 0 h 30"/>
                      <a:gd name="T2" fmla="*/ 0 w 65"/>
                      <a:gd name="T3" fmla="*/ 0 h 30"/>
                      <a:gd name="T4" fmla="*/ 0 w 65"/>
                      <a:gd name="T5" fmla="*/ 0 h 30"/>
                      <a:gd name="T6" fmla="*/ 0 w 65"/>
                      <a:gd name="T7" fmla="*/ 0 h 30"/>
                      <a:gd name="T8" fmla="*/ 0 w 65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0"/>
                      <a:gd name="T17" fmla="*/ 65 w 65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3" y="0"/>
                        </a:lnTo>
                        <a:lnTo>
                          <a:pt x="65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270" name="Group 690"/>
                <p:cNvGrpSpPr>
                  <a:grpSpLocks/>
                </p:cNvGrpSpPr>
                <p:nvPr/>
              </p:nvGrpSpPr>
              <p:grpSpPr bwMode="auto">
                <a:xfrm>
                  <a:off x="1027" y="3659"/>
                  <a:ext cx="45" cy="23"/>
                  <a:chOff x="1027" y="3659"/>
                  <a:chExt cx="45" cy="23"/>
                </a:xfrm>
              </p:grpSpPr>
              <p:sp>
                <p:nvSpPr>
                  <p:cNvPr id="275" name="Freeform 691"/>
                  <p:cNvSpPr>
                    <a:spLocks/>
                  </p:cNvSpPr>
                  <p:nvPr/>
                </p:nvSpPr>
                <p:spPr bwMode="auto">
                  <a:xfrm>
                    <a:off x="1027" y="3659"/>
                    <a:ext cx="20" cy="23"/>
                  </a:xfrm>
                  <a:custGeom>
                    <a:avLst/>
                    <a:gdLst>
                      <a:gd name="T0" fmla="*/ 1 w 39"/>
                      <a:gd name="T1" fmla="*/ 0 h 70"/>
                      <a:gd name="T2" fmla="*/ 0 w 39"/>
                      <a:gd name="T3" fmla="*/ 0 h 70"/>
                      <a:gd name="T4" fmla="*/ 1 w 39"/>
                      <a:gd name="T5" fmla="*/ 0 h 70"/>
                      <a:gd name="T6" fmla="*/ 1 w 39"/>
                      <a:gd name="T7" fmla="*/ 0 h 70"/>
                      <a:gd name="T8" fmla="*/ 1 w 39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9"/>
                      <a:gd name="T16" fmla="*/ 0 h 70"/>
                      <a:gd name="T17" fmla="*/ 39 w 39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9" h="70">
                        <a:moveTo>
                          <a:pt x="22" y="70"/>
                        </a:moveTo>
                        <a:lnTo>
                          <a:pt x="0" y="34"/>
                        </a:lnTo>
                        <a:lnTo>
                          <a:pt x="12" y="0"/>
                        </a:lnTo>
                        <a:lnTo>
                          <a:pt x="39" y="34"/>
                        </a:lnTo>
                        <a:lnTo>
                          <a:pt x="22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76" name="Freeform 692"/>
                  <p:cNvSpPr>
                    <a:spLocks/>
                  </p:cNvSpPr>
                  <p:nvPr/>
                </p:nvSpPr>
                <p:spPr bwMode="auto">
                  <a:xfrm>
                    <a:off x="1033" y="3659"/>
                    <a:ext cx="33" cy="11"/>
                  </a:xfrm>
                  <a:custGeom>
                    <a:avLst/>
                    <a:gdLst>
                      <a:gd name="T0" fmla="*/ 0 w 64"/>
                      <a:gd name="T1" fmla="*/ 0 h 34"/>
                      <a:gd name="T2" fmla="*/ 1 w 64"/>
                      <a:gd name="T3" fmla="*/ 0 h 34"/>
                      <a:gd name="T4" fmla="*/ 1 w 64"/>
                      <a:gd name="T5" fmla="*/ 0 h 34"/>
                      <a:gd name="T6" fmla="*/ 1 w 64"/>
                      <a:gd name="T7" fmla="*/ 0 h 34"/>
                      <a:gd name="T8" fmla="*/ 0 w 64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4"/>
                      <a:gd name="T16" fmla="*/ 0 h 34"/>
                      <a:gd name="T17" fmla="*/ 64 w 64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4" h="34">
                        <a:moveTo>
                          <a:pt x="0" y="0"/>
                        </a:moveTo>
                        <a:lnTo>
                          <a:pt x="39" y="0"/>
                        </a:lnTo>
                        <a:lnTo>
                          <a:pt x="64" y="34"/>
                        </a:lnTo>
                        <a:lnTo>
                          <a:pt x="25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77" name="Freeform 693"/>
                  <p:cNvSpPr>
                    <a:spLocks/>
                  </p:cNvSpPr>
                  <p:nvPr/>
                </p:nvSpPr>
                <p:spPr bwMode="auto">
                  <a:xfrm>
                    <a:off x="1039" y="3671"/>
                    <a:ext cx="33" cy="10"/>
                  </a:xfrm>
                  <a:custGeom>
                    <a:avLst/>
                    <a:gdLst>
                      <a:gd name="T0" fmla="*/ 0 w 66"/>
                      <a:gd name="T1" fmla="*/ 0 h 30"/>
                      <a:gd name="T2" fmla="*/ 1 w 66"/>
                      <a:gd name="T3" fmla="*/ 0 h 30"/>
                      <a:gd name="T4" fmla="*/ 1 w 66"/>
                      <a:gd name="T5" fmla="*/ 0 h 30"/>
                      <a:gd name="T6" fmla="*/ 1 w 66"/>
                      <a:gd name="T7" fmla="*/ 0 h 30"/>
                      <a:gd name="T8" fmla="*/ 0 w 66"/>
                      <a:gd name="T9" fmla="*/ 0 h 3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30"/>
                      <a:gd name="T17" fmla="*/ 66 w 66"/>
                      <a:gd name="T18" fmla="*/ 30 h 3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30">
                        <a:moveTo>
                          <a:pt x="0" y="30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30"/>
                        </a:lnTo>
                        <a:lnTo>
                          <a:pt x="0" y="3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  <p:grpSp>
              <p:nvGrpSpPr>
                <p:cNvPr id="271" name="Group 694"/>
                <p:cNvGrpSpPr>
                  <a:grpSpLocks/>
                </p:cNvGrpSpPr>
                <p:nvPr/>
              </p:nvGrpSpPr>
              <p:grpSpPr bwMode="auto">
                <a:xfrm>
                  <a:off x="1040" y="3672"/>
                  <a:ext cx="45" cy="23"/>
                  <a:chOff x="1040" y="3672"/>
                  <a:chExt cx="45" cy="23"/>
                </a:xfrm>
              </p:grpSpPr>
              <p:sp>
                <p:nvSpPr>
                  <p:cNvPr id="272" name="Freeform 695"/>
                  <p:cNvSpPr>
                    <a:spLocks/>
                  </p:cNvSpPr>
                  <p:nvPr/>
                </p:nvSpPr>
                <p:spPr bwMode="auto">
                  <a:xfrm>
                    <a:off x="1040" y="3672"/>
                    <a:ext cx="20" cy="23"/>
                  </a:xfrm>
                  <a:custGeom>
                    <a:avLst/>
                    <a:gdLst>
                      <a:gd name="T0" fmla="*/ 0 w 41"/>
                      <a:gd name="T1" fmla="*/ 0 h 70"/>
                      <a:gd name="T2" fmla="*/ 0 w 41"/>
                      <a:gd name="T3" fmla="*/ 0 h 70"/>
                      <a:gd name="T4" fmla="*/ 0 w 41"/>
                      <a:gd name="T5" fmla="*/ 0 h 70"/>
                      <a:gd name="T6" fmla="*/ 0 w 41"/>
                      <a:gd name="T7" fmla="*/ 0 h 70"/>
                      <a:gd name="T8" fmla="*/ 0 w 41"/>
                      <a:gd name="T9" fmla="*/ 0 h 7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1"/>
                      <a:gd name="T16" fmla="*/ 0 h 70"/>
                      <a:gd name="T17" fmla="*/ 41 w 41"/>
                      <a:gd name="T18" fmla="*/ 70 h 7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1" h="70">
                        <a:moveTo>
                          <a:pt x="24" y="70"/>
                        </a:moveTo>
                        <a:lnTo>
                          <a:pt x="0" y="35"/>
                        </a:lnTo>
                        <a:lnTo>
                          <a:pt x="13" y="0"/>
                        </a:lnTo>
                        <a:lnTo>
                          <a:pt x="41" y="35"/>
                        </a:lnTo>
                        <a:lnTo>
                          <a:pt x="24" y="70"/>
                        </a:lnTo>
                        <a:close/>
                      </a:path>
                    </a:pathLst>
                  </a:custGeom>
                  <a:solidFill>
                    <a:srgbClr val="20202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73" name="Freeform 696"/>
                  <p:cNvSpPr>
                    <a:spLocks/>
                  </p:cNvSpPr>
                  <p:nvPr/>
                </p:nvSpPr>
                <p:spPr bwMode="auto">
                  <a:xfrm>
                    <a:off x="1047" y="3672"/>
                    <a:ext cx="32" cy="12"/>
                  </a:xfrm>
                  <a:custGeom>
                    <a:avLst/>
                    <a:gdLst>
                      <a:gd name="T0" fmla="*/ 0 w 65"/>
                      <a:gd name="T1" fmla="*/ 0 h 34"/>
                      <a:gd name="T2" fmla="*/ 0 w 65"/>
                      <a:gd name="T3" fmla="*/ 0 h 34"/>
                      <a:gd name="T4" fmla="*/ 0 w 65"/>
                      <a:gd name="T5" fmla="*/ 0 h 34"/>
                      <a:gd name="T6" fmla="*/ 0 w 65"/>
                      <a:gd name="T7" fmla="*/ 0 h 34"/>
                      <a:gd name="T8" fmla="*/ 0 w 65"/>
                      <a:gd name="T9" fmla="*/ 0 h 3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5"/>
                      <a:gd name="T16" fmla="*/ 0 h 34"/>
                      <a:gd name="T17" fmla="*/ 65 w 65"/>
                      <a:gd name="T18" fmla="*/ 34 h 3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5" h="34">
                        <a:moveTo>
                          <a:pt x="0" y="0"/>
                        </a:moveTo>
                        <a:lnTo>
                          <a:pt x="41" y="0"/>
                        </a:lnTo>
                        <a:lnTo>
                          <a:pt x="65" y="34"/>
                        </a:lnTo>
                        <a:lnTo>
                          <a:pt x="24" y="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60606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274" name="Freeform 697"/>
                  <p:cNvSpPr>
                    <a:spLocks/>
                  </p:cNvSpPr>
                  <p:nvPr/>
                </p:nvSpPr>
                <p:spPr bwMode="auto">
                  <a:xfrm>
                    <a:off x="1053" y="3685"/>
                    <a:ext cx="32" cy="9"/>
                  </a:xfrm>
                  <a:custGeom>
                    <a:avLst/>
                    <a:gdLst>
                      <a:gd name="T0" fmla="*/ 0 w 66"/>
                      <a:gd name="T1" fmla="*/ 0 h 28"/>
                      <a:gd name="T2" fmla="*/ 0 w 66"/>
                      <a:gd name="T3" fmla="*/ 0 h 28"/>
                      <a:gd name="T4" fmla="*/ 0 w 66"/>
                      <a:gd name="T5" fmla="*/ 0 h 28"/>
                      <a:gd name="T6" fmla="*/ 0 w 66"/>
                      <a:gd name="T7" fmla="*/ 0 h 28"/>
                      <a:gd name="T8" fmla="*/ 0 w 66"/>
                      <a:gd name="T9" fmla="*/ 0 h 2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28"/>
                      <a:gd name="T17" fmla="*/ 66 w 66"/>
                      <a:gd name="T18" fmla="*/ 28 h 2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28">
                        <a:moveTo>
                          <a:pt x="0" y="28"/>
                        </a:moveTo>
                        <a:lnTo>
                          <a:pt x="12" y="0"/>
                        </a:lnTo>
                        <a:lnTo>
                          <a:pt x="54" y="0"/>
                        </a:lnTo>
                        <a:lnTo>
                          <a:pt x="66" y="28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dirty="0">
                      <a:latin typeface="Montserrat" panose="00000500000000000000" pitchFamily="2" charset="0"/>
                    </a:endParaRPr>
                  </a:p>
                </p:txBody>
              </p:sp>
            </p:grpSp>
          </p:grpSp>
          <p:grpSp>
            <p:nvGrpSpPr>
              <p:cNvPr id="186" name="Group 698"/>
              <p:cNvGrpSpPr>
                <a:grpSpLocks/>
              </p:cNvGrpSpPr>
              <p:nvPr/>
            </p:nvGrpSpPr>
            <p:grpSpPr bwMode="auto">
              <a:xfrm>
                <a:off x="1054" y="3685"/>
                <a:ext cx="45" cy="23"/>
                <a:chOff x="1054" y="3685"/>
                <a:chExt cx="45" cy="23"/>
              </a:xfrm>
            </p:grpSpPr>
            <p:sp>
              <p:nvSpPr>
                <p:cNvPr id="265" name="Freeform 699"/>
                <p:cNvSpPr>
                  <a:spLocks/>
                </p:cNvSpPr>
                <p:nvPr/>
              </p:nvSpPr>
              <p:spPr bwMode="auto">
                <a:xfrm>
                  <a:off x="1054" y="3685"/>
                  <a:ext cx="20" cy="23"/>
                </a:xfrm>
                <a:custGeom>
                  <a:avLst/>
                  <a:gdLst>
                    <a:gd name="T0" fmla="*/ 1 w 39"/>
                    <a:gd name="T1" fmla="*/ 0 h 70"/>
                    <a:gd name="T2" fmla="*/ 0 w 39"/>
                    <a:gd name="T3" fmla="*/ 0 h 70"/>
                    <a:gd name="T4" fmla="*/ 1 w 39"/>
                    <a:gd name="T5" fmla="*/ 0 h 70"/>
                    <a:gd name="T6" fmla="*/ 1 w 39"/>
                    <a:gd name="T7" fmla="*/ 0 h 70"/>
                    <a:gd name="T8" fmla="*/ 1 w 39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70"/>
                    <a:gd name="T17" fmla="*/ 39 w 39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70">
                      <a:moveTo>
                        <a:pt x="23" y="70"/>
                      </a:moveTo>
                      <a:lnTo>
                        <a:pt x="0" y="34"/>
                      </a:lnTo>
                      <a:lnTo>
                        <a:pt x="13" y="0"/>
                      </a:lnTo>
                      <a:lnTo>
                        <a:pt x="39" y="34"/>
                      </a:lnTo>
                      <a:lnTo>
                        <a:pt x="23" y="7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6" name="Freeform 700"/>
                <p:cNvSpPr>
                  <a:spLocks/>
                </p:cNvSpPr>
                <p:nvPr/>
              </p:nvSpPr>
              <p:spPr bwMode="auto">
                <a:xfrm>
                  <a:off x="1061" y="3685"/>
                  <a:ext cx="32" cy="12"/>
                </a:xfrm>
                <a:custGeom>
                  <a:avLst/>
                  <a:gdLst>
                    <a:gd name="T0" fmla="*/ 0 w 63"/>
                    <a:gd name="T1" fmla="*/ 0 h 35"/>
                    <a:gd name="T2" fmla="*/ 1 w 63"/>
                    <a:gd name="T3" fmla="*/ 0 h 35"/>
                    <a:gd name="T4" fmla="*/ 1 w 63"/>
                    <a:gd name="T5" fmla="*/ 0 h 35"/>
                    <a:gd name="T6" fmla="*/ 1 w 63"/>
                    <a:gd name="T7" fmla="*/ 0 h 35"/>
                    <a:gd name="T8" fmla="*/ 0 w 63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5"/>
                    <a:gd name="T17" fmla="*/ 63 w 63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5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3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7" name="Freeform 701"/>
                <p:cNvSpPr>
                  <a:spLocks/>
                </p:cNvSpPr>
                <p:nvPr/>
              </p:nvSpPr>
              <p:spPr bwMode="auto">
                <a:xfrm>
                  <a:off x="1066" y="3697"/>
                  <a:ext cx="33" cy="10"/>
                </a:xfrm>
                <a:custGeom>
                  <a:avLst/>
                  <a:gdLst>
                    <a:gd name="T0" fmla="*/ 0 w 64"/>
                    <a:gd name="T1" fmla="*/ 0 h 30"/>
                    <a:gd name="T2" fmla="*/ 1 w 64"/>
                    <a:gd name="T3" fmla="*/ 0 h 30"/>
                    <a:gd name="T4" fmla="*/ 1 w 64"/>
                    <a:gd name="T5" fmla="*/ 0 h 30"/>
                    <a:gd name="T6" fmla="*/ 1 w 64"/>
                    <a:gd name="T7" fmla="*/ 0 h 30"/>
                    <a:gd name="T8" fmla="*/ 0 w 64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0"/>
                    <a:gd name="T17" fmla="*/ 64 w 64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0">
                      <a:moveTo>
                        <a:pt x="0" y="30"/>
                      </a:moveTo>
                      <a:lnTo>
                        <a:pt x="13" y="0"/>
                      </a:lnTo>
                      <a:lnTo>
                        <a:pt x="52" y="0"/>
                      </a:lnTo>
                      <a:lnTo>
                        <a:pt x="64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7" name="Group 702"/>
              <p:cNvGrpSpPr>
                <a:grpSpLocks/>
              </p:cNvGrpSpPr>
              <p:nvPr/>
            </p:nvGrpSpPr>
            <p:grpSpPr bwMode="auto">
              <a:xfrm>
                <a:off x="1067" y="3698"/>
                <a:ext cx="45" cy="23"/>
                <a:chOff x="1067" y="3698"/>
                <a:chExt cx="45" cy="23"/>
              </a:xfrm>
            </p:grpSpPr>
            <p:sp>
              <p:nvSpPr>
                <p:cNvPr id="262" name="Freeform 703"/>
                <p:cNvSpPr>
                  <a:spLocks/>
                </p:cNvSpPr>
                <p:nvPr/>
              </p:nvSpPr>
              <p:spPr bwMode="auto">
                <a:xfrm>
                  <a:off x="1067" y="3698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2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39" y="34"/>
                      </a:lnTo>
                      <a:lnTo>
                        <a:pt x="22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3" name="Freeform 704"/>
                <p:cNvSpPr>
                  <a:spLocks/>
                </p:cNvSpPr>
                <p:nvPr/>
              </p:nvSpPr>
              <p:spPr bwMode="auto">
                <a:xfrm>
                  <a:off x="1074" y="3699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4" name="Freeform 705"/>
                <p:cNvSpPr>
                  <a:spLocks/>
                </p:cNvSpPr>
                <p:nvPr/>
              </p:nvSpPr>
              <p:spPr bwMode="auto">
                <a:xfrm>
                  <a:off x="1079" y="3711"/>
                  <a:ext cx="33" cy="10"/>
                </a:xfrm>
                <a:custGeom>
                  <a:avLst/>
                  <a:gdLst>
                    <a:gd name="T0" fmla="*/ 0 w 65"/>
                    <a:gd name="T1" fmla="*/ 0 h 30"/>
                    <a:gd name="T2" fmla="*/ 1 w 65"/>
                    <a:gd name="T3" fmla="*/ 0 h 30"/>
                    <a:gd name="T4" fmla="*/ 1 w 65"/>
                    <a:gd name="T5" fmla="*/ 0 h 30"/>
                    <a:gd name="T6" fmla="*/ 1 w 65"/>
                    <a:gd name="T7" fmla="*/ 0 h 30"/>
                    <a:gd name="T8" fmla="*/ 0 w 65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30"/>
                    <a:gd name="T17" fmla="*/ 65 w 65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30">
                      <a:moveTo>
                        <a:pt x="0" y="30"/>
                      </a:moveTo>
                      <a:lnTo>
                        <a:pt x="11" y="0"/>
                      </a:lnTo>
                      <a:lnTo>
                        <a:pt x="53" y="0"/>
                      </a:lnTo>
                      <a:lnTo>
                        <a:pt x="65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8" name="Group 706"/>
              <p:cNvGrpSpPr>
                <a:grpSpLocks/>
              </p:cNvGrpSpPr>
              <p:nvPr/>
            </p:nvGrpSpPr>
            <p:grpSpPr bwMode="auto">
              <a:xfrm>
                <a:off x="1079" y="3712"/>
                <a:ext cx="44" cy="23"/>
                <a:chOff x="1079" y="3712"/>
                <a:chExt cx="44" cy="23"/>
              </a:xfrm>
            </p:grpSpPr>
            <p:sp>
              <p:nvSpPr>
                <p:cNvPr id="259" name="Freeform 707"/>
                <p:cNvSpPr>
                  <a:spLocks/>
                </p:cNvSpPr>
                <p:nvPr/>
              </p:nvSpPr>
              <p:spPr bwMode="auto">
                <a:xfrm>
                  <a:off x="1079" y="3712"/>
                  <a:ext cx="21" cy="23"/>
                </a:xfrm>
                <a:custGeom>
                  <a:avLst/>
                  <a:gdLst>
                    <a:gd name="T0" fmla="*/ 1 w 41"/>
                    <a:gd name="T1" fmla="*/ 0 h 68"/>
                    <a:gd name="T2" fmla="*/ 0 w 41"/>
                    <a:gd name="T3" fmla="*/ 0 h 68"/>
                    <a:gd name="T4" fmla="*/ 1 w 41"/>
                    <a:gd name="T5" fmla="*/ 0 h 68"/>
                    <a:gd name="T6" fmla="*/ 1 w 41"/>
                    <a:gd name="T7" fmla="*/ 0 h 68"/>
                    <a:gd name="T8" fmla="*/ 1 w 41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1"/>
                    <a:gd name="T16" fmla="*/ 0 h 68"/>
                    <a:gd name="T17" fmla="*/ 41 w 41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1" h="68">
                      <a:moveTo>
                        <a:pt x="24" y="68"/>
                      </a:moveTo>
                      <a:lnTo>
                        <a:pt x="0" y="32"/>
                      </a:lnTo>
                      <a:lnTo>
                        <a:pt x="13" y="0"/>
                      </a:lnTo>
                      <a:lnTo>
                        <a:pt x="41" y="32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0" name="Freeform 708"/>
                <p:cNvSpPr>
                  <a:spLocks/>
                </p:cNvSpPr>
                <p:nvPr/>
              </p:nvSpPr>
              <p:spPr bwMode="auto">
                <a:xfrm>
                  <a:off x="1087" y="3713"/>
                  <a:ext cx="31" cy="10"/>
                </a:xfrm>
                <a:custGeom>
                  <a:avLst/>
                  <a:gdLst>
                    <a:gd name="T0" fmla="*/ 0 w 63"/>
                    <a:gd name="T1" fmla="*/ 0 h 32"/>
                    <a:gd name="T2" fmla="*/ 0 w 63"/>
                    <a:gd name="T3" fmla="*/ 0 h 32"/>
                    <a:gd name="T4" fmla="*/ 0 w 63"/>
                    <a:gd name="T5" fmla="*/ 0 h 32"/>
                    <a:gd name="T6" fmla="*/ 0 w 63"/>
                    <a:gd name="T7" fmla="*/ 0 h 32"/>
                    <a:gd name="T8" fmla="*/ 0 w 63"/>
                    <a:gd name="T9" fmla="*/ 0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2"/>
                    <a:gd name="T17" fmla="*/ 63 w 63"/>
                    <a:gd name="T18" fmla="*/ 32 h 3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2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3" y="32"/>
                      </a:lnTo>
                      <a:lnTo>
                        <a:pt x="23" y="3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61" name="Freeform 709"/>
                <p:cNvSpPr>
                  <a:spLocks/>
                </p:cNvSpPr>
                <p:nvPr/>
              </p:nvSpPr>
              <p:spPr bwMode="auto">
                <a:xfrm>
                  <a:off x="1092" y="3724"/>
                  <a:ext cx="31" cy="11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2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89" name="Group 710"/>
              <p:cNvGrpSpPr>
                <a:grpSpLocks/>
              </p:cNvGrpSpPr>
              <p:nvPr/>
            </p:nvGrpSpPr>
            <p:grpSpPr bwMode="auto">
              <a:xfrm>
                <a:off x="1093" y="3725"/>
                <a:ext cx="45" cy="23"/>
                <a:chOff x="1093" y="3725"/>
                <a:chExt cx="45" cy="23"/>
              </a:xfrm>
            </p:grpSpPr>
            <p:sp>
              <p:nvSpPr>
                <p:cNvPr id="256" name="Freeform 711"/>
                <p:cNvSpPr>
                  <a:spLocks/>
                </p:cNvSpPr>
                <p:nvPr/>
              </p:nvSpPr>
              <p:spPr bwMode="auto">
                <a:xfrm>
                  <a:off x="1093" y="3725"/>
                  <a:ext cx="20" cy="23"/>
                </a:xfrm>
                <a:custGeom>
                  <a:avLst/>
                  <a:gdLst>
                    <a:gd name="T0" fmla="*/ 1 w 40"/>
                    <a:gd name="T1" fmla="*/ 0 h 68"/>
                    <a:gd name="T2" fmla="*/ 0 w 40"/>
                    <a:gd name="T3" fmla="*/ 0 h 68"/>
                    <a:gd name="T4" fmla="*/ 1 w 40"/>
                    <a:gd name="T5" fmla="*/ 0 h 68"/>
                    <a:gd name="T6" fmla="*/ 1 w 40"/>
                    <a:gd name="T7" fmla="*/ 0 h 68"/>
                    <a:gd name="T8" fmla="*/ 1 w 40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8"/>
                    <a:gd name="T17" fmla="*/ 40 w 40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8">
                      <a:moveTo>
                        <a:pt x="24" y="68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40" y="33"/>
                      </a:lnTo>
                      <a:lnTo>
                        <a:pt x="24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7" name="Freeform 712"/>
                <p:cNvSpPr>
                  <a:spLocks/>
                </p:cNvSpPr>
                <p:nvPr/>
              </p:nvSpPr>
              <p:spPr bwMode="auto">
                <a:xfrm>
                  <a:off x="1100" y="3726"/>
                  <a:ext cx="32" cy="11"/>
                </a:xfrm>
                <a:custGeom>
                  <a:avLst/>
                  <a:gdLst>
                    <a:gd name="T0" fmla="*/ 0 w 64"/>
                    <a:gd name="T1" fmla="*/ 0 h 34"/>
                    <a:gd name="T2" fmla="*/ 1 w 64"/>
                    <a:gd name="T3" fmla="*/ 0 h 34"/>
                    <a:gd name="T4" fmla="*/ 1 w 64"/>
                    <a:gd name="T5" fmla="*/ 0 h 34"/>
                    <a:gd name="T6" fmla="*/ 1 w 64"/>
                    <a:gd name="T7" fmla="*/ 0 h 34"/>
                    <a:gd name="T8" fmla="*/ 0 w 64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4"/>
                    <a:gd name="T17" fmla="*/ 64 w 64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4">
                      <a:moveTo>
                        <a:pt x="0" y="0"/>
                      </a:moveTo>
                      <a:lnTo>
                        <a:pt x="40" y="0"/>
                      </a:lnTo>
                      <a:lnTo>
                        <a:pt x="64" y="34"/>
                      </a:lnTo>
                      <a:lnTo>
                        <a:pt x="25" y="3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8" name="Freeform 713"/>
                <p:cNvSpPr>
                  <a:spLocks/>
                </p:cNvSpPr>
                <p:nvPr/>
              </p:nvSpPr>
              <p:spPr bwMode="auto">
                <a:xfrm>
                  <a:off x="1106" y="3738"/>
                  <a:ext cx="32" cy="9"/>
                </a:xfrm>
                <a:custGeom>
                  <a:avLst/>
                  <a:gdLst>
                    <a:gd name="T0" fmla="*/ 0 w 65"/>
                    <a:gd name="T1" fmla="*/ 0 h 28"/>
                    <a:gd name="T2" fmla="*/ 0 w 65"/>
                    <a:gd name="T3" fmla="*/ 0 h 28"/>
                    <a:gd name="T4" fmla="*/ 0 w 65"/>
                    <a:gd name="T5" fmla="*/ 0 h 28"/>
                    <a:gd name="T6" fmla="*/ 0 w 65"/>
                    <a:gd name="T7" fmla="*/ 0 h 28"/>
                    <a:gd name="T8" fmla="*/ 0 w 65"/>
                    <a:gd name="T9" fmla="*/ 0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5"/>
                    <a:gd name="T16" fmla="*/ 0 h 28"/>
                    <a:gd name="T17" fmla="*/ 65 w 65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5" h="28">
                      <a:moveTo>
                        <a:pt x="0" y="28"/>
                      </a:moveTo>
                      <a:lnTo>
                        <a:pt x="12" y="0"/>
                      </a:lnTo>
                      <a:lnTo>
                        <a:pt x="53" y="0"/>
                      </a:lnTo>
                      <a:lnTo>
                        <a:pt x="65" y="28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90" name="Group 714"/>
              <p:cNvGrpSpPr>
                <a:grpSpLocks/>
              </p:cNvGrpSpPr>
              <p:nvPr/>
            </p:nvGrpSpPr>
            <p:grpSpPr bwMode="auto">
              <a:xfrm>
                <a:off x="1108" y="3739"/>
                <a:ext cx="44" cy="23"/>
                <a:chOff x="1108" y="3739"/>
                <a:chExt cx="44" cy="23"/>
              </a:xfrm>
            </p:grpSpPr>
            <p:sp>
              <p:nvSpPr>
                <p:cNvPr id="253" name="Freeform 715"/>
                <p:cNvSpPr>
                  <a:spLocks/>
                </p:cNvSpPr>
                <p:nvPr/>
              </p:nvSpPr>
              <p:spPr bwMode="auto">
                <a:xfrm>
                  <a:off x="1108" y="3739"/>
                  <a:ext cx="19" cy="23"/>
                </a:xfrm>
                <a:custGeom>
                  <a:avLst/>
                  <a:gdLst>
                    <a:gd name="T0" fmla="*/ 0 w 40"/>
                    <a:gd name="T1" fmla="*/ 0 h 69"/>
                    <a:gd name="T2" fmla="*/ 0 w 40"/>
                    <a:gd name="T3" fmla="*/ 0 h 69"/>
                    <a:gd name="T4" fmla="*/ 0 w 40"/>
                    <a:gd name="T5" fmla="*/ 0 h 69"/>
                    <a:gd name="T6" fmla="*/ 0 w 40"/>
                    <a:gd name="T7" fmla="*/ 0 h 69"/>
                    <a:gd name="T8" fmla="*/ 0 w 40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0"/>
                    <a:gd name="T16" fmla="*/ 0 h 69"/>
                    <a:gd name="T17" fmla="*/ 40 w 40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0" h="69">
                      <a:moveTo>
                        <a:pt x="23" y="69"/>
                      </a:moveTo>
                      <a:lnTo>
                        <a:pt x="0" y="34"/>
                      </a:lnTo>
                      <a:lnTo>
                        <a:pt x="12" y="0"/>
                      </a:lnTo>
                      <a:lnTo>
                        <a:pt x="40" y="34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4" name="Freeform 716"/>
                <p:cNvSpPr>
                  <a:spLocks/>
                </p:cNvSpPr>
                <p:nvPr/>
              </p:nvSpPr>
              <p:spPr bwMode="auto">
                <a:xfrm>
                  <a:off x="1114" y="3740"/>
                  <a:ext cx="32" cy="11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42" y="0"/>
                      </a:lnTo>
                      <a:lnTo>
                        <a:pt x="64" y="35"/>
                      </a:lnTo>
                      <a:lnTo>
                        <a:pt x="25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5" name="Freeform 717"/>
                <p:cNvSpPr>
                  <a:spLocks/>
                </p:cNvSpPr>
                <p:nvPr/>
              </p:nvSpPr>
              <p:spPr bwMode="auto">
                <a:xfrm>
                  <a:off x="1120" y="3752"/>
                  <a:ext cx="32" cy="10"/>
                </a:xfrm>
                <a:custGeom>
                  <a:avLst/>
                  <a:gdLst>
                    <a:gd name="T0" fmla="*/ 0 w 66"/>
                    <a:gd name="T1" fmla="*/ 0 h 30"/>
                    <a:gd name="T2" fmla="*/ 0 w 66"/>
                    <a:gd name="T3" fmla="*/ 0 h 30"/>
                    <a:gd name="T4" fmla="*/ 0 w 66"/>
                    <a:gd name="T5" fmla="*/ 0 h 30"/>
                    <a:gd name="T6" fmla="*/ 0 w 66"/>
                    <a:gd name="T7" fmla="*/ 0 h 30"/>
                    <a:gd name="T8" fmla="*/ 0 w 66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30"/>
                    <a:gd name="T17" fmla="*/ 66 w 66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30">
                      <a:moveTo>
                        <a:pt x="0" y="30"/>
                      </a:moveTo>
                      <a:lnTo>
                        <a:pt x="15" y="0"/>
                      </a:lnTo>
                      <a:lnTo>
                        <a:pt x="54" y="0"/>
                      </a:lnTo>
                      <a:lnTo>
                        <a:pt x="66" y="3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91" name="Group 718"/>
              <p:cNvGrpSpPr>
                <a:grpSpLocks/>
              </p:cNvGrpSpPr>
              <p:nvPr/>
            </p:nvGrpSpPr>
            <p:grpSpPr bwMode="auto">
              <a:xfrm>
                <a:off x="1121" y="3753"/>
                <a:ext cx="45" cy="23"/>
                <a:chOff x="1121" y="3753"/>
                <a:chExt cx="45" cy="23"/>
              </a:xfrm>
            </p:grpSpPr>
            <p:sp>
              <p:nvSpPr>
                <p:cNvPr id="250" name="Freeform 719"/>
                <p:cNvSpPr>
                  <a:spLocks/>
                </p:cNvSpPr>
                <p:nvPr/>
              </p:nvSpPr>
              <p:spPr bwMode="auto">
                <a:xfrm>
                  <a:off x="1121" y="3753"/>
                  <a:ext cx="20" cy="23"/>
                </a:xfrm>
                <a:custGeom>
                  <a:avLst/>
                  <a:gdLst>
                    <a:gd name="T0" fmla="*/ 1 w 39"/>
                    <a:gd name="T1" fmla="*/ 0 h 68"/>
                    <a:gd name="T2" fmla="*/ 0 w 39"/>
                    <a:gd name="T3" fmla="*/ 0 h 68"/>
                    <a:gd name="T4" fmla="*/ 1 w 39"/>
                    <a:gd name="T5" fmla="*/ 0 h 68"/>
                    <a:gd name="T6" fmla="*/ 1 w 39"/>
                    <a:gd name="T7" fmla="*/ 0 h 68"/>
                    <a:gd name="T8" fmla="*/ 1 w 39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8"/>
                    <a:gd name="T17" fmla="*/ 39 w 39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8">
                      <a:moveTo>
                        <a:pt x="22" y="68"/>
                      </a:moveTo>
                      <a:lnTo>
                        <a:pt x="0" y="35"/>
                      </a:lnTo>
                      <a:lnTo>
                        <a:pt x="12" y="0"/>
                      </a:lnTo>
                      <a:lnTo>
                        <a:pt x="39" y="35"/>
                      </a:lnTo>
                      <a:lnTo>
                        <a:pt x="22" y="68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1" name="Freeform 720"/>
                <p:cNvSpPr>
                  <a:spLocks/>
                </p:cNvSpPr>
                <p:nvPr/>
              </p:nvSpPr>
              <p:spPr bwMode="auto">
                <a:xfrm>
                  <a:off x="1127" y="3753"/>
                  <a:ext cx="33" cy="12"/>
                </a:xfrm>
                <a:custGeom>
                  <a:avLst/>
                  <a:gdLst>
                    <a:gd name="T0" fmla="*/ 0 w 64"/>
                    <a:gd name="T1" fmla="*/ 0 h 35"/>
                    <a:gd name="T2" fmla="*/ 1 w 64"/>
                    <a:gd name="T3" fmla="*/ 0 h 35"/>
                    <a:gd name="T4" fmla="*/ 1 w 64"/>
                    <a:gd name="T5" fmla="*/ 0 h 35"/>
                    <a:gd name="T6" fmla="*/ 1 w 64"/>
                    <a:gd name="T7" fmla="*/ 0 h 35"/>
                    <a:gd name="T8" fmla="*/ 0 w 64"/>
                    <a:gd name="T9" fmla="*/ 0 h 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5"/>
                    <a:gd name="T17" fmla="*/ 64 w 64"/>
                    <a:gd name="T18" fmla="*/ 35 h 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5">
                      <a:moveTo>
                        <a:pt x="0" y="0"/>
                      </a:moveTo>
                      <a:lnTo>
                        <a:pt x="39" y="0"/>
                      </a:lnTo>
                      <a:lnTo>
                        <a:pt x="64" y="35"/>
                      </a:lnTo>
                      <a:lnTo>
                        <a:pt x="24" y="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52" name="Freeform 721"/>
                <p:cNvSpPr>
                  <a:spLocks/>
                </p:cNvSpPr>
                <p:nvPr/>
              </p:nvSpPr>
              <p:spPr bwMode="auto">
                <a:xfrm>
                  <a:off x="1133" y="3766"/>
                  <a:ext cx="33" cy="9"/>
                </a:xfrm>
                <a:custGeom>
                  <a:avLst/>
                  <a:gdLst>
                    <a:gd name="T0" fmla="*/ 0 w 66"/>
                    <a:gd name="T1" fmla="*/ 0 h 29"/>
                    <a:gd name="T2" fmla="*/ 1 w 66"/>
                    <a:gd name="T3" fmla="*/ 0 h 29"/>
                    <a:gd name="T4" fmla="*/ 1 w 66"/>
                    <a:gd name="T5" fmla="*/ 0 h 29"/>
                    <a:gd name="T6" fmla="*/ 1 w 66"/>
                    <a:gd name="T7" fmla="*/ 0 h 29"/>
                    <a:gd name="T8" fmla="*/ 0 w 66"/>
                    <a:gd name="T9" fmla="*/ 0 h 2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6"/>
                    <a:gd name="T16" fmla="*/ 0 h 29"/>
                    <a:gd name="T17" fmla="*/ 66 w 66"/>
                    <a:gd name="T18" fmla="*/ 29 h 2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6" h="29">
                      <a:moveTo>
                        <a:pt x="0" y="29"/>
                      </a:moveTo>
                      <a:lnTo>
                        <a:pt x="12" y="0"/>
                      </a:lnTo>
                      <a:lnTo>
                        <a:pt x="54" y="0"/>
                      </a:lnTo>
                      <a:lnTo>
                        <a:pt x="66" y="29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92" name="Group 722"/>
              <p:cNvGrpSpPr>
                <a:grpSpLocks/>
              </p:cNvGrpSpPr>
              <p:nvPr/>
            </p:nvGrpSpPr>
            <p:grpSpPr bwMode="auto">
              <a:xfrm>
                <a:off x="1133" y="3767"/>
                <a:ext cx="44" cy="23"/>
                <a:chOff x="1133" y="3767"/>
                <a:chExt cx="44" cy="23"/>
              </a:xfrm>
            </p:grpSpPr>
            <p:sp>
              <p:nvSpPr>
                <p:cNvPr id="247" name="Freeform 723"/>
                <p:cNvSpPr>
                  <a:spLocks/>
                </p:cNvSpPr>
                <p:nvPr/>
              </p:nvSpPr>
              <p:spPr bwMode="auto">
                <a:xfrm>
                  <a:off x="1133" y="3767"/>
                  <a:ext cx="20" cy="23"/>
                </a:xfrm>
                <a:custGeom>
                  <a:avLst/>
                  <a:gdLst>
                    <a:gd name="T0" fmla="*/ 1 w 39"/>
                    <a:gd name="T1" fmla="*/ 0 h 69"/>
                    <a:gd name="T2" fmla="*/ 0 w 39"/>
                    <a:gd name="T3" fmla="*/ 0 h 69"/>
                    <a:gd name="T4" fmla="*/ 1 w 39"/>
                    <a:gd name="T5" fmla="*/ 0 h 69"/>
                    <a:gd name="T6" fmla="*/ 1 w 39"/>
                    <a:gd name="T7" fmla="*/ 0 h 69"/>
                    <a:gd name="T8" fmla="*/ 1 w 39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69"/>
                    <a:gd name="T17" fmla="*/ 39 w 39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69">
                      <a:moveTo>
                        <a:pt x="23" y="69"/>
                      </a:moveTo>
                      <a:lnTo>
                        <a:pt x="0" y="33"/>
                      </a:lnTo>
                      <a:lnTo>
                        <a:pt x="12" y="0"/>
                      </a:lnTo>
                      <a:lnTo>
                        <a:pt x="39" y="33"/>
                      </a:lnTo>
                      <a:lnTo>
                        <a:pt x="23" y="69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8" name="Freeform 724"/>
                <p:cNvSpPr>
                  <a:spLocks/>
                </p:cNvSpPr>
                <p:nvPr/>
              </p:nvSpPr>
              <p:spPr bwMode="auto">
                <a:xfrm>
                  <a:off x="1140" y="3767"/>
                  <a:ext cx="32" cy="11"/>
                </a:xfrm>
                <a:custGeom>
                  <a:avLst/>
                  <a:gdLst>
                    <a:gd name="T0" fmla="*/ 0 w 64"/>
                    <a:gd name="T1" fmla="*/ 0 h 33"/>
                    <a:gd name="T2" fmla="*/ 1 w 64"/>
                    <a:gd name="T3" fmla="*/ 0 h 33"/>
                    <a:gd name="T4" fmla="*/ 1 w 64"/>
                    <a:gd name="T5" fmla="*/ 0 h 33"/>
                    <a:gd name="T6" fmla="*/ 1 w 64"/>
                    <a:gd name="T7" fmla="*/ 0 h 33"/>
                    <a:gd name="T8" fmla="*/ 0 w 64"/>
                    <a:gd name="T9" fmla="*/ 0 h 3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33"/>
                    <a:gd name="T17" fmla="*/ 64 w 64"/>
                    <a:gd name="T18" fmla="*/ 33 h 3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33">
                      <a:moveTo>
                        <a:pt x="0" y="0"/>
                      </a:moveTo>
                      <a:lnTo>
                        <a:pt x="41" y="0"/>
                      </a:lnTo>
                      <a:lnTo>
                        <a:pt x="64" y="33"/>
                      </a:lnTo>
                      <a:lnTo>
                        <a:pt x="23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9" name="Freeform 725"/>
                <p:cNvSpPr>
                  <a:spLocks/>
                </p:cNvSpPr>
                <p:nvPr/>
              </p:nvSpPr>
              <p:spPr bwMode="auto">
                <a:xfrm>
                  <a:off x="1146" y="3779"/>
                  <a:ext cx="31" cy="10"/>
                </a:xfrm>
                <a:custGeom>
                  <a:avLst/>
                  <a:gdLst>
                    <a:gd name="T0" fmla="*/ 0 w 63"/>
                    <a:gd name="T1" fmla="*/ 0 h 31"/>
                    <a:gd name="T2" fmla="*/ 0 w 63"/>
                    <a:gd name="T3" fmla="*/ 0 h 31"/>
                    <a:gd name="T4" fmla="*/ 0 w 63"/>
                    <a:gd name="T5" fmla="*/ 0 h 31"/>
                    <a:gd name="T6" fmla="*/ 0 w 63"/>
                    <a:gd name="T7" fmla="*/ 0 h 31"/>
                    <a:gd name="T8" fmla="*/ 0 w 63"/>
                    <a:gd name="T9" fmla="*/ 0 h 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"/>
                    <a:gd name="T16" fmla="*/ 0 h 31"/>
                    <a:gd name="T17" fmla="*/ 63 w 63"/>
                    <a:gd name="T18" fmla="*/ 31 h 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" h="31">
                      <a:moveTo>
                        <a:pt x="0" y="31"/>
                      </a:moveTo>
                      <a:lnTo>
                        <a:pt x="11" y="0"/>
                      </a:lnTo>
                      <a:lnTo>
                        <a:pt x="52" y="0"/>
                      </a:lnTo>
                      <a:lnTo>
                        <a:pt x="63" y="31"/>
                      </a:lnTo>
                      <a:lnTo>
                        <a:pt x="0" y="31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sp>
            <p:nvSpPr>
              <p:cNvPr id="193" name="Freeform 726"/>
              <p:cNvSpPr>
                <a:spLocks/>
              </p:cNvSpPr>
              <p:nvPr/>
            </p:nvSpPr>
            <p:spPr bwMode="auto">
              <a:xfrm>
                <a:off x="972" y="3556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7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4" name="Freeform 727"/>
              <p:cNvSpPr>
                <a:spLocks/>
              </p:cNvSpPr>
              <p:nvPr/>
            </p:nvSpPr>
            <p:spPr bwMode="auto">
              <a:xfrm>
                <a:off x="993" y="3576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5" name="Freeform 728"/>
              <p:cNvSpPr>
                <a:spLocks/>
              </p:cNvSpPr>
              <p:nvPr/>
            </p:nvSpPr>
            <p:spPr bwMode="auto">
              <a:xfrm>
                <a:off x="1012" y="3594"/>
                <a:ext cx="39" cy="12"/>
              </a:xfrm>
              <a:custGeom>
                <a:avLst/>
                <a:gdLst>
                  <a:gd name="T0" fmla="*/ 0 w 78"/>
                  <a:gd name="T1" fmla="*/ 0 h 36"/>
                  <a:gd name="T2" fmla="*/ 1 w 78"/>
                  <a:gd name="T3" fmla="*/ 0 h 36"/>
                  <a:gd name="T4" fmla="*/ 1 w 78"/>
                  <a:gd name="T5" fmla="*/ 0 h 36"/>
                  <a:gd name="T6" fmla="*/ 1 w 78"/>
                  <a:gd name="T7" fmla="*/ 0 h 36"/>
                  <a:gd name="T8" fmla="*/ 0 w 78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8"/>
                  <a:gd name="T16" fmla="*/ 0 h 36"/>
                  <a:gd name="T17" fmla="*/ 78 w 78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8" h="36">
                    <a:moveTo>
                      <a:pt x="0" y="0"/>
                    </a:moveTo>
                    <a:lnTo>
                      <a:pt x="27" y="36"/>
                    </a:lnTo>
                    <a:lnTo>
                      <a:pt x="78" y="36"/>
                    </a:lnTo>
                    <a:lnTo>
                      <a:pt x="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6" name="Freeform 729"/>
              <p:cNvSpPr>
                <a:spLocks/>
              </p:cNvSpPr>
              <p:nvPr/>
            </p:nvSpPr>
            <p:spPr bwMode="auto">
              <a:xfrm>
                <a:off x="1032" y="3613"/>
                <a:ext cx="40" cy="12"/>
              </a:xfrm>
              <a:custGeom>
                <a:avLst/>
                <a:gdLst>
                  <a:gd name="T0" fmla="*/ 0 w 79"/>
                  <a:gd name="T1" fmla="*/ 0 h 36"/>
                  <a:gd name="T2" fmla="*/ 1 w 79"/>
                  <a:gd name="T3" fmla="*/ 0 h 36"/>
                  <a:gd name="T4" fmla="*/ 1 w 79"/>
                  <a:gd name="T5" fmla="*/ 0 h 36"/>
                  <a:gd name="T6" fmla="*/ 1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7" name="Freeform 730"/>
              <p:cNvSpPr>
                <a:spLocks/>
              </p:cNvSpPr>
              <p:nvPr/>
            </p:nvSpPr>
            <p:spPr bwMode="auto">
              <a:xfrm>
                <a:off x="1053" y="3632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8" name="Freeform 731"/>
              <p:cNvSpPr>
                <a:spLocks/>
              </p:cNvSpPr>
              <p:nvPr/>
            </p:nvSpPr>
            <p:spPr bwMode="auto">
              <a:xfrm>
                <a:off x="1074" y="3651"/>
                <a:ext cx="40" cy="12"/>
              </a:xfrm>
              <a:custGeom>
                <a:avLst/>
                <a:gdLst>
                  <a:gd name="T0" fmla="*/ 0 w 79"/>
                  <a:gd name="T1" fmla="*/ 0 h 35"/>
                  <a:gd name="T2" fmla="*/ 1 w 79"/>
                  <a:gd name="T3" fmla="*/ 0 h 35"/>
                  <a:gd name="T4" fmla="*/ 1 w 79"/>
                  <a:gd name="T5" fmla="*/ 0 h 35"/>
                  <a:gd name="T6" fmla="*/ 1 w 79"/>
                  <a:gd name="T7" fmla="*/ 0 h 35"/>
                  <a:gd name="T8" fmla="*/ 0 w 79"/>
                  <a:gd name="T9" fmla="*/ 0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5"/>
                  <a:gd name="T17" fmla="*/ 79 w 79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5">
                    <a:moveTo>
                      <a:pt x="0" y="0"/>
                    </a:moveTo>
                    <a:lnTo>
                      <a:pt x="28" y="35"/>
                    </a:lnTo>
                    <a:lnTo>
                      <a:pt x="79" y="35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9" name="Freeform 732"/>
              <p:cNvSpPr>
                <a:spLocks/>
              </p:cNvSpPr>
              <p:nvPr/>
            </p:nvSpPr>
            <p:spPr bwMode="auto">
              <a:xfrm>
                <a:off x="1095" y="3669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8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00" name="Freeform 733"/>
              <p:cNvSpPr>
                <a:spLocks/>
              </p:cNvSpPr>
              <p:nvPr/>
            </p:nvSpPr>
            <p:spPr bwMode="auto">
              <a:xfrm>
                <a:off x="1115" y="3688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01" name="Freeform 734"/>
              <p:cNvSpPr>
                <a:spLocks/>
              </p:cNvSpPr>
              <p:nvPr/>
            </p:nvSpPr>
            <p:spPr bwMode="auto">
              <a:xfrm>
                <a:off x="1134" y="3707"/>
                <a:ext cx="39" cy="12"/>
              </a:xfrm>
              <a:custGeom>
                <a:avLst/>
                <a:gdLst>
                  <a:gd name="T0" fmla="*/ 0 w 79"/>
                  <a:gd name="T1" fmla="*/ 0 h 36"/>
                  <a:gd name="T2" fmla="*/ 0 w 79"/>
                  <a:gd name="T3" fmla="*/ 0 h 36"/>
                  <a:gd name="T4" fmla="*/ 0 w 79"/>
                  <a:gd name="T5" fmla="*/ 0 h 36"/>
                  <a:gd name="T6" fmla="*/ 0 w 79"/>
                  <a:gd name="T7" fmla="*/ 0 h 36"/>
                  <a:gd name="T8" fmla="*/ 0 w 79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9"/>
                  <a:gd name="T16" fmla="*/ 0 h 36"/>
                  <a:gd name="T17" fmla="*/ 79 w 79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9" h="36">
                    <a:moveTo>
                      <a:pt x="0" y="0"/>
                    </a:moveTo>
                    <a:lnTo>
                      <a:pt x="28" y="36"/>
                    </a:lnTo>
                    <a:lnTo>
                      <a:pt x="79" y="36"/>
                    </a:lnTo>
                    <a:lnTo>
                      <a:pt x="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02" name="Freeform 735"/>
              <p:cNvSpPr>
                <a:spLocks/>
              </p:cNvSpPr>
              <p:nvPr/>
            </p:nvSpPr>
            <p:spPr bwMode="auto">
              <a:xfrm>
                <a:off x="1154" y="3726"/>
                <a:ext cx="40" cy="12"/>
              </a:xfrm>
              <a:custGeom>
                <a:avLst/>
                <a:gdLst>
                  <a:gd name="T0" fmla="*/ 0 w 80"/>
                  <a:gd name="T1" fmla="*/ 0 h 36"/>
                  <a:gd name="T2" fmla="*/ 1 w 80"/>
                  <a:gd name="T3" fmla="*/ 0 h 36"/>
                  <a:gd name="T4" fmla="*/ 1 w 80"/>
                  <a:gd name="T5" fmla="*/ 0 h 36"/>
                  <a:gd name="T6" fmla="*/ 1 w 80"/>
                  <a:gd name="T7" fmla="*/ 0 h 36"/>
                  <a:gd name="T8" fmla="*/ 0 w 80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0"/>
                  <a:gd name="T16" fmla="*/ 0 h 36"/>
                  <a:gd name="T17" fmla="*/ 80 w 80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0" h="36">
                    <a:moveTo>
                      <a:pt x="0" y="0"/>
                    </a:moveTo>
                    <a:lnTo>
                      <a:pt x="27" y="36"/>
                    </a:lnTo>
                    <a:lnTo>
                      <a:pt x="80" y="36"/>
                    </a:lnTo>
                    <a:lnTo>
                      <a:pt x="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03" name="Freeform 736"/>
              <p:cNvSpPr>
                <a:spLocks/>
              </p:cNvSpPr>
              <p:nvPr/>
            </p:nvSpPr>
            <p:spPr bwMode="auto">
              <a:xfrm>
                <a:off x="1175" y="3745"/>
                <a:ext cx="40" cy="12"/>
              </a:xfrm>
              <a:custGeom>
                <a:avLst/>
                <a:gdLst>
                  <a:gd name="T0" fmla="*/ 0 w 81"/>
                  <a:gd name="T1" fmla="*/ 0 h 36"/>
                  <a:gd name="T2" fmla="*/ 0 w 81"/>
                  <a:gd name="T3" fmla="*/ 0 h 36"/>
                  <a:gd name="T4" fmla="*/ 0 w 81"/>
                  <a:gd name="T5" fmla="*/ 0 h 36"/>
                  <a:gd name="T6" fmla="*/ 0 w 81"/>
                  <a:gd name="T7" fmla="*/ 0 h 36"/>
                  <a:gd name="T8" fmla="*/ 0 w 8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36"/>
                  <a:gd name="T17" fmla="*/ 81 w 81"/>
                  <a:gd name="T18" fmla="*/ 36 h 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36">
                    <a:moveTo>
                      <a:pt x="0" y="0"/>
                    </a:moveTo>
                    <a:lnTo>
                      <a:pt x="28" y="36"/>
                    </a:lnTo>
                    <a:lnTo>
                      <a:pt x="81" y="36"/>
                    </a:lnTo>
                    <a:lnTo>
                      <a:pt x="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grpSp>
            <p:nvGrpSpPr>
              <p:cNvPr id="204" name="Group 737"/>
              <p:cNvGrpSpPr>
                <a:grpSpLocks/>
              </p:cNvGrpSpPr>
              <p:nvPr/>
            </p:nvGrpSpPr>
            <p:grpSpPr bwMode="auto">
              <a:xfrm>
                <a:off x="700" y="3535"/>
                <a:ext cx="49" cy="24"/>
                <a:chOff x="700" y="3535"/>
                <a:chExt cx="49" cy="24"/>
              </a:xfrm>
            </p:grpSpPr>
            <p:sp>
              <p:nvSpPr>
                <p:cNvPr id="244" name="Freeform 738"/>
                <p:cNvSpPr>
                  <a:spLocks/>
                </p:cNvSpPr>
                <p:nvPr/>
              </p:nvSpPr>
              <p:spPr bwMode="auto">
                <a:xfrm>
                  <a:off x="700" y="3535"/>
                  <a:ext cx="12" cy="24"/>
                </a:xfrm>
                <a:custGeom>
                  <a:avLst/>
                  <a:gdLst>
                    <a:gd name="T0" fmla="*/ 1 w 24"/>
                    <a:gd name="T1" fmla="*/ 0 h 70"/>
                    <a:gd name="T2" fmla="*/ 0 w 24"/>
                    <a:gd name="T3" fmla="*/ 0 h 70"/>
                    <a:gd name="T4" fmla="*/ 1 w 24"/>
                    <a:gd name="T5" fmla="*/ 0 h 70"/>
                    <a:gd name="T6" fmla="*/ 1 w 24"/>
                    <a:gd name="T7" fmla="*/ 0 h 70"/>
                    <a:gd name="T8" fmla="*/ 1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10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5" name="Freeform 739"/>
                <p:cNvSpPr>
                  <a:spLocks/>
                </p:cNvSpPr>
                <p:nvPr/>
              </p:nvSpPr>
              <p:spPr bwMode="auto">
                <a:xfrm>
                  <a:off x="705" y="3536"/>
                  <a:ext cx="37" cy="10"/>
                </a:xfrm>
                <a:custGeom>
                  <a:avLst/>
                  <a:gdLst>
                    <a:gd name="T0" fmla="*/ 1 w 73"/>
                    <a:gd name="T1" fmla="*/ 0 h 30"/>
                    <a:gd name="T2" fmla="*/ 1 w 73"/>
                    <a:gd name="T3" fmla="*/ 0 h 30"/>
                    <a:gd name="T4" fmla="*/ 1 w 73"/>
                    <a:gd name="T5" fmla="*/ 0 h 30"/>
                    <a:gd name="T6" fmla="*/ 1 w 73"/>
                    <a:gd name="T7" fmla="*/ 0 h 30"/>
                    <a:gd name="T8" fmla="*/ 1 w 73"/>
                    <a:gd name="T9" fmla="*/ 0 h 30"/>
                    <a:gd name="T10" fmla="*/ 1 w 73"/>
                    <a:gd name="T11" fmla="*/ 0 h 30"/>
                    <a:gd name="T12" fmla="*/ 1 w 73"/>
                    <a:gd name="T13" fmla="*/ 0 h 30"/>
                    <a:gd name="T14" fmla="*/ 0 w 73"/>
                    <a:gd name="T15" fmla="*/ 0 h 30"/>
                    <a:gd name="T16" fmla="*/ 1 w 73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3"/>
                    <a:gd name="T28" fmla="*/ 0 h 30"/>
                    <a:gd name="T29" fmla="*/ 73 w 73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3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6" y="12"/>
                      </a:lnTo>
                      <a:lnTo>
                        <a:pt x="73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6" name="Freeform 740"/>
                <p:cNvSpPr>
                  <a:spLocks/>
                </p:cNvSpPr>
                <p:nvPr/>
              </p:nvSpPr>
              <p:spPr bwMode="auto">
                <a:xfrm>
                  <a:off x="708" y="3547"/>
                  <a:ext cx="41" cy="12"/>
                </a:xfrm>
                <a:custGeom>
                  <a:avLst/>
                  <a:gdLst>
                    <a:gd name="T0" fmla="*/ 0 w 82"/>
                    <a:gd name="T1" fmla="*/ 0 h 36"/>
                    <a:gd name="T2" fmla="*/ 1 w 82"/>
                    <a:gd name="T3" fmla="*/ 0 h 36"/>
                    <a:gd name="T4" fmla="*/ 1 w 82"/>
                    <a:gd name="T5" fmla="*/ 0 h 36"/>
                    <a:gd name="T6" fmla="*/ 1 w 82"/>
                    <a:gd name="T7" fmla="*/ 0 h 36"/>
                    <a:gd name="T8" fmla="*/ 1 w 82"/>
                    <a:gd name="T9" fmla="*/ 0 h 36"/>
                    <a:gd name="T10" fmla="*/ 1 w 82"/>
                    <a:gd name="T11" fmla="*/ 0 h 36"/>
                    <a:gd name="T12" fmla="*/ 0 w 82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2"/>
                    <a:gd name="T22" fmla="*/ 0 h 36"/>
                    <a:gd name="T23" fmla="*/ 82 w 82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2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6" y="6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2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05" name="Group 741"/>
              <p:cNvGrpSpPr>
                <a:grpSpLocks/>
              </p:cNvGrpSpPr>
              <p:nvPr/>
            </p:nvGrpSpPr>
            <p:grpSpPr bwMode="auto">
              <a:xfrm>
                <a:off x="714" y="3551"/>
                <a:ext cx="49" cy="22"/>
                <a:chOff x="714" y="3551"/>
                <a:chExt cx="49" cy="22"/>
              </a:xfrm>
            </p:grpSpPr>
            <p:sp>
              <p:nvSpPr>
                <p:cNvPr id="241" name="Freeform 742"/>
                <p:cNvSpPr>
                  <a:spLocks/>
                </p:cNvSpPr>
                <p:nvPr/>
              </p:nvSpPr>
              <p:spPr bwMode="auto">
                <a:xfrm>
                  <a:off x="714" y="3551"/>
                  <a:ext cx="12" cy="22"/>
                </a:xfrm>
                <a:custGeom>
                  <a:avLst/>
                  <a:gdLst>
                    <a:gd name="T0" fmla="*/ 1 w 24"/>
                    <a:gd name="T1" fmla="*/ 0 h 67"/>
                    <a:gd name="T2" fmla="*/ 0 w 24"/>
                    <a:gd name="T3" fmla="*/ 0 h 67"/>
                    <a:gd name="T4" fmla="*/ 1 w 24"/>
                    <a:gd name="T5" fmla="*/ 0 h 67"/>
                    <a:gd name="T6" fmla="*/ 1 w 24"/>
                    <a:gd name="T7" fmla="*/ 0 h 67"/>
                    <a:gd name="T8" fmla="*/ 1 w 2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7"/>
                    <a:gd name="T17" fmla="*/ 24 w 24"/>
                    <a:gd name="T18" fmla="*/ 67 h 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7">
                      <a:moveTo>
                        <a:pt x="15" y="67"/>
                      </a:moveTo>
                      <a:lnTo>
                        <a:pt x="0" y="26"/>
                      </a:lnTo>
                      <a:lnTo>
                        <a:pt x="9" y="0"/>
                      </a:lnTo>
                      <a:lnTo>
                        <a:pt x="24" y="30"/>
                      </a:lnTo>
                      <a:lnTo>
                        <a:pt x="15" y="67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2" name="Freeform 743"/>
                <p:cNvSpPr>
                  <a:spLocks/>
                </p:cNvSpPr>
                <p:nvPr/>
              </p:nvSpPr>
              <p:spPr bwMode="auto">
                <a:xfrm>
                  <a:off x="719" y="3551"/>
                  <a:ext cx="36" cy="10"/>
                </a:xfrm>
                <a:custGeom>
                  <a:avLst/>
                  <a:gdLst>
                    <a:gd name="T0" fmla="*/ 0 w 74"/>
                    <a:gd name="T1" fmla="*/ 0 h 29"/>
                    <a:gd name="T2" fmla="*/ 0 w 74"/>
                    <a:gd name="T3" fmla="*/ 0 h 29"/>
                    <a:gd name="T4" fmla="*/ 0 w 74"/>
                    <a:gd name="T5" fmla="*/ 0 h 29"/>
                    <a:gd name="T6" fmla="*/ 0 w 74"/>
                    <a:gd name="T7" fmla="*/ 0 h 29"/>
                    <a:gd name="T8" fmla="*/ 0 w 74"/>
                    <a:gd name="T9" fmla="*/ 0 h 29"/>
                    <a:gd name="T10" fmla="*/ 0 w 74"/>
                    <a:gd name="T11" fmla="*/ 0 h 29"/>
                    <a:gd name="T12" fmla="*/ 0 w 74"/>
                    <a:gd name="T13" fmla="*/ 0 h 29"/>
                    <a:gd name="T14" fmla="*/ 0 w 74"/>
                    <a:gd name="T15" fmla="*/ 0 h 29"/>
                    <a:gd name="T16" fmla="*/ 0 w 74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29"/>
                    <a:gd name="T29" fmla="*/ 74 w 74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29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2"/>
                      </a:lnTo>
                      <a:lnTo>
                        <a:pt x="57" y="13"/>
                      </a:lnTo>
                      <a:lnTo>
                        <a:pt x="74" y="29"/>
                      </a:lnTo>
                      <a:lnTo>
                        <a:pt x="19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3" name="Freeform 744"/>
                <p:cNvSpPr>
                  <a:spLocks/>
                </p:cNvSpPr>
                <p:nvPr/>
              </p:nvSpPr>
              <p:spPr bwMode="auto">
                <a:xfrm>
                  <a:off x="722" y="3562"/>
                  <a:ext cx="41" cy="11"/>
                </a:xfrm>
                <a:custGeom>
                  <a:avLst/>
                  <a:gdLst>
                    <a:gd name="T0" fmla="*/ 0 w 81"/>
                    <a:gd name="T1" fmla="*/ 0 h 35"/>
                    <a:gd name="T2" fmla="*/ 1 w 81"/>
                    <a:gd name="T3" fmla="*/ 0 h 35"/>
                    <a:gd name="T4" fmla="*/ 1 w 81"/>
                    <a:gd name="T5" fmla="*/ 0 h 35"/>
                    <a:gd name="T6" fmla="*/ 1 w 81"/>
                    <a:gd name="T7" fmla="*/ 0 h 35"/>
                    <a:gd name="T8" fmla="*/ 1 w 81"/>
                    <a:gd name="T9" fmla="*/ 0 h 35"/>
                    <a:gd name="T10" fmla="*/ 1 w 81"/>
                    <a:gd name="T11" fmla="*/ 0 h 35"/>
                    <a:gd name="T12" fmla="*/ 0 w 81"/>
                    <a:gd name="T13" fmla="*/ 0 h 3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5"/>
                    <a:gd name="T23" fmla="*/ 81 w 81"/>
                    <a:gd name="T24" fmla="*/ 35 h 35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5">
                      <a:moveTo>
                        <a:pt x="0" y="35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06" name="Group 745"/>
              <p:cNvGrpSpPr>
                <a:grpSpLocks/>
              </p:cNvGrpSpPr>
              <p:nvPr/>
            </p:nvGrpSpPr>
            <p:grpSpPr bwMode="auto">
              <a:xfrm>
                <a:off x="728" y="3564"/>
                <a:ext cx="48" cy="23"/>
                <a:chOff x="728" y="3564"/>
                <a:chExt cx="48" cy="23"/>
              </a:xfrm>
            </p:grpSpPr>
            <p:sp>
              <p:nvSpPr>
                <p:cNvPr id="238" name="Freeform 746"/>
                <p:cNvSpPr>
                  <a:spLocks/>
                </p:cNvSpPr>
                <p:nvPr/>
              </p:nvSpPr>
              <p:spPr bwMode="auto">
                <a:xfrm>
                  <a:off x="728" y="3564"/>
                  <a:ext cx="11" cy="23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39" name="Freeform 747"/>
                <p:cNvSpPr>
                  <a:spLocks/>
                </p:cNvSpPr>
                <p:nvPr/>
              </p:nvSpPr>
              <p:spPr bwMode="auto">
                <a:xfrm>
                  <a:off x="732" y="3565"/>
                  <a:ext cx="37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40" name="Freeform 748"/>
                <p:cNvSpPr>
                  <a:spLocks/>
                </p:cNvSpPr>
                <p:nvPr/>
              </p:nvSpPr>
              <p:spPr bwMode="auto">
                <a:xfrm>
                  <a:off x="735" y="3575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1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07" name="Group 749"/>
              <p:cNvGrpSpPr>
                <a:grpSpLocks/>
              </p:cNvGrpSpPr>
              <p:nvPr/>
            </p:nvGrpSpPr>
            <p:grpSpPr bwMode="auto">
              <a:xfrm>
                <a:off x="742" y="3582"/>
                <a:ext cx="49" cy="23"/>
                <a:chOff x="742" y="3582"/>
                <a:chExt cx="49" cy="23"/>
              </a:xfrm>
            </p:grpSpPr>
            <p:sp>
              <p:nvSpPr>
                <p:cNvPr id="235" name="Freeform 750"/>
                <p:cNvSpPr>
                  <a:spLocks/>
                </p:cNvSpPr>
                <p:nvPr/>
              </p:nvSpPr>
              <p:spPr bwMode="auto">
                <a:xfrm>
                  <a:off x="742" y="3582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5" y="68"/>
                      </a:moveTo>
                      <a:lnTo>
                        <a:pt x="0" y="26"/>
                      </a:lnTo>
                      <a:lnTo>
                        <a:pt x="11" y="0"/>
                      </a:lnTo>
                      <a:lnTo>
                        <a:pt x="24" y="31"/>
                      </a:lnTo>
                      <a:lnTo>
                        <a:pt x="15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36" name="Freeform 751"/>
                <p:cNvSpPr>
                  <a:spLocks/>
                </p:cNvSpPr>
                <p:nvPr/>
              </p:nvSpPr>
              <p:spPr bwMode="auto">
                <a:xfrm>
                  <a:off x="747" y="3582"/>
                  <a:ext cx="36" cy="10"/>
                </a:xfrm>
                <a:custGeom>
                  <a:avLst/>
                  <a:gdLst>
                    <a:gd name="T0" fmla="*/ 1 w 72"/>
                    <a:gd name="T1" fmla="*/ 0 h 30"/>
                    <a:gd name="T2" fmla="*/ 1 w 72"/>
                    <a:gd name="T3" fmla="*/ 0 h 30"/>
                    <a:gd name="T4" fmla="*/ 1 w 72"/>
                    <a:gd name="T5" fmla="*/ 0 h 30"/>
                    <a:gd name="T6" fmla="*/ 1 w 72"/>
                    <a:gd name="T7" fmla="*/ 0 h 30"/>
                    <a:gd name="T8" fmla="*/ 1 w 72"/>
                    <a:gd name="T9" fmla="*/ 0 h 30"/>
                    <a:gd name="T10" fmla="*/ 1 w 72"/>
                    <a:gd name="T11" fmla="*/ 0 h 30"/>
                    <a:gd name="T12" fmla="*/ 1 w 72"/>
                    <a:gd name="T13" fmla="*/ 0 h 30"/>
                    <a:gd name="T14" fmla="*/ 0 w 72"/>
                    <a:gd name="T15" fmla="*/ 0 h 30"/>
                    <a:gd name="T16" fmla="*/ 1 w 72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30"/>
                    <a:gd name="T29" fmla="*/ 72 w 72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30">
                      <a:moveTo>
                        <a:pt x="1" y="0"/>
                      </a:moveTo>
                      <a:lnTo>
                        <a:pt x="48" y="0"/>
                      </a:lnTo>
                      <a:lnTo>
                        <a:pt x="50" y="3"/>
                      </a:lnTo>
                      <a:lnTo>
                        <a:pt x="56" y="12"/>
                      </a:lnTo>
                      <a:lnTo>
                        <a:pt x="72" y="30"/>
                      </a:lnTo>
                      <a:lnTo>
                        <a:pt x="17" y="30"/>
                      </a:lnTo>
                      <a:lnTo>
                        <a:pt x="8" y="21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37" name="Freeform 752"/>
                <p:cNvSpPr>
                  <a:spLocks/>
                </p:cNvSpPr>
                <p:nvPr/>
              </p:nvSpPr>
              <p:spPr bwMode="auto">
                <a:xfrm>
                  <a:off x="750" y="3593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08" name="Group 753"/>
              <p:cNvGrpSpPr>
                <a:grpSpLocks/>
              </p:cNvGrpSpPr>
              <p:nvPr/>
            </p:nvGrpSpPr>
            <p:grpSpPr bwMode="auto">
              <a:xfrm>
                <a:off x="752" y="3597"/>
                <a:ext cx="133" cy="106"/>
                <a:chOff x="752" y="3597"/>
                <a:chExt cx="133" cy="106"/>
              </a:xfrm>
            </p:grpSpPr>
            <p:sp>
              <p:nvSpPr>
                <p:cNvPr id="232" name="Freeform 754"/>
                <p:cNvSpPr>
                  <a:spLocks/>
                </p:cNvSpPr>
                <p:nvPr/>
              </p:nvSpPr>
              <p:spPr bwMode="auto">
                <a:xfrm>
                  <a:off x="752" y="3598"/>
                  <a:ext cx="91" cy="105"/>
                </a:xfrm>
                <a:custGeom>
                  <a:avLst/>
                  <a:gdLst>
                    <a:gd name="T0" fmla="*/ 1 w 182"/>
                    <a:gd name="T1" fmla="*/ 0 h 314"/>
                    <a:gd name="T2" fmla="*/ 0 w 182"/>
                    <a:gd name="T3" fmla="*/ 0 h 314"/>
                    <a:gd name="T4" fmla="*/ 1 w 182"/>
                    <a:gd name="T5" fmla="*/ 0 h 314"/>
                    <a:gd name="T6" fmla="*/ 1 w 182"/>
                    <a:gd name="T7" fmla="*/ 0 h 314"/>
                    <a:gd name="T8" fmla="*/ 1 w 182"/>
                    <a:gd name="T9" fmla="*/ 0 h 31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314"/>
                    <a:gd name="T17" fmla="*/ 182 w 182"/>
                    <a:gd name="T18" fmla="*/ 314 h 31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314">
                      <a:moveTo>
                        <a:pt x="171" y="314"/>
                      </a:moveTo>
                      <a:lnTo>
                        <a:pt x="0" y="27"/>
                      </a:lnTo>
                      <a:lnTo>
                        <a:pt x="13" y="0"/>
                      </a:lnTo>
                      <a:lnTo>
                        <a:pt x="182" y="278"/>
                      </a:lnTo>
                      <a:lnTo>
                        <a:pt x="171" y="314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33" name="Freeform 755"/>
                <p:cNvSpPr>
                  <a:spLocks/>
                </p:cNvSpPr>
                <p:nvPr/>
              </p:nvSpPr>
              <p:spPr bwMode="auto">
                <a:xfrm>
                  <a:off x="759" y="3597"/>
                  <a:ext cx="118" cy="94"/>
                </a:xfrm>
                <a:custGeom>
                  <a:avLst/>
                  <a:gdLst>
                    <a:gd name="T0" fmla="*/ 1 w 235"/>
                    <a:gd name="T1" fmla="*/ 0 h 281"/>
                    <a:gd name="T2" fmla="*/ 1 w 235"/>
                    <a:gd name="T3" fmla="*/ 0 h 281"/>
                    <a:gd name="T4" fmla="*/ 1 w 235"/>
                    <a:gd name="T5" fmla="*/ 0 h 281"/>
                    <a:gd name="T6" fmla="*/ 1 w 235"/>
                    <a:gd name="T7" fmla="*/ 0 h 281"/>
                    <a:gd name="T8" fmla="*/ 1 w 235"/>
                    <a:gd name="T9" fmla="*/ 0 h 281"/>
                    <a:gd name="T10" fmla="*/ 1 w 235"/>
                    <a:gd name="T11" fmla="*/ 0 h 281"/>
                    <a:gd name="T12" fmla="*/ 1 w 235"/>
                    <a:gd name="T13" fmla="*/ 0 h 281"/>
                    <a:gd name="T14" fmla="*/ 0 w 235"/>
                    <a:gd name="T15" fmla="*/ 0 h 281"/>
                    <a:gd name="T16" fmla="*/ 1 w 235"/>
                    <a:gd name="T17" fmla="*/ 0 h 28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35"/>
                    <a:gd name="T28" fmla="*/ 0 h 281"/>
                    <a:gd name="T29" fmla="*/ 235 w 235"/>
                    <a:gd name="T30" fmla="*/ 281 h 28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35" h="281">
                      <a:moveTo>
                        <a:pt x="1" y="0"/>
                      </a:moveTo>
                      <a:lnTo>
                        <a:pt x="56" y="0"/>
                      </a:lnTo>
                      <a:lnTo>
                        <a:pt x="58" y="0"/>
                      </a:lnTo>
                      <a:lnTo>
                        <a:pt x="65" y="10"/>
                      </a:lnTo>
                      <a:lnTo>
                        <a:pt x="235" y="281"/>
                      </a:lnTo>
                      <a:lnTo>
                        <a:pt x="165" y="277"/>
                      </a:lnTo>
                      <a:lnTo>
                        <a:pt x="9" y="19"/>
                      </a:lnTo>
                      <a:lnTo>
                        <a:pt x="0" y="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34" name="Freeform 756"/>
                <p:cNvSpPr>
                  <a:spLocks/>
                </p:cNvSpPr>
                <p:nvPr/>
              </p:nvSpPr>
              <p:spPr bwMode="auto">
                <a:xfrm>
                  <a:off x="838" y="3691"/>
                  <a:ext cx="47" cy="12"/>
                </a:xfrm>
                <a:custGeom>
                  <a:avLst/>
                  <a:gdLst>
                    <a:gd name="T0" fmla="*/ 0 w 95"/>
                    <a:gd name="T1" fmla="*/ 0 h 36"/>
                    <a:gd name="T2" fmla="*/ 0 w 95"/>
                    <a:gd name="T3" fmla="*/ 0 h 36"/>
                    <a:gd name="T4" fmla="*/ 0 w 95"/>
                    <a:gd name="T5" fmla="*/ 0 h 36"/>
                    <a:gd name="T6" fmla="*/ 0 w 95"/>
                    <a:gd name="T7" fmla="*/ 0 h 36"/>
                    <a:gd name="T8" fmla="*/ 0 w 95"/>
                    <a:gd name="T9" fmla="*/ 0 h 36"/>
                    <a:gd name="T10" fmla="*/ 0 w 95"/>
                    <a:gd name="T11" fmla="*/ 0 h 36"/>
                    <a:gd name="T12" fmla="*/ 0 w 95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95"/>
                    <a:gd name="T22" fmla="*/ 0 h 36"/>
                    <a:gd name="T23" fmla="*/ 95 w 95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95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8" y="7"/>
                      </a:lnTo>
                      <a:lnTo>
                        <a:pt x="12" y="0"/>
                      </a:lnTo>
                      <a:lnTo>
                        <a:pt x="76" y="0"/>
                      </a:lnTo>
                      <a:lnTo>
                        <a:pt x="95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09" name="Group 757"/>
              <p:cNvGrpSpPr>
                <a:grpSpLocks/>
              </p:cNvGrpSpPr>
              <p:nvPr/>
            </p:nvGrpSpPr>
            <p:grpSpPr bwMode="auto">
              <a:xfrm>
                <a:off x="844" y="3694"/>
                <a:ext cx="48" cy="23"/>
                <a:chOff x="844" y="3694"/>
                <a:chExt cx="48" cy="23"/>
              </a:xfrm>
            </p:grpSpPr>
            <p:sp>
              <p:nvSpPr>
                <p:cNvPr id="229" name="Freeform 758"/>
                <p:cNvSpPr>
                  <a:spLocks/>
                </p:cNvSpPr>
                <p:nvPr/>
              </p:nvSpPr>
              <p:spPr bwMode="auto">
                <a:xfrm>
                  <a:off x="844" y="3694"/>
                  <a:ext cx="11" cy="23"/>
                </a:xfrm>
                <a:custGeom>
                  <a:avLst/>
                  <a:gdLst>
                    <a:gd name="T0" fmla="*/ 0 w 24"/>
                    <a:gd name="T1" fmla="*/ 0 h 68"/>
                    <a:gd name="T2" fmla="*/ 0 w 24"/>
                    <a:gd name="T3" fmla="*/ 0 h 68"/>
                    <a:gd name="T4" fmla="*/ 0 w 24"/>
                    <a:gd name="T5" fmla="*/ 0 h 68"/>
                    <a:gd name="T6" fmla="*/ 0 w 24"/>
                    <a:gd name="T7" fmla="*/ 0 h 68"/>
                    <a:gd name="T8" fmla="*/ 0 w 24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68"/>
                    <a:gd name="T17" fmla="*/ 24 w 24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68">
                      <a:moveTo>
                        <a:pt x="14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4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30" name="Freeform 759"/>
                <p:cNvSpPr>
                  <a:spLocks/>
                </p:cNvSpPr>
                <p:nvPr/>
              </p:nvSpPr>
              <p:spPr bwMode="auto">
                <a:xfrm>
                  <a:off x="848" y="369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1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1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31" name="Freeform 760"/>
                <p:cNvSpPr>
                  <a:spLocks/>
                </p:cNvSpPr>
                <p:nvPr/>
              </p:nvSpPr>
              <p:spPr bwMode="auto">
                <a:xfrm>
                  <a:off x="851" y="3706"/>
                  <a:ext cx="41" cy="11"/>
                </a:xfrm>
                <a:custGeom>
                  <a:avLst/>
                  <a:gdLst>
                    <a:gd name="T0" fmla="*/ 0 w 81"/>
                    <a:gd name="T1" fmla="*/ 0 h 34"/>
                    <a:gd name="T2" fmla="*/ 1 w 81"/>
                    <a:gd name="T3" fmla="*/ 0 h 34"/>
                    <a:gd name="T4" fmla="*/ 1 w 81"/>
                    <a:gd name="T5" fmla="*/ 0 h 34"/>
                    <a:gd name="T6" fmla="*/ 1 w 81"/>
                    <a:gd name="T7" fmla="*/ 0 h 34"/>
                    <a:gd name="T8" fmla="*/ 1 w 81"/>
                    <a:gd name="T9" fmla="*/ 0 h 34"/>
                    <a:gd name="T10" fmla="*/ 1 w 81"/>
                    <a:gd name="T11" fmla="*/ 0 h 34"/>
                    <a:gd name="T12" fmla="*/ 0 w 81"/>
                    <a:gd name="T13" fmla="*/ 0 h 3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4"/>
                    <a:gd name="T23" fmla="*/ 81 w 81"/>
                    <a:gd name="T24" fmla="*/ 34 h 3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4">
                      <a:moveTo>
                        <a:pt x="0" y="34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10" name="Group 761"/>
              <p:cNvGrpSpPr>
                <a:grpSpLocks/>
              </p:cNvGrpSpPr>
              <p:nvPr/>
            </p:nvGrpSpPr>
            <p:grpSpPr bwMode="auto">
              <a:xfrm>
                <a:off x="857" y="3710"/>
                <a:ext cx="49" cy="22"/>
                <a:chOff x="857" y="3710"/>
                <a:chExt cx="49" cy="22"/>
              </a:xfrm>
            </p:grpSpPr>
            <p:sp>
              <p:nvSpPr>
                <p:cNvPr id="226" name="Freeform 762"/>
                <p:cNvSpPr>
                  <a:spLocks/>
                </p:cNvSpPr>
                <p:nvPr/>
              </p:nvSpPr>
              <p:spPr bwMode="auto">
                <a:xfrm>
                  <a:off x="857" y="3710"/>
                  <a:ext cx="11" cy="22"/>
                </a:xfrm>
                <a:custGeom>
                  <a:avLst/>
                  <a:gdLst>
                    <a:gd name="T0" fmla="*/ 1 w 22"/>
                    <a:gd name="T1" fmla="*/ 0 h 68"/>
                    <a:gd name="T2" fmla="*/ 0 w 22"/>
                    <a:gd name="T3" fmla="*/ 0 h 68"/>
                    <a:gd name="T4" fmla="*/ 1 w 22"/>
                    <a:gd name="T5" fmla="*/ 0 h 68"/>
                    <a:gd name="T6" fmla="*/ 1 w 22"/>
                    <a:gd name="T7" fmla="*/ 0 h 68"/>
                    <a:gd name="T8" fmla="*/ 1 w 22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8"/>
                    <a:gd name="T17" fmla="*/ 22 w 22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8">
                      <a:moveTo>
                        <a:pt x="13" y="68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1"/>
                      </a:lnTo>
                      <a:lnTo>
                        <a:pt x="13" y="68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27" name="Freeform 763"/>
                <p:cNvSpPr>
                  <a:spLocks/>
                </p:cNvSpPr>
                <p:nvPr/>
              </p:nvSpPr>
              <p:spPr bwMode="auto">
                <a:xfrm>
                  <a:off x="862" y="3710"/>
                  <a:ext cx="36" cy="10"/>
                </a:xfrm>
                <a:custGeom>
                  <a:avLst/>
                  <a:gdLst>
                    <a:gd name="T0" fmla="*/ 1 w 72"/>
                    <a:gd name="T1" fmla="*/ 0 h 29"/>
                    <a:gd name="T2" fmla="*/ 1 w 72"/>
                    <a:gd name="T3" fmla="*/ 0 h 29"/>
                    <a:gd name="T4" fmla="*/ 1 w 72"/>
                    <a:gd name="T5" fmla="*/ 0 h 29"/>
                    <a:gd name="T6" fmla="*/ 1 w 72"/>
                    <a:gd name="T7" fmla="*/ 0 h 29"/>
                    <a:gd name="T8" fmla="*/ 1 w 72"/>
                    <a:gd name="T9" fmla="*/ 0 h 29"/>
                    <a:gd name="T10" fmla="*/ 1 w 72"/>
                    <a:gd name="T11" fmla="*/ 0 h 29"/>
                    <a:gd name="T12" fmla="*/ 1 w 72"/>
                    <a:gd name="T13" fmla="*/ 0 h 29"/>
                    <a:gd name="T14" fmla="*/ 0 w 72"/>
                    <a:gd name="T15" fmla="*/ 0 h 29"/>
                    <a:gd name="T16" fmla="*/ 1 w 72"/>
                    <a:gd name="T17" fmla="*/ 0 h 2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2"/>
                    <a:gd name="T28" fmla="*/ 0 h 29"/>
                    <a:gd name="T29" fmla="*/ 72 w 72"/>
                    <a:gd name="T30" fmla="*/ 29 h 2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2" h="29">
                      <a:moveTo>
                        <a:pt x="1" y="0"/>
                      </a:moveTo>
                      <a:lnTo>
                        <a:pt x="50" y="0"/>
                      </a:lnTo>
                      <a:lnTo>
                        <a:pt x="51" y="2"/>
                      </a:lnTo>
                      <a:lnTo>
                        <a:pt x="56" y="11"/>
                      </a:lnTo>
                      <a:lnTo>
                        <a:pt x="72" y="29"/>
                      </a:lnTo>
                      <a:lnTo>
                        <a:pt x="17" y="29"/>
                      </a:lnTo>
                      <a:lnTo>
                        <a:pt x="9" y="20"/>
                      </a:lnTo>
                      <a:lnTo>
                        <a:pt x="0" y="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28" name="Freeform 764"/>
                <p:cNvSpPr>
                  <a:spLocks/>
                </p:cNvSpPr>
                <p:nvPr/>
              </p:nvSpPr>
              <p:spPr bwMode="auto">
                <a:xfrm>
                  <a:off x="865" y="3720"/>
                  <a:ext cx="41" cy="12"/>
                </a:xfrm>
                <a:custGeom>
                  <a:avLst/>
                  <a:gdLst>
                    <a:gd name="T0" fmla="*/ 0 w 83"/>
                    <a:gd name="T1" fmla="*/ 0 h 36"/>
                    <a:gd name="T2" fmla="*/ 0 w 83"/>
                    <a:gd name="T3" fmla="*/ 0 h 36"/>
                    <a:gd name="T4" fmla="*/ 0 w 83"/>
                    <a:gd name="T5" fmla="*/ 0 h 36"/>
                    <a:gd name="T6" fmla="*/ 0 w 83"/>
                    <a:gd name="T7" fmla="*/ 0 h 36"/>
                    <a:gd name="T8" fmla="*/ 0 w 83"/>
                    <a:gd name="T9" fmla="*/ 0 h 36"/>
                    <a:gd name="T10" fmla="*/ 0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1" y="20"/>
                      </a:lnTo>
                      <a:lnTo>
                        <a:pt x="7" y="8"/>
                      </a:lnTo>
                      <a:lnTo>
                        <a:pt x="11" y="0"/>
                      </a:lnTo>
                      <a:lnTo>
                        <a:pt x="67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11" name="Group 765"/>
              <p:cNvGrpSpPr>
                <a:grpSpLocks/>
              </p:cNvGrpSpPr>
              <p:nvPr/>
            </p:nvGrpSpPr>
            <p:grpSpPr bwMode="auto">
              <a:xfrm>
                <a:off x="1086" y="3766"/>
                <a:ext cx="49" cy="23"/>
                <a:chOff x="1086" y="3766"/>
                <a:chExt cx="49" cy="23"/>
              </a:xfrm>
            </p:grpSpPr>
            <p:sp>
              <p:nvSpPr>
                <p:cNvPr id="223" name="Freeform 766"/>
                <p:cNvSpPr>
                  <a:spLocks/>
                </p:cNvSpPr>
                <p:nvPr/>
              </p:nvSpPr>
              <p:spPr bwMode="auto">
                <a:xfrm>
                  <a:off x="1086" y="3766"/>
                  <a:ext cx="11" cy="23"/>
                </a:xfrm>
                <a:custGeom>
                  <a:avLst/>
                  <a:gdLst>
                    <a:gd name="T0" fmla="*/ 1 w 22"/>
                    <a:gd name="T1" fmla="*/ 0 h 69"/>
                    <a:gd name="T2" fmla="*/ 0 w 22"/>
                    <a:gd name="T3" fmla="*/ 0 h 69"/>
                    <a:gd name="T4" fmla="*/ 1 w 22"/>
                    <a:gd name="T5" fmla="*/ 0 h 69"/>
                    <a:gd name="T6" fmla="*/ 1 w 22"/>
                    <a:gd name="T7" fmla="*/ 0 h 69"/>
                    <a:gd name="T8" fmla="*/ 1 w 22"/>
                    <a:gd name="T9" fmla="*/ 0 h 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"/>
                    <a:gd name="T16" fmla="*/ 0 h 69"/>
                    <a:gd name="T17" fmla="*/ 22 w 22"/>
                    <a:gd name="T18" fmla="*/ 69 h 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" h="69">
                      <a:moveTo>
                        <a:pt x="13" y="69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2" y="32"/>
                      </a:lnTo>
                      <a:lnTo>
                        <a:pt x="13" y="69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24" name="Freeform 767"/>
                <p:cNvSpPr>
                  <a:spLocks/>
                </p:cNvSpPr>
                <p:nvPr/>
              </p:nvSpPr>
              <p:spPr bwMode="auto">
                <a:xfrm>
                  <a:off x="1090" y="3767"/>
                  <a:ext cx="37" cy="10"/>
                </a:xfrm>
                <a:custGeom>
                  <a:avLst/>
                  <a:gdLst>
                    <a:gd name="T0" fmla="*/ 1 w 74"/>
                    <a:gd name="T1" fmla="*/ 0 h 31"/>
                    <a:gd name="T2" fmla="*/ 1 w 74"/>
                    <a:gd name="T3" fmla="*/ 0 h 31"/>
                    <a:gd name="T4" fmla="*/ 1 w 74"/>
                    <a:gd name="T5" fmla="*/ 0 h 31"/>
                    <a:gd name="T6" fmla="*/ 1 w 74"/>
                    <a:gd name="T7" fmla="*/ 0 h 31"/>
                    <a:gd name="T8" fmla="*/ 1 w 74"/>
                    <a:gd name="T9" fmla="*/ 0 h 31"/>
                    <a:gd name="T10" fmla="*/ 1 w 74"/>
                    <a:gd name="T11" fmla="*/ 0 h 31"/>
                    <a:gd name="T12" fmla="*/ 1 w 74"/>
                    <a:gd name="T13" fmla="*/ 0 h 31"/>
                    <a:gd name="T14" fmla="*/ 0 w 74"/>
                    <a:gd name="T15" fmla="*/ 0 h 31"/>
                    <a:gd name="T16" fmla="*/ 1 w 74"/>
                    <a:gd name="T17" fmla="*/ 0 h 3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1"/>
                    <a:gd name="T29" fmla="*/ 74 w 74"/>
                    <a:gd name="T30" fmla="*/ 31 h 31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1">
                      <a:moveTo>
                        <a:pt x="3" y="0"/>
                      </a:moveTo>
                      <a:lnTo>
                        <a:pt x="51" y="0"/>
                      </a:lnTo>
                      <a:lnTo>
                        <a:pt x="53" y="4"/>
                      </a:lnTo>
                      <a:lnTo>
                        <a:pt x="56" y="13"/>
                      </a:lnTo>
                      <a:lnTo>
                        <a:pt x="74" y="31"/>
                      </a:lnTo>
                      <a:lnTo>
                        <a:pt x="18" y="31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25" name="Freeform 768"/>
                <p:cNvSpPr>
                  <a:spLocks/>
                </p:cNvSpPr>
                <p:nvPr/>
              </p:nvSpPr>
              <p:spPr bwMode="auto">
                <a:xfrm>
                  <a:off x="1093" y="3777"/>
                  <a:ext cx="42" cy="12"/>
                </a:xfrm>
                <a:custGeom>
                  <a:avLst/>
                  <a:gdLst>
                    <a:gd name="T0" fmla="*/ 0 w 83"/>
                    <a:gd name="T1" fmla="*/ 0 h 36"/>
                    <a:gd name="T2" fmla="*/ 1 w 83"/>
                    <a:gd name="T3" fmla="*/ 0 h 36"/>
                    <a:gd name="T4" fmla="*/ 1 w 83"/>
                    <a:gd name="T5" fmla="*/ 0 h 36"/>
                    <a:gd name="T6" fmla="*/ 1 w 83"/>
                    <a:gd name="T7" fmla="*/ 0 h 36"/>
                    <a:gd name="T8" fmla="*/ 1 w 83"/>
                    <a:gd name="T9" fmla="*/ 0 h 36"/>
                    <a:gd name="T10" fmla="*/ 1 w 83"/>
                    <a:gd name="T11" fmla="*/ 0 h 36"/>
                    <a:gd name="T12" fmla="*/ 0 w 83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3"/>
                    <a:gd name="T22" fmla="*/ 0 h 36"/>
                    <a:gd name="T23" fmla="*/ 83 w 83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3" h="36">
                      <a:moveTo>
                        <a:pt x="0" y="36"/>
                      </a:moveTo>
                      <a:lnTo>
                        <a:pt x="2" y="19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68" y="0"/>
                      </a:lnTo>
                      <a:lnTo>
                        <a:pt x="8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12" name="Group 769"/>
              <p:cNvGrpSpPr>
                <a:grpSpLocks/>
              </p:cNvGrpSpPr>
              <p:nvPr/>
            </p:nvGrpSpPr>
            <p:grpSpPr bwMode="auto">
              <a:xfrm>
                <a:off x="934" y="3740"/>
                <a:ext cx="48" cy="23"/>
                <a:chOff x="934" y="3740"/>
                <a:chExt cx="48" cy="23"/>
              </a:xfrm>
            </p:grpSpPr>
            <p:sp>
              <p:nvSpPr>
                <p:cNvPr id="220" name="Freeform 770"/>
                <p:cNvSpPr>
                  <a:spLocks/>
                </p:cNvSpPr>
                <p:nvPr/>
              </p:nvSpPr>
              <p:spPr bwMode="auto">
                <a:xfrm>
                  <a:off x="934" y="3740"/>
                  <a:ext cx="11" cy="23"/>
                </a:xfrm>
                <a:custGeom>
                  <a:avLst/>
                  <a:gdLst>
                    <a:gd name="T0" fmla="*/ 0 w 24"/>
                    <a:gd name="T1" fmla="*/ 0 h 70"/>
                    <a:gd name="T2" fmla="*/ 0 w 24"/>
                    <a:gd name="T3" fmla="*/ 0 h 70"/>
                    <a:gd name="T4" fmla="*/ 0 w 24"/>
                    <a:gd name="T5" fmla="*/ 0 h 70"/>
                    <a:gd name="T6" fmla="*/ 0 w 24"/>
                    <a:gd name="T7" fmla="*/ 0 h 70"/>
                    <a:gd name="T8" fmla="*/ 0 w 24"/>
                    <a:gd name="T9" fmla="*/ 0 h 7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"/>
                    <a:gd name="T16" fmla="*/ 0 h 70"/>
                    <a:gd name="T17" fmla="*/ 24 w 24"/>
                    <a:gd name="T18" fmla="*/ 70 h 7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" h="70">
                      <a:moveTo>
                        <a:pt x="15" y="70"/>
                      </a:moveTo>
                      <a:lnTo>
                        <a:pt x="0" y="27"/>
                      </a:lnTo>
                      <a:lnTo>
                        <a:pt x="9" y="0"/>
                      </a:lnTo>
                      <a:lnTo>
                        <a:pt x="24" y="32"/>
                      </a:lnTo>
                      <a:lnTo>
                        <a:pt x="15" y="7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21" name="Freeform 771"/>
                <p:cNvSpPr>
                  <a:spLocks/>
                </p:cNvSpPr>
                <p:nvPr/>
              </p:nvSpPr>
              <p:spPr bwMode="auto">
                <a:xfrm>
                  <a:off x="938" y="3741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2" y="0"/>
                      </a:moveTo>
                      <a:lnTo>
                        <a:pt x="50" y="0"/>
                      </a:lnTo>
                      <a:lnTo>
                        <a:pt x="52" y="4"/>
                      </a:lnTo>
                      <a:lnTo>
                        <a:pt x="57" y="13"/>
                      </a:lnTo>
                      <a:lnTo>
                        <a:pt x="74" y="30"/>
                      </a:lnTo>
                      <a:lnTo>
                        <a:pt x="19" y="30"/>
                      </a:lnTo>
                      <a:lnTo>
                        <a:pt x="9" y="22"/>
                      </a:lnTo>
                      <a:lnTo>
                        <a:pt x="0" y="6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22" name="Freeform 772"/>
                <p:cNvSpPr>
                  <a:spLocks/>
                </p:cNvSpPr>
                <p:nvPr/>
              </p:nvSpPr>
              <p:spPr bwMode="auto">
                <a:xfrm>
                  <a:off x="941" y="3751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6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213" name="Group 773"/>
              <p:cNvGrpSpPr>
                <a:grpSpLocks/>
              </p:cNvGrpSpPr>
              <p:nvPr/>
            </p:nvGrpSpPr>
            <p:grpSpPr bwMode="auto">
              <a:xfrm>
                <a:off x="943" y="3754"/>
                <a:ext cx="49" cy="23"/>
                <a:chOff x="943" y="3754"/>
                <a:chExt cx="49" cy="23"/>
              </a:xfrm>
            </p:grpSpPr>
            <p:sp>
              <p:nvSpPr>
                <p:cNvPr id="217" name="Freeform 774"/>
                <p:cNvSpPr>
                  <a:spLocks/>
                </p:cNvSpPr>
                <p:nvPr/>
              </p:nvSpPr>
              <p:spPr bwMode="auto">
                <a:xfrm>
                  <a:off x="943" y="3754"/>
                  <a:ext cx="12" cy="23"/>
                </a:xfrm>
                <a:custGeom>
                  <a:avLst/>
                  <a:gdLst>
                    <a:gd name="T0" fmla="*/ 0 w 25"/>
                    <a:gd name="T1" fmla="*/ 0 h 68"/>
                    <a:gd name="T2" fmla="*/ 0 w 25"/>
                    <a:gd name="T3" fmla="*/ 0 h 68"/>
                    <a:gd name="T4" fmla="*/ 0 w 25"/>
                    <a:gd name="T5" fmla="*/ 0 h 68"/>
                    <a:gd name="T6" fmla="*/ 0 w 25"/>
                    <a:gd name="T7" fmla="*/ 0 h 68"/>
                    <a:gd name="T8" fmla="*/ 0 w 25"/>
                    <a:gd name="T9" fmla="*/ 0 h 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"/>
                    <a:gd name="T16" fmla="*/ 0 h 68"/>
                    <a:gd name="T17" fmla="*/ 25 w 25"/>
                    <a:gd name="T18" fmla="*/ 68 h 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" h="68">
                      <a:moveTo>
                        <a:pt x="16" y="68"/>
                      </a:moveTo>
                      <a:lnTo>
                        <a:pt x="0" y="25"/>
                      </a:lnTo>
                      <a:lnTo>
                        <a:pt x="11" y="0"/>
                      </a:lnTo>
                      <a:lnTo>
                        <a:pt x="25" y="31"/>
                      </a:lnTo>
                      <a:lnTo>
                        <a:pt x="16" y="68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18" name="Freeform 775"/>
                <p:cNvSpPr>
                  <a:spLocks/>
                </p:cNvSpPr>
                <p:nvPr/>
              </p:nvSpPr>
              <p:spPr bwMode="auto">
                <a:xfrm>
                  <a:off x="948" y="3755"/>
                  <a:ext cx="37" cy="10"/>
                </a:xfrm>
                <a:custGeom>
                  <a:avLst/>
                  <a:gdLst>
                    <a:gd name="T0" fmla="*/ 1 w 74"/>
                    <a:gd name="T1" fmla="*/ 0 h 30"/>
                    <a:gd name="T2" fmla="*/ 1 w 74"/>
                    <a:gd name="T3" fmla="*/ 0 h 30"/>
                    <a:gd name="T4" fmla="*/ 1 w 74"/>
                    <a:gd name="T5" fmla="*/ 0 h 30"/>
                    <a:gd name="T6" fmla="*/ 1 w 74"/>
                    <a:gd name="T7" fmla="*/ 0 h 30"/>
                    <a:gd name="T8" fmla="*/ 1 w 74"/>
                    <a:gd name="T9" fmla="*/ 0 h 30"/>
                    <a:gd name="T10" fmla="*/ 1 w 74"/>
                    <a:gd name="T11" fmla="*/ 0 h 30"/>
                    <a:gd name="T12" fmla="*/ 1 w 74"/>
                    <a:gd name="T13" fmla="*/ 0 h 30"/>
                    <a:gd name="T14" fmla="*/ 0 w 74"/>
                    <a:gd name="T15" fmla="*/ 0 h 30"/>
                    <a:gd name="T16" fmla="*/ 1 w 74"/>
                    <a:gd name="T17" fmla="*/ 0 h 3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74"/>
                    <a:gd name="T28" fmla="*/ 0 h 30"/>
                    <a:gd name="T29" fmla="*/ 74 w 74"/>
                    <a:gd name="T30" fmla="*/ 30 h 3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74" h="30">
                      <a:moveTo>
                        <a:pt x="1" y="0"/>
                      </a:moveTo>
                      <a:lnTo>
                        <a:pt x="49" y="0"/>
                      </a:lnTo>
                      <a:lnTo>
                        <a:pt x="50" y="3"/>
                      </a:lnTo>
                      <a:lnTo>
                        <a:pt x="57" y="12"/>
                      </a:lnTo>
                      <a:lnTo>
                        <a:pt x="74" y="30"/>
                      </a:lnTo>
                      <a:lnTo>
                        <a:pt x="18" y="30"/>
                      </a:lnTo>
                      <a:lnTo>
                        <a:pt x="9" y="21"/>
                      </a:lnTo>
                      <a:lnTo>
                        <a:pt x="0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219" name="Freeform 776"/>
                <p:cNvSpPr>
                  <a:spLocks/>
                </p:cNvSpPr>
                <p:nvPr/>
              </p:nvSpPr>
              <p:spPr bwMode="auto">
                <a:xfrm>
                  <a:off x="951" y="3765"/>
                  <a:ext cx="41" cy="12"/>
                </a:xfrm>
                <a:custGeom>
                  <a:avLst/>
                  <a:gdLst>
                    <a:gd name="T0" fmla="*/ 0 w 81"/>
                    <a:gd name="T1" fmla="*/ 0 h 36"/>
                    <a:gd name="T2" fmla="*/ 1 w 81"/>
                    <a:gd name="T3" fmla="*/ 0 h 36"/>
                    <a:gd name="T4" fmla="*/ 1 w 81"/>
                    <a:gd name="T5" fmla="*/ 0 h 36"/>
                    <a:gd name="T6" fmla="*/ 1 w 81"/>
                    <a:gd name="T7" fmla="*/ 0 h 36"/>
                    <a:gd name="T8" fmla="*/ 1 w 81"/>
                    <a:gd name="T9" fmla="*/ 0 h 36"/>
                    <a:gd name="T10" fmla="*/ 1 w 81"/>
                    <a:gd name="T11" fmla="*/ 0 h 36"/>
                    <a:gd name="T12" fmla="*/ 0 w 81"/>
                    <a:gd name="T13" fmla="*/ 0 h 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36"/>
                    <a:gd name="T23" fmla="*/ 81 w 81"/>
                    <a:gd name="T24" fmla="*/ 36 h 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36">
                      <a:moveTo>
                        <a:pt x="0" y="36"/>
                      </a:moveTo>
                      <a:lnTo>
                        <a:pt x="1" y="19"/>
                      </a:lnTo>
                      <a:lnTo>
                        <a:pt x="5" y="7"/>
                      </a:lnTo>
                      <a:lnTo>
                        <a:pt x="10" y="0"/>
                      </a:lnTo>
                      <a:lnTo>
                        <a:pt x="67" y="0"/>
                      </a:lnTo>
                      <a:lnTo>
                        <a:pt x="81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dirty="0">
                    <a:latin typeface="Montserrat" panose="00000500000000000000" pitchFamily="2" charset="0"/>
                  </a:endParaRPr>
                </a:p>
              </p:txBody>
            </p:sp>
          </p:grpSp>
          <p:sp>
            <p:nvSpPr>
              <p:cNvPr id="214" name="Freeform 777"/>
              <p:cNvSpPr>
                <a:spLocks/>
              </p:cNvSpPr>
              <p:nvPr/>
            </p:nvSpPr>
            <p:spPr bwMode="auto">
              <a:xfrm>
                <a:off x="987" y="3753"/>
                <a:ext cx="25" cy="43"/>
              </a:xfrm>
              <a:custGeom>
                <a:avLst/>
                <a:gdLst>
                  <a:gd name="T0" fmla="*/ 0 w 51"/>
                  <a:gd name="T1" fmla="*/ 0 h 128"/>
                  <a:gd name="T2" fmla="*/ 0 w 51"/>
                  <a:gd name="T3" fmla="*/ 0 h 128"/>
                  <a:gd name="T4" fmla="*/ 0 w 51"/>
                  <a:gd name="T5" fmla="*/ 0 h 128"/>
                  <a:gd name="T6" fmla="*/ 0 w 51"/>
                  <a:gd name="T7" fmla="*/ 0 h 128"/>
                  <a:gd name="T8" fmla="*/ 0 w 51"/>
                  <a:gd name="T9" fmla="*/ 0 h 128"/>
                  <a:gd name="T10" fmla="*/ 0 w 51"/>
                  <a:gd name="T11" fmla="*/ 0 h 128"/>
                  <a:gd name="T12" fmla="*/ 0 w 51"/>
                  <a:gd name="T13" fmla="*/ 0 h 1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1"/>
                  <a:gd name="T22" fmla="*/ 0 h 128"/>
                  <a:gd name="T23" fmla="*/ 51 w 51"/>
                  <a:gd name="T24" fmla="*/ 128 h 12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1" h="128">
                    <a:moveTo>
                      <a:pt x="40" y="128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2" y="11"/>
                    </a:lnTo>
                    <a:lnTo>
                      <a:pt x="10" y="0"/>
                    </a:lnTo>
                    <a:lnTo>
                      <a:pt x="51" y="91"/>
                    </a:lnTo>
                    <a:lnTo>
                      <a:pt x="40" y="128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15" name="Freeform 778"/>
              <p:cNvSpPr>
                <a:spLocks/>
              </p:cNvSpPr>
              <p:nvPr/>
            </p:nvSpPr>
            <p:spPr bwMode="auto">
              <a:xfrm>
                <a:off x="992" y="3753"/>
                <a:ext cx="91" cy="29"/>
              </a:xfrm>
              <a:custGeom>
                <a:avLst/>
                <a:gdLst>
                  <a:gd name="T0" fmla="*/ 0 w 183"/>
                  <a:gd name="T1" fmla="*/ 0 h 85"/>
                  <a:gd name="T2" fmla="*/ 0 w 183"/>
                  <a:gd name="T3" fmla="*/ 0 h 85"/>
                  <a:gd name="T4" fmla="*/ 0 w 183"/>
                  <a:gd name="T5" fmla="*/ 0 h 85"/>
                  <a:gd name="T6" fmla="*/ 0 w 183"/>
                  <a:gd name="T7" fmla="*/ 0 h 85"/>
                  <a:gd name="T8" fmla="*/ 0 w 183"/>
                  <a:gd name="T9" fmla="*/ 0 h 85"/>
                  <a:gd name="T10" fmla="*/ 0 w 183"/>
                  <a:gd name="T11" fmla="*/ 0 h 85"/>
                  <a:gd name="T12" fmla="*/ 0 w 183"/>
                  <a:gd name="T13" fmla="*/ 0 h 85"/>
                  <a:gd name="T14" fmla="*/ 0 w 183"/>
                  <a:gd name="T15" fmla="*/ 0 h 85"/>
                  <a:gd name="T16" fmla="*/ 0 w 183"/>
                  <a:gd name="T17" fmla="*/ 0 h 85"/>
                  <a:gd name="T18" fmla="*/ 0 w 183"/>
                  <a:gd name="T19" fmla="*/ 0 h 85"/>
                  <a:gd name="T20" fmla="*/ 0 w 183"/>
                  <a:gd name="T21" fmla="*/ 0 h 85"/>
                  <a:gd name="T22" fmla="*/ 0 w 183"/>
                  <a:gd name="T23" fmla="*/ 0 h 8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83"/>
                  <a:gd name="T37" fmla="*/ 0 h 85"/>
                  <a:gd name="T38" fmla="*/ 183 w 183"/>
                  <a:gd name="T39" fmla="*/ 85 h 8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83" h="85">
                    <a:moveTo>
                      <a:pt x="0" y="0"/>
                    </a:moveTo>
                    <a:lnTo>
                      <a:pt x="64" y="0"/>
                    </a:lnTo>
                    <a:lnTo>
                      <a:pt x="67" y="13"/>
                    </a:lnTo>
                    <a:lnTo>
                      <a:pt x="75" y="28"/>
                    </a:lnTo>
                    <a:lnTo>
                      <a:pt x="84" y="42"/>
                    </a:lnTo>
                    <a:lnTo>
                      <a:pt x="158" y="42"/>
                    </a:lnTo>
                    <a:lnTo>
                      <a:pt x="163" y="55"/>
                    </a:lnTo>
                    <a:lnTo>
                      <a:pt x="172" y="67"/>
                    </a:lnTo>
                    <a:lnTo>
                      <a:pt x="183" y="85"/>
                    </a:lnTo>
                    <a:lnTo>
                      <a:pt x="64" y="85"/>
                    </a:lnTo>
                    <a:lnTo>
                      <a:pt x="41" y="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16" name="Freeform 779"/>
              <p:cNvSpPr>
                <a:spLocks/>
              </p:cNvSpPr>
              <p:nvPr/>
            </p:nvSpPr>
            <p:spPr bwMode="auto">
              <a:xfrm>
                <a:off x="1008" y="3782"/>
                <a:ext cx="81" cy="12"/>
              </a:xfrm>
              <a:custGeom>
                <a:avLst/>
                <a:gdLst>
                  <a:gd name="T0" fmla="*/ 0 w 160"/>
                  <a:gd name="T1" fmla="*/ 0 h 36"/>
                  <a:gd name="T2" fmla="*/ 1 w 160"/>
                  <a:gd name="T3" fmla="*/ 0 h 36"/>
                  <a:gd name="T4" fmla="*/ 1 w 160"/>
                  <a:gd name="T5" fmla="*/ 0 h 36"/>
                  <a:gd name="T6" fmla="*/ 1 w 160"/>
                  <a:gd name="T7" fmla="*/ 0 h 36"/>
                  <a:gd name="T8" fmla="*/ 1 w 160"/>
                  <a:gd name="T9" fmla="*/ 0 h 36"/>
                  <a:gd name="T10" fmla="*/ 1 w 160"/>
                  <a:gd name="T11" fmla="*/ 0 h 36"/>
                  <a:gd name="T12" fmla="*/ 0 w 160"/>
                  <a:gd name="T13" fmla="*/ 0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0"/>
                  <a:gd name="T22" fmla="*/ 0 h 36"/>
                  <a:gd name="T23" fmla="*/ 160 w 160"/>
                  <a:gd name="T24" fmla="*/ 36 h 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0" h="36">
                    <a:moveTo>
                      <a:pt x="0" y="36"/>
                    </a:moveTo>
                    <a:lnTo>
                      <a:pt x="1" y="20"/>
                    </a:lnTo>
                    <a:lnTo>
                      <a:pt x="7" y="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60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40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111" name="Group 780"/>
            <p:cNvGrpSpPr>
              <a:grpSpLocks/>
            </p:cNvGrpSpPr>
            <p:nvPr/>
          </p:nvGrpSpPr>
          <p:grpSpPr bwMode="auto">
            <a:xfrm>
              <a:off x="920" y="3821"/>
              <a:ext cx="413" cy="50"/>
              <a:chOff x="920" y="3821"/>
              <a:chExt cx="413" cy="50"/>
            </a:xfrm>
          </p:grpSpPr>
          <p:sp>
            <p:nvSpPr>
              <p:cNvPr id="132" name="Freeform 781"/>
              <p:cNvSpPr>
                <a:spLocks/>
              </p:cNvSpPr>
              <p:nvPr/>
            </p:nvSpPr>
            <p:spPr bwMode="auto">
              <a:xfrm>
                <a:off x="920" y="3821"/>
                <a:ext cx="413" cy="50"/>
              </a:xfrm>
              <a:custGeom>
                <a:avLst/>
                <a:gdLst>
                  <a:gd name="T0" fmla="*/ 1 w 825"/>
                  <a:gd name="T1" fmla="*/ 0 h 151"/>
                  <a:gd name="T2" fmla="*/ 1 w 825"/>
                  <a:gd name="T3" fmla="*/ 0 h 151"/>
                  <a:gd name="T4" fmla="*/ 1 w 825"/>
                  <a:gd name="T5" fmla="*/ 0 h 151"/>
                  <a:gd name="T6" fmla="*/ 0 w 825"/>
                  <a:gd name="T7" fmla="*/ 0 h 151"/>
                  <a:gd name="T8" fmla="*/ 1 w 825"/>
                  <a:gd name="T9" fmla="*/ 0 h 151"/>
                  <a:gd name="T10" fmla="*/ 1 w 825"/>
                  <a:gd name="T11" fmla="*/ 0 h 151"/>
                  <a:gd name="T12" fmla="*/ 1 w 825"/>
                  <a:gd name="T13" fmla="*/ 0 h 151"/>
                  <a:gd name="T14" fmla="*/ 1 w 825"/>
                  <a:gd name="T15" fmla="*/ 0 h 151"/>
                  <a:gd name="T16" fmla="*/ 1 w 825"/>
                  <a:gd name="T17" fmla="*/ 0 h 151"/>
                  <a:gd name="T18" fmla="*/ 1 w 825"/>
                  <a:gd name="T19" fmla="*/ 0 h 151"/>
                  <a:gd name="T20" fmla="*/ 1 w 825"/>
                  <a:gd name="T21" fmla="*/ 0 h 151"/>
                  <a:gd name="T22" fmla="*/ 1 w 825"/>
                  <a:gd name="T23" fmla="*/ 0 h 151"/>
                  <a:gd name="T24" fmla="*/ 1 w 825"/>
                  <a:gd name="T25" fmla="*/ 0 h 151"/>
                  <a:gd name="T26" fmla="*/ 1 w 825"/>
                  <a:gd name="T27" fmla="*/ 0 h 151"/>
                  <a:gd name="T28" fmla="*/ 1 w 825"/>
                  <a:gd name="T29" fmla="*/ 0 h 1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25"/>
                  <a:gd name="T46" fmla="*/ 0 h 151"/>
                  <a:gd name="T47" fmla="*/ 825 w 825"/>
                  <a:gd name="T48" fmla="*/ 151 h 1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25" h="151">
                    <a:moveTo>
                      <a:pt x="35" y="13"/>
                    </a:moveTo>
                    <a:lnTo>
                      <a:pt x="17" y="27"/>
                    </a:lnTo>
                    <a:lnTo>
                      <a:pt x="9" y="48"/>
                    </a:lnTo>
                    <a:lnTo>
                      <a:pt x="0" y="97"/>
                    </a:lnTo>
                    <a:lnTo>
                      <a:pt x="4" y="124"/>
                    </a:lnTo>
                    <a:lnTo>
                      <a:pt x="13" y="138"/>
                    </a:lnTo>
                    <a:lnTo>
                      <a:pt x="26" y="151"/>
                    </a:lnTo>
                    <a:lnTo>
                      <a:pt x="783" y="142"/>
                    </a:lnTo>
                    <a:lnTo>
                      <a:pt x="807" y="128"/>
                    </a:lnTo>
                    <a:lnTo>
                      <a:pt x="816" y="107"/>
                    </a:lnTo>
                    <a:lnTo>
                      <a:pt x="825" y="61"/>
                    </a:lnTo>
                    <a:lnTo>
                      <a:pt x="821" y="27"/>
                    </a:lnTo>
                    <a:lnTo>
                      <a:pt x="806" y="9"/>
                    </a:lnTo>
                    <a:lnTo>
                      <a:pt x="785" y="0"/>
                    </a:lnTo>
                    <a:lnTo>
                      <a:pt x="35" y="13"/>
                    </a:lnTo>
                    <a:close/>
                  </a:path>
                </a:pathLst>
              </a:custGeom>
              <a:solidFill>
                <a:srgbClr val="20202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3" name="Freeform 782"/>
              <p:cNvSpPr>
                <a:spLocks/>
              </p:cNvSpPr>
              <p:nvPr/>
            </p:nvSpPr>
            <p:spPr bwMode="auto">
              <a:xfrm>
                <a:off x="972" y="3833"/>
                <a:ext cx="330" cy="27"/>
              </a:xfrm>
              <a:custGeom>
                <a:avLst/>
                <a:gdLst>
                  <a:gd name="T0" fmla="*/ 1 w 658"/>
                  <a:gd name="T1" fmla="*/ 0 h 79"/>
                  <a:gd name="T2" fmla="*/ 0 w 658"/>
                  <a:gd name="T3" fmla="*/ 0 h 79"/>
                  <a:gd name="T4" fmla="*/ 1 w 658"/>
                  <a:gd name="T5" fmla="*/ 0 h 79"/>
                  <a:gd name="T6" fmla="*/ 1 w 658"/>
                  <a:gd name="T7" fmla="*/ 0 h 79"/>
                  <a:gd name="T8" fmla="*/ 1 w 658"/>
                  <a:gd name="T9" fmla="*/ 0 h 79"/>
                  <a:gd name="T10" fmla="*/ 1 w 658"/>
                  <a:gd name="T11" fmla="*/ 0 h 79"/>
                  <a:gd name="T12" fmla="*/ 1 w 658"/>
                  <a:gd name="T13" fmla="*/ 0 h 79"/>
                  <a:gd name="T14" fmla="*/ 1 w 658"/>
                  <a:gd name="T15" fmla="*/ 0 h 79"/>
                  <a:gd name="T16" fmla="*/ 1 w 658"/>
                  <a:gd name="T17" fmla="*/ 0 h 79"/>
                  <a:gd name="T18" fmla="*/ 1 w 658"/>
                  <a:gd name="T19" fmla="*/ 0 h 79"/>
                  <a:gd name="T20" fmla="*/ 1 w 658"/>
                  <a:gd name="T21" fmla="*/ 0 h 79"/>
                  <a:gd name="T22" fmla="*/ 1 w 658"/>
                  <a:gd name="T23" fmla="*/ 0 h 79"/>
                  <a:gd name="T24" fmla="*/ 1 w 658"/>
                  <a:gd name="T25" fmla="*/ 0 h 7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58"/>
                  <a:gd name="T40" fmla="*/ 0 h 79"/>
                  <a:gd name="T41" fmla="*/ 658 w 658"/>
                  <a:gd name="T42" fmla="*/ 79 h 7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58" h="79">
                    <a:moveTo>
                      <a:pt x="4" y="23"/>
                    </a:moveTo>
                    <a:lnTo>
                      <a:pt x="0" y="50"/>
                    </a:lnTo>
                    <a:lnTo>
                      <a:pt x="153" y="50"/>
                    </a:lnTo>
                    <a:lnTo>
                      <a:pt x="153" y="79"/>
                    </a:lnTo>
                    <a:lnTo>
                      <a:pt x="500" y="73"/>
                    </a:lnTo>
                    <a:lnTo>
                      <a:pt x="500" y="50"/>
                    </a:lnTo>
                    <a:lnTo>
                      <a:pt x="656" y="50"/>
                    </a:lnTo>
                    <a:lnTo>
                      <a:pt x="658" y="23"/>
                    </a:lnTo>
                    <a:lnTo>
                      <a:pt x="504" y="23"/>
                    </a:lnTo>
                    <a:lnTo>
                      <a:pt x="504" y="0"/>
                    </a:lnTo>
                    <a:lnTo>
                      <a:pt x="153" y="8"/>
                    </a:lnTo>
                    <a:lnTo>
                      <a:pt x="153" y="23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4" name="Rectangle 783"/>
              <p:cNvSpPr>
                <a:spLocks noChangeArrowheads="1"/>
              </p:cNvSpPr>
              <p:nvPr/>
            </p:nvSpPr>
            <p:spPr bwMode="auto">
              <a:xfrm>
                <a:off x="982" y="3856"/>
                <a:ext cx="26" cy="7"/>
              </a:xfrm>
              <a:prstGeom prst="rect">
                <a:avLst/>
              </a:prstGeom>
              <a:solidFill>
                <a:srgbClr val="00A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5" name="Rectangle 784"/>
              <p:cNvSpPr>
                <a:spLocks noChangeArrowheads="1"/>
              </p:cNvSpPr>
              <p:nvPr/>
            </p:nvSpPr>
            <p:spPr bwMode="auto">
              <a:xfrm>
                <a:off x="1237" y="3855"/>
                <a:ext cx="53" cy="6"/>
              </a:xfrm>
              <a:prstGeom prst="rect">
                <a:avLst/>
              </a:prstGeom>
              <a:solidFill>
                <a:srgbClr val="20202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112" name="Group 785"/>
            <p:cNvGrpSpPr>
              <a:grpSpLocks/>
            </p:cNvGrpSpPr>
            <p:nvPr/>
          </p:nvGrpSpPr>
          <p:grpSpPr bwMode="auto">
            <a:xfrm>
              <a:off x="1227" y="3477"/>
              <a:ext cx="508" cy="321"/>
              <a:chOff x="1227" y="3477"/>
              <a:chExt cx="508" cy="321"/>
            </a:xfrm>
          </p:grpSpPr>
          <p:sp>
            <p:nvSpPr>
              <p:cNvPr id="113" name="Freeform 786"/>
              <p:cNvSpPr>
                <a:spLocks/>
              </p:cNvSpPr>
              <p:nvPr/>
            </p:nvSpPr>
            <p:spPr bwMode="auto">
              <a:xfrm>
                <a:off x="1640" y="3731"/>
                <a:ext cx="95" cy="66"/>
              </a:xfrm>
              <a:custGeom>
                <a:avLst/>
                <a:gdLst>
                  <a:gd name="T0" fmla="*/ 0 w 191"/>
                  <a:gd name="T1" fmla="*/ 0 h 200"/>
                  <a:gd name="T2" fmla="*/ 0 w 191"/>
                  <a:gd name="T3" fmla="*/ 0 h 200"/>
                  <a:gd name="T4" fmla="*/ 0 w 191"/>
                  <a:gd name="T5" fmla="*/ 0 h 200"/>
                  <a:gd name="T6" fmla="*/ 0 w 191"/>
                  <a:gd name="T7" fmla="*/ 0 h 200"/>
                  <a:gd name="T8" fmla="*/ 0 w 191"/>
                  <a:gd name="T9" fmla="*/ 0 h 200"/>
                  <a:gd name="T10" fmla="*/ 0 w 191"/>
                  <a:gd name="T11" fmla="*/ 0 h 200"/>
                  <a:gd name="T12" fmla="*/ 0 w 191"/>
                  <a:gd name="T13" fmla="*/ 0 h 200"/>
                  <a:gd name="T14" fmla="*/ 0 w 191"/>
                  <a:gd name="T15" fmla="*/ 0 h 200"/>
                  <a:gd name="T16" fmla="*/ 0 w 191"/>
                  <a:gd name="T17" fmla="*/ 0 h 200"/>
                  <a:gd name="T18" fmla="*/ 0 w 191"/>
                  <a:gd name="T19" fmla="*/ 0 h 200"/>
                  <a:gd name="T20" fmla="*/ 0 w 191"/>
                  <a:gd name="T21" fmla="*/ 0 h 200"/>
                  <a:gd name="T22" fmla="*/ 0 w 191"/>
                  <a:gd name="T23" fmla="*/ 0 h 2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1"/>
                  <a:gd name="T37" fmla="*/ 0 h 200"/>
                  <a:gd name="T38" fmla="*/ 191 w 191"/>
                  <a:gd name="T39" fmla="*/ 200 h 20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1" h="200">
                    <a:moveTo>
                      <a:pt x="126" y="9"/>
                    </a:moveTo>
                    <a:lnTo>
                      <a:pt x="93" y="0"/>
                    </a:lnTo>
                    <a:lnTo>
                      <a:pt x="59" y="5"/>
                    </a:lnTo>
                    <a:lnTo>
                      <a:pt x="32" y="17"/>
                    </a:lnTo>
                    <a:lnTo>
                      <a:pt x="9" y="45"/>
                    </a:lnTo>
                    <a:lnTo>
                      <a:pt x="0" y="94"/>
                    </a:lnTo>
                    <a:lnTo>
                      <a:pt x="0" y="137"/>
                    </a:lnTo>
                    <a:lnTo>
                      <a:pt x="0" y="200"/>
                    </a:lnTo>
                    <a:lnTo>
                      <a:pt x="191" y="200"/>
                    </a:lnTo>
                    <a:lnTo>
                      <a:pt x="181" y="81"/>
                    </a:lnTo>
                    <a:lnTo>
                      <a:pt x="157" y="30"/>
                    </a:lnTo>
                    <a:lnTo>
                      <a:pt x="126" y="9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40404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4" name="Freeform 787"/>
              <p:cNvSpPr>
                <a:spLocks/>
              </p:cNvSpPr>
              <p:nvPr/>
            </p:nvSpPr>
            <p:spPr bwMode="auto">
              <a:xfrm>
                <a:off x="1227" y="3477"/>
                <a:ext cx="429" cy="264"/>
              </a:xfrm>
              <a:custGeom>
                <a:avLst/>
                <a:gdLst>
                  <a:gd name="T0" fmla="*/ 0 w 860"/>
                  <a:gd name="T1" fmla="*/ 0 h 791"/>
                  <a:gd name="T2" fmla="*/ 0 w 860"/>
                  <a:gd name="T3" fmla="*/ 0 h 791"/>
                  <a:gd name="T4" fmla="*/ 0 w 860"/>
                  <a:gd name="T5" fmla="*/ 0 h 791"/>
                  <a:gd name="T6" fmla="*/ 0 w 860"/>
                  <a:gd name="T7" fmla="*/ 0 h 791"/>
                  <a:gd name="T8" fmla="*/ 0 w 860"/>
                  <a:gd name="T9" fmla="*/ 0 h 7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60"/>
                  <a:gd name="T16" fmla="*/ 0 h 791"/>
                  <a:gd name="T17" fmla="*/ 860 w 860"/>
                  <a:gd name="T18" fmla="*/ 791 h 7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60" h="791">
                    <a:moveTo>
                      <a:pt x="0" y="0"/>
                    </a:moveTo>
                    <a:lnTo>
                      <a:pt x="860" y="764"/>
                    </a:lnTo>
                    <a:lnTo>
                      <a:pt x="849" y="777"/>
                    </a:lnTo>
                    <a:lnTo>
                      <a:pt x="838" y="7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5" name="Freeform 788"/>
              <p:cNvSpPr>
                <a:spLocks/>
              </p:cNvSpPr>
              <p:nvPr/>
            </p:nvSpPr>
            <p:spPr bwMode="auto">
              <a:xfrm>
                <a:off x="1521" y="3650"/>
                <a:ext cx="141" cy="122"/>
              </a:xfrm>
              <a:custGeom>
                <a:avLst/>
                <a:gdLst>
                  <a:gd name="T0" fmla="*/ 1 w 281"/>
                  <a:gd name="T1" fmla="*/ 0 h 366"/>
                  <a:gd name="T2" fmla="*/ 1 w 281"/>
                  <a:gd name="T3" fmla="*/ 0 h 366"/>
                  <a:gd name="T4" fmla="*/ 1 w 281"/>
                  <a:gd name="T5" fmla="*/ 0 h 366"/>
                  <a:gd name="T6" fmla="*/ 1 w 281"/>
                  <a:gd name="T7" fmla="*/ 0 h 366"/>
                  <a:gd name="T8" fmla="*/ 1 w 281"/>
                  <a:gd name="T9" fmla="*/ 0 h 366"/>
                  <a:gd name="T10" fmla="*/ 1 w 281"/>
                  <a:gd name="T11" fmla="*/ 0 h 366"/>
                  <a:gd name="T12" fmla="*/ 1 w 281"/>
                  <a:gd name="T13" fmla="*/ 0 h 366"/>
                  <a:gd name="T14" fmla="*/ 1 w 281"/>
                  <a:gd name="T15" fmla="*/ 0 h 366"/>
                  <a:gd name="T16" fmla="*/ 1 w 281"/>
                  <a:gd name="T17" fmla="*/ 0 h 366"/>
                  <a:gd name="T18" fmla="*/ 1 w 281"/>
                  <a:gd name="T19" fmla="*/ 0 h 366"/>
                  <a:gd name="T20" fmla="*/ 1 w 281"/>
                  <a:gd name="T21" fmla="*/ 0 h 366"/>
                  <a:gd name="T22" fmla="*/ 1 w 281"/>
                  <a:gd name="T23" fmla="*/ 0 h 366"/>
                  <a:gd name="T24" fmla="*/ 1 w 281"/>
                  <a:gd name="T25" fmla="*/ 0 h 366"/>
                  <a:gd name="T26" fmla="*/ 1 w 281"/>
                  <a:gd name="T27" fmla="*/ 0 h 366"/>
                  <a:gd name="T28" fmla="*/ 1 w 281"/>
                  <a:gd name="T29" fmla="*/ 0 h 366"/>
                  <a:gd name="T30" fmla="*/ 0 w 281"/>
                  <a:gd name="T31" fmla="*/ 0 h 366"/>
                  <a:gd name="T32" fmla="*/ 0 w 281"/>
                  <a:gd name="T33" fmla="*/ 0 h 366"/>
                  <a:gd name="T34" fmla="*/ 1 w 281"/>
                  <a:gd name="T35" fmla="*/ 0 h 36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81"/>
                  <a:gd name="T55" fmla="*/ 0 h 366"/>
                  <a:gd name="T56" fmla="*/ 281 w 281"/>
                  <a:gd name="T57" fmla="*/ 366 h 36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81" h="366">
                    <a:moveTo>
                      <a:pt x="4" y="95"/>
                    </a:moveTo>
                    <a:lnTo>
                      <a:pt x="24" y="62"/>
                    </a:lnTo>
                    <a:lnTo>
                      <a:pt x="54" y="43"/>
                    </a:lnTo>
                    <a:lnTo>
                      <a:pt x="78" y="42"/>
                    </a:lnTo>
                    <a:lnTo>
                      <a:pt x="128" y="43"/>
                    </a:lnTo>
                    <a:lnTo>
                      <a:pt x="132" y="0"/>
                    </a:lnTo>
                    <a:lnTo>
                      <a:pt x="281" y="130"/>
                    </a:lnTo>
                    <a:lnTo>
                      <a:pt x="272" y="179"/>
                    </a:lnTo>
                    <a:lnTo>
                      <a:pt x="228" y="170"/>
                    </a:lnTo>
                    <a:lnTo>
                      <a:pt x="191" y="184"/>
                    </a:lnTo>
                    <a:lnTo>
                      <a:pt x="158" y="210"/>
                    </a:lnTo>
                    <a:lnTo>
                      <a:pt x="150" y="232"/>
                    </a:lnTo>
                    <a:lnTo>
                      <a:pt x="149" y="295"/>
                    </a:lnTo>
                    <a:lnTo>
                      <a:pt x="149" y="338"/>
                    </a:lnTo>
                    <a:lnTo>
                      <a:pt x="150" y="366"/>
                    </a:lnTo>
                    <a:lnTo>
                      <a:pt x="0" y="229"/>
                    </a:lnTo>
                    <a:lnTo>
                      <a:pt x="0" y="139"/>
                    </a:lnTo>
                    <a:lnTo>
                      <a:pt x="4" y="95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6" name="Line 789"/>
              <p:cNvSpPr>
                <a:spLocks noChangeShapeType="1"/>
              </p:cNvSpPr>
              <p:nvPr/>
            </p:nvSpPr>
            <p:spPr bwMode="auto">
              <a:xfrm>
                <a:off x="1586" y="3665"/>
                <a:ext cx="76" cy="4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7" name="Freeform 790"/>
              <p:cNvSpPr>
                <a:spLocks/>
              </p:cNvSpPr>
              <p:nvPr/>
            </p:nvSpPr>
            <p:spPr bwMode="auto">
              <a:xfrm>
                <a:off x="1242" y="3486"/>
                <a:ext cx="111" cy="96"/>
              </a:xfrm>
              <a:custGeom>
                <a:avLst/>
                <a:gdLst>
                  <a:gd name="T0" fmla="*/ 1 w 222"/>
                  <a:gd name="T1" fmla="*/ 0 h 289"/>
                  <a:gd name="T2" fmla="*/ 1 w 222"/>
                  <a:gd name="T3" fmla="*/ 0 h 289"/>
                  <a:gd name="T4" fmla="*/ 1 w 222"/>
                  <a:gd name="T5" fmla="*/ 0 h 289"/>
                  <a:gd name="T6" fmla="*/ 1 w 222"/>
                  <a:gd name="T7" fmla="*/ 0 h 289"/>
                  <a:gd name="T8" fmla="*/ 1 w 222"/>
                  <a:gd name="T9" fmla="*/ 0 h 289"/>
                  <a:gd name="T10" fmla="*/ 1 w 222"/>
                  <a:gd name="T11" fmla="*/ 0 h 289"/>
                  <a:gd name="T12" fmla="*/ 1 w 222"/>
                  <a:gd name="T13" fmla="*/ 0 h 289"/>
                  <a:gd name="T14" fmla="*/ 1 w 222"/>
                  <a:gd name="T15" fmla="*/ 0 h 289"/>
                  <a:gd name="T16" fmla="*/ 1 w 222"/>
                  <a:gd name="T17" fmla="*/ 0 h 289"/>
                  <a:gd name="T18" fmla="*/ 1 w 222"/>
                  <a:gd name="T19" fmla="*/ 0 h 289"/>
                  <a:gd name="T20" fmla="*/ 1 w 222"/>
                  <a:gd name="T21" fmla="*/ 0 h 289"/>
                  <a:gd name="T22" fmla="*/ 1 w 222"/>
                  <a:gd name="T23" fmla="*/ 0 h 289"/>
                  <a:gd name="T24" fmla="*/ 1 w 222"/>
                  <a:gd name="T25" fmla="*/ 0 h 289"/>
                  <a:gd name="T26" fmla="*/ 1 w 222"/>
                  <a:gd name="T27" fmla="*/ 0 h 289"/>
                  <a:gd name="T28" fmla="*/ 1 w 222"/>
                  <a:gd name="T29" fmla="*/ 0 h 289"/>
                  <a:gd name="T30" fmla="*/ 0 w 222"/>
                  <a:gd name="T31" fmla="*/ 0 h 289"/>
                  <a:gd name="T32" fmla="*/ 1 w 222"/>
                  <a:gd name="T33" fmla="*/ 0 h 289"/>
                  <a:gd name="T34" fmla="*/ 1 w 222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22"/>
                  <a:gd name="T55" fmla="*/ 0 h 289"/>
                  <a:gd name="T56" fmla="*/ 222 w 222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22" h="289">
                    <a:moveTo>
                      <a:pt x="10" y="98"/>
                    </a:moveTo>
                    <a:lnTo>
                      <a:pt x="27" y="64"/>
                    </a:lnTo>
                    <a:lnTo>
                      <a:pt x="53" y="45"/>
                    </a:lnTo>
                    <a:lnTo>
                      <a:pt x="81" y="41"/>
                    </a:lnTo>
                    <a:lnTo>
                      <a:pt x="131" y="42"/>
                    </a:lnTo>
                    <a:lnTo>
                      <a:pt x="135" y="0"/>
                    </a:lnTo>
                    <a:lnTo>
                      <a:pt x="222" y="80"/>
                    </a:lnTo>
                    <a:lnTo>
                      <a:pt x="218" y="120"/>
                    </a:lnTo>
                    <a:lnTo>
                      <a:pt x="190" y="118"/>
                    </a:lnTo>
                    <a:lnTo>
                      <a:pt x="168" y="116"/>
                    </a:lnTo>
                    <a:lnTo>
                      <a:pt x="135" y="125"/>
                    </a:lnTo>
                    <a:lnTo>
                      <a:pt x="118" y="137"/>
                    </a:lnTo>
                    <a:lnTo>
                      <a:pt x="102" y="161"/>
                    </a:lnTo>
                    <a:lnTo>
                      <a:pt x="98" y="192"/>
                    </a:lnTo>
                    <a:lnTo>
                      <a:pt x="93" y="289"/>
                    </a:lnTo>
                    <a:lnTo>
                      <a:pt x="0" y="197"/>
                    </a:lnTo>
                    <a:lnTo>
                      <a:pt x="4" y="138"/>
                    </a:lnTo>
                    <a:lnTo>
                      <a:pt x="10" y="98"/>
                    </a:lnTo>
                    <a:close/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8" name="Freeform 791"/>
              <p:cNvSpPr>
                <a:spLocks/>
              </p:cNvSpPr>
              <p:nvPr/>
            </p:nvSpPr>
            <p:spPr bwMode="auto">
              <a:xfrm>
                <a:off x="1456" y="3626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9" name="Freeform 792"/>
              <p:cNvSpPr>
                <a:spLocks/>
              </p:cNvSpPr>
              <p:nvPr/>
            </p:nvSpPr>
            <p:spPr bwMode="auto">
              <a:xfrm>
                <a:off x="1440" y="3615"/>
                <a:ext cx="63" cy="61"/>
              </a:xfrm>
              <a:custGeom>
                <a:avLst/>
                <a:gdLst>
                  <a:gd name="T0" fmla="*/ 1 w 126"/>
                  <a:gd name="T1" fmla="*/ 0 h 185"/>
                  <a:gd name="T2" fmla="*/ 1 w 126"/>
                  <a:gd name="T3" fmla="*/ 0 h 185"/>
                  <a:gd name="T4" fmla="*/ 1 w 126"/>
                  <a:gd name="T5" fmla="*/ 0 h 185"/>
                  <a:gd name="T6" fmla="*/ 1 w 126"/>
                  <a:gd name="T7" fmla="*/ 0 h 185"/>
                  <a:gd name="T8" fmla="*/ 0 w 126"/>
                  <a:gd name="T9" fmla="*/ 0 h 185"/>
                  <a:gd name="T10" fmla="*/ 0 w 126"/>
                  <a:gd name="T11" fmla="*/ 0 h 185"/>
                  <a:gd name="T12" fmla="*/ 0 w 126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5"/>
                  <a:gd name="T23" fmla="*/ 126 w 126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5">
                    <a:moveTo>
                      <a:pt x="126" y="3"/>
                    </a:moveTo>
                    <a:lnTo>
                      <a:pt x="59" y="0"/>
                    </a:lnTo>
                    <a:lnTo>
                      <a:pt x="24" y="15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0" name="Freeform 793"/>
              <p:cNvSpPr>
                <a:spLocks/>
              </p:cNvSpPr>
              <p:nvPr/>
            </p:nvSpPr>
            <p:spPr bwMode="auto">
              <a:xfrm>
                <a:off x="1422" y="3604"/>
                <a:ext cx="64" cy="62"/>
              </a:xfrm>
              <a:custGeom>
                <a:avLst/>
                <a:gdLst>
                  <a:gd name="T0" fmla="*/ 1 w 127"/>
                  <a:gd name="T1" fmla="*/ 0 h 185"/>
                  <a:gd name="T2" fmla="*/ 1 w 127"/>
                  <a:gd name="T3" fmla="*/ 0 h 185"/>
                  <a:gd name="T4" fmla="*/ 1 w 127"/>
                  <a:gd name="T5" fmla="*/ 0 h 185"/>
                  <a:gd name="T6" fmla="*/ 1 w 127"/>
                  <a:gd name="T7" fmla="*/ 0 h 185"/>
                  <a:gd name="T8" fmla="*/ 0 w 127"/>
                  <a:gd name="T9" fmla="*/ 0 h 185"/>
                  <a:gd name="T10" fmla="*/ 0 w 127"/>
                  <a:gd name="T11" fmla="*/ 0 h 185"/>
                  <a:gd name="T12" fmla="*/ 0 w 127"/>
                  <a:gd name="T13" fmla="*/ 0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5"/>
                  <a:gd name="T23" fmla="*/ 127 w 127"/>
                  <a:gd name="T24" fmla="*/ 185 h 18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5">
                    <a:moveTo>
                      <a:pt x="127" y="5"/>
                    </a:moveTo>
                    <a:lnTo>
                      <a:pt x="59" y="0"/>
                    </a:lnTo>
                    <a:lnTo>
                      <a:pt x="30" y="14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5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1" name="Freeform 794"/>
              <p:cNvSpPr>
                <a:spLocks/>
              </p:cNvSpPr>
              <p:nvPr/>
            </p:nvSpPr>
            <p:spPr bwMode="auto">
              <a:xfrm>
                <a:off x="1401" y="3594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2" y="10"/>
                    </a:lnTo>
                    <a:lnTo>
                      <a:pt x="9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2" name="Freeform 795"/>
              <p:cNvSpPr>
                <a:spLocks/>
              </p:cNvSpPr>
              <p:nvPr/>
            </p:nvSpPr>
            <p:spPr bwMode="auto">
              <a:xfrm>
                <a:off x="1383" y="3583"/>
                <a:ext cx="64" cy="62"/>
              </a:xfrm>
              <a:custGeom>
                <a:avLst/>
                <a:gdLst>
                  <a:gd name="T0" fmla="*/ 1 w 128"/>
                  <a:gd name="T1" fmla="*/ 0 h 186"/>
                  <a:gd name="T2" fmla="*/ 1 w 128"/>
                  <a:gd name="T3" fmla="*/ 0 h 186"/>
                  <a:gd name="T4" fmla="*/ 1 w 128"/>
                  <a:gd name="T5" fmla="*/ 0 h 186"/>
                  <a:gd name="T6" fmla="*/ 1 w 128"/>
                  <a:gd name="T7" fmla="*/ 0 h 186"/>
                  <a:gd name="T8" fmla="*/ 0 w 128"/>
                  <a:gd name="T9" fmla="*/ 0 h 186"/>
                  <a:gd name="T10" fmla="*/ 0 w 128"/>
                  <a:gd name="T11" fmla="*/ 0 h 186"/>
                  <a:gd name="T12" fmla="*/ 0 w 128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8"/>
                  <a:gd name="T22" fmla="*/ 0 h 186"/>
                  <a:gd name="T23" fmla="*/ 128 w 128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8" h="186">
                    <a:moveTo>
                      <a:pt x="128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9" y="40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3" name="Freeform 796"/>
              <p:cNvSpPr>
                <a:spLocks/>
              </p:cNvSpPr>
              <p:nvPr/>
            </p:nvSpPr>
            <p:spPr bwMode="auto">
              <a:xfrm>
                <a:off x="1365" y="3570"/>
                <a:ext cx="63" cy="62"/>
              </a:xfrm>
              <a:custGeom>
                <a:avLst/>
                <a:gdLst>
                  <a:gd name="T0" fmla="*/ 1 w 126"/>
                  <a:gd name="T1" fmla="*/ 0 h 186"/>
                  <a:gd name="T2" fmla="*/ 1 w 126"/>
                  <a:gd name="T3" fmla="*/ 0 h 186"/>
                  <a:gd name="T4" fmla="*/ 1 w 126"/>
                  <a:gd name="T5" fmla="*/ 0 h 186"/>
                  <a:gd name="T6" fmla="*/ 1 w 126"/>
                  <a:gd name="T7" fmla="*/ 0 h 186"/>
                  <a:gd name="T8" fmla="*/ 0 w 126"/>
                  <a:gd name="T9" fmla="*/ 0 h 186"/>
                  <a:gd name="T10" fmla="*/ 0 w 126"/>
                  <a:gd name="T11" fmla="*/ 0 h 186"/>
                  <a:gd name="T12" fmla="*/ 0 w 126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6"/>
                  <a:gd name="T22" fmla="*/ 0 h 186"/>
                  <a:gd name="T23" fmla="*/ 126 w 126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6" h="186">
                    <a:moveTo>
                      <a:pt x="126" y="4"/>
                    </a:moveTo>
                    <a:lnTo>
                      <a:pt x="58" y="0"/>
                    </a:lnTo>
                    <a:lnTo>
                      <a:pt x="31" y="14"/>
                    </a:lnTo>
                    <a:lnTo>
                      <a:pt x="8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4" name="Freeform 797"/>
              <p:cNvSpPr>
                <a:spLocks/>
              </p:cNvSpPr>
              <p:nvPr/>
            </p:nvSpPr>
            <p:spPr bwMode="auto">
              <a:xfrm>
                <a:off x="1349" y="3558"/>
                <a:ext cx="64" cy="62"/>
              </a:xfrm>
              <a:custGeom>
                <a:avLst/>
                <a:gdLst>
                  <a:gd name="T0" fmla="*/ 1 w 127"/>
                  <a:gd name="T1" fmla="*/ 0 h 186"/>
                  <a:gd name="T2" fmla="*/ 1 w 127"/>
                  <a:gd name="T3" fmla="*/ 0 h 186"/>
                  <a:gd name="T4" fmla="*/ 1 w 127"/>
                  <a:gd name="T5" fmla="*/ 0 h 186"/>
                  <a:gd name="T6" fmla="*/ 1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5"/>
                    </a:moveTo>
                    <a:lnTo>
                      <a:pt x="59" y="0"/>
                    </a:lnTo>
                    <a:lnTo>
                      <a:pt x="33" y="16"/>
                    </a:lnTo>
                    <a:lnTo>
                      <a:pt x="9" y="40"/>
                    </a:lnTo>
                    <a:lnTo>
                      <a:pt x="0" y="89"/>
                    </a:lnTo>
                    <a:lnTo>
                      <a:pt x="0" y="186"/>
                    </a:lnTo>
                    <a:lnTo>
                      <a:pt x="0" y="182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5" name="Freeform 798"/>
              <p:cNvSpPr>
                <a:spLocks/>
              </p:cNvSpPr>
              <p:nvPr/>
            </p:nvSpPr>
            <p:spPr bwMode="auto">
              <a:xfrm>
                <a:off x="1331" y="3550"/>
                <a:ext cx="63" cy="62"/>
              </a:xfrm>
              <a:custGeom>
                <a:avLst/>
                <a:gdLst>
                  <a:gd name="T0" fmla="*/ 0 w 127"/>
                  <a:gd name="T1" fmla="*/ 0 h 186"/>
                  <a:gd name="T2" fmla="*/ 0 w 127"/>
                  <a:gd name="T3" fmla="*/ 0 h 186"/>
                  <a:gd name="T4" fmla="*/ 0 w 127"/>
                  <a:gd name="T5" fmla="*/ 0 h 186"/>
                  <a:gd name="T6" fmla="*/ 0 w 127"/>
                  <a:gd name="T7" fmla="*/ 0 h 186"/>
                  <a:gd name="T8" fmla="*/ 0 w 127"/>
                  <a:gd name="T9" fmla="*/ 0 h 186"/>
                  <a:gd name="T10" fmla="*/ 0 w 127"/>
                  <a:gd name="T11" fmla="*/ 0 h 186"/>
                  <a:gd name="T12" fmla="*/ 0 w 127"/>
                  <a:gd name="T13" fmla="*/ 0 h 1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7"/>
                  <a:gd name="T22" fmla="*/ 0 h 186"/>
                  <a:gd name="T23" fmla="*/ 127 w 127"/>
                  <a:gd name="T24" fmla="*/ 186 h 1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7" h="186">
                    <a:moveTo>
                      <a:pt x="127" y="4"/>
                    </a:moveTo>
                    <a:lnTo>
                      <a:pt x="59" y="0"/>
                    </a:lnTo>
                    <a:lnTo>
                      <a:pt x="32" y="13"/>
                    </a:lnTo>
                    <a:lnTo>
                      <a:pt x="10" y="39"/>
                    </a:lnTo>
                    <a:lnTo>
                      <a:pt x="0" y="88"/>
                    </a:lnTo>
                    <a:lnTo>
                      <a:pt x="0" y="186"/>
                    </a:lnTo>
                    <a:lnTo>
                      <a:pt x="0" y="180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6" name="Freeform 799"/>
              <p:cNvSpPr>
                <a:spLocks/>
              </p:cNvSpPr>
              <p:nvPr/>
            </p:nvSpPr>
            <p:spPr bwMode="auto">
              <a:xfrm>
                <a:off x="1308" y="3501"/>
                <a:ext cx="47" cy="25"/>
              </a:xfrm>
              <a:custGeom>
                <a:avLst/>
                <a:gdLst>
                  <a:gd name="T0" fmla="*/ 0 w 96"/>
                  <a:gd name="T1" fmla="*/ 0 h 74"/>
                  <a:gd name="T2" fmla="*/ 0 w 96"/>
                  <a:gd name="T3" fmla="*/ 0 h 74"/>
                  <a:gd name="T4" fmla="*/ 0 w 96"/>
                  <a:gd name="T5" fmla="*/ 0 h 74"/>
                  <a:gd name="T6" fmla="*/ 0 w 96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74"/>
                  <a:gd name="T14" fmla="*/ 96 w 96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74">
                    <a:moveTo>
                      <a:pt x="0" y="0"/>
                    </a:moveTo>
                    <a:lnTo>
                      <a:pt x="89" y="74"/>
                    </a:lnTo>
                    <a:lnTo>
                      <a:pt x="96" y="74"/>
                    </a:lnTo>
                    <a:lnTo>
                      <a:pt x="93" y="74"/>
                    </a:lnTo>
                  </a:path>
                </a:pathLst>
              </a:custGeom>
              <a:solidFill>
                <a:schemeClr val="bg2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7" name="Oval 800"/>
              <p:cNvSpPr>
                <a:spLocks noChangeArrowheads="1"/>
              </p:cNvSpPr>
              <p:nvPr/>
            </p:nvSpPr>
            <p:spPr bwMode="auto">
              <a:xfrm>
                <a:off x="1339" y="3772"/>
                <a:ext cx="78" cy="26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8" name="Oval 801"/>
              <p:cNvSpPr>
                <a:spLocks noChangeArrowheads="1"/>
              </p:cNvSpPr>
              <p:nvPr/>
            </p:nvSpPr>
            <p:spPr bwMode="auto">
              <a:xfrm>
                <a:off x="1432" y="3771"/>
                <a:ext cx="78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9" name="Freeform 802"/>
              <p:cNvSpPr>
                <a:spLocks/>
              </p:cNvSpPr>
              <p:nvPr/>
            </p:nvSpPr>
            <p:spPr bwMode="auto">
              <a:xfrm>
                <a:off x="1511" y="3785"/>
                <a:ext cx="94" cy="8"/>
              </a:xfrm>
              <a:custGeom>
                <a:avLst/>
                <a:gdLst>
                  <a:gd name="T0" fmla="*/ 0 w 188"/>
                  <a:gd name="T1" fmla="*/ 0 h 25"/>
                  <a:gd name="T2" fmla="*/ 1 w 188"/>
                  <a:gd name="T3" fmla="*/ 0 h 25"/>
                  <a:gd name="T4" fmla="*/ 1 w 188"/>
                  <a:gd name="T5" fmla="*/ 0 h 25"/>
                  <a:gd name="T6" fmla="*/ 1 w 188"/>
                  <a:gd name="T7" fmla="*/ 0 h 25"/>
                  <a:gd name="T8" fmla="*/ 0 w 188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8"/>
                  <a:gd name="T16" fmla="*/ 0 h 25"/>
                  <a:gd name="T17" fmla="*/ 188 w 188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8" h="25">
                    <a:moveTo>
                      <a:pt x="0" y="25"/>
                    </a:moveTo>
                    <a:lnTo>
                      <a:pt x="6" y="0"/>
                    </a:lnTo>
                    <a:lnTo>
                      <a:pt x="175" y="0"/>
                    </a:lnTo>
                    <a:lnTo>
                      <a:pt x="188" y="19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0" name="Oval 803"/>
              <p:cNvSpPr>
                <a:spLocks noChangeArrowheads="1"/>
              </p:cNvSpPr>
              <p:nvPr/>
            </p:nvSpPr>
            <p:spPr bwMode="auto">
              <a:xfrm>
                <a:off x="1338" y="3767"/>
                <a:ext cx="78" cy="27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1" name="Oval 804"/>
              <p:cNvSpPr>
                <a:spLocks noChangeArrowheads="1"/>
              </p:cNvSpPr>
              <p:nvPr/>
            </p:nvSpPr>
            <p:spPr bwMode="auto">
              <a:xfrm>
                <a:off x="1431" y="3766"/>
                <a:ext cx="77" cy="25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Montserrat" panose="00000500000000000000" pitchFamily="2" charset="0"/>
                </a:endParaRPr>
              </a:p>
            </p:txBody>
          </p:sp>
        </p:grpSp>
      </p:grpSp>
      <p:pic>
        <p:nvPicPr>
          <p:cNvPr id="13" name="Picture 20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191" y="2973409"/>
            <a:ext cx="475967" cy="30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771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AutoShape 5"/>
          <p:cNvSpPr>
            <a:spLocks noChangeArrowheads="1"/>
          </p:cNvSpPr>
          <p:nvPr/>
        </p:nvSpPr>
        <p:spPr bwMode="auto">
          <a:xfrm>
            <a:off x="517853" y="610181"/>
            <a:ext cx="8133857" cy="308939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37984" y="560869"/>
            <a:ext cx="42707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路由器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到主机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的安全关联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</a:t>
            </a:r>
            <a:endParaRPr lang="zh-CN" altLang="en-US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363476" y="1137226"/>
            <a:ext cx="6442608" cy="656590"/>
          </a:xfrm>
          <a:prstGeom prst="rect">
            <a:avLst/>
          </a:prstGeom>
          <a:solidFill>
            <a:srgbClr val="CC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若公司总部的主机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要和某外地业务员的主机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进行安全通信，需要在公司总部的路由器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和外地业务员的主机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建立安全关联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  <p:grpSp>
        <p:nvGrpSpPr>
          <p:cNvPr id="1080" name="Group 107"/>
          <p:cNvGrpSpPr>
            <a:grpSpLocks/>
          </p:cNvGrpSpPr>
          <p:nvPr/>
        </p:nvGrpSpPr>
        <p:grpSpPr bwMode="auto">
          <a:xfrm>
            <a:off x="3317042" y="2202839"/>
            <a:ext cx="3220329" cy="1969898"/>
            <a:chOff x="2248" y="820"/>
            <a:chExt cx="2248" cy="883"/>
          </a:xfrm>
        </p:grpSpPr>
        <p:grpSp>
          <p:nvGrpSpPr>
            <p:cNvPr id="1081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1111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1116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1126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1128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1132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1136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137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138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139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1140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133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1134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1135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</p:grpSp>
                <p:sp>
                  <p:nvSpPr>
                    <p:cNvPr id="1129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1130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1131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</p:grpSp>
              <p:sp>
                <p:nvSpPr>
                  <p:cNvPr id="1127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1117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1120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121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122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123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124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1125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sp>
              <p:nvSpPr>
                <p:cNvPr id="1118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19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112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113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114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115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1082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1096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1107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8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9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10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1097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1099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0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1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2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3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4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5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106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1098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1083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084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85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86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87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88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89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90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91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92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93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94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095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1141" name="圆角矩形 1140"/>
          <p:cNvSpPr/>
          <p:nvPr/>
        </p:nvSpPr>
        <p:spPr bwMode="auto">
          <a:xfrm>
            <a:off x="853261" y="2249246"/>
            <a:ext cx="2376640" cy="1895572"/>
          </a:xfrm>
          <a:prstGeom prst="roundRect">
            <a:avLst/>
          </a:prstGeom>
          <a:solidFill>
            <a:srgbClr val="33CCFF"/>
          </a:solidFill>
          <a:ln w="63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142" name="直接连接符 75"/>
          <p:cNvCxnSpPr>
            <a:cxnSpLocks noChangeShapeType="1"/>
          </p:cNvCxnSpPr>
          <p:nvPr/>
        </p:nvCxnSpPr>
        <p:spPr bwMode="auto">
          <a:xfrm>
            <a:off x="6391403" y="3434454"/>
            <a:ext cx="1275629" cy="159547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3" name="Line 205"/>
          <p:cNvSpPr>
            <a:spLocks noChangeShapeType="1"/>
          </p:cNvSpPr>
          <p:nvPr/>
        </p:nvSpPr>
        <p:spPr bwMode="auto">
          <a:xfrm>
            <a:off x="1687750" y="3109662"/>
            <a:ext cx="166714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44" name="Text Box 48"/>
          <p:cNvSpPr txBox="1">
            <a:spLocks noChangeArrowheads="1"/>
          </p:cNvSpPr>
          <p:nvPr/>
        </p:nvSpPr>
        <p:spPr bwMode="auto">
          <a:xfrm>
            <a:off x="1636937" y="1955216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公司总部</a:t>
            </a:r>
          </a:p>
        </p:txBody>
      </p:sp>
      <p:pic>
        <p:nvPicPr>
          <p:cNvPr id="1145" name="Picture 20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668" y="2967208"/>
            <a:ext cx="514663" cy="3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7" name="Text Box 207"/>
          <p:cNvSpPr txBox="1">
            <a:spLocks noChangeArrowheads="1"/>
          </p:cNvSpPr>
          <p:nvPr/>
        </p:nvSpPr>
        <p:spPr bwMode="auto">
          <a:xfrm>
            <a:off x="4524703" y="1935211"/>
            <a:ext cx="723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</a:t>
            </a:r>
          </a:p>
        </p:txBody>
      </p:sp>
      <p:sp>
        <p:nvSpPr>
          <p:cNvPr id="1148" name="Text Box 201"/>
          <p:cNvSpPr txBox="1">
            <a:spLocks noChangeArrowheads="1"/>
          </p:cNvSpPr>
          <p:nvPr/>
        </p:nvSpPr>
        <p:spPr bwMode="auto">
          <a:xfrm rot="284964">
            <a:off x="4441972" y="3438996"/>
            <a:ext cx="12426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</a:t>
            </a:r>
            <a:r>
              <a:rPr kumimoji="0"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kumimoji="0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kumimoji="0"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kumimoji="0"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→ H</a:t>
            </a:r>
            <a:r>
              <a:rPr kumimoji="0"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</a:p>
        </p:txBody>
      </p:sp>
      <p:sp>
        <p:nvSpPr>
          <p:cNvPr id="1149" name="Text Box 208"/>
          <p:cNvSpPr txBox="1">
            <a:spLocks noChangeArrowheads="1"/>
          </p:cNvSpPr>
          <p:nvPr/>
        </p:nvSpPr>
        <p:spPr bwMode="auto">
          <a:xfrm>
            <a:off x="2772219" y="2564542"/>
            <a:ext cx="360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</a:p>
        </p:txBody>
      </p:sp>
      <p:sp>
        <p:nvSpPr>
          <p:cNvPr id="1150" name="TextBox 997"/>
          <p:cNvSpPr txBox="1">
            <a:spLocks noChangeArrowheads="1"/>
          </p:cNvSpPr>
          <p:nvPr/>
        </p:nvSpPr>
        <p:spPr bwMode="auto">
          <a:xfrm rot="331179">
            <a:off x="4461136" y="2723100"/>
            <a:ext cx="13147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</a:t>
            </a:r>
          </a:p>
        </p:txBody>
      </p:sp>
      <p:sp>
        <p:nvSpPr>
          <p:cNvPr id="1151" name="Text Box 213"/>
          <p:cNvSpPr txBox="1">
            <a:spLocks noChangeArrowheads="1"/>
          </p:cNvSpPr>
          <p:nvPr/>
        </p:nvSpPr>
        <p:spPr bwMode="auto">
          <a:xfrm>
            <a:off x="942331" y="2755698"/>
            <a:ext cx="38824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</a:p>
        </p:txBody>
      </p:sp>
      <p:sp>
        <p:nvSpPr>
          <p:cNvPr id="1605" name="Text Box 213"/>
          <p:cNvSpPr txBox="1">
            <a:spLocks noChangeArrowheads="1"/>
          </p:cNvSpPr>
          <p:nvPr/>
        </p:nvSpPr>
        <p:spPr bwMode="auto">
          <a:xfrm>
            <a:off x="7481981" y="3040397"/>
            <a:ext cx="4203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6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</a:p>
        </p:txBody>
      </p:sp>
      <p:sp>
        <p:nvSpPr>
          <p:cNvPr id="1607" name="AutoShape 212"/>
          <p:cNvSpPr>
            <a:spLocks noChangeArrowheads="1"/>
          </p:cNvSpPr>
          <p:nvPr/>
        </p:nvSpPr>
        <p:spPr bwMode="auto">
          <a:xfrm rot="496123">
            <a:off x="5960811" y="3249095"/>
            <a:ext cx="976722" cy="105922"/>
          </a:xfrm>
          <a:prstGeom prst="rightArrow">
            <a:avLst>
              <a:gd name="adj1" fmla="val 50000"/>
              <a:gd name="adj2" fmla="val 72412"/>
            </a:avLst>
          </a:prstGeom>
          <a:solidFill>
            <a:srgbClr val="CC0099"/>
          </a:solidFill>
          <a:ln w="9525">
            <a:solidFill>
              <a:srgbClr val="CC0099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09" name="Text Box 207"/>
          <p:cNvSpPr txBox="1">
            <a:spLocks noChangeArrowheads="1"/>
          </p:cNvSpPr>
          <p:nvPr/>
        </p:nvSpPr>
        <p:spPr bwMode="auto">
          <a:xfrm>
            <a:off x="7282736" y="2759981"/>
            <a:ext cx="8002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业务员</a:t>
            </a:r>
          </a:p>
        </p:txBody>
      </p:sp>
      <p:grpSp>
        <p:nvGrpSpPr>
          <p:cNvPr id="1611" name="组合 1610"/>
          <p:cNvGrpSpPr/>
          <p:nvPr/>
        </p:nvGrpSpPr>
        <p:grpSpPr>
          <a:xfrm>
            <a:off x="1855015" y="2877938"/>
            <a:ext cx="667224" cy="172842"/>
            <a:chOff x="1914443" y="4003494"/>
            <a:chExt cx="805871" cy="198282"/>
          </a:xfrm>
        </p:grpSpPr>
        <p:grpSp>
          <p:nvGrpSpPr>
            <p:cNvPr id="1612" name="组合 990"/>
            <p:cNvGrpSpPr>
              <a:grpSpLocks/>
            </p:cNvGrpSpPr>
            <p:nvPr/>
          </p:nvGrpSpPr>
          <p:grpSpPr bwMode="auto">
            <a:xfrm>
              <a:off x="1914443" y="4003494"/>
              <a:ext cx="805871" cy="198282"/>
              <a:chOff x="1691680" y="1052736"/>
              <a:chExt cx="576064" cy="144016"/>
            </a:xfrm>
          </p:grpSpPr>
          <p:sp>
            <p:nvSpPr>
              <p:cNvPr id="1614" name="矩形 1613"/>
              <p:cNvSpPr/>
              <p:nvPr/>
            </p:nvSpPr>
            <p:spPr bwMode="auto">
              <a:xfrm>
                <a:off x="1691680" y="1052736"/>
                <a:ext cx="360239" cy="144016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cxnSp>
            <p:nvCxnSpPr>
              <p:cNvPr id="1615" name="直接箭头连接符 988"/>
              <p:cNvCxnSpPr>
                <a:cxnSpLocks noChangeShapeType="1"/>
                <a:stCxn id="1614" idx="3"/>
              </p:cNvCxnSpPr>
              <p:nvPr/>
            </p:nvCxnSpPr>
            <p:spPr bwMode="auto">
              <a:xfrm>
                <a:off x="2051720" y="1124744"/>
                <a:ext cx="216024" cy="0"/>
              </a:xfrm>
              <a:prstGeom prst="straightConnector1">
                <a:avLst/>
              </a:prstGeom>
              <a:noFill/>
              <a:ln w="38100" algn="ctr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613" name="矩形 507"/>
            <p:cNvSpPr>
              <a:spLocks noChangeArrowheads="1"/>
            </p:cNvSpPr>
            <p:nvPr/>
          </p:nvSpPr>
          <p:spPr bwMode="auto">
            <a:xfrm>
              <a:off x="2267428" y="4010030"/>
              <a:ext cx="148741" cy="187388"/>
            </a:xfrm>
            <a:prstGeom prst="rect">
              <a:avLst/>
            </a:prstGeom>
            <a:solidFill>
              <a:srgbClr val="00FFFF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618" name="组合 518"/>
          <p:cNvGrpSpPr>
            <a:grpSpLocks/>
          </p:cNvGrpSpPr>
          <p:nvPr/>
        </p:nvGrpSpPr>
        <p:grpSpPr bwMode="auto">
          <a:xfrm>
            <a:off x="1691639" y="2307246"/>
            <a:ext cx="1159946" cy="644771"/>
            <a:chOff x="1550530" y="598373"/>
            <a:chExt cx="1002848" cy="538002"/>
          </a:xfrm>
        </p:grpSpPr>
        <p:grpSp>
          <p:nvGrpSpPr>
            <p:cNvPr id="1619" name="组合 516"/>
            <p:cNvGrpSpPr>
              <a:grpSpLocks/>
            </p:cNvGrpSpPr>
            <p:nvPr/>
          </p:nvGrpSpPr>
          <p:grpSpPr bwMode="auto">
            <a:xfrm>
              <a:off x="1550530" y="598373"/>
              <a:ext cx="1002848" cy="294860"/>
              <a:chOff x="1619672" y="576470"/>
              <a:chExt cx="964502" cy="294860"/>
            </a:xfrm>
          </p:grpSpPr>
          <p:sp>
            <p:nvSpPr>
              <p:cNvPr id="1621" name="圆角矩形标注 515"/>
              <p:cNvSpPr>
                <a:spLocks noChangeArrowheads="1"/>
              </p:cNvSpPr>
              <p:nvPr/>
            </p:nvSpPr>
            <p:spPr bwMode="auto">
              <a:xfrm>
                <a:off x="1619672" y="576470"/>
                <a:ext cx="964502" cy="294860"/>
              </a:xfrm>
              <a:prstGeom prst="wedgeRoundRectCallout">
                <a:avLst>
                  <a:gd name="adj1" fmla="val -9139"/>
                  <a:gd name="adj2" fmla="val 50139"/>
                  <a:gd name="adj3" fmla="val 16667"/>
                </a:avLst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22" name="Text Box 48"/>
              <p:cNvSpPr txBox="1">
                <a:spLocks noChangeArrowheads="1"/>
              </p:cNvSpPr>
              <p:nvPr/>
            </p:nvSpPr>
            <p:spPr bwMode="auto">
              <a:xfrm>
                <a:off x="1651608" y="610981"/>
                <a:ext cx="902645" cy="256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从 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1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 </a:t>
                </a:r>
                <a:r>
                  <a:rPr lang="zh-CN" altLang="en-US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到 </a:t>
                </a:r>
                <a:r>
                  <a:rPr lang="en-US" altLang="zh-CN" sz="1400" b="1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H</a:t>
                </a:r>
                <a:r>
                  <a:rPr lang="en-US" altLang="zh-CN" sz="1400" b="1" baseline="-250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2</a:t>
                </a:r>
                <a:endParaRPr lang="zh-CN" altLang="en-US" sz="14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1620" name="下箭头 517"/>
            <p:cNvSpPr>
              <a:spLocks noChangeArrowheads="1"/>
            </p:cNvSpPr>
            <p:nvPr/>
          </p:nvSpPr>
          <p:spPr bwMode="auto">
            <a:xfrm>
              <a:off x="1962200" y="895401"/>
              <a:ext cx="89519" cy="240974"/>
            </a:xfrm>
            <a:prstGeom prst="downArrow">
              <a:avLst>
                <a:gd name="adj1" fmla="val 50000"/>
                <a:gd name="adj2" fmla="val 127715"/>
              </a:avLst>
            </a:prstGeom>
            <a:solidFill>
              <a:schemeClr val="bg1"/>
            </a:solidFill>
            <a:ln w="63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363998" y="3020180"/>
            <a:ext cx="1582589" cy="336639"/>
            <a:chOff x="4363998" y="3065005"/>
            <a:chExt cx="1582589" cy="336639"/>
          </a:xfrm>
        </p:grpSpPr>
        <p:grpSp>
          <p:nvGrpSpPr>
            <p:cNvPr id="3" name="组合 2"/>
            <p:cNvGrpSpPr/>
            <p:nvPr/>
          </p:nvGrpSpPr>
          <p:grpSpPr>
            <a:xfrm>
              <a:off x="4363998" y="3065005"/>
              <a:ext cx="1582589" cy="336639"/>
              <a:chOff x="4363998" y="3065005"/>
              <a:chExt cx="1582589" cy="336639"/>
            </a:xfrm>
          </p:grpSpPr>
          <p:sp>
            <p:nvSpPr>
              <p:cNvPr id="1608" name="Rectangle 210"/>
              <p:cNvSpPr>
                <a:spLocks noChangeArrowheads="1"/>
              </p:cNvSpPr>
              <p:nvPr/>
            </p:nvSpPr>
            <p:spPr bwMode="auto">
              <a:xfrm rot="349158">
                <a:off x="4363998" y="3065005"/>
                <a:ext cx="1582589" cy="275409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10" name="矩形 1609"/>
              <p:cNvSpPr/>
              <p:nvPr/>
            </p:nvSpPr>
            <p:spPr bwMode="auto">
              <a:xfrm rot="355772">
                <a:off x="5691942" y="3141431"/>
                <a:ext cx="249979" cy="260213"/>
              </a:xfrm>
              <a:prstGeom prst="rect">
                <a:avLst/>
              </a:prstGeom>
              <a:solidFill>
                <a:srgbClr val="FFFF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1623" name="组合 1622"/>
            <p:cNvGrpSpPr/>
            <p:nvPr/>
          </p:nvGrpSpPr>
          <p:grpSpPr>
            <a:xfrm rot="353826">
              <a:off x="4914706" y="3105795"/>
              <a:ext cx="417246" cy="172842"/>
              <a:chOff x="1914444" y="4003494"/>
              <a:chExt cx="503948" cy="198282"/>
            </a:xfrm>
          </p:grpSpPr>
          <p:sp>
            <p:nvSpPr>
              <p:cNvPr id="1624" name="矩形 1623"/>
              <p:cNvSpPr/>
              <p:nvPr/>
            </p:nvSpPr>
            <p:spPr bwMode="auto">
              <a:xfrm>
                <a:off x="1914444" y="4003494"/>
                <a:ext cx="503948" cy="198282"/>
              </a:xfrm>
              <a:prstGeom prst="rect">
                <a:avLst/>
              </a:prstGeom>
              <a:solidFill>
                <a:srgbClr val="FFC0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25" name="矩形 507"/>
              <p:cNvSpPr>
                <a:spLocks noChangeArrowheads="1"/>
              </p:cNvSpPr>
              <p:nvPr/>
            </p:nvSpPr>
            <p:spPr bwMode="auto">
              <a:xfrm>
                <a:off x="2267428" y="4010030"/>
                <a:ext cx="148741" cy="187388"/>
              </a:xfrm>
              <a:prstGeom prst="rect">
                <a:avLst/>
              </a:prstGeom>
              <a:solidFill>
                <a:srgbClr val="00FFFF"/>
              </a:solidFill>
              <a:ln w="635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6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pic>
        <p:nvPicPr>
          <p:cNvPr id="1626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049" y="2807619"/>
            <a:ext cx="488382" cy="48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3" name="Picture 200" descr="jisuanj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059" y="3355705"/>
            <a:ext cx="716843" cy="7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6" name="圆角矩形标注 514"/>
          <p:cNvSpPr>
            <a:spLocks noChangeArrowheads="1"/>
          </p:cNvSpPr>
          <p:nvPr/>
        </p:nvSpPr>
        <p:spPr bwMode="auto">
          <a:xfrm>
            <a:off x="6113853" y="2302429"/>
            <a:ext cx="1217001" cy="324793"/>
          </a:xfrm>
          <a:prstGeom prst="wedgeRoundRectCallout">
            <a:avLst>
              <a:gd name="adj1" fmla="val -77218"/>
              <a:gd name="adj2" fmla="val 217574"/>
              <a:gd name="adj3" fmla="val 16667"/>
            </a:avLst>
          </a:prstGeom>
          <a:solidFill>
            <a:srgbClr val="FFFF00"/>
          </a:solidFill>
          <a:ln w="6350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17" name="Text Box 48"/>
          <p:cNvSpPr txBox="1">
            <a:spLocks noChangeArrowheads="1"/>
          </p:cNvSpPr>
          <p:nvPr/>
        </p:nvSpPr>
        <p:spPr bwMode="auto">
          <a:xfrm>
            <a:off x="6198957" y="2306615"/>
            <a:ext cx="10775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lang="zh-CN" altLang="en-US" sz="1400" b="1" baseline="-25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2" name="AutoShape 2"/>
          <p:cNvSpPr>
            <a:spLocks noChangeArrowheads="1"/>
          </p:cNvSpPr>
          <p:nvPr/>
        </p:nvSpPr>
        <p:spPr bwMode="auto">
          <a:xfrm rot="16560000">
            <a:off x="5209874" y="1619751"/>
            <a:ext cx="150781" cy="3616575"/>
          </a:xfrm>
          <a:prstGeom prst="can">
            <a:avLst>
              <a:gd name="adj" fmla="val 66727"/>
            </a:avLst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1146" name="Line 176"/>
          <p:cNvSpPr>
            <a:spLocks noChangeShapeType="1"/>
          </p:cNvSpPr>
          <p:nvPr/>
        </p:nvSpPr>
        <p:spPr bwMode="auto">
          <a:xfrm>
            <a:off x="3272178" y="3197033"/>
            <a:ext cx="4084220" cy="429258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795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AutoShape 5"/>
          <p:cNvSpPr>
            <a:spLocks noChangeArrowheads="1"/>
          </p:cNvSpPr>
          <p:nvPr/>
        </p:nvSpPr>
        <p:spPr bwMode="auto">
          <a:xfrm>
            <a:off x="504633" y="610138"/>
            <a:ext cx="8133857" cy="309562"/>
          </a:xfrm>
          <a:prstGeom prst="roundRect">
            <a:avLst>
              <a:gd name="adj" fmla="val 16667"/>
            </a:avLst>
          </a:prstGeom>
          <a:solidFill>
            <a:srgbClr val="ABEBD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579" name="矩形 4"/>
          <p:cNvSpPr>
            <a:spLocks noChangeArrowheads="1"/>
          </p:cNvSpPr>
          <p:nvPr/>
        </p:nvSpPr>
        <p:spPr bwMode="auto">
          <a:xfrm>
            <a:off x="622624" y="573010"/>
            <a:ext cx="35686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安全关联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包括的状态信息</a:t>
            </a:r>
          </a:p>
        </p:txBody>
      </p:sp>
      <p:sp>
        <p:nvSpPr>
          <p:cNvPr id="580" name="Rectangle 46"/>
          <p:cNvSpPr>
            <a:spLocks noChangeArrowheads="1"/>
          </p:cNvSpPr>
          <p:nvPr/>
        </p:nvSpPr>
        <p:spPr bwMode="auto">
          <a:xfrm>
            <a:off x="509473" y="904103"/>
            <a:ext cx="8329727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一个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32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位的连接标识符，称为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安全参数索引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SPI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(Security Parameter Index)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安全关联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源点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终点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地址（例如路由器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地址）。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所使用的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加密类型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（例如，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DES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AES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完整性检查的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类型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（例如，使用报文摘要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SHA-1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的报文鉴别码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鉴别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使用的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密钥。</a:t>
            </a:r>
          </a:p>
        </p:txBody>
      </p:sp>
    </p:spTree>
    <p:extLst>
      <p:ext uri="{BB962C8B-B14F-4D97-AF65-F5344CB8AC3E}">
        <p14:creationId xmlns:p14="http://schemas.microsoft.com/office/powerpoint/2010/main" val="429345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117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3104235" y="588084"/>
            <a:ext cx="29546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  IP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安全数据报的格式</a:t>
            </a:r>
          </a:p>
        </p:txBody>
      </p:sp>
      <p:sp>
        <p:nvSpPr>
          <p:cNvPr id="6" name="矩形 5"/>
          <p:cNvSpPr/>
          <p:nvPr/>
        </p:nvSpPr>
        <p:spPr>
          <a:xfrm>
            <a:off x="598538" y="2427978"/>
            <a:ext cx="16648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隧道方式下的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安全数据报的格式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1730157" y="1180814"/>
            <a:ext cx="6088607" cy="994031"/>
            <a:chOff x="1730157" y="1180814"/>
            <a:chExt cx="6088607" cy="994031"/>
          </a:xfrm>
        </p:grpSpPr>
        <p:sp>
          <p:nvSpPr>
            <p:cNvPr id="16" name="Rectangle 56"/>
            <p:cNvSpPr>
              <a:spLocks noChangeArrowheads="1"/>
            </p:cNvSpPr>
            <p:nvPr/>
          </p:nvSpPr>
          <p:spPr bwMode="auto">
            <a:xfrm>
              <a:off x="2281780" y="1506864"/>
              <a:ext cx="5536984" cy="406373"/>
            </a:xfrm>
            <a:prstGeom prst="rect">
              <a:avLst/>
            </a:prstGeom>
            <a:solidFill>
              <a:srgbClr val="00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2942544" y="1506864"/>
              <a:ext cx="4876220" cy="406373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" name="Text Box 48"/>
            <p:cNvSpPr txBox="1">
              <a:spLocks noChangeArrowheads="1"/>
            </p:cNvSpPr>
            <p:nvPr/>
          </p:nvSpPr>
          <p:spPr bwMode="auto">
            <a:xfrm>
              <a:off x="2180152" y="1913235"/>
              <a:ext cx="830677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协议 </a:t>
              </a:r>
              <a:r>
                <a:rPr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= 50</a:t>
              </a:r>
            </a:p>
          </p:txBody>
        </p:sp>
        <p:sp>
          <p:nvSpPr>
            <p:cNvPr id="10" name="Line 67"/>
            <p:cNvSpPr>
              <a:spLocks noChangeShapeType="1"/>
            </p:cNvSpPr>
            <p:nvPr/>
          </p:nvSpPr>
          <p:spPr bwMode="auto">
            <a:xfrm flipV="1">
              <a:off x="2281780" y="1354193"/>
              <a:ext cx="5536984" cy="112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1" name="Text Box 68"/>
            <p:cNvSpPr txBox="1">
              <a:spLocks noChangeArrowheads="1"/>
            </p:cNvSpPr>
            <p:nvPr/>
          </p:nvSpPr>
          <p:spPr bwMode="auto">
            <a:xfrm>
              <a:off x="4305240" y="1180814"/>
              <a:ext cx="1314784" cy="312778"/>
            </a:xfrm>
            <a:prstGeom prst="rect">
              <a:avLst/>
            </a:prstGeom>
            <a:solidFill>
              <a:srgbClr val="C5E5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kumimoji="1" sz="1400" b="1"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r>
                <a:rPr lang="en-US" altLang="zh-CN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IP </a:t>
              </a:r>
              <a:r>
                <a:rPr lang="zh-CN" altLang="en-US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安全数据报</a:t>
              </a:r>
            </a:p>
          </p:txBody>
        </p:sp>
        <p:sp>
          <p:nvSpPr>
            <p:cNvPr id="12" name="Line 66"/>
            <p:cNvSpPr>
              <a:spLocks noChangeShapeType="1"/>
            </p:cNvSpPr>
            <p:nvPr/>
          </p:nvSpPr>
          <p:spPr bwMode="auto">
            <a:xfrm flipH="1">
              <a:off x="2281780" y="1252038"/>
              <a:ext cx="0" cy="19308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Text Box 68"/>
            <p:cNvSpPr txBox="1">
              <a:spLocks noChangeArrowheads="1"/>
            </p:cNvSpPr>
            <p:nvPr/>
          </p:nvSpPr>
          <p:spPr bwMode="auto">
            <a:xfrm>
              <a:off x="3702582" y="1555003"/>
              <a:ext cx="3316935" cy="281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</a:pP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IP    </a:t>
              </a: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安   全   数   据   报   的   有   效   载   荷</a:t>
              </a:r>
            </a:p>
          </p:txBody>
        </p:sp>
        <p:sp>
          <p:nvSpPr>
            <p:cNvPr id="17" name="Line 66"/>
            <p:cNvSpPr>
              <a:spLocks noChangeShapeType="1"/>
            </p:cNvSpPr>
            <p:nvPr/>
          </p:nvSpPr>
          <p:spPr bwMode="auto">
            <a:xfrm flipH="1">
              <a:off x="7818764" y="1262142"/>
              <a:ext cx="0" cy="1930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右箭头 17"/>
            <p:cNvSpPr/>
            <p:nvPr/>
          </p:nvSpPr>
          <p:spPr bwMode="auto">
            <a:xfrm flipH="1">
              <a:off x="1844664" y="1659535"/>
              <a:ext cx="431177" cy="101032"/>
            </a:xfrm>
            <a:prstGeom prst="rightArrow">
              <a:avLst>
                <a:gd name="adj1" fmla="val 50000"/>
                <a:gd name="adj2" fmla="val 124075"/>
              </a:avLst>
            </a:prstGeom>
            <a:solidFill>
              <a:srgbClr val="FF00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Text Box 48"/>
            <p:cNvSpPr txBox="1">
              <a:spLocks noChangeArrowheads="1"/>
            </p:cNvSpPr>
            <p:nvPr/>
          </p:nvSpPr>
          <p:spPr bwMode="auto">
            <a:xfrm>
              <a:off x="1730157" y="1188201"/>
              <a:ext cx="5605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发送</a:t>
              </a:r>
              <a:endPara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在前</a:t>
              </a:r>
              <a:endPara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1" name="任意多边形 20"/>
          <p:cNvSpPr/>
          <p:nvPr/>
        </p:nvSpPr>
        <p:spPr bwMode="auto">
          <a:xfrm>
            <a:off x="5265538" y="3073982"/>
            <a:ext cx="2476593" cy="309831"/>
          </a:xfrm>
          <a:custGeom>
            <a:avLst/>
            <a:gdLst>
              <a:gd name="connsiteX0" fmla="*/ 1090720 w 2808808"/>
              <a:gd name="connsiteY0" fmla="*/ 0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951814 w 2808808"/>
              <a:gd name="connsiteY3" fmla="*/ 0 h 426447"/>
              <a:gd name="connsiteX4" fmla="*/ 1090720 w 2808808"/>
              <a:gd name="connsiteY4" fmla="*/ 0 h 426447"/>
              <a:gd name="connsiteX0" fmla="*/ 887374 w 2808808"/>
              <a:gd name="connsiteY0" fmla="*/ 12339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951814 w 2808808"/>
              <a:gd name="connsiteY3" fmla="*/ 0 h 426447"/>
              <a:gd name="connsiteX4" fmla="*/ 887374 w 2808808"/>
              <a:gd name="connsiteY4" fmla="*/ 12339 h 426447"/>
              <a:gd name="connsiteX0" fmla="*/ 887374 w 2808808"/>
              <a:gd name="connsiteY0" fmla="*/ 12339 h 426447"/>
              <a:gd name="connsiteX1" fmla="*/ 0 w 2808808"/>
              <a:gd name="connsiteY1" fmla="*/ 418246 h 426447"/>
              <a:gd name="connsiteX2" fmla="*/ 2808808 w 2808808"/>
              <a:gd name="connsiteY2" fmla="*/ 426447 h 426447"/>
              <a:gd name="connsiteX3" fmla="*/ 1585794 w 2808808"/>
              <a:gd name="connsiteY3" fmla="*/ 0 h 426447"/>
              <a:gd name="connsiteX4" fmla="*/ 887374 w 2808808"/>
              <a:gd name="connsiteY4" fmla="*/ 12339 h 42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8808" h="426447">
                <a:moveTo>
                  <a:pt x="887374" y="12339"/>
                </a:moveTo>
                <a:lnTo>
                  <a:pt x="0" y="418246"/>
                </a:lnTo>
                <a:lnTo>
                  <a:pt x="2808808" y="426447"/>
                </a:lnTo>
                <a:lnTo>
                  <a:pt x="1585794" y="0"/>
                </a:lnTo>
                <a:lnTo>
                  <a:pt x="887374" y="12339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FF00FF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任意多边形 21"/>
          <p:cNvSpPr/>
          <p:nvPr/>
        </p:nvSpPr>
        <p:spPr bwMode="auto">
          <a:xfrm>
            <a:off x="2743195" y="3071737"/>
            <a:ext cx="1977814" cy="312076"/>
          </a:xfrm>
          <a:custGeom>
            <a:avLst/>
            <a:gdLst>
              <a:gd name="connsiteX0" fmla="*/ 274320 w 2804160"/>
              <a:gd name="connsiteY0" fmla="*/ 0 h 441960"/>
              <a:gd name="connsiteX1" fmla="*/ 0 w 2804160"/>
              <a:gd name="connsiteY1" fmla="*/ 441960 h 441960"/>
              <a:gd name="connsiteX2" fmla="*/ 2804160 w 2804160"/>
              <a:gd name="connsiteY2" fmla="*/ 434340 h 441960"/>
              <a:gd name="connsiteX3" fmla="*/ 1440180 w 2804160"/>
              <a:gd name="connsiteY3" fmla="*/ 7620 h 441960"/>
              <a:gd name="connsiteX4" fmla="*/ 274320 w 2804160"/>
              <a:gd name="connsiteY4" fmla="*/ 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4160" h="441960">
                <a:moveTo>
                  <a:pt x="274320" y="0"/>
                </a:moveTo>
                <a:lnTo>
                  <a:pt x="0" y="441960"/>
                </a:lnTo>
                <a:lnTo>
                  <a:pt x="2804160" y="434340"/>
                </a:lnTo>
                <a:lnTo>
                  <a:pt x="1440180" y="7620"/>
                </a:lnTo>
                <a:lnTo>
                  <a:pt x="274320" y="0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00FF00"/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Line 51"/>
          <p:cNvSpPr>
            <a:spLocks noChangeShapeType="1"/>
          </p:cNvSpPr>
          <p:nvPr/>
        </p:nvSpPr>
        <p:spPr bwMode="auto">
          <a:xfrm flipH="1">
            <a:off x="6650666" y="2024372"/>
            <a:ext cx="0" cy="65334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4" name="Line 53"/>
          <p:cNvSpPr>
            <a:spLocks noChangeShapeType="1"/>
          </p:cNvSpPr>
          <p:nvPr/>
        </p:nvSpPr>
        <p:spPr bwMode="auto">
          <a:xfrm>
            <a:off x="3754500" y="2270217"/>
            <a:ext cx="1120" cy="4063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Line 54"/>
          <p:cNvSpPr>
            <a:spLocks noChangeShapeType="1"/>
          </p:cNvSpPr>
          <p:nvPr/>
        </p:nvSpPr>
        <p:spPr bwMode="auto">
          <a:xfrm>
            <a:off x="3755621" y="2322978"/>
            <a:ext cx="289504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7" name="Line 55"/>
          <p:cNvSpPr>
            <a:spLocks noChangeShapeType="1"/>
          </p:cNvSpPr>
          <p:nvPr/>
        </p:nvSpPr>
        <p:spPr bwMode="auto">
          <a:xfrm flipV="1">
            <a:off x="2942544" y="2082746"/>
            <a:ext cx="3708121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Text Box 40"/>
          <p:cNvSpPr txBox="1">
            <a:spLocks noChangeArrowheads="1"/>
          </p:cNvSpPr>
          <p:nvPr/>
        </p:nvSpPr>
        <p:spPr bwMode="auto">
          <a:xfrm>
            <a:off x="4241071" y="1972733"/>
            <a:ext cx="1241498" cy="261610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11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</a:t>
            </a:r>
          </a:p>
        </p:txBody>
      </p:sp>
      <p:sp>
        <p:nvSpPr>
          <p:cNvPr id="29" name="Rectangle 57"/>
          <p:cNvSpPr>
            <a:spLocks noChangeArrowheads="1"/>
          </p:cNvSpPr>
          <p:nvPr/>
        </p:nvSpPr>
        <p:spPr bwMode="auto">
          <a:xfrm>
            <a:off x="2738715" y="3374833"/>
            <a:ext cx="1981174" cy="586696"/>
          </a:xfrm>
          <a:prstGeom prst="rect">
            <a:avLst/>
          </a:prstGeom>
          <a:solidFill>
            <a:srgbClr val="0099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0" name="Text Box 59"/>
          <p:cNvSpPr txBox="1">
            <a:spLocks noChangeArrowheads="1"/>
          </p:cNvSpPr>
          <p:nvPr/>
        </p:nvSpPr>
        <p:spPr bwMode="auto">
          <a:xfrm>
            <a:off x="3094856" y="3397310"/>
            <a:ext cx="13997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安全参数索引 </a:t>
            </a:r>
            <a:r>
              <a:rPr lang="en-US" altLang="zh-CN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SPI</a:t>
            </a:r>
            <a:endParaRPr lang="zh-CN" altLang="en-US" sz="12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2" name="Line 52"/>
          <p:cNvSpPr>
            <a:spLocks noChangeShapeType="1"/>
          </p:cNvSpPr>
          <p:nvPr/>
        </p:nvSpPr>
        <p:spPr bwMode="auto">
          <a:xfrm>
            <a:off x="2942544" y="1913237"/>
            <a:ext cx="0" cy="814991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200" b="1" dirty="0">
              <a:ln>
                <a:solidFill>
                  <a:schemeClr val="tx1"/>
                </a:solidFill>
                <a:prstDash val="dash"/>
              </a:ln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3" name="Line 69"/>
          <p:cNvSpPr>
            <a:spLocks noChangeShapeType="1"/>
          </p:cNvSpPr>
          <p:nvPr/>
        </p:nvSpPr>
        <p:spPr bwMode="auto">
          <a:xfrm flipH="1">
            <a:off x="7818764" y="1913237"/>
            <a:ext cx="1119" cy="814991"/>
          </a:xfrm>
          <a:prstGeom prst="line">
            <a:avLst/>
          </a:prstGeom>
          <a:noFill/>
          <a:ln w="1270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200" b="1" dirty="0">
              <a:ln>
                <a:solidFill>
                  <a:schemeClr val="tx1"/>
                </a:solidFill>
                <a:prstDash val="dash"/>
              </a:ln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34" name="直接连接符 32"/>
          <p:cNvCxnSpPr>
            <a:cxnSpLocks noChangeShapeType="1"/>
            <a:stCxn id="29" idx="1"/>
            <a:endCxn id="29" idx="3"/>
          </p:cNvCxnSpPr>
          <p:nvPr/>
        </p:nvCxnSpPr>
        <p:spPr bwMode="auto">
          <a:xfrm>
            <a:off x="2738715" y="3668181"/>
            <a:ext cx="1981174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 Box 63"/>
          <p:cNvSpPr txBox="1">
            <a:spLocks noChangeArrowheads="1"/>
          </p:cNvSpPr>
          <p:nvPr/>
        </p:nvSpPr>
        <p:spPr bwMode="auto">
          <a:xfrm>
            <a:off x="3411799" y="3685003"/>
            <a:ext cx="5854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</a:t>
            </a:r>
            <a:r>
              <a:rPr lang="zh-CN" altLang="en-US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序号</a:t>
            </a:r>
          </a:p>
        </p:txBody>
      </p:sp>
      <p:sp>
        <p:nvSpPr>
          <p:cNvPr id="36" name="Text Box 63"/>
          <p:cNvSpPr txBox="1">
            <a:spLocks noChangeArrowheads="1"/>
          </p:cNvSpPr>
          <p:nvPr/>
        </p:nvSpPr>
        <p:spPr bwMode="auto">
          <a:xfrm>
            <a:off x="3378305" y="3927309"/>
            <a:ext cx="6671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32 </a:t>
            </a:r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</a:t>
            </a:r>
          </a:p>
        </p:txBody>
      </p:sp>
      <p:sp>
        <p:nvSpPr>
          <p:cNvPr id="44" name="Text Box 63"/>
          <p:cNvSpPr txBox="1">
            <a:spLocks noChangeArrowheads="1"/>
          </p:cNvSpPr>
          <p:nvPr/>
        </p:nvSpPr>
        <p:spPr bwMode="auto">
          <a:xfrm>
            <a:off x="5787469" y="3318353"/>
            <a:ext cx="6671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32 </a:t>
            </a:r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</a:t>
            </a:r>
          </a:p>
        </p:txBody>
      </p:sp>
      <p:cxnSp>
        <p:nvCxnSpPr>
          <p:cNvPr id="45" name="直接连接符 44"/>
          <p:cNvCxnSpPr>
            <a:cxnSpLocks noChangeShapeType="1"/>
          </p:cNvCxnSpPr>
          <p:nvPr/>
        </p:nvCxnSpPr>
        <p:spPr bwMode="auto">
          <a:xfrm>
            <a:off x="6041418" y="2424009"/>
            <a:ext cx="0" cy="25370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Line 54"/>
          <p:cNvSpPr>
            <a:spLocks noChangeShapeType="1"/>
          </p:cNvSpPr>
          <p:nvPr/>
        </p:nvSpPr>
        <p:spPr bwMode="auto">
          <a:xfrm>
            <a:off x="3755621" y="2525041"/>
            <a:ext cx="2285797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7" name="Text Box 15"/>
          <p:cNvSpPr txBox="1">
            <a:spLocks noChangeArrowheads="1"/>
          </p:cNvSpPr>
          <p:nvPr/>
        </p:nvSpPr>
        <p:spPr bwMode="auto">
          <a:xfrm>
            <a:off x="4329403" y="2399804"/>
            <a:ext cx="1189748" cy="265586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11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ESP </a:t>
            </a:r>
            <a:r>
              <a:rPr lang="zh-CN" altLang="en-US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的有效载荷</a:t>
            </a:r>
          </a:p>
        </p:txBody>
      </p:sp>
      <p:sp>
        <p:nvSpPr>
          <p:cNvPr id="48" name="Text Box 48"/>
          <p:cNvSpPr txBox="1">
            <a:spLocks noChangeArrowheads="1"/>
          </p:cNvSpPr>
          <p:nvPr/>
        </p:nvSpPr>
        <p:spPr bwMode="auto">
          <a:xfrm>
            <a:off x="6608387" y="3318353"/>
            <a:ext cx="2792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</a:p>
        </p:txBody>
      </p:sp>
      <p:sp>
        <p:nvSpPr>
          <p:cNvPr id="52" name="Rectangle 10"/>
          <p:cNvSpPr>
            <a:spLocks noChangeArrowheads="1"/>
          </p:cNvSpPr>
          <p:nvPr/>
        </p:nvSpPr>
        <p:spPr bwMode="auto">
          <a:xfrm>
            <a:off x="2942545" y="2661995"/>
            <a:ext cx="811956" cy="406372"/>
          </a:xfrm>
          <a:prstGeom prst="rect">
            <a:avLst/>
          </a:prstGeom>
          <a:solidFill>
            <a:srgbClr val="99FF66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Rectangle 2"/>
          <p:cNvSpPr>
            <a:spLocks noChangeArrowheads="1"/>
          </p:cNvSpPr>
          <p:nvPr/>
        </p:nvSpPr>
        <p:spPr bwMode="auto">
          <a:xfrm>
            <a:off x="3754500" y="2669057"/>
            <a:ext cx="2286918" cy="399309"/>
          </a:xfrm>
          <a:prstGeom prst="rect">
            <a:avLst/>
          </a:prstGeom>
          <a:solidFill>
            <a:srgbClr val="0000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Rectangle 18"/>
          <p:cNvSpPr>
            <a:spLocks noChangeArrowheads="1"/>
          </p:cNvSpPr>
          <p:nvPr/>
        </p:nvSpPr>
        <p:spPr bwMode="auto">
          <a:xfrm>
            <a:off x="6650666" y="2661995"/>
            <a:ext cx="1168098" cy="406372"/>
          </a:xfrm>
          <a:prstGeom prst="rect">
            <a:avLst/>
          </a:prstGeom>
          <a:solidFill>
            <a:srgbClr val="FFFF66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zh-CN" sz="11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6" name="Rectangle 56"/>
          <p:cNvSpPr>
            <a:spLocks noChangeArrowheads="1"/>
          </p:cNvSpPr>
          <p:nvPr/>
        </p:nvSpPr>
        <p:spPr bwMode="auto">
          <a:xfrm>
            <a:off x="2942545" y="2661995"/>
            <a:ext cx="4876219" cy="40637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7" name="Text Box 68"/>
          <p:cNvSpPr txBox="1">
            <a:spLocks noChangeArrowheads="1"/>
          </p:cNvSpPr>
          <p:nvPr/>
        </p:nvSpPr>
        <p:spPr bwMode="auto">
          <a:xfrm>
            <a:off x="4569247" y="2659750"/>
            <a:ext cx="125547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原始的 </a:t>
            </a:r>
            <a:r>
              <a:rPr lang="en-US" altLang="zh-CN" sz="11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11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数据报</a:t>
            </a:r>
            <a:endParaRPr lang="en-US" altLang="zh-CN" sz="11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的有效载荷</a:t>
            </a:r>
          </a:p>
        </p:txBody>
      </p:sp>
      <p:sp>
        <p:nvSpPr>
          <p:cNvPr id="58" name="Text Box 68"/>
          <p:cNvSpPr txBox="1">
            <a:spLocks noChangeArrowheads="1"/>
          </p:cNvSpPr>
          <p:nvPr/>
        </p:nvSpPr>
        <p:spPr bwMode="auto">
          <a:xfrm>
            <a:off x="3750594" y="2658628"/>
            <a:ext cx="649537" cy="43088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1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原始的</a:t>
            </a:r>
            <a:endParaRPr lang="en-US" altLang="zh-CN" sz="11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 eaLnBrk="1" hangingPunct="1"/>
            <a:r>
              <a:rPr lang="en-US" altLang="zh-CN" sz="11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11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首部</a:t>
            </a:r>
          </a:p>
        </p:txBody>
      </p:sp>
      <p:cxnSp>
        <p:nvCxnSpPr>
          <p:cNvPr id="59" name="直接连接符 38"/>
          <p:cNvCxnSpPr>
            <a:cxnSpLocks noChangeShapeType="1"/>
          </p:cNvCxnSpPr>
          <p:nvPr/>
        </p:nvCxnSpPr>
        <p:spPr bwMode="auto">
          <a:xfrm>
            <a:off x="4404066" y="2659750"/>
            <a:ext cx="0" cy="40861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Rectangle 38"/>
          <p:cNvSpPr>
            <a:spLocks noChangeArrowheads="1"/>
          </p:cNvSpPr>
          <p:nvPr/>
        </p:nvSpPr>
        <p:spPr bwMode="auto">
          <a:xfrm>
            <a:off x="6041418" y="2661995"/>
            <a:ext cx="609248" cy="406372"/>
          </a:xfrm>
          <a:prstGeom prst="rect">
            <a:avLst/>
          </a:prstGeom>
          <a:solidFill>
            <a:srgbClr val="CC0099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11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3" name="矩形 51"/>
          <p:cNvSpPr>
            <a:spLocks noChangeArrowheads="1"/>
          </p:cNvSpPr>
          <p:nvPr/>
        </p:nvSpPr>
        <p:spPr bwMode="auto">
          <a:xfrm>
            <a:off x="3749683" y="2665038"/>
            <a:ext cx="2285797" cy="40637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4" name="Rectangle 62"/>
          <p:cNvSpPr>
            <a:spLocks noChangeArrowheads="1"/>
          </p:cNvSpPr>
          <p:nvPr/>
        </p:nvSpPr>
        <p:spPr bwMode="auto">
          <a:xfrm>
            <a:off x="5307065" y="3374082"/>
            <a:ext cx="2429201" cy="286163"/>
          </a:xfrm>
          <a:prstGeom prst="rect">
            <a:avLst/>
          </a:prstGeom>
          <a:solidFill>
            <a:srgbClr val="CC00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5" name="Text Box 63"/>
          <p:cNvSpPr txBox="1">
            <a:spLocks noChangeArrowheads="1"/>
          </p:cNvSpPr>
          <p:nvPr/>
        </p:nvSpPr>
        <p:spPr bwMode="auto">
          <a:xfrm>
            <a:off x="5353102" y="3612207"/>
            <a:ext cx="5854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</a:t>
            </a:r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填充</a:t>
            </a:r>
          </a:p>
        </p:txBody>
      </p:sp>
      <p:sp>
        <p:nvSpPr>
          <p:cNvPr id="66" name="Text Box 63"/>
          <p:cNvSpPr txBox="1">
            <a:spLocks noChangeArrowheads="1"/>
          </p:cNvSpPr>
          <p:nvPr/>
        </p:nvSpPr>
        <p:spPr bwMode="auto">
          <a:xfrm>
            <a:off x="5353102" y="3378959"/>
            <a:ext cx="24533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00…00    </a:t>
            </a:r>
            <a:r>
              <a:rPr lang="zh-CN" altLang="en-US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填充长度   下一个首部</a:t>
            </a:r>
          </a:p>
        </p:txBody>
      </p:sp>
      <p:sp>
        <p:nvSpPr>
          <p:cNvPr id="67" name="Text Box 63"/>
          <p:cNvSpPr txBox="1">
            <a:spLocks noChangeArrowheads="1"/>
          </p:cNvSpPr>
          <p:nvPr/>
        </p:nvSpPr>
        <p:spPr bwMode="auto">
          <a:xfrm>
            <a:off x="6122198" y="3611647"/>
            <a:ext cx="5725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8 </a:t>
            </a:r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</a:t>
            </a:r>
          </a:p>
        </p:txBody>
      </p:sp>
      <p:sp>
        <p:nvSpPr>
          <p:cNvPr id="68" name="Text Box 63"/>
          <p:cNvSpPr txBox="1">
            <a:spLocks noChangeArrowheads="1"/>
          </p:cNvSpPr>
          <p:nvPr/>
        </p:nvSpPr>
        <p:spPr bwMode="auto">
          <a:xfrm>
            <a:off x="6964887" y="3610152"/>
            <a:ext cx="5725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8 </a:t>
            </a:r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位</a:t>
            </a:r>
          </a:p>
        </p:txBody>
      </p:sp>
      <p:sp>
        <p:nvSpPr>
          <p:cNvPr id="69" name="Text Box 48"/>
          <p:cNvSpPr txBox="1">
            <a:spLocks noChangeArrowheads="1"/>
          </p:cNvSpPr>
          <p:nvPr/>
        </p:nvSpPr>
        <p:spPr bwMode="auto">
          <a:xfrm>
            <a:off x="6909293" y="3845754"/>
            <a:ext cx="7970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 </a:t>
            </a:r>
            <a:r>
              <a: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 4</a:t>
            </a:r>
          </a:p>
        </p:txBody>
      </p:sp>
      <p:cxnSp>
        <p:nvCxnSpPr>
          <p:cNvPr id="70" name="直接连接符 61"/>
          <p:cNvCxnSpPr>
            <a:cxnSpLocks noChangeShapeType="1"/>
          </p:cNvCxnSpPr>
          <p:nvPr/>
        </p:nvCxnSpPr>
        <p:spPr bwMode="auto">
          <a:xfrm flipH="1">
            <a:off x="6074854" y="3358767"/>
            <a:ext cx="0" cy="2984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1" name="直接连接符 64"/>
          <p:cNvCxnSpPr>
            <a:cxnSpLocks noChangeShapeType="1"/>
          </p:cNvCxnSpPr>
          <p:nvPr/>
        </p:nvCxnSpPr>
        <p:spPr bwMode="auto">
          <a:xfrm flipH="1">
            <a:off x="6852911" y="3373054"/>
            <a:ext cx="0" cy="2984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37" name="组合 36"/>
          <p:cNvGrpSpPr/>
          <p:nvPr/>
        </p:nvGrpSpPr>
        <p:grpSpPr>
          <a:xfrm>
            <a:off x="5977703" y="2631262"/>
            <a:ext cx="683015" cy="470662"/>
            <a:chOff x="5977703" y="2631262"/>
            <a:chExt cx="683015" cy="470662"/>
          </a:xfrm>
        </p:grpSpPr>
        <p:sp>
          <p:nvSpPr>
            <p:cNvPr id="60" name="TextBox 40"/>
            <p:cNvSpPr txBox="1">
              <a:spLocks noChangeArrowheads="1"/>
            </p:cNvSpPr>
            <p:nvPr/>
          </p:nvSpPr>
          <p:spPr bwMode="auto">
            <a:xfrm>
              <a:off x="6168275" y="2640259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itchFamily="2" charset="2"/>
                </a:rPr>
                <a:t>ESP</a:t>
              </a:r>
            </a:p>
            <a:p>
              <a:pPr eaLnBrk="1" hangingPunct="1"/>
              <a:r>
                <a:rPr lang="zh-CN" altLang="en-US" sz="12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itchFamily="2" charset="2"/>
                </a:rPr>
                <a:t>尾部</a:t>
              </a:r>
              <a:endParaRPr lang="zh-CN" altLang="en-US" sz="11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977703" y="2631262"/>
              <a:ext cx="34496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itchFamily="2" charset="2"/>
                </a:rPr>
                <a:t></a:t>
              </a:r>
              <a:endParaRPr lang="zh-CN" altLang="en-US" sz="140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929079" y="2624481"/>
            <a:ext cx="710244" cy="483282"/>
            <a:chOff x="2929079" y="2624481"/>
            <a:chExt cx="710244" cy="483282"/>
          </a:xfrm>
        </p:grpSpPr>
        <p:sp>
          <p:nvSpPr>
            <p:cNvPr id="61" name="TextBox 42"/>
            <p:cNvSpPr txBox="1">
              <a:spLocks noChangeArrowheads="1"/>
            </p:cNvSpPr>
            <p:nvPr/>
          </p:nvSpPr>
          <p:spPr bwMode="auto">
            <a:xfrm>
              <a:off x="2929079" y="2624481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itchFamily="2" charset="2"/>
                </a:rPr>
                <a:t>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127717" y="2646098"/>
              <a:ext cx="51160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ESP </a:t>
              </a:r>
            </a:p>
            <a:p>
              <a:pPr algn="ctr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首部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621156" y="2636503"/>
            <a:ext cx="1165649" cy="477854"/>
            <a:chOff x="6621156" y="2636503"/>
            <a:chExt cx="1165649" cy="477854"/>
          </a:xfrm>
        </p:grpSpPr>
        <p:sp>
          <p:nvSpPr>
            <p:cNvPr id="62" name="TextBox 43"/>
            <p:cNvSpPr txBox="1">
              <a:spLocks noChangeArrowheads="1"/>
            </p:cNvSpPr>
            <p:nvPr/>
          </p:nvSpPr>
          <p:spPr bwMode="auto">
            <a:xfrm>
              <a:off x="6621156" y="2636503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itchFamily="2" charset="2"/>
                </a:rPr>
                <a:t>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6833202" y="2652692"/>
              <a:ext cx="9536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报文鉴别码</a:t>
              </a:r>
              <a:endPara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/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MAC</a:t>
              </a:r>
            </a:p>
          </p:txBody>
        </p:sp>
      </p:grpSp>
      <p:sp>
        <p:nvSpPr>
          <p:cNvPr id="72" name="Text Box 15"/>
          <p:cNvSpPr txBox="1">
            <a:spLocks noChangeArrowheads="1"/>
          </p:cNvSpPr>
          <p:nvPr/>
        </p:nvSpPr>
        <p:spPr bwMode="auto">
          <a:xfrm>
            <a:off x="4642479" y="2184901"/>
            <a:ext cx="1182240" cy="261610"/>
          </a:xfrm>
          <a:prstGeom prst="rect">
            <a:avLst/>
          </a:prstGeom>
          <a:solidFill>
            <a:srgbClr val="C5E5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11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  <p:grpSp>
        <p:nvGrpSpPr>
          <p:cNvPr id="73" name="组合 72"/>
          <p:cNvGrpSpPr/>
          <p:nvPr/>
        </p:nvGrpSpPr>
        <p:grpSpPr>
          <a:xfrm>
            <a:off x="4683710" y="2173379"/>
            <a:ext cx="1148350" cy="307777"/>
            <a:chOff x="4683710" y="2173379"/>
            <a:chExt cx="1148350" cy="307777"/>
          </a:xfrm>
        </p:grpSpPr>
        <p:sp>
          <p:nvSpPr>
            <p:cNvPr id="74" name="TextBox 41"/>
            <p:cNvSpPr txBox="1">
              <a:spLocks noChangeArrowheads="1"/>
            </p:cNvSpPr>
            <p:nvPr/>
          </p:nvSpPr>
          <p:spPr bwMode="auto">
            <a:xfrm>
              <a:off x="4683710" y="217337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itchFamily="2" charset="2"/>
                </a:rPr>
                <a:t>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4831465" y="2176742"/>
              <a:ext cx="100059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加密的部分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241072" y="1933879"/>
            <a:ext cx="1187253" cy="307777"/>
            <a:chOff x="4241072" y="1933879"/>
            <a:chExt cx="1187253" cy="307777"/>
          </a:xfrm>
        </p:grpSpPr>
        <p:sp>
          <p:nvSpPr>
            <p:cNvPr id="51" name="TextBox 43"/>
            <p:cNvSpPr txBox="1">
              <a:spLocks noChangeArrowheads="1"/>
            </p:cNvSpPr>
            <p:nvPr/>
          </p:nvSpPr>
          <p:spPr bwMode="auto">
            <a:xfrm>
              <a:off x="4241072" y="193387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itchFamily="2" charset="2"/>
                </a:rPr>
                <a:t>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4474218" y="1945045"/>
              <a:ext cx="95410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鉴别的部分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220713" y="1485862"/>
            <a:ext cx="755584" cy="443561"/>
            <a:chOff x="2220713" y="1485862"/>
            <a:chExt cx="755584" cy="443561"/>
          </a:xfrm>
        </p:grpSpPr>
        <p:sp>
          <p:nvSpPr>
            <p:cNvPr id="13" name="Text Box 68"/>
            <p:cNvSpPr txBox="1">
              <a:spLocks noChangeArrowheads="1"/>
            </p:cNvSpPr>
            <p:nvPr/>
          </p:nvSpPr>
          <p:spPr bwMode="auto">
            <a:xfrm>
              <a:off x="2326760" y="1498536"/>
              <a:ext cx="649537" cy="43088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新的</a:t>
              </a:r>
              <a:endParaRPr lang="en-US" altLang="zh-CN" sz="11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 eaLnBrk="1" hangingPunct="1"/>
              <a:r>
                <a:rPr lang="en-US" altLang="zh-CN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IP </a:t>
              </a:r>
              <a:r>
                <a:rPr lang="zh-CN" altLang="en-US" sz="11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首部</a:t>
              </a:r>
            </a:p>
          </p:txBody>
        </p:sp>
        <p:sp>
          <p:nvSpPr>
            <p:cNvPr id="14" name="TextBox 43"/>
            <p:cNvSpPr txBox="1">
              <a:spLocks noChangeArrowheads="1"/>
            </p:cNvSpPr>
            <p:nvPr/>
          </p:nvSpPr>
          <p:spPr bwMode="auto">
            <a:xfrm>
              <a:off x="2220713" y="1485862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itchFamily="2" charset="2"/>
                </a:rPr>
                <a:t>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106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733462" y="1116704"/>
            <a:ext cx="7762837" cy="1631216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Clr>
                <a:srgbClr val="0070C0"/>
              </a:buClr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注意：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对于路由器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2000" b="1" baseline="-250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到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2000" b="1" baseline="-250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的安全关联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在“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原始的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首部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”中，用主机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地址分别作为源地址和目的地址，而在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安全数据报的“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新的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首部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”中，用路由器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</a:t>
            </a:r>
            <a:r>
              <a:rPr lang="en-US" altLang="zh-CN" sz="20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地址分别作为源地址和目的地址。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1117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104235" y="588084"/>
            <a:ext cx="29546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  IP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安全数据报的格式</a:t>
            </a:r>
          </a:p>
        </p:txBody>
      </p:sp>
    </p:spTree>
    <p:extLst>
      <p:ext uri="{BB962C8B-B14F-4D97-AF65-F5344CB8AC3E}">
        <p14:creationId xmlns:p14="http://schemas.microsoft.com/office/powerpoint/2010/main" val="169842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3226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331496" y="580015"/>
            <a:ext cx="24849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4.  IPsec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的其他构件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78501"/>
            <a:ext cx="812901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安全关联数据库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SAD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(Security Association Database) 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存放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安全策略数据库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SPD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(Security Policy Database)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指明什么样的数据报需要进行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IPsec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处理。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互联网密钥交换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IKE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(Internet Key Exchange) </a:t>
            </a: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安全数据报创建安全关联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616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3190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340313" y="579979"/>
            <a:ext cx="24673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互联网密钥交换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IKE</a:t>
            </a:r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65"/>
            <a:ext cx="8129015" cy="3779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非常复杂。互联网的正式标准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[RFC 7296]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000" indent="-342000" eaLnBrk="0" hangingPunct="0">
              <a:lnSpc>
                <a:spcPts val="29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IKEv2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以另外三个协议为基础：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Oakley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：密钥生成协议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[RFC 2412]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安全密钥交换机制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SKEME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(Secure Key Exchange Mechanism)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：用于密钥交换的协议。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它利用公钥加密来实现密钥交换协议中的实体鉴别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684000" indent="-342900" eaLnBrk="0" hangingPunct="0">
              <a:lnSpc>
                <a:spcPts val="29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互联网安全关联和密钥管理协议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ISAKMP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(Internet Secure Association and Key Management Mechanism)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：用于实现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IKE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中定义的密钥交换，使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IKE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的交换能够以标准化、格式化的报文创建安全关联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SA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0999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272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2943585" y="587257"/>
            <a:ext cx="32656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7.6.2  </a:t>
            </a: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运输层安全协议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11895" y="1038181"/>
            <a:ext cx="8129017" cy="1361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ts val="3300"/>
              </a:lnSpc>
              <a:buClr>
                <a:srgbClr val="0070C0"/>
              </a:buClr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现在广泛使用以下两个协议： 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安全套接字层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SSL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(Secure Socket Layer)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运输层安全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(Transport Layer Security)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965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22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444508" y="579043"/>
            <a:ext cx="22589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的要点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8564"/>
            <a:ext cx="812901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安全套接层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SSL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由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Netscape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于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1994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年开发，广泛应用于基于万维网的各种网络应用（但不限于万维网应用）。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SSL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作用在端系统应用层的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和运输层之间，在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之上建立起一个安全通道，为通过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传输的应用层数据提供安全保障。</a:t>
            </a: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1999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IETF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SSL 3.0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基础上设计了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1.0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，为所有基于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的网络应用提供安全数据传输服务。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2018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月，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IETF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发布了经历了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28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个草案后才通过的最新版本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1.3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[RFC 8446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，建议标准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]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不向后兼容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2020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年，旧版本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1.0/1.1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均被废弃。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225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535880" y="579043"/>
            <a:ext cx="20762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的位置</a:t>
            </a:r>
          </a:p>
        </p:txBody>
      </p:sp>
      <p:sp>
        <p:nvSpPr>
          <p:cNvPr id="6" name="Freeform 10"/>
          <p:cNvSpPr>
            <a:spLocks/>
          </p:cNvSpPr>
          <p:nvPr/>
        </p:nvSpPr>
        <p:spPr bwMode="auto">
          <a:xfrm>
            <a:off x="2782120" y="2772138"/>
            <a:ext cx="3402342" cy="350926"/>
          </a:xfrm>
          <a:custGeom>
            <a:avLst/>
            <a:gdLst>
              <a:gd name="T0" fmla="*/ 0 w 2903"/>
              <a:gd name="T1" fmla="*/ 0 h 317"/>
              <a:gd name="T2" fmla="*/ 0 w 2903"/>
              <a:gd name="T3" fmla="*/ 317 h 317"/>
              <a:gd name="T4" fmla="*/ 2903 w 2903"/>
              <a:gd name="T5" fmla="*/ 317 h 317"/>
              <a:gd name="T6" fmla="*/ 2903 w 2903"/>
              <a:gd name="T7" fmla="*/ 0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03" h="317">
                <a:moveTo>
                  <a:pt x="0" y="0"/>
                </a:moveTo>
                <a:lnTo>
                  <a:pt x="0" y="317"/>
                </a:lnTo>
                <a:lnTo>
                  <a:pt x="2903" y="317"/>
                </a:lnTo>
                <a:lnTo>
                  <a:pt x="2903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7" name="Group 107"/>
          <p:cNvGrpSpPr>
            <a:grpSpLocks/>
          </p:cNvGrpSpPr>
          <p:nvPr/>
        </p:nvGrpSpPr>
        <p:grpSpPr bwMode="auto">
          <a:xfrm>
            <a:off x="3854219" y="2773437"/>
            <a:ext cx="1584201" cy="756942"/>
            <a:chOff x="2248" y="820"/>
            <a:chExt cx="2248" cy="883"/>
          </a:xfrm>
        </p:grpSpPr>
        <p:grpSp>
          <p:nvGrpSpPr>
            <p:cNvPr id="8" name="Group 108"/>
            <p:cNvGrpSpPr>
              <a:grpSpLocks/>
            </p:cNvGrpSpPr>
            <p:nvPr/>
          </p:nvGrpSpPr>
          <p:grpSpPr bwMode="auto">
            <a:xfrm>
              <a:off x="3567" y="902"/>
              <a:ext cx="929" cy="759"/>
              <a:chOff x="3567" y="902"/>
              <a:chExt cx="929" cy="759"/>
            </a:xfrm>
          </p:grpSpPr>
          <p:grpSp>
            <p:nvGrpSpPr>
              <p:cNvPr id="38" name="Group 109"/>
              <p:cNvGrpSpPr>
                <a:grpSpLocks/>
              </p:cNvGrpSpPr>
              <p:nvPr/>
            </p:nvGrpSpPr>
            <p:grpSpPr bwMode="auto">
              <a:xfrm>
                <a:off x="3926" y="902"/>
                <a:ext cx="570" cy="611"/>
                <a:chOff x="3926" y="902"/>
                <a:chExt cx="570" cy="611"/>
              </a:xfrm>
            </p:grpSpPr>
            <p:grpSp>
              <p:nvGrpSpPr>
                <p:cNvPr id="43" name="Group 110"/>
                <p:cNvGrpSpPr>
                  <a:grpSpLocks/>
                </p:cNvGrpSpPr>
                <p:nvPr/>
              </p:nvGrpSpPr>
              <p:grpSpPr bwMode="auto">
                <a:xfrm>
                  <a:off x="4071" y="982"/>
                  <a:ext cx="425" cy="448"/>
                  <a:chOff x="4071" y="982"/>
                  <a:chExt cx="425" cy="448"/>
                </a:xfrm>
              </p:grpSpPr>
              <p:grpSp>
                <p:nvGrpSpPr>
                  <p:cNvPr id="53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071" y="982"/>
                    <a:ext cx="425" cy="448"/>
                    <a:chOff x="4071" y="982"/>
                    <a:chExt cx="425" cy="448"/>
                  </a:xfrm>
                </p:grpSpPr>
                <p:grpSp>
                  <p:nvGrpSpPr>
                    <p:cNvPr id="55" name="Group 11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182" y="1010"/>
                      <a:ext cx="314" cy="366"/>
                      <a:chOff x="4182" y="1010"/>
                      <a:chExt cx="314" cy="366"/>
                    </a:xfrm>
                  </p:grpSpPr>
                  <p:grpSp>
                    <p:nvGrpSpPr>
                      <p:cNvPr id="59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220" y="1010"/>
                        <a:ext cx="276" cy="366"/>
                        <a:chOff x="4220" y="1010"/>
                        <a:chExt cx="276" cy="366"/>
                      </a:xfrm>
                    </p:grpSpPr>
                    <p:sp>
                      <p:nvSpPr>
                        <p:cNvPr id="63" name="Oval 1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65" y="1228"/>
                          <a:ext cx="131" cy="9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4" name="Oval 11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54" y="1254"/>
                          <a:ext cx="167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5" name="Oval 1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329" y="1091"/>
                          <a:ext cx="131" cy="96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6" name="Oval 1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220" y="1010"/>
                          <a:ext cx="166" cy="12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  <p:sp>
                      <p:nvSpPr>
                        <p:cNvPr id="67" name="Freeform 11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4332" y="1092"/>
                          <a:ext cx="113" cy="208"/>
                        </a:xfrm>
                        <a:custGeom>
                          <a:avLst/>
                          <a:gdLst>
                            <a:gd name="T0" fmla="*/ 112 w 113"/>
                            <a:gd name="T1" fmla="*/ 205 h 208"/>
                            <a:gd name="T2" fmla="*/ 63 w 113"/>
                            <a:gd name="T3" fmla="*/ 207 h 208"/>
                            <a:gd name="T4" fmla="*/ 0 w 113"/>
                            <a:gd name="T5" fmla="*/ 0 h 208"/>
                            <a:gd name="T6" fmla="*/ 70 w 113"/>
                            <a:gd name="T7" fmla="*/ 15 h 208"/>
                            <a:gd name="T8" fmla="*/ 71 w 113"/>
                            <a:gd name="T9" fmla="*/ 117 h 208"/>
                            <a:gd name="T10" fmla="*/ 112 w 113"/>
                            <a:gd name="T11" fmla="*/ 205 h 2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</a:cxnLst>
                          <a:rect l="0" t="0" r="r" b="b"/>
                          <a:pathLst>
                            <a:path w="113" h="208">
                              <a:moveTo>
                                <a:pt x="112" y="205"/>
                              </a:moveTo>
                              <a:lnTo>
                                <a:pt x="63" y="207"/>
                              </a:lnTo>
                              <a:lnTo>
                                <a:pt x="0" y="0"/>
                              </a:lnTo>
                              <a:lnTo>
                                <a:pt x="70" y="15"/>
                              </a:lnTo>
                              <a:lnTo>
                                <a:pt x="71" y="117"/>
                              </a:lnTo>
                              <a:lnTo>
                                <a:pt x="112" y="205"/>
                              </a:lnTo>
                            </a:path>
                          </a:pathLst>
                        </a:custGeom>
                        <a:solidFill>
                          <a:srgbClr val="FFFFFF"/>
                        </a:solidFill>
                        <a:ln w="6350" cap="rnd">
                          <a:noFill/>
                          <a:round/>
                          <a:headEnd type="none" w="sm" len="sm"/>
                          <a:tailEnd type="none" w="sm" len="sm"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3806097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1600" dirty="0">
                            <a:latin typeface="微软雅黑 Light" panose="020B0502040204020203" pitchFamily="34" charset="-122"/>
                            <a:ea typeface="微软雅黑 Light" panose="020B0502040204020203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60" name="Oval 1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119"/>
                        <a:ext cx="240" cy="177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61" name="Oval 12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82" y="1228"/>
                        <a:ext cx="167" cy="12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  <p:sp>
                    <p:nvSpPr>
                      <p:cNvPr id="62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35" y="1068"/>
                        <a:ext cx="121" cy="224"/>
                      </a:xfrm>
                      <a:custGeom>
                        <a:avLst/>
                        <a:gdLst>
                          <a:gd name="T0" fmla="*/ 110 w 121"/>
                          <a:gd name="T1" fmla="*/ 38 h 224"/>
                          <a:gd name="T2" fmla="*/ 97 w 121"/>
                          <a:gd name="T3" fmla="*/ 85 h 224"/>
                          <a:gd name="T4" fmla="*/ 120 w 121"/>
                          <a:gd name="T5" fmla="*/ 192 h 224"/>
                          <a:gd name="T6" fmla="*/ 72 w 121"/>
                          <a:gd name="T7" fmla="*/ 223 h 224"/>
                          <a:gd name="T8" fmla="*/ 0 w 121"/>
                          <a:gd name="T9" fmla="*/ 95 h 224"/>
                          <a:gd name="T10" fmla="*/ 57 w 121"/>
                          <a:gd name="T11" fmla="*/ 0 h 224"/>
                          <a:gd name="T12" fmla="*/ 110 w 121"/>
                          <a:gd name="T13" fmla="*/ 38 h 2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121" h="224">
                            <a:moveTo>
                              <a:pt x="110" y="38"/>
                            </a:moveTo>
                            <a:lnTo>
                              <a:pt x="97" y="85"/>
                            </a:lnTo>
                            <a:lnTo>
                              <a:pt x="120" y="192"/>
                            </a:lnTo>
                            <a:lnTo>
                              <a:pt x="72" y="223"/>
                            </a:lnTo>
                            <a:lnTo>
                              <a:pt x="0" y="95"/>
                            </a:lnTo>
                            <a:lnTo>
                              <a:pt x="57" y="0"/>
                            </a:lnTo>
                            <a:lnTo>
                              <a:pt x="110" y="38"/>
                            </a:lnTo>
                          </a:path>
                        </a:pathLst>
                      </a:custGeom>
                      <a:solidFill>
                        <a:srgbClr val="FFFFFF"/>
                      </a:solidFill>
                      <a:ln w="6350" cap="rnd">
                        <a:noFill/>
                        <a:round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3806097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160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endParaRPr>
                      </a:p>
                    </p:txBody>
                  </p:sp>
                </p:grpSp>
                <p:sp>
                  <p:nvSpPr>
                    <p:cNvPr id="56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" y="1336"/>
                      <a:ext cx="129" cy="9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57" name="Oval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71" y="982"/>
                      <a:ext cx="168" cy="124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  <p:sp>
                  <p:nvSpPr>
                    <p:cNvPr id="58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4224" y="1313"/>
                      <a:ext cx="85" cy="39"/>
                    </a:xfrm>
                    <a:custGeom>
                      <a:avLst/>
                      <a:gdLst>
                        <a:gd name="T0" fmla="*/ 84 w 85"/>
                        <a:gd name="T1" fmla="*/ 24 h 39"/>
                        <a:gd name="T2" fmla="*/ 58 w 85"/>
                        <a:gd name="T3" fmla="*/ 38 h 39"/>
                        <a:gd name="T4" fmla="*/ 0 w 85"/>
                        <a:gd name="T5" fmla="*/ 18 h 39"/>
                        <a:gd name="T6" fmla="*/ 58 w 85"/>
                        <a:gd name="T7" fmla="*/ 0 h 39"/>
                        <a:gd name="T8" fmla="*/ 84 w 85"/>
                        <a:gd name="T9" fmla="*/ 24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5" h="39">
                          <a:moveTo>
                            <a:pt x="84" y="24"/>
                          </a:moveTo>
                          <a:lnTo>
                            <a:pt x="58" y="38"/>
                          </a:lnTo>
                          <a:lnTo>
                            <a:pt x="0" y="18"/>
                          </a:lnTo>
                          <a:lnTo>
                            <a:pt x="58" y="0"/>
                          </a:lnTo>
                          <a:lnTo>
                            <a:pt x="84" y="24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6350" cap="rnd">
                      <a:noFill/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28398" dir="3806097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16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p:txBody>
                </p:sp>
              </p:grpSp>
              <p:sp>
                <p:nvSpPr>
                  <p:cNvPr id="54" name="Freeform 125"/>
                  <p:cNvSpPr>
                    <a:spLocks/>
                  </p:cNvSpPr>
                  <p:nvPr/>
                </p:nvSpPr>
                <p:spPr bwMode="auto">
                  <a:xfrm>
                    <a:off x="4209" y="1042"/>
                    <a:ext cx="47" cy="68"/>
                  </a:xfrm>
                  <a:custGeom>
                    <a:avLst/>
                    <a:gdLst>
                      <a:gd name="T0" fmla="*/ 23 w 47"/>
                      <a:gd name="T1" fmla="*/ 0 h 68"/>
                      <a:gd name="T2" fmla="*/ 46 w 47"/>
                      <a:gd name="T3" fmla="*/ 1 h 68"/>
                      <a:gd name="T4" fmla="*/ 38 w 47"/>
                      <a:gd name="T5" fmla="*/ 67 h 68"/>
                      <a:gd name="T6" fmla="*/ 0 w 47"/>
                      <a:gd name="T7" fmla="*/ 54 h 68"/>
                      <a:gd name="T8" fmla="*/ 23 w 47"/>
                      <a:gd name="T9" fmla="*/ 0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7" h="68">
                        <a:moveTo>
                          <a:pt x="23" y="0"/>
                        </a:moveTo>
                        <a:lnTo>
                          <a:pt x="46" y="1"/>
                        </a:lnTo>
                        <a:lnTo>
                          <a:pt x="38" y="67"/>
                        </a:lnTo>
                        <a:lnTo>
                          <a:pt x="0" y="54"/>
                        </a:lnTo>
                        <a:lnTo>
                          <a:pt x="23" y="0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grpSp>
              <p:nvGrpSpPr>
                <p:cNvPr id="44" name="Group 126"/>
                <p:cNvGrpSpPr>
                  <a:grpSpLocks/>
                </p:cNvGrpSpPr>
                <p:nvPr/>
              </p:nvGrpSpPr>
              <p:grpSpPr bwMode="auto">
                <a:xfrm>
                  <a:off x="3926" y="902"/>
                  <a:ext cx="385" cy="556"/>
                  <a:chOff x="3926" y="902"/>
                  <a:chExt cx="385" cy="556"/>
                </a:xfrm>
              </p:grpSpPr>
              <p:sp>
                <p:nvSpPr>
                  <p:cNvPr id="47" name="Oval 127"/>
                  <p:cNvSpPr>
                    <a:spLocks noChangeArrowheads="1"/>
                  </p:cNvSpPr>
                  <p:nvPr/>
                </p:nvSpPr>
                <p:spPr bwMode="auto">
                  <a:xfrm>
                    <a:off x="3961" y="1228"/>
                    <a:ext cx="314" cy="23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8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3997" y="1065"/>
                    <a:ext cx="314" cy="231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49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3926" y="902"/>
                    <a:ext cx="241" cy="177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50" name="Oval 130"/>
                  <p:cNvSpPr>
                    <a:spLocks noChangeArrowheads="1"/>
                  </p:cNvSpPr>
                  <p:nvPr/>
                </p:nvSpPr>
                <p:spPr bwMode="auto">
                  <a:xfrm>
                    <a:off x="4071" y="1010"/>
                    <a:ext cx="131" cy="9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51" name="Freeform 131"/>
                  <p:cNvSpPr>
                    <a:spLocks/>
                  </p:cNvSpPr>
                  <p:nvPr/>
                </p:nvSpPr>
                <p:spPr bwMode="auto">
                  <a:xfrm>
                    <a:off x="4000" y="990"/>
                    <a:ext cx="208" cy="202"/>
                  </a:xfrm>
                  <a:custGeom>
                    <a:avLst/>
                    <a:gdLst>
                      <a:gd name="T0" fmla="*/ 146 w 208"/>
                      <a:gd name="T1" fmla="*/ 8 h 202"/>
                      <a:gd name="T2" fmla="*/ 145 w 208"/>
                      <a:gd name="T3" fmla="*/ 32 h 202"/>
                      <a:gd name="T4" fmla="*/ 194 w 208"/>
                      <a:gd name="T5" fmla="*/ 77 h 202"/>
                      <a:gd name="T6" fmla="*/ 207 w 208"/>
                      <a:gd name="T7" fmla="*/ 82 h 202"/>
                      <a:gd name="T8" fmla="*/ 133 w 208"/>
                      <a:gd name="T9" fmla="*/ 201 h 202"/>
                      <a:gd name="T10" fmla="*/ 0 w 208"/>
                      <a:gd name="T11" fmla="*/ 0 h 202"/>
                      <a:gd name="T12" fmla="*/ 146 w 208"/>
                      <a:gd name="T13" fmla="*/ 8 h 20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08" h="202">
                        <a:moveTo>
                          <a:pt x="146" y="8"/>
                        </a:moveTo>
                        <a:lnTo>
                          <a:pt x="145" y="32"/>
                        </a:lnTo>
                        <a:lnTo>
                          <a:pt x="194" y="77"/>
                        </a:lnTo>
                        <a:lnTo>
                          <a:pt x="207" y="82"/>
                        </a:lnTo>
                        <a:lnTo>
                          <a:pt x="133" y="201"/>
                        </a:lnTo>
                        <a:lnTo>
                          <a:pt x="0" y="0"/>
                        </a:lnTo>
                        <a:lnTo>
                          <a:pt x="146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  <p:sp>
                <p:nvSpPr>
                  <p:cNvPr id="52" name="Freeform 132"/>
                  <p:cNvSpPr>
                    <a:spLocks/>
                  </p:cNvSpPr>
                  <p:nvPr/>
                </p:nvSpPr>
                <p:spPr bwMode="auto">
                  <a:xfrm>
                    <a:off x="4103" y="1271"/>
                    <a:ext cx="133" cy="54"/>
                  </a:xfrm>
                  <a:custGeom>
                    <a:avLst/>
                    <a:gdLst>
                      <a:gd name="T0" fmla="*/ 117 w 133"/>
                      <a:gd name="T1" fmla="*/ 8 h 54"/>
                      <a:gd name="T2" fmla="*/ 132 w 133"/>
                      <a:gd name="T3" fmla="*/ 25 h 54"/>
                      <a:gd name="T4" fmla="*/ 0 w 133"/>
                      <a:gd name="T5" fmla="*/ 53 h 54"/>
                      <a:gd name="T6" fmla="*/ 4 w 133"/>
                      <a:gd name="T7" fmla="*/ 0 h 54"/>
                      <a:gd name="T8" fmla="*/ 117 w 133"/>
                      <a:gd name="T9" fmla="*/ 8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33" h="54">
                        <a:moveTo>
                          <a:pt x="117" y="8"/>
                        </a:moveTo>
                        <a:lnTo>
                          <a:pt x="132" y="25"/>
                        </a:lnTo>
                        <a:lnTo>
                          <a:pt x="0" y="53"/>
                        </a:lnTo>
                        <a:lnTo>
                          <a:pt x="4" y="0"/>
                        </a:lnTo>
                        <a:lnTo>
                          <a:pt x="117" y="8"/>
                        </a:lnTo>
                      </a:path>
                    </a:pathLst>
                  </a:custGeom>
                  <a:solidFill>
                    <a:srgbClr val="FFFFFF"/>
                  </a:solidFill>
                  <a:ln w="6350" cap="rnd">
                    <a:noFill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28398" dir="3806097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600" dirty="0">
                      <a:latin typeface="微软雅黑 Light" panose="020B0502040204020203" pitchFamily="34" charset="-122"/>
                      <a:ea typeface="微软雅黑 Light" panose="020B0502040204020203" pitchFamily="34" charset="-122"/>
                    </a:endParaRPr>
                  </a:p>
                </p:txBody>
              </p:sp>
            </p:grpSp>
            <p:sp>
              <p:nvSpPr>
                <p:cNvPr id="45" name="Oval 133"/>
                <p:cNvSpPr>
                  <a:spLocks noChangeArrowheads="1"/>
                </p:cNvSpPr>
                <p:nvPr/>
              </p:nvSpPr>
              <p:spPr bwMode="auto">
                <a:xfrm>
                  <a:off x="3926" y="13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46" name="Freeform 134"/>
                <p:cNvSpPr>
                  <a:spLocks/>
                </p:cNvSpPr>
                <p:nvPr/>
              </p:nvSpPr>
              <p:spPr bwMode="auto">
                <a:xfrm>
                  <a:off x="4041" y="1378"/>
                  <a:ext cx="87" cy="65"/>
                </a:xfrm>
                <a:custGeom>
                  <a:avLst/>
                  <a:gdLst>
                    <a:gd name="T0" fmla="*/ 34 w 87"/>
                    <a:gd name="T1" fmla="*/ 64 h 65"/>
                    <a:gd name="T2" fmla="*/ 86 w 87"/>
                    <a:gd name="T3" fmla="*/ 41 h 65"/>
                    <a:gd name="T4" fmla="*/ 27 w 87"/>
                    <a:gd name="T5" fmla="*/ 0 h 65"/>
                    <a:gd name="T6" fmla="*/ 0 w 87"/>
                    <a:gd name="T7" fmla="*/ 23 h 65"/>
                    <a:gd name="T8" fmla="*/ 34 w 87"/>
                    <a:gd name="T9" fmla="*/ 64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65">
                      <a:moveTo>
                        <a:pt x="34" y="64"/>
                      </a:moveTo>
                      <a:lnTo>
                        <a:pt x="86" y="41"/>
                      </a:lnTo>
                      <a:lnTo>
                        <a:pt x="27" y="0"/>
                      </a:lnTo>
                      <a:lnTo>
                        <a:pt x="0" y="23"/>
                      </a:lnTo>
                      <a:lnTo>
                        <a:pt x="34" y="64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39" name="Oval 135"/>
              <p:cNvSpPr>
                <a:spLocks noChangeArrowheads="1"/>
              </p:cNvSpPr>
              <p:nvPr/>
            </p:nvSpPr>
            <p:spPr bwMode="auto">
              <a:xfrm>
                <a:off x="3567" y="1513"/>
                <a:ext cx="204" cy="14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0" name="Oval 136"/>
              <p:cNvSpPr>
                <a:spLocks noChangeArrowheads="1"/>
              </p:cNvSpPr>
              <p:nvPr/>
            </p:nvSpPr>
            <p:spPr bwMode="auto">
              <a:xfrm>
                <a:off x="3742" y="1513"/>
                <a:ext cx="168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1" name="Oval 137"/>
              <p:cNvSpPr>
                <a:spLocks noChangeArrowheads="1"/>
              </p:cNvSpPr>
              <p:nvPr/>
            </p:nvSpPr>
            <p:spPr bwMode="auto">
              <a:xfrm>
                <a:off x="3843" y="1469"/>
                <a:ext cx="166" cy="123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2" name="Freeform 138"/>
              <p:cNvSpPr>
                <a:spLocks/>
              </p:cNvSpPr>
              <p:nvPr/>
            </p:nvSpPr>
            <p:spPr bwMode="auto">
              <a:xfrm>
                <a:off x="3696" y="1448"/>
                <a:ext cx="345" cy="171"/>
              </a:xfrm>
              <a:custGeom>
                <a:avLst/>
                <a:gdLst>
                  <a:gd name="T0" fmla="*/ 321 w 345"/>
                  <a:gd name="T1" fmla="*/ 49 h 171"/>
                  <a:gd name="T2" fmla="*/ 288 w 345"/>
                  <a:gd name="T3" fmla="*/ 60 h 171"/>
                  <a:gd name="T4" fmla="*/ 195 w 345"/>
                  <a:gd name="T5" fmla="*/ 129 h 171"/>
                  <a:gd name="T6" fmla="*/ 174 w 345"/>
                  <a:gd name="T7" fmla="*/ 158 h 171"/>
                  <a:gd name="T8" fmla="*/ 73 w 345"/>
                  <a:gd name="T9" fmla="*/ 158 h 171"/>
                  <a:gd name="T10" fmla="*/ 52 w 345"/>
                  <a:gd name="T11" fmla="*/ 170 h 171"/>
                  <a:gd name="T12" fmla="*/ 0 w 345"/>
                  <a:gd name="T13" fmla="*/ 119 h 171"/>
                  <a:gd name="T14" fmla="*/ 233 w 345"/>
                  <a:gd name="T15" fmla="*/ 0 h 171"/>
                  <a:gd name="T16" fmla="*/ 344 w 345"/>
                  <a:gd name="T17" fmla="*/ 27 h 171"/>
                  <a:gd name="T18" fmla="*/ 321 w 345"/>
                  <a:gd name="T19" fmla="*/ 49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45" h="171">
                    <a:moveTo>
                      <a:pt x="321" y="49"/>
                    </a:moveTo>
                    <a:lnTo>
                      <a:pt x="288" y="60"/>
                    </a:lnTo>
                    <a:lnTo>
                      <a:pt x="195" y="129"/>
                    </a:lnTo>
                    <a:lnTo>
                      <a:pt x="174" y="158"/>
                    </a:lnTo>
                    <a:lnTo>
                      <a:pt x="73" y="158"/>
                    </a:lnTo>
                    <a:lnTo>
                      <a:pt x="52" y="170"/>
                    </a:lnTo>
                    <a:lnTo>
                      <a:pt x="0" y="119"/>
                    </a:lnTo>
                    <a:lnTo>
                      <a:pt x="233" y="0"/>
                    </a:lnTo>
                    <a:lnTo>
                      <a:pt x="344" y="27"/>
                    </a:lnTo>
                    <a:lnTo>
                      <a:pt x="321" y="4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9" name="Group 139"/>
            <p:cNvGrpSpPr>
              <a:grpSpLocks/>
            </p:cNvGrpSpPr>
            <p:nvPr/>
          </p:nvGrpSpPr>
          <p:grpSpPr bwMode="auto">
            <a:xfrm>
              <a:off x="2248" y="907"/>
              <a:ext cx="556" cy="525"/>
              <a:chOff x="2248" y="907"/>
              <a:chExt cx="556" cy="525"/>
            </a:xfrm>
          </p:grpSpPr>
          <p:grpSp>
            <p:nvGrpSpPr>
              <p:cNvPr id="23" name="Group 140"/>
              <p:cNvGrpSpPr>
                <a:grpSpLocks/>
              </p:cNvGrpSpPr>
              <p:nvPr/>
            </p:nvGrpSpPr>
            <p:grpSpPr bwMode="auto">
              <a:xfrm>
                <a:off x="2248" y="982"/>
                <a:ext cx="299" cy="314"/>
                <a:chOff x="2248" y="982"/>
                <a:chExt cx="299" cy="314"/>
              </a:xfrm>
            </p:grpSpPr>
            <p:sp>
              <p:nvSpPr>
                <p:cNvPr id="34" name="Oval 141"/>
                <p:cNvSpPr>
                  <a:spLocks noChangeArrowheads="1"/>
                </p:cNvSpPr>
                <p:nvPr/>
              </p:nvSpPr>
              <p:spPr bwMode="auto">
                <a:xfrm>
                  <a:off x="2248" y="1091"/>
                  <a:ext cx="129" cy="9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5" name="Oval 142"/>
                <p:cNvSpPr>
                  <a:spLocks noChangeArrowheads="1"/>
                </p:cNvSpPr>
                <p:nvPr/>
              </p:nvSpPr>
              <p:spPr bwMode="auto">
                <a:xfrm>
                  <a:off x="2270" y="1174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6" name="Oval 143"/>
                <p:cNvSpPr>
                  <a:spLocks noChangeArrowheads="1"/>
                </p:cNvSpPr>
                <p:nvPr/>
              </p:nvSpPr>
              <p:spPr bwMode="auto">
                <a:xfrm>
                  <a:off x="2307" y="982"/>
                  <a:ext cx="240" cy="177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7" name="Freeform 144"/>
                <p:cNvSpPr>
                  <a:spLocks/>
                </p:cNvSpPr>
                <p:nvPr/>
              </p:nvSpPr>
              <p:spPr bwMode="auto">
                <a:xfrm>
                  <a:off x="2291" y="1104"/>
                  <a:ext cx="84" cy="95"/>
                </a:xfrm>
                <a:custGeom>
                  <a:avLst/>
                  <a:gdLst>
                    <a:gd name="T0" fmla="*/ 47 w 84"/>
                    <a:gd name="T1" fmla="*/ 0 h 95"/>
                    <a:gd name="T2" fmla="*/ 0 w 84"/>
                    <a:gd name="T3" fmla="*/ 18 h 95"/>
                    <a:gd name="T4" fmla="*/ 1 w 84"/>
                    <a:gd name="T5" fmla="*/ 76 h 95"/>
                    <a:gd name="T6" fmla="*/ 16 w 84"/>
                    <a:gd name="T7" fmla="*/ 94 h 95"/>
                    <a:gd name="T8" fmla="*/ 83 w 84"/>
                    <a:gd name="T9" fmla="*/ 76 h 95"/>
                    <a:gd name="T10" fmla="*/ 47 w 84"/>
                    <a:gd name="T11" fmla="*/ 0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4" h="95">
                      <a:moveTo>
                        <a:pt x="47" y="0"/>
                      </a:moveTo>
                      <a:lnTo>
                        <a:pt x="0" y="18"/>
                      </a:lnTo>
                      <a:lnTo>
                        <a:pt x="1" y="76"/>
                      </a:lnTo>
                      <a:lnTo>
                        <a:pt x="16" y="94"/>
                      </a:lnTo>
                      <a:lnTo>
                        <a:pt x="83" y="76"/>
                      </a:lnTo>
                      <a:lnTo>
                        <a:pt x="47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grpSp>
            <p:nvGrpSpPr>
              <p:cNvPr id="24" name="Group 145"/>
              <p:cNvGrpSpPr>
                <a:grpSpLocks/>
              </p:cNvGrpSpPr>
              <p:nvPr/>
            </p:nvGrpSpPr>
            <p:grpSpPr bwMode="auto">
              <a:xfrm>
                <a:off x="2344" y="907"/>
                <a:ext cx="460" cy="525"/>
                <a:chOff x="2344" y="907"/>
                <a:chExt cx="460" cy="525"/>
              </a:xfrm>
            </p:grpSpPr>
            <p:sp>
              <p:nvSpPr>
                <p:cNvPr id="26" name="Oval 146"/>
                <p:cNvSpPr>
                  <a:spLocks noChangeArrowheads="1"/>
                </p:cNvSpPr>
                <p:nvPr/>
              </p:nvSpPr>
              <p:spPr bwMode="auto">
                <a:xfrm>
                  <a:off x="2491" y="929"/>
                  <a:ext cx="313" cy="230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7" name="Oval 147"/>
                <p:cNvSpPr>
                  <a:spLocks noChangeArrowheads="1"/>
                </p:cNvSpPr>
                <p:nvPr/>
              </p:nvSpPr>
              <p:spPr bwMode="auto">
                <a:xfrm>
                  <a:off x="2344" y="1091"/>
                  <a:ext cx="167" cy="122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8" name="Oval 148"/>
                <p:cNvSpPr>
                  <a:spLocks noChangeArrowheads="1"/>
                </p:cNvSpPr>
                <p:nvPr/>
              </p:nvSpPr>
              <p:spPr bwMode="auto">
                <a:xfrm>
                  <a:off x="2380" y="1174"/>
                  <a:ext cx="242" cy="176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9" name="Oval 149"/>
                <p:cNvSpPr>
                  <a:spLocks noChangeArrowheads="1"/>
                </p:cNvSpPr>
                <p:nvPr/>
              </p:nvSpPr>
              <p:spPr bwMode="auto">
                <a:xfrm>
                  <a:off x="2454" y="1254"/>
                  <a:ext cx="240" cy="178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0" name="Oval 150"/>
                <p:cNvSpPr>
                  <a:spLocks noChangeArrowheads="1"/>
                </p:cNvSpPr>
                <p:nvPr/>
              </p:nvSpPr>
              <p:spPr bwMode="auto">
                <a:xfrm>
                  <a:off x="2471" y="1042"/>
                  <a:ext cx="214" cy="151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1" name="Oval 151"/>
                <p:cNvSpPr>
                  <a:spLocks noChangeArrowheads="1"/>
                </p:cNvSpPr>
                <p:nvPr/>
              </p:nvSpPr>
              <p:spPr bwMode="auto">
                <a:xfrm>
                  <a:off x="2656" y="907"/>
                  <a:ext cx="129" cy="94"/>
                </a:xfrm>
                <a:prstGeom prst="ellips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2" name="Freeform 152"/>
                <p:cNvSpPr>
                  <a:spLocks/>
                </p:cNvSpPr>
                <p:nvPr/>
              </p:nvSpPr>
              <p:spPr bwMode="auto">
                <a:xfrm>
                  <a:off x="2541" y="1010"/>
                  <a:ext cx="151" cy="76"/>
                </a:xfrm>
                <a:custGeom>
                  <a:avLst/>
                  <a:gdLst>
                    <a:gd name="T0" fmla="*/ 0 w 151"/>
                    <a:gd name="T1" fmla="*/ 20 h 76"/>
                    <a:gd name="T2" fmla="*/ 19 w 151"/>
                    <a:gd name="T3" fmla="*/ 56 h 76"/>
                    <a:gd name="T4" fmla="*/ 150 w 151"/>
                    <a:gd name="T5" fmla="*/ 75 h 76"/>
                    <a:gd name="T6" fmla="*/ 150 w 151"/>
                    <a:gd name="T7" fmla="*/ 28 h 76"/>
                    <a:gd name="T8" fmla="*/ 9 w 151"/>
                    <a:gd name="T9" fmla="*/ 0 h 76"/>
                    <a:gd name="T10" fmla="*/ 0 w 151"/>
                    <a:gd name="T11" fmla="*/ 20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76">
                      <a:moveTo>
                        <a:pt x="0" y="20"/>
                      </a:moveTo>
                      <a:lnTo>
                        <a:pt x="19" y="56"/>
                      </a:lnTo>
                      <a:lnTo>
                        <a:pt x="150" y="75"/>
                      </a:lnTo>
                      <a:lnTo>
                        <a:pt x="150" y="28"/>
                      </a:lnTo>
                      <a:lnTo>
                        <a:pt x="9" y="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3" name="Freeform 153"/>
                <p:cNvSpPr>
                  <a:spLocks/>
                </p:cNvSpPr>
                <p:nvPr/>
              </p:nvSpPr>
              <p:spPr bwMode="auto">
                <a:xfrm>
                  <a:off x="2394" y="1149"/>
                  <a:ext cx="172" cy="159"/>
                </a:xfrm>
                <a:custGeom>
                  <a:avLst/>
                  <a:gdLst>
                    <a:gd name="T0" fmla="*/ 106 w 172"/>
                    <a:gd name="T1" fmla="*/ 0 h 159"/>
                    <a:gd name="T2" fmla="*/ 0 w 172"/>
                    <a:gd name="T3" fmla="*/ 40 h 159"/>
                    <a:gd name="T4" fmla="*/ 44 w 172"/>
                    <a:gd name="T5" fmla="*/ 71 h 159"/>
                    <a:gd name="T6" fmla="*/ 50 w 172"/>
                    <a:gd name="T7" fmla="*/ 148 h 159"/>
                    <a:gd name="T8" fmla="*/ 75 w 172"/>
                    <a:gd name="T9" fmla="*/ 158 h 159"/>
                    <a:gd name="T10" fmla="*/ 164 w 172"/>
                    <a:gd name="T11" fmla="*/ 108 h 159"/>
                    <a:gd name="T12" fmla="*/ 171 w 172"/>
                    <a:gd name="T13" fmla="*/ 16 h 159"/>
                    <a:gd name="T14" fmla="*/ 106 w 172"/>
                    <a:gd name="T15" fmla="*/ 0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2" h="159">
                      <a:moveTo>
                        <a:pt x="106" y="0"/>
                      </a:moveTo>
                      <a:lnTo>
                        <a:pt x="0" y="40"/>
                      </a:lnTo>
                      <a:lnTo>
                        <a:pt x="44" y="71"/>
                      </a:lnTo>
                      <a:lnTo>
                        <a:pt x="50" y="148"/>
                      </a:lnTo>
                      <a:lnTo>
                        <a:pt x="75" y="158"/>
                      </a:lnTo>
                      <a:lnTo>
                        <a:pt x="164" y="108"/>
                      </a:lnTo>
                      <a:lnTo>
                        <a:pt x="171" y="16"/>
                      </a:lnTo>
                      <a:lnTo>
                        <a:pt x="106" y="0"/>
                      </a:lnTo>
                    </a:path>
                  </a:pathLst>
                </a:custGeom>
                <a:solidFill>
                  <a:srgbClr val="FFFFFF"/>
                </a:solidFill>
                <a:ln w="6350" cap="rnd">
                  <a:noFill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28398" dir="3806097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600" dirty="0"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25" name="Freeform 154"/>
              <p:cNvSpPr>
                <a:spLocks/>
              </p:cNvSpPr>
              <p:nvPr/>
            </p:nvSpPr>
            <p:spPr bwMode="auto">
              <a:xfrm>
                <a:off x="2650" y="963"/>
                <a:ext cx="88" cy="75"/>
              </a:xfrm>
              <a:custGeom>
                <a:avLst/>
                <a:gdLst>
                  <a:gd name="T0" fmla="*/ 0 w 88"/>
                  <a:gd name="T1" fmla="*/ 39 h 75"/>
                  <a:gd name="T2" fmla="*/ 37 w 88"/>
                  <a:gd name="T3" fmla="*/ 0 h 75"/>
                  <a:gd name="T4" fmla="*/ 87 w 88"/>
                  <a:gd name="T5" fmla="*/ 39 h 75"/>
                  <a:gd name="T6" fmla="*/ 45 w 88"/>
                  <a:gd name="T7" fmla="*/ 74 h 75"/>
                  <a:gd name="T8" fmla="*/ 0 w 88"/>
                  <a:gd name="T9" fmla="*/ 39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75">
                    <a:moveTo>
                      <a:pt x="0" y="39"/>
                    </a:moveTo>
                    <a:lnTo>
                      <a:pt x="37" y="0"/>
                    </a:lnTo>
                    <a:lnTo>
                      <a:pt x="87" y="39"/>
                    </a:lnTo>
                    <a:lnTo>
                      <a:pt x="45" y="74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grpSp>
          <p:nvGrpSpPr>
            <p:cNvPr id="10" name="Group 155"/>
            <p:cNvGrpSpPr>
              <a:grpSpLocks/>
            </p:cNvGrpSpPr>
            <p:nvPr/>
          </p:nvGrpSpPr>
          <p:grpSpPr bwMode="auto">
            <a:xfrm>
              <a:off x="2529" y="820"/>
              <a:ext cx="1638" cy="883"/>
              <a:chOff x="2529" y="820"/>
              <a:chExt cx="1638" cy="883"/>
            </a:xfrm>
          </p:grpSpPr>
          <p:sp>
            <p:nvSpPr>
              <p:cNvPr id="11" name="Oval 156"/>
              <p:cNvSpPr>
                <a:spLocks noChangeArrowheads="1"/>
              </p:cNvSpPr>
              <p:nvPr/>
            </p:nvSpPr>
            <p:spPr bwMode="auto">
              <a:xfrm>
                <a:off x="3042" y="848"/>
                <a:ext cx="388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2" name="Oval 157"/>
              <p:cNvSpPr>
                <a:spLocks noChangeArrowheads="1"/>
              </p:cNvSpPr>
              <p:nvPr/>
            </p:nvSpPr>
            <p:spPr bwMode="auto">
              <a:xfrm>
                <a:off x="3374" y="820"/>
                <a:ext cx="313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3" name="Oval 158"/>
              <p:cNvSpPr>
                <a:spLocks noChangeArrowheads="1"/>
              </p:cNvSpPr>
              <p:nvPr/>
            </p:nvSpPr>
            <p:spPr bwMode="auto">
              <a:xfrm>
                <a:off x="3668" y="1065"/>
                <a:ext cx="499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4" name="Oval 159"/>
              <p:cNvSpPr>
                <a:spLocks noChangeArrowheads="1"/>
              </p:cNvSpPr>
              <p:nvPr/>
            </p:nvSpPr>
            <p:spPr bwMode="auto">
              <a:xfrm>
                <a:off x="2712" y="1228"/>
                <a:ext cx="570" cy="42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5" name="Oval 160"/>
              <p:cNvSpPr>
                <a:spLocks noChangeArrowheads="1"/>
              </p:cNvSpPr>
              <p:nvPr/>
            </p:nvSpPr>
            <p:spPr bwMode="auto">
              <a:xfrm>
                <a:off x="3521" y="1282"/>
                <a:ext cx="422" cy="312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6" name="Oval 161"/>
              <p:cNvSpPr>
                <a:spLocks noChangeArrowheads="1"/>
              </p:cNvSpPr>
              <p:nvPr/>
            </p:nvSpPr>
            <p:spPr bwMode="auto">
              <a:xfrm>
                <a:off x="2564" y="1310"/>
                <a:ext cx="315" cy="229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7" name="Oval 162"/>
              <p:cNvSpPr>
                <a:spLocks noChangeArrowheads="1"/>
              </p:cNvSpPr>
              <p:nvPr/>
            </p:nvSpPr>
            <p:spPr bwMode="auto">
              <a:xfrm>
                <a:off x="2529" y="1119"/>
                <a:ext cx="312" cy="23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8" name="Oval 163"/>
              <p:cNvSpPr>
                <a:spLocks noChangeArrowheads="1"/>
              </p:cNvSpPr>
              <p:nvPr/>
            </p:nvSpPr>
            <p:spPr bwMode="auto">
              <a:xfrm>
                <a:off x="2675" y="902"/>
                <a:ext cx="498" cy="366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19" name="Oval 164"/>
              <p:cNvSpPr>
                <a:spLocks noChangeArrowheads="1"/>
              </p:cNvSpPr>
              <p:nvPr/>
            </p:nvSpPr>
            <p:spPr bwMode="auto">
              <a:xfrm>
                <a:off x="3115" y="1336"/>
                <a:ext cx="500" cy="367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0" name="Oval 165"/>
              <p:cNvSpPr>
                <a:spLocks noChangeArrowheads="1"/>
              </p:cNvSpPr>
              <p:nvPr/>
            </p:nvSpPr>
            <p:spPr bwMode="auto">
              <a:xfrm>
                <a:off x="3742" y="929"/>
                <a:ext cx="386" cy="284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1" name="Oval 166"/>
              <p:cNvSpPr>
                <a:spLocks noChangeArrowheads="1"/>
              </p:cNvSpPr>
              <p:nvPr/>
            </p:nvSpPr>
            <p:spPr bwMode="auto">
              <a:xfrm>
                <a:off x="3631" y="820"/>
                <a:ext cx="351" cy="258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22" name="Freeform 167"/>
              <p:cNvSpPr>
                <a:spLocks/>
              </p:cNvSpPr>
              <p:nvPr/>
            </p:nvSpPr>
            <p:spPr bwMode="auto">
              <a:xfrm>
                <a:off x="2661" y="889"/>
                <a:ext cx="1415" cy="700"/>
              </a:xfrm>
              <a:custGeom>
                <a:avLst/>
                <a:gdLst>
                  <a:gd name="T0" fmla="*/ 436 w 1415"/>
                  <a:gd name="T1" fmla="*/ 70 h 700"/>
                  <a:gd name="T2" fmla="*/ 494 w 1415"/>
                  <a:gd name="T3" fmla="*/ 20 h 700"/>
                  <a:gd name="T4" fmla="*/ 759 w 1415"/>
                  <a:gd name="T5" fmla="*/ 24 h 700"/>
                  <a:gd name="T6" fmla="*/ 947 w 1415"/>
                  <a:gd name="T7" fmla="*/ 0 h 700"/>
                  <a:gd name="T8" fmla="*/ 1180 w 1415"/>
                  <a:gd name="T9" fmla="*/ 83 h 700"/>
                  <a:gd name="T10" fmla="*/ 1300 w 1415"/>
                  <a:gd name="T11" fmla="*/ 60 h 700"/>
                  <a:gd name="T12" fmla="*/ 1362 w 1415"/>
                  <a:gd name="T13" fmla="*/ 70 h 700"/>
                  <a:gd name="T14" fmla="*/ 1376 w 1415"/>
                  <a:gd name="T15" fmla="*/ 278 h 700"/>
                  <a:gd name="T16" fmla="*/ 1414 w 1415"/>
                  <a:gd name="T17" fmla="*/ 311 h 700"/>
                  <a:gd name="T18" fmla="*/ 1304 w 1415"/>
                  <a:gd name="T19" fmla="*/ 472 h 700"/>
                  <a:gd name="T20" fmla="*/ 1185 w 1415"/>
                  <a:gd name="T21" fmla="*/ 363 h 700"/>
                  <a:gd name="T22" fmla="*/ 1153 w 1415"/>
                  <a:gd name="T23" fmla="*/ 418 h 700"/>
                  <a:gd name="T24" fmla="*/ 986 w 1415"/>
                  <a:gd name="T25" fmla="*/ 640 h 700"/>
                  <a:gd name="T26" fmla="*/ 427 w 1415"/>
                  <a:gd name="T27" fmla="*/ 699 h 700"/>
                  <a:gd name="T28" fmla="*/ 135 w 1415"/>
                  <a:gd name="T29" fmla="*/ 655 h 700"/>
                  <a:gd name="T30" fmla="*/ 45 w 1415"/>
                  <a:gd name="T31" fmla="*/ 519 h 700"/>
                  <a:gd name="T32" fmla="*/ 45 w 1415"/>
                  <a:gd name="T33" fmla="*/ 379 h 700"/>
                  <a:gd name="T34" fmla="*/ 0 w 1415"/>
                  <a:gd name="T35" fmla="*/ 261 h 700"/>
                  <a:gd name="T36" fmla="*/ 436 w 1415"/>
                  <a:gd name="T37" fmla="*/ 7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15" h="700">
                    <a:moveTo>
                      <a:pt x="436" y="70"/>
                    </a:moveTo>
                    <a:lnTo>
                      <a:pt x="494" y="20"/>
                    </a:lnTo>
                    <a:lnTo>
                      <a:pt x="759" y="24"/>
                    </a:lnTo>
                    <a:lnTo>
                      <a:pt x="947" y="0"/>
                    </a:lnTo>
                    <a:lnTo>
                      <a:pt x="1180" y="83"/>
                    </a:lnTo>
                    <a:lnTo>
                      <a:pt x="1300" y="60"/>
                    </a:lnTo>
                    <a:lnTo>
                      <a:pt x="1362" y="70"/>
                    </a:lnTo>
                    <a:lnTo>
                      <a:pt x="1376" y="278"/>
                    </a:lnTo>
                    <a:lnTo>
                      <a:pt x="1414" y="311"/>
                    </a:lnTo>
                    <a:lnTo>
                      <a:pt x="1304" y="472"/>
                    </a:lnTo>
                    <a:lnTo>
                      <a:pt x="1185" y="363"/>
                    </a:lnTo>
                    <a:lnTo>
                      <a:pt x="1153" y="418"/>
                    </a:lnTo>
                    <a:lnTo>
                      <a:pt x="986" y="640"/>
                    </a:lnTo>
                    <a:lnTo>
                      <a:pt x="427" y="699"/>
                    </a:lnTo>
                    <a:lnTo>
                      <a:pt x="135" y="655"/>
                    </a:lnTo>
                    <a:lnTo>
                      <a:pt x="45" y="519"/>
                    </a:lnTo>
                    <a:lnTo>
                      <a:pt x="45" y="379"/>
                    </a:lnTo>
                    <a:lnTo>
                      <a:pt x="0" y="261"/>
                    </a:lnTo>
                    <a:lnTo>
                      <a:pt x="436" y="70"/>
                    </a:lnTo>
                  </a:path>
                </a:pathLst>
              </a:custGeom>
              <a:solidFill>
                <a:srgbClr val="FFFFFF"/>
              </a:solidFill>
              <a:ln w="6350" cap="rnd">
                <a:noFill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28398" dir="3806097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sp>
        <p:nvSpPr>
          <p:cNvPr id="68" name="矩形 67"/>
          <p:cNvSpPr/>
          <p:nvPr/>
        </p:nvSpPr>
        <p:spPr>
          <a:xfrm>
            <a:off x="883921" y="3692728"/>
            <a:ext cx="7399020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在发送方，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接收应用层的数据，对数据进行加密，然后把加密后的数据送往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套接字。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在接收方，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TSL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套接字读取数据，解密后把数据交给应用层。 </a:t>
            </a:r>
          </a:p>
        </p:txBody>
      </p:sp>
      <p:sp>
        <p:nvSpPr>
          <p:cNvPr id="69" name="Rectangle 12"/>
          <p:cNvSpPr>
            <a:spLocks noChangeArrowheads="1"/>
          </p:cNvSpPr>
          <p:nvPr/>
        </p:nvSpPr>
        <p:spPr bwMode="auto">
          <a:xfrm>
            <a:off x="4146894" y="3005720"/>
            <a:ext cx="906652" cy="234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algn="l" eaLnBrk="0" hangingPunct="0"/>
            <a:r>
              <a:rPr kumimoji="1"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</a:t>
            </a:r>
          </a:p>
        </p:txBody>
      </p:sp>
      <p:sp>
        <p:nvSpPr>
          <p:cNvPr id="70" name="Rectangle 14"/>
          <p:cNvSpPr>
            <a:spLocks noChangeArrowheads="1"/>
          </p:cNvSpPr>
          <p:nvPr/>
        </p:nvSpPr>
        <p:spPr bwMode="auto">
          <a:xfrm>
            <a:off x="2151301" y="1122675"/>
            <a:ext cx="1675387" cy="1649464"/>
          </a:xfrm>
          <a:prstGeom prst="rect">
            <a:avLst/>
          </a:prstGeom>
          <a:solidFill>
            <a:srgbClr val="0000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1" name="Rectangle 15"/>
          <p:cNvSpPr>
            <a:spLocks noChangeArrowheads="1"/>
          </p:cNvSpPr>
          <p:nvPr/>
        </p:nvSpPr>
        <p:spPr bwMode="auto">
          <a:xfrm>
            <a:off x="2163294" y="2000544"/>
            <a:ext cx="1656198" cy="758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72" name="Group 16"/>
          <p:cNvGrpSpPr>
            <a:grpSpLocks/>
          </p:cNvGrpSpPr>
          <p:nvPr/>
        </p:nvGrpSpPr>
        <p:grpSpPr bwMode="auto">
          <a:xfrm>
            <a:off x="2772527" y="1970704"/>
            <a:ext cx="354596" cy="336267"/>
            <a:chOff x="1539" y="891"/>
            <a:chExt cx="347" cy="365"/>
          </a:xfrm>
        </p:grpSpPr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1578" y="990"/>
              <a:ext cx="234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4" name="Rectangle 18"/>
            <p:cNvSpPr>
              <a:spLocks noChangeArrowheads="1"/>
            </p:cNvSpPr>
            <p:nvPr/>
          </p:nvSpPr>
          <p:spPr bwMode="auto">
            <a:xfrm>
              <a:off x="1539" y="891"/>
              <a:ext cx="34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IP</a:t>
              </a:r>
            </a:p>
          </p:txBody>
        </p:sp>
      </p:grpSp>
      <p:grpSp>
        <p:nvGrpSpPr>
          <p:cNvPr id="75" name="Group 19"/>
          <p:cNvGrpSpPr>
            <a:grpSpLocks/>
          </p:cNvGrpSpPr>
          <p:nvPr/>
        </p:nvGrpSpPr>
        <p:grpSpPr bwMode="auto">
          <a:xfrm>
            <a:off x="2277052" y="1116136"/>
            <a:ext cx="1574226" cy="304842"/>
            <a:chOff x="1317" y="326"/>
            <a:chExt cx="1548" cy="332"/>
          </a:xfrm>
        </p:grpSpPr>
        <p:sp>
          <p:nvSpPr>
            <p:cNvPr id="76" name="Rectangle 20"/>
            <p:cNvSpPr>
              <a:spLocks noChangeArrowheads="1"/>
            </p:cNvSpPr>
            <p:nvPr/>
          </p:nvSpPr>
          <p:spPr bwMode="auto">
            <a:xfrm>
              <a:off x="1446" y="366"/>
              <a:ext cx="4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7" name="Rectangle 21"/>
            <p:cNvSpPr>
              <a:spLocks noChangeArrowheads="1"/>
            </p:cNvSpPr>
            <p:nvPr/>
          </p:nvSpPr>
          <p:spPr bwMode="auto">
            <a:xfrm>
              <a:off x="1317" y="326"/>
              <a:ext cx="154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应用层（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HTTP</a:t>
              </a:r>
              <a:r>
                <a:rPr kumimoji="1" lang="zh-CN" altLang="en-US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）</a:t>
              </a:r>
            </a:p>
          </p:txBody>
        </p:sp>
      </p:grpSp>
      <p:sp>
        <p:nvSpPr>
          <p:cNvPr id="78" name="Rectangle 22"/>
          <p:cNvSpPr>
            <a:spLocks noChangeArrowheads="1"/>
          </p:cNvSpPr>
          <p:nvPr/>
        </p:nvSpPr>
        <p:spPr bwMode="auto">
          <a:xfrm>
            <a:off x="2394754" y="2352373"/>
            <a:ext cx="128442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网络接口层</a:t>
            </a:r>
          </a:p>
        </p:txBody>
      </p:sp>
      <p:sp>
        <p:nvSpPr>
          <p:cNvPr id="79" name="Line 23"/>
          <p:cNvSpPr>
            <a:spLocks noChangeShapeType="1"/>
          </p:cNvSpPr>
          <p:nvPr/>
        </p:nvSpPr>
        <p:spPr bwMode="auto">
          <a:xfrm>
            <a:off x="2150102" y="2271764"/>
            <a:ext cx="168378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0" name="Rectangle 24"/>
          <p:cNvSpPr>
            <a:spLocks noChangeArrowheads="1"/>
          </p:cNvSpPr>
          <p:nvPr/>
        </p:nvSpPr>
        <p:spPr bwMode="auto">
          <a:xfrm>
            <a:off x="2147704" y="1394298"/>
            <a:ext cx="1678984" cy="278970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1" name="Rectangle 25"/>
          <p:cNvSpPr>
            <a:spLocks noChangeArrowheads="1"/>
          </p:cNvSpPr>
          <p:nvPr/>
        </p:nvSpPr>
        <p:spPr bwMode="auto">
          <a:xfrm>
            <a:off x="2687377" y="1676284"/>
            <a:ext cx="5396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</a:t>
            </a:r>
          </a:p>
        </p:txBody>
      </p:sp>
      <p:sp>
        <p:nvSpPr>
          <p:cNvPr id="82" name="Line 26"/>
          <p:cNvSpPr>
            <a:spLocks noChangeShapeType="1"/>
          </p:cNvSpPr>
          <p:nvPr/>
        </p:nvSpPr>
        <p:spPr bwMode="auto">
          <a:xfrm>
            <a:off x="2150102" y="1968439"/>
            <a:ext cx="1672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3" name="Rectangle 27"/>
          <p:cNvSpPr>
            <a:spLocks noChangeArrowheads="1"/>
          </p:cNvSpPr>
          <p:nvPr/>
        </p:nvSpPr>
        <p:spPr bwMode="auto">
          <a:xfrm>
            <a:off x="2514358" y="1371954"/>
            <a:ext cx="91211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SSL/TLS</a:t>
            </a:r>
          </a:p>
        </p:txBody>
      </p:sp>
      <p:sp>
        <p:nvSpPr>
          <p:cNvPr id="84" name="Line 28"/>
          <p:cNvSpPr>
            <a:spLocks noChangeShapeType="1"/>
          </p:cNvSpPr>
          <p:nvPr/>
        </p:nvSpPr>
        <p:spPr bwMode="auto">
          <a:xfrm>
            <a:off x="2150102" y="1669543"/>
            <a:ext cx="1672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5" name="Rectangle 30"/>
          <p:cNvSpPr>
            <a:spLocks noChangeArrowheads="1"/>
          </p:cNvSpPr>
          <p:nvPr/>
        </p:nvSpPr>
        <p:spPr bwMode="auto">
          <a:xfrm>
            <a:off x="5283806" y="1122675"/>
            <a:ext cx="1675387" cy="1649464"/>
          </a:xfrm>
          <a:prstGeom prst="rect">
            <a:avLst/>
          </a:prstGeom>
          <a:solidFill>
            <a:srgbClr val="0099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6" name="Rectangle 31"/>
          <p:cNvSpPr>
            <a:spLocks noChangeArrowheads="1"/>
          </p:cNvSpPr>
          <p:nvPr/>
        </p:nvSpPr>
        <p:spPr bwMode="auto">
          <a:xfrm>
            <a:off x="5295798" y="2000544"/>
            <a:ext cx="1656198" cy="758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87" name="Group 32"/>
          <p:cNvGrpSpPr>
            <a:grpSpLocks/>
          </p:cNvGrpSpPr>
          <p:nvPr/>
        </p:nvGrpSpPr>
        <p:grpSpPr bwMode="auto">
          <a:xfrm>
            <a:off x="5905032" y="1987288"/>
            <a:ext cx="354596" cy="336267"/>
            <a:chOff x="1539" y="909"/>
            <a:chExt cx="347" cy="365"/>
          </a:xfrm>
        </p:grpSpPr>
        <p:sp>
          <p:nvSpPr>
            <p:cNvPr id="88" name="Rectangle 33"/>
            <p:cNvSpPr>
              <a:spLocks noChangeArrowheads="1"/>
            </p:cNvSpPr>
            <p:nvPr/>
          </p:nvSpPr>
          <p:spPr bwMode="auto">
            <a:xfrm>
              <a:off x="1578" y="990"/>
              <a:ext cx="234" cy="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9" name="Rectangle 34"/>
            <p:cNvSpPr>
              <a:spLocks noChangeArrowheads="1"/>
            </p:cNvSpPr>
            <p:nvPr/>
          </p:nvSpPr>
          <p:spPr bwMode="auto">
            <a:xfrm>
              <a:off x="1539" y="909"/>
              <a:ext cx="34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en-US" altLang="zh-CN" sz="16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IP</a:t>
              </a:r>
            </a:p>
          </p:txBody>
        </p:sp>
      </p:grpSp>
      <p:grpSp>
        <p:nvGrpSpPr>
          <p:cNvPr id="90" name="Group 35"/>
          <p:cNvGrpSpPr>
            <a:grpSpLocks/>
          </p:cNvGrpSpPr>
          <p:nvPr/>
        </p:nvGrpSpPr>
        <p:grpSpPr bwMode="auto">
          <a:xfrm>
            <a:off x="5397353" y="1110627"/>
            <a:ext cx="1574226" cy="304842"/>
            <a:chOff x="1305" y="320"/>
            <a:chExt cx="1548" cy="332"/>
          </a:xfrm>
        </p:grpSpPr>
        <p:sp>
          <p:nvSpPr>
            <p:cNvPr id="91" name="Rectangle 36"/>
            <p:cNvSpPr>
              <a:spLocks noChangeArrowheads="1"/>
            </p:cNvSpPr>
            <p:nvPr/>
          </p:nvSpPr>
          <p:spPr bwMode="auto">
            <a:xfrm>
              <a:off x="1446" y="366"/>
              <a:ext cx="4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2" name="Rectangle 37"/>
            <p:cNvSpPr>
              <a:spLocks noChangeArrowheads="1"/>
            </p:cNvSpPr>
            <p:nvPr/>
          </p:nvSpPr>
          <p:spPr bwMode="auto">
            <a:xfrm>
              <a:off x="1305" y="320"/>
              <a:ext cx="1548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AEAE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kumimoji="1" lang="zh-CN" altLang="en-US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应用层（</a:t>
              </a:r>
              <a:r>
                <a:rPr kumimoji="1" lang="en-US" altLang="zh-CN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HTTP</a:t>
              </a:r>
              <a:r>
                <a:rPr kumimoji="1" lang="zh-CN" altLang="en-US" sz="1400" b="1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）</a:t>
              </a:r>
            </a:p>
          </p:txBody>
        </p:sp>
      </p:grpSp>
      <p:sp>
        <p:nvSpPr>
          <p:cNvPr id="93" name="Rectangle 38"/>
          <p:cNvSpPr>
            <a:spLocks noChangeArrowheads="1"/>
          </p:cNvSpPr>
          <p:nvPr/>
        </p:nvSpPr>
        <p:spPr bwMode="auto">
          <a:xfrm>
            <a:off x="5527260" y="2358311"/>
            <a:ext cx="128442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defTabSz="762000" eaLnBrk="0" hangingPunct="0"/>
            <a:r>
              <a:rPr kumimoji="1"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网络接口层</a:t>
            </a:r>
          </a:p>
        </p:txBody>
      </p:sp>
      <p:sp>
        <p:nvSpPr>
          <p:cNvPr id="94" name="Line 39"/>
          <p:cNvSpPr>
            <a:spLocks noChangeShapeType="1"/>
          </p:cNvSpPr>
          <p:nvPr/>
        </p:nvSpPr>
        <p:spPr bwMode="auto">
          <a:xfrm>
            <a:off x="5282607" y="2271764"/>
            <a:ext cx="168378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5" name="Rectangle 40"/>
          <p:cNvSpPr>
            <a:spLocks noChangeArrowheads="1"/>
          </p:cNvSpPr>
          <p:nvPr/>
        </p:nvSpPr>
        <p:spPr bwMode="auto">
          <a:xfrm>
            <a:off x="5283921" y="1394298"/>
            <a:ext cx="1676530" cy="278970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6" name="Rectangle 41"/>
          <p:cNvSpPr>
            <a:spLocks noChangeArrowheads="1"/>
          </p:cNvSpPr>
          <p:nvPr/>
        </p:nvSpPr>
        <p:spPr bwMode="auto">
          <a:xfrm>
            <a:off x="5819881" y="1676284"/>
            <a:ext cx="53963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</a:t>
            </a:r>
          </a:p>
        </p:txBody>
      </p:sp>
      <p:sp>
        <p:nvSpPr>
          <p:cNvPr id="97" name="Line 42"/>
          <p:cNvSpPr>
            <a:spLocks noChangeShapeType="1"/>
          </p:cNvSpPr>
          <p:nvPr/>
        </p:nvSpPr>
        <p:spPr bwMode="auto">
          <a:xfrm>
            <a:off x="5282607" y="1968439"/>
            <a:ext cx="16729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8" name="Rectangle 43"/>
          <p:cNvSpPr>
            <a:spLocks noChangeArrowheads="1"/>
          </p:cNvSpPr>
          <p:nvPr/>
        </p:nvSpPr>
        <p:spPr bwMode="auto">
          <a:xfrm>
            <a:off x="5664678" y="1377892"/>
            <a:ext cx="91211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 defTabSz="762000" eaLnBrk="0" hangingPunct="0"/>
            <a:r>
              <a:rPr kumimoji="1"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SSL/TLS</a:t>
            </a:r>
          </a:p>
        </p:txBody>
      </p:sp>
      <p:sp>
        <p:nvSpPr>
          <p:cNvPr id="99" name="Line 44"/>
          <p:cNvSpPr>
            <a:spLocks noChangeShapeType="1"/>
          </p:cNvSpPr>
          <p:nvPr/>
        </p:nvSpPr>
        <p:spPr bwMode="auto">
          <a:xfrm>
            <a:off x="5282607" y="1669543"/>
            <a:ext cx="1672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407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8814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933150" y="575603"/>
            <a:ext cx="32816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与应用层协议独立无关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63779"/>
            <a:ext cx="8129016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提供了一个简单的带有套接字的应用程序接口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API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，与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API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相似。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应用层使用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最多的就是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可用于任何应用层协议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应用程序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调用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对整个网页进行加密时，网页上会提示用户，在网址栏原来显示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的地方，现在变成了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https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 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代表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security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，表明现在使用的是提供安全服务的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协议（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端口号是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443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，而不是平时使用的端口号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80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629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766438" y="573086"/>
            <a:ext cx="36150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具有双向鉴别的功能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66642"/>
            <a:ext cx="825428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常用单向鉴别：客户端（浏览器）需要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鉴别服务器，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确信即将访问的网站服务器是安全和可信的。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两个前提：</a:t>
            </a: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服务器需要有一个有效的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证书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来证明自己。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证书是运输层安全协议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的基石。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浏览器应具有一些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手段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来证明服务器是安全和可信的。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lvl="1" indent="-342000" eaLnBrk="0" hangingPunct="0">
              <a:lnSpc>
                <a:spcPts val="32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建立安全会话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两个阶段：</a:t>
            </a: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握手阶段：使用握手协议</a:t>
            </a:r>
          </a:p>
          <a:p>
            <a:pPr marL="627063" lvl="1" indent="-341313" eaLnBrk="0" hangingPunct="0">
              <a:lnSpc>
                <a:spcPts val="32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会话阶段：使用记录协议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06645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804910" y="573434"/>
            <a:ext cx="35381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建立安全会话的工作原理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281672" y="1006754"/>
            <a:ext cx="7046538" cy="3261142"/>
            <a:chOff x="1281672" y="1006754"/>
            <a:chExt cx="7046538" cy="3261142"/>
          </a:xfrm>
        </p:grpSpPr>
        <p:sp>
          <p:nvSpPr>
            <p:cNvPr id="24" name="矩形 23"/>
            <p:cNvSpPr/>
            <p:nvPr/>
          </p:nvSpPr>
          <p:spPr>
            <a:xfrm>
              <a:off x="1281672" y="1994560"/>
              <a:ext cx="7041098" cy="1511084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Line 582"/>
            <p:cNvSpPr>
              <a:spLocks noChangeShapeType="1"/>
            </p:cNvSpPr>
            <p:nvPr/>
          </p:nvSpPr>
          <p:spPr bwMode="auto">
            <a:xfrm flipV="1">
              <a:off x="3528513" y="2591617"/>
              <a:ext cx="2905116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Line 515"/>
            <p:cNvSpPr>
              <a:spLocks noChangeShapeType="1"/>
            </p:cNvSpPr>
            <p:nvPr/>
          </p:nvSpPr>
          <p:spPr bwMode="auto">
            <a:xfrm flipV="1">
              <a:off x="3520352" y="2160537"/>
              <a:ext cx="2905116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Rectangle 516"/>
            <p:cNvSpPr>
              <a:spLocks noChangeArrowheads="1"/>
            </p:cNvSpPr>
            <p:nvPr/>
          </p:nvSpPr>
          <p:spPr bwMode="auto">
            <a:xfrm>
              <a:off x="4188147" y="2023667"/>
              <a:ext cx="1550484" cy="285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squar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1200" b="1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选定的加密算法</a:t>
              </a:r>
              <a:endParaRPr kumimoji="1" lang="zh-CN" altLang="en-US" sz="1200" b="1" baseline="-25000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28" name="Picture 55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192895" y="1238442"/>
              <a:ext cx="431144" cy="542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9" name="Group 551"/>
            <p:cNvGrpSpPr>
              <a:grpSpLocks/>
            </p:cNvGrpSpPr>
            <p:nvPr/>
          </p:nvGrpSpPr>
          <p:grpSpPr bwMode="auto">
            <a:xfrm>
              <a:off x="3342182" y="1299531"/>
              <a:ext cx="456985" cy="349243"/>
              <a:chOff x="717" y="1446"/>
              <a:chExt cx="274" cy="237"/>
            </a:xfrm>
          </p:grpSpPr>
          <p:sp>
            <p:nvSpPr>
              <p:cNvPr id="30" name="Arc 552"/>
              <p:cNvSpPr>
                <a:spLocks/>
              </p:cNvSpPr>
              <p:nvPr/>
            </p:nvSpPr>
            <p:spPr bwMode="auto">
              <a:xfrm>
                <a:off x="930" y="1618"/>
                <a:ext cx="58" cy="39"/>
              </a:xfrm>
              <a:custGeom>
                <a:avLst/>
                <a:gdLst>
                  <a:gd name="T0" fmla="*/ 0 w 38273"/>
                  <a:gd name="T1" fmla="*/ 0 h 35142"/>
                  <a:gd name="T2" fmla="*/ 0 w 38273"/>
                  <a:gd name="T3" fmla="*/ 0 h 35142"/>
                  <a:gd name="T4" fmla="*/ 0 w 38273"/>
                  <a:gd name="T5" fmla="*/ 0 h 35142"/>
                  <a:gd name="T6" fmla="*/ 0 60000 65536"/>
                  <a:gd name="T7" fmla="*/ 0 60000 65536"/>
                  <a:gd name="T8" fmla="*/ 0 60000 65536"/>
                  <a:gd name="T9" fmla="*/ 0 w 38273"/>
                  <a:gd name="T10" fmla="*/ 0 h 35142"/>
                  <a:gd name="T11" fmla="*/ 38273 w 38273"/>
                  <a:gd name="T12" fmla="*/ 35142 h 351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273" h="35142" fill="none" extrusionOk="0">
                    <a:moveTo>
                      <a:pt x="-1" y="7867"/>
                    </a:moveTo>
                    <a:cubicBezTo>
                      <a:pt x="4103" y="2886"/>
                      <a:pt x="10218" y="-1"/>
                      <a:pt x="16673" y="0"/>
                    </a:cubicBezTo>
                    <a:cubicBezTo>
                      <a:pt x="28602" y="0"/>
                      <a:pt x="38273" y="9670"/>
                      <a:pt x="38273" y="21600"/>
                    </a:cubicBezTo>
                    <a:cubicBezTo>
                      <a:pt x="38273" y="26526"/>
                      <a:pt x="36589" y="31304"/>
                      <a:pt x="33500" y="35141"/>
                    </a:cubicBezTo>
                  </a:path>
                  <a:path w="38273" h="35142" stroke="0" extrusionOk="0">
                    <a:moveTo>
                      <a:pt x="-1" y="7867"/>
                    </a:moveTo>
                    <a:cubicBezTo>
                      <a:pt x="4103" y="2886"/>
                      <a:pt x="10218" y="-1"/>
                      <a:pt x="16673" y="0"/>
                    </a:cubicBezTo>
                    <a:cubicBezTo>
                      <a:pt x="28602" y="0"/>
                      <a:pt x="38273" y="9670"/>
                      <a:pt x="38273" y="21600"/>
                    </a:cubicBezTo>
                    <a:cubicBezTo>
                      <a:pt x="38273" y="26526"/>
                      <a:pt x="36589" y="31304"/>
                      <a:pt x="33500" y="35141"/>
                    </a:cubicBezTo>
                    <a:lnTo>
                      <a:pt x="16673" y="21600"/>
                    </a:lnTo>
                    <a:close/>
                  </a:path>
                </a:pathLst>
              </a:custGeom>
              <a:noFill/>
              <a:ln w="4763">
                <a:solidFill>
                  <a:srgbClr val="49493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1" name="Arc 553"/>
              <p:cNvSpPr>
                <a:spLocks/>
              </p:cNvSpPr>
              <p:nvPr/>
            </p:nvSpPr>
            <p:spPr bwMode="auto">
              <a:xfrm>
                <a:off x="929" y="1618"/>
                <a:ext cx="55" cy="36"/>
              </a:xfrm>
              <a:custGeom>
                <a:avLst/>
                <a:gdLst>
                  <a:gd name="T0" fmla="*/ 0 w 38146"/>
                  <a:gd name="T1" fmla="*/ 0 h 34928"/>
                  <a:gd name="T2" fmla="*/ 0 w 38146"/>
                  <a:gd name="T3" fmla="*/ 0 h 34928"/>
                  <a:gd name="T4" fmla="*/ 0 w 38146"/>
                  <a:gd name="T5" fmla="*/ 0 h 34928"/>
                  <a:gd name="T6" fmla="*/ 0 60000 65536"/>
                  <a:gd name="T7" fmla="*/ 0 60000 65536"/>
                  <a:gd name="T8" fmla="*/ 0 60000 65536"/>
                  <a:gd name="T9" fmla="*/ 0 w 38146"/>
                  <a:gd name="T10" fmla="*/ 0 h 34928"/>
                  <a:gd name="T11" fmla="*/ 38146 w 38146"/>
                  <a:gd name="T12" fmla="*/ 34928 h 349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46" h="34928" fill="none" extrusionOk="0">
                    <a:moveTo>
                      <a:pt x="0" y="7715"/>
                    </a:moveTo>
                    <a:cubicBezTo>
                      <a:pt x="4104" y="2824"/>
                      <a:pt x="10161" y="-1"/>
                      <a:pt x="16546" y="0"/>
                    </a:cubicBezTo>
                    <a:cubicBezTo>
                      <a:pt x="28475" y="0"/>
                      <a:pt x="38146" y="9670"/>
                      <a:pt x="38146" y="21600"/>
                    </a:cubicBezTo>
                    <a:cubicBezTo>
                      <a:pt x="38146" y="26432"/>
                      <a:pt x="36525" y="31125"/>
                      <a:pt x="33543" y="34927"/>
                    </a:cubicBezTo>
                  </a:path>
                  <a:path w="38146" h="34928" stroke="0" extrusionOk="0">
                    <a:moveTo>
                      <a:pt x="0" y="7715"/>
                    </a:moveTo>
                    <a:cubicBezTo>
                      <a:pt x="4104" y="2824"/>
                      <a:pt x="10161" y="-1"/>
                      <a:pt x="16546" y="0"/>
                    </a:cubicBezTo>
                    <a:cubicBezTo>
                      <a:pt x="28475" y="0"/>
                      <a:pt x="38146" y="9670"/>
                      <a:pt x="38146" y="21600"/>
                    </a:cubicBezTo>
                    <a:cubicBezTo>
                      <a:pt x="38146" y="26432"/>
                      <a:pt x="36525" y="31125"/>
                      <a:pt x="33543" y="34927"/>
                    </a:cubicBezTo>
                    <a:lnTo>
                      <a:pt x="16546" y="21600"/>
                    </a:lnTo>
                    <a:close/>
                  </a:path>
                </a:pathLst>
              </a:custGeom>
              <a:noFill/>
              <a:ln w="4763">
                <a:solidFill>
                  <a:srgbClr val="DBDBC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2" name="Freeform 554"/>
              <p:cNvSpPr>
                <a:spLocks/>
              </p:cNvSpPr>
              <p:nvPr/>
            </p:nvSpPr>
            <p:spPr bwMode="auto">
              <a:xfrm>
                <a:off x="751" y="1591"/>
                <a:ext cx="205" cy="26"/>
              </a:xfrm>
              <a:custGeom>
                <a:avLst/>
                <a:gdLst>
                  <a:gd name="T0" fmla="*/ 0 w 205"/>
                  <a:gd name="T1" fmla="*/ 26 h 26"/>
                  <a:gd name="T2" fmla="*/ 25 w 205"/>
                  <a:gd name="T3" fmla="*/ 0 h 26"/>
                  <a:gd name="T4" fmla="*/ 205 w 205"/>
                  <a:gd name="T5" fmla="*/ 0 h 26"/>
                  <a:gd name="T6" fmla="*/ 180 w 205"/>
                  <a:gd name="T7" fmla="*/ 26 h 26"/>
                  <a:gd name="T8" fmla="*/ 0 w 205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26"/>
                  <a:gd name="T17" fmla="*/ 205 w 205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26">
                    <a:moveTo>
                      <a:pt x="0" y="26"/>
                    </a:moveTo>
                    <a:lnTo>
                      <a:pt x="25" y="0"/>
                    </a:lnTo>
                    <a:lnTo>
                      <a:pt x="205" y="0"/>
                    </a:lnTo>
                    <a:lnTo>
                      <a:pt x="180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3" name="Freeform 555"/>
              <p:cNvSpPr>
                <a:spLocks/>
              </p:cNvSpPr>
              <p:nvPr/>
            </p:nvSpPr>
            <p:spPr bwMode="auto">
              <a:xfrm>
                <a:off x="751" y="1591"/>
                <a:ext cx="205" cy="26"/>
              </a:xfrm>
              <a:custGeom>
                <a:avLst/>
                <a:gdLst>
                  <a:gd name="T0" fmla="*/ 0 w 205"/>
                  <a:gd name="T1" fmla="*/ 26 h 26"/>
                  <a:gd name="T2" fmla="*/ 25 w 205"/>
                  <a:gd name="T3" fmla="*/ 0 h 26"/>
                  <a:gd name="T4" fmla="*/ 205 w 205"/>
                  <a:gd name="T5" fmla="*/ 0 h 26"/>
                  <a:gd name="T6" fmla="*/ 180 w 205"/>
                  <a:gd name="T7" fmla="*/ 26 h 26"/>
                  <a:gd name="T8" fmla="*/ 0 w 205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26"/>
                  <a:gd name="T17" fmla="*/ 205 w 205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26">
                    <a:moveTo>
                      <a:pt x="0" y="26"/>
                    </a:moveTo>
                    <a:lnTo>
                      <a:pt x="25" y="0"/>
                    </a:lnTo>
                    <a:lnTo>
                      <a:pt x="205" y="0"/>
                    </a:lnTo>
                    <a:lnTo>
                      <a:pt x="180" y="26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4" name="Rectangle 556"/>
              <p:cNvSpPr>
                <a:spLocks noChangeArrowheads="1"/>
              </p:cNvSpPr>
              <p:nvPr/>
            </p:nvSpPr>
            <p:spPr bwMode="auto">
              <a:xfrm>
                <a:off x="751" y="1617"/>
                <a:ext cx="180" cy="31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5" name="Rectangle 557"/>
              <p:cNvSpPr>
                <a:spLocks noChangeArrowheads="1"/>
              </p:cNvSpPr>
              <p:nvPr/>
            </p:nvSpPr>
            <p:spPr bwMode="auto">
              <a:xfrm>
                <a:off x="752" y="1618"/>
                <a:ext cx="178" cy="29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6" name="Freeform 558"/>
              <p:cNvSpPr>
                <a:spLocks/>
              </p:cNvSpPr>
              <p:nvPr/>
            </p:nvSpPr>
            <p:spPr bwMode="auto">
              <a:xfrm>
                <a:off x="931" y="1591"/>
                <a:ext cx="25" cy="57"/>
              </a:xfrm>
              <a:custGeom>
                <a:avLst/>
                <a:gdLst>
                  <a:gd name="T0" fmla="*/ 0 w 25"/>
                  <a:gd name="T1" fmla="*/ 57 h 57"/>
                  <a:gd name="T2" fmla="*/ 25 w 25"/>
                  <a:gd name="T3" fmla="*/ 35 h 57"/>
                  <a:gd name="T4" fmla="*/ 25 w 25"/>
                  <a:gd name="T5" fmla="*/ 0 h 57"/>
                  <a:gd name="T6" fmla="*/ 0 w 25"/>
                  <a:gd name="T7" fmla="*/ 26 h 57"/>
                  <a:gd name="T8" fmla="*/ 0 w 25"/>
                  <a:gd name="T9" fmla="*/ 57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57"/>
                  <a:gd name="T17" fmla="*/ 25 w 25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57">
                    <a:moveTo>
                      <a:pt x="0" y="57"/>
                    </a:moveTo>
                    <a:lnTo>
                      <a:pt x="25" y="35"/>
                    </a:lnTo>
                    <a:lnTo>
                      <a:pt x="25" y="0"/>
                    </a:lnTo>
                    <a:lnTo>
                      <a:pt x="0" y="26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7" name="Freeform 559"/>
              <p:cNvSpPr>
                <a:spLocks/>
              </p:cNvSpPr>
              <p:nvPr/>
            </p:nvSpPr>
            <p:spPr bwMode="auto">
              <a:xfrm>
                <a:off x="931" y="1591"/>
                <a:ext cx="25" cy="57"/>
              </a:xfrm>
              <a:custGeom>
                <a:avLst/>
                <a:gdLst>
                  <a:gd name="T0" fmla="*/ 0 w 25"/>
                  <a:gd name="T1" fmla="*/ 57 h 57"/>
                  <a:gd name="T2" fmla="*/ 25 w 25"/>
                  <a:gd name="T3" fmla="*/ 35 h 57"/>
                  <a:gd name="T4" fmla="*/ 25 w 25"/>
                  <a:gd name="T5" fmla="*/ 0 h 57"/>
                  <a:gd name="T6" fmla="*/ 0 w 25"/>
                  <a:gd name="T7" fmla="*/ 26 h 57"/>
                  <a:gd name="T8" fmla="*/ 0 w 25"/>
                  <a:gd name="T9" fmla="*/ 57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57"/>
                  <a:gd name="T17" fmla="*/ 25 w 25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57">
                    <a:moveTo>
                      <a:pt x="0" y="57"/>
                    </a:moveTo>
                    <a:lnTo>
                      <a:pt x="25" y="35"/>
                    </a:lnTo>
                    <a:lnTo>
                      <a:pt x="25" y="0"/>
                    </a:lnTo>
                    <a:lnTo>
                      <a:pt x="0" y="26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8" name="Freeform 560"/>
              <p:cNvSpPr>
                <a:spLocks/>
              </p:cNvSpPr>
              <p:nvPr/>
            </p:nvSpPr>
            <p:spPr bwMode="auto">
              <a:xfrm>
                <a:off x="757" y="1591"/>
                <a:ext cx="196" cy="19"/>
              </a:xfrm>
              <a:custGeom>
                <a:avLst/>
                <a:gdLst>
                  <a:gd name="T0" fmla="*/ 0 w 196"/>
                  <a:gd name="T1" fmla="*/ 19 h 19"/>
                  <a:gd name="T2" fmla="*/ 19 w 196"/>
                  <a:gd name="T3" fmla="*/ 0 h 19"/>
                  <a:gd name="T4" fmla="*/ 196 w 196"/>
                  <a:gd name="T5" fmla="*/ 0 h 19"/>
                  <a:gd name="T6" fmla="*/ 177 w 196"/>
                  <a:gd name="T7" fmla="*/ 19 h 19"/>
                  <a:gd name="T8" fmla="*/ 0 w 196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6"/>
                  <a:gd name="T16" fmla="*/ 0 h 19"/>
                  <a:gd name="T17" fmla="*/ 196 w 196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6" h="19">
                    <a:moveTo>
                      <a:pt x="0" y="19"/>
                    </a:moveTo>
                    <a:lnTo>
                      <a:pt x="19" y="0"/>
                    </a:lnTo>
                    <a:lnTo>
                      <a:pt x="196" y="0"/>
                    </a:lnTo>
                    <a:lnTo>
                      <a:pt x="177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9" name="Freeform 561"/>
              <p:cNvSpPr>
                <a:spLocks/>
              </p:cNvSpPr>
              <p:nvPr/>
            </p:nvSpPr>
            <p:spPr bwMode="auto">
              <a:xfrm>
                <a:off x="757" y="1591"/>
                <a:ext cx="196" cy="19"/>
              </a:xfrm>
              <a:custGeom>
                <a:avLst/>
                <a:gdLst>
                  <a:gd name="T0" fmla="*/ 0 w 196"/>
                  <a:gd name="T1" fmla="*/ 19 h 19"/>
                  <a:gd name="T2" fmla="*/ 19 w 196"/>
                  <a:gd name="T3" fmla="*/ 0 h 19"/>
                  <a:gd name="T4" fmla="*/ 196 w 196"/>
                  <a:gd name="T5" fmla="*/ 0 h 19"/>
                  <a:gd name="T6" fmla="*/ 177 w 196"/>
                  <a:gd name="T7" fmla="*/ 19 h 19"/>
                  <a:gd name="T8" fmla="*/ 0 w 196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6"/>
                  <a:gd name="T16" fmla="*/ 0 h 19"/>
                  <a:gd name="T17" fmla="*/ 196 w 196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6" h="19">
                    <a:moveTo>
                      <a:pt x="0" y="19"/>
                    </a:moveTo>
                    <a:lnTo>
                      <a:pt x="19" y="0"/>
                    </a:lnTo>
                    <a:lnTo>
                      <a:pt x="196" y="0"/>
                    </a:lnTo>
                    <a:lnTo>
                      <a:pt x="177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0" name="Freeform 562"/>
              <p:cNvSpPr>
                <a:spLocks/>
              </p:cNvSpPr>
              <p:nvPr/>
            </p:nvSpPr>
            <p:spPr bwMode="auto">
              <a:xfrm>
                <a:off x="751" y="1446"/>
                <a:ext cx="202" cy="19"/>
              </a:xfrm>
              <a:custGeom>
                <a:avLst/>
                <a:gdLst>
                  <a:gd name="T0" fmla="*/ 0 w 202"/>
                  <a:gd name="T1" fmla="*/ 19 h 19"/>
                  <a:gd name="T2" fmla="*/ 19 w 202"/>
                  <a:gd name="T3" fmla="*/ 0 h 19"/>
                  <a:gd name="T4" fmla="*/ 202 w 202"/>
                  <a:gd name="T5" fmla="*/ 0 h 19"/>
                  <a:gd name="T6" fmla="*/ 180 w 202"/>
                  <a:gd name="T7" fmla="*/ 19 h 19"/>
                  <a:gd name="T8" fmla="*/ 0 w 202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2"/>
                  <a:gd name="T16" fmla="*/ 0 h 19"/>
                  <a:gd name="T17" fmla="*/ 202 w 202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2" h="19">
                    <a:moveTo>
                      <a:pt x="0" y="19"/>
                    </a:moveTo>
                    <a:lnTo>
                      <a:pt x="19" y="0"/>
                    </a:lnTo>
                    <a:lnTo>
                      <a:pt x="202" y="0"/>
                    </a:lnTo>
                    <a:lnTo>
                      <a:pt x="180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2" name="Freeform 563"/>
              <p:cNvSpPr>
                <a:spLocks/>
              </p:cNvSpPr>
              <p:nvPr/>
            </p:nvSpPr>
            <p:spPr bwMode="auto">
              <a:xfrm>
                <a:off x="751" y="1446"/>
                <a:ext cx="202" cy="19"/>
              </a:xfrm>
              <a:custGeom>
                <a:avLst/>
                <a:gdLst>
                  <a:gd name="T0" fmla="*/ 0 w 202"/>
                  <a:gd name="T1" fmla="*/ 19 h 19"/>
                  <a:gd name="T2" fmla="*/ 19 w 202"/>
                  <a:gd name="T3" fmla="*/ 0 h 19"/>
                  <a:gd name="T4" fmla="*/ 202 w 202"/>
                  <a:gd name="T5" fmla="*/ 0 h 19"/>
                  <a:gd name="T6" fmla="*/ 180 w 202"/>
                  <a:gd name="T7" fmla="*/ 19 h 19"/>
                  <a:gd name="T8" fmla="*/ 0 w 202"/>
                  <a:gd name="T9" fmla="*/ 19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2"/>
                  <a:gd name="T16" fmla="*/ 0 h 19"/>
                  <a:gd name="T17" fmla="*/ 202 w 202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2" h="19">
                    <a:moveTo>
                      <a:pt x="0" y="19"/>
                    </a:moveTo>
                    <a:lnTo>
                      <a:pt x="19" y="0"/>
                    </a:lnTo>
                    <a:lnTo>
                      <a:pt x="202" y="0"/>
                    </a:lnTo>
                    <a:lnTo>
                      <a:pt x="180" y="19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3" name="Rectangle 564"/>
              <p:cNvSpPr>
                <a:spLocks noChangeArrowheads="1"/>
              </p:cNvSpPr>
              <p:nvPr/>
            </p:nvSpPr>
            <p:spPr bwMode="auto">
              <a:xfrm>
                <a:off x="752" y="1466"/>
                <a:ext cx="181" cy="140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4" name="Rectangle 565"/>
              <p:cNvSpPr>
                <a:spLocks noChangeArrowheads="1"/>
              </p:cNvSpPr>
              <p:nvPr/>
            </p:nvSpPr>
            <p:spPr bwMode="auto">
              <a:xfrm>
                <a:off x="768" y="1485"/>
                <a:ext cx="149" cy="108"/>
              </a:xfrm>
              <a:prstGeom prst="rect">
                <a:avLst/>
              </a:prstGeom>
              <a:solidFill>
                <a:srgbClr val="FFFFFF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5" name="Freeform 566"/>
              <p:cNvSpPr>
                <a:spLocks/>
              </p:cNvSpPr>
              <p:nvPr/>
            </p:nvSpPr>
            <p:spPr bwMode="auto">
              <a:xfrm>
                <a:off x="931" y="1446"/>
                <a:ext cx="22" cy="161"/>
              </a:xfrm>
              <a:custGeom>
                <a:avLst/>
                <a:gdLst>
                  <a:gd name="T0" fmla="*/ 0 w 22"/>
                  <a:gd name="T1" fmla="*/ 161 h 161"/>
                  <a:gd name="T2" fmla="*/ 22 w 22"/>
                  <a:gd name="T3" fmla="*/ 142 h 161"/>
                  <a:gd name="T4" fmla="*/ 22 w 22"/>
                  <a:gd name="T5" fmla="*/ 0 h 161"/>
                  <a:gd name="T6" fmla="*/ 0 w 22"/>
                  <a:gd name="T7" fmla="*/ 19 h 161"/>
                  <a:gd name="T8" fmla="*/ 0 w 22"/>
                  <a:gd name="T9" fmla="*/ 161 h 1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161"/>
                  <a:gd name="T17" fmla="*/ 22 w 22"/>
                  <a:gd name="T18" fmla="*/ 161 h 1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161">
                    <a:moveTo>
                      <a:pt x="0" y="161"/>
                    </a:moveTo>
                    <a:lnTo>
                      <a:pt x="22" y="142"/>
                    </a:lnTo>
                    <a:lnTo>
                      <a:pt x="22" y="0"/>
                    </a:lnTo>
                    <a:lnTo>
                      <a:pt x="0" y="19"/>
                    </a:lnTo>
                    <a:lnTo>
                      <a:pt x="0" y="161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6" name="Freeform 567"/>
              <p:cNvSpPr>
                <a:spLocks/>
              </p:cNvSpPr>
              <p:nvPr/>
            </p:nvSpPr>
            <p:spPr bwMode="auto">
              <a:xfrm>
                <a:off x="931" y="1446"/>
                <a:ext cx="22" cy="161"/>
              </a:xfrm>
              <a:custGeom>
                <a:avLst/>
                <a:gdLst>
                  <a:gd name="T0" fmla="*/ 0 w 22"/>
                  <a:gd name="T1" fmla="*/ 161 h 161"/>
                  <a:gd name="T2" fmla="*/ 22 w 22"/>
                  <a:gd name="T3" fmla="*/ 142 h 161"/>
                  <a:gd name="T4" fmla="*/ 22 w 22"/>
                  <a:gd name="T5" fmla="*/ 0 h 161"/>
                  <a:gd name="T6" fmla="*/ 0 w 22"/>
                  <a:gd name="T7" fmla="*/ 19 h 161"/>
                  <a:gd name="T8" fmla="*/ 0 w 22"/>
                  <a:gd name="T9" fmla="*/ 161 h 1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161"/>
                  <a:gd name="T17" fmla="*/ 22 w 22"/>
                  <a:gd name="T18" fmla="*/ 161 h 1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161">
                    <a:moveTo>
                      <a:pt x="0" y="161"/>
                    </a:moveTo>
                    <a:lnTo>
                      <a:pt x="22" y="142"/>
                    </a:lnTo>
                    <a:lnTo>
                      <a:pt x="22" y="0"/>
                    </a:lnTo>
                    <a:lnTo>
                      <a:pt x="0" y="19"/>
                    </a:lnTo>
                    <a:lnTo>
                      <a:pt x="0" y="161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7" name="Freeform 568"/>
              <p:cNvSpPr>
                <a:spLocks/>
              </p:cNvSpPr>
              <p:nvPr/>
            </p:nvSpPr>
            <p:spPr bwMode="auto">
              <a:xfrm>
                <a:off x="717" y="1642"/>
                <a:ext cx="223" cy="35"/>
              </a:xfrm>
              <a:custGeom>
                <a:avLst/>
                <a:gdLst>
                  <a:gd name="T0" fmla="*/ 0 w 223"/>
                  <a:gd name="T1" fmla="*/ 35 h 35"/>
                  <a:gd name="T2" fmla="*/ 28 w 223"/>
                  <a:gd name="T3" fmla="*/ 0 h 35"/>
                  <a:gd name="T4" fmla="*/ 223 w 223"/>
                  <a:gd name="T5" fmla="*/ 0 h 35"/>
                  <a:gd name="T6" fmla="*/ 195 w 223"/>
                  <a:gd name="T7" fmla="*/ 35 h 35"/>
                  <a:gd name="T8" fmla="*/ 0 w 223"/>
                  <a:gd name="T9" fmla="*/ 35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35"/>
                  <a:gd name="T17" fmla="*/ 223 w 223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35">
                    <a:moveTo>
                      <a:pt x="0" y="35"/>
                    </a:moveTo>
                    <a:lnTo>
                      <a:pt x="28" y="0"/>
                    </a:lnTo>
                    <a:lnTo>
                      <a:pt x="223" y="0"/>
                    </a:lnTo>
                    <a:lnTo>
                      <a:pt x="195" y="3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8" name="Freeform 569"/>
              <p:cNvSpPr>
                <a:spLocks/>
              </p:cNvSpPr>
              <p:nvPr/>
            </p:nvSpPr>
            <p:spPr bwMode="auto">
              <a:xfrm>
                <a:off x="717" y="1642"/>
                <a:ext cx="223" cy="35"/>
              </a:xfrm>
              <a:custGeom>
                <a:avLst/>
                <a:gdLst>
                  <a:gd name="T0" fmla="*/ 0 w 223"/>
                  <a:gd name="T1" fmla="*/ 35 h 35"/>
                  <a:gd name="T2" fmla="*/ 28 w 223"/>
                  <a:gd name="T3" fmla="*/ 0 h 35"/>
                  <a:gd name="T4" fmla="*/ 223 w 223"/>
                  <a:gd name="T5" fmla="*/ 0 h 35"/>
                  <a:gd name="T6" fmla="*/ 195 w 223"/>
                  <a:gd name="T7" fmla="*/ 35 h 35"/>
                  <a:gd name="T8" fmla="*/ 0 w 223"/>
                  <a:gd name="T9" fmla="*/ 35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35"/>
                  <a:gd name="T17" fmla="*/ 223 w 223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35">
                    <a:moveTo>
                      <a:pt x="0" y="35"/>
                    </a:moveTo>
                    <a:lnTo>
                      <a:pt x="28" y="0"/>
                    </a:lnTo>
                    <a:lnTo>
                      <a:pt x="223" y="0"/>
                    </a:lnTo>
                    <a:lnTo>
                      <a:pt x="195" y="3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1" name="Freeform 570"/>
              <p:cNvSpPr>
                <a:spLocks/>
              </p:cNvSpPr>
              <p:nvPr/>
            </p:nvSpPr>
            <p:spPr bwMode="auto">
              <a:xfrm>
                <a:off x="912" y="1642"/>
                <a:ext cx="28" cy="41"/>
              </a:xfrm>
              <a:custGeom>
                <a:avLst/>
                <a:gdLst>
                  <a:gd name="T0" fmla="*/ 0 w 28"/>
                  <a:gd name="T1" fmla="*/ 41 h 41"/>
                  <a:gd name="T2" fmla="*/ 28 w 28"/>
                  <a:gd name="T3" fmla="*/ 13 h 41"/>
                  <a:gd name="T4" fmla="*/ 28 w 28"/>
                  <a:gd name="T5" fmla="*/ 0 h 41"/>
                  <a:gd name="T6" fmla="*/ 0 w 28"/>
                  <a:gd name="T7" fmla="*/ 35 h 41"/>
                  <a:gd name="T8" fmla="*/ 0 w 28"/>
                  <a:gd name="T9" fmla="*/ 4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1"/>
                  <a:gd name="T17" fmla="*/ 28 w 28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1">
                    <a:moveTo>
                      <a:pt x="0" y="41"/>
                    </a:moveTo>
                    <a:lnTo>
                      <a:pt x="28" y="13"/>
                    </a:lnTo>
                    <a:lnTo>
                      <a:pt x="28" y="0"/>
                    </a:lnTo>
                    <a:lnTo>
                      <a:pt x="0" y="35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2" name="Freeform 571"/>
              <p:cNvSpPr>
                <a:spLocks/>
              </p:cNvSpPr>
              <p:nvPr/>
            </p:nvSpPr>
            <p:spPr bwMode="auto">
              <a:xfrm>
                <a:off x="912" y="1642"/>
                <a:ext cx="28" cy="41"/>
              </a:xfrm>
              <a:custGeom>
                <a:avLst/>
                <a:gdLst>
                  <a:gd name="T0" fmla="*/ 0 w 28"/>
                  <a:gd name="T1" fmla="*/ 41 h 41"/>
                  <a:gd name="T2" fmla="*/ 28 w 28"/>
                  <a:gd name="T3" fmla="*/ 13 h 41"/>
                  <a:gd name="T4" fmla="*/ 28 w 28"/>
                  <a:gd name="T5" fmla="*/ 0 h 41"/>
                  <a:gd name="T6" fmla="*/ 0 w 28"/>
                  <a:gd name="T7" fmla="*/ 35 h 41"/>
                  <a:gd name="T8" fmla="*/ 0 w 28"/>
                  <a:gd name="T9" fmla="*/ 41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1"/>
                  <a:gd name="T17" fmla="*/ 28 w 28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1">
                    <a:moveTo>
                      <a:pt x="0" y="41"/>
                    </a:moveTo>
                    <a:lnTo>
                      <a:pt x="28" y="13"/>
                    </a:lnTo>
                    <a:lnTo>
                      <a:pt x="28" y="0"/>
                    </a:lnTo>
                    <a:lnTo>
                      <a:pt x="0" y="35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53" name="Rectangle 572"/>
              <p:cNvSpPr>
                <a:spLocks noChangeArrowheads="1"/>
              </p:cNvSpPr>
              <p:nvPr/>
            </p:nvSpPr>
            <p:spPr bwMode="auto">
              <a:xfrm>
                <a:off x="717" y="1677"/>
                <a:ext cx="195" cy="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3" name="Rectangle 573"/>
              <p:cNvSpPr>
                <a:spLocks noChangeArrowheads="1"/>
              </p:cNvSpPr>
              <p:nvPr/>
            </p:nvSpPr>
            <p:spPr bwMode="auto">
              <a:xfrm>
                <a:off x="718" y="1678"/>
                <a:ext cx="193" cy="4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4" name="Freeform 574"/>
              <p:cNvSpPr>
                <a:spLocks/>
              </p:cNvSpPr>
              <p:nvPr/>
            </p:nvSpPr>
            <p:spPr bwMode="auto">
              <a:xfrm>
                <a:off x="953" y="1651"/>
                <a:ext cx="38" cy="23"/>
              </a:xfrm>
              <a:custGeom>
                <a:avLst/>
                <a:gdLst>
                  <a:gd name="T0" fmla="*/ 0 w 38"/>
                  <a:gd name="T1" fmla="*/ 23 h 23"/>
                  <a:gd name="T2" fmla="*/ 13 w 38"/>
                  <a:gd name="T3" fmla="*/ 0 h 23"/>
                  <a:gd name="T4" fmla="*/ 38 w 38"/>
                  <a:gd name="T5" fmla="*/ 0 h 23"/>
                  <a:gd name="T6" fmla="*/ 25 w 38"/>
                  <a:gd name="T7" fmla="*/ 23 h 23"/>
                  <a:gd name="T8" fmla="*/ 0 w 38"/>
                  <a:gd name="T9" fmla="*/ 23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3"/>
                  <a:gd name="T17" fmla="*/ 38 w 38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3">
                    <a:moveTo>
                      <a:pt x="0" y="23"/>
                    </a:moveTo>
                    <a:lnTo>
                      <a:pt x="13" y="0"/>
                    </a:lnTo>
                    <a:lnTo>
                      <a:pt x="38" y="0"/>
                    </a:lnTo>
                    <a:lnTo>
                      <a:pt x="25" y="23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9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5" name="Freeform 575"/>
              <p:cNvSpPr>
                <a:spLocks/>
              </p:cNvSpPr>
              <p:nvPr/>
            </p:nvSpPr>
            <p:spPr bwMode="auto">
              <a:xfrm>
                <a:off x="953" y="1651"/>
                <a:ext cx="38" cy="23"/>
              </a:xfrm>
              <a:custGeom>
                <a:avLst/>
                <a:gdLst>
                  <a:gd name="T0" fmla="*/ 0 w 38"/>
                  <a:gd name="T1" fmla="*/ 23 h 23"/>
                  <a:gd name="T2" fmla="*/ 13 w 38"/>
                  <a:gd name="T3" fmla="*/ 0 h 23"/>
                  <a:gd name="T4" fmla="*/ 38 w 38"/>
                  <a:gd name="T5" fmla="*/ 0 h 23"/>
                  <a:gd name="T6" fmla="*/ 25 w 38"/>
                  <a:gd name="T7" fmla="*/ 23 h 23"/>
                  <a:gd name="T8" fmla="*/ 0 w 38"/>
                  <a:gd name="T9" fmla="*/ 23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8"/>
                  <a:gd name="T16" fmla="*/ 0 h 23"/>
                  <a:gd name="T17" fmla="*/ 38 w 38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8" h="23">
                    <a:moveTo>
                      <a:pt x="0" y="23"/>
                    </a:moveTo>
                    <a:lnTo>
                      <a:pt x="13" y="0"/>
                    </a:lnTo>
                    <a:lnTo>
                      <a:pt x="38" y="0"/>
                    </a:lnTo>
                    <a:lnTo>
                      <a:pt x="25" y="23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9C9B6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6" name="Freeform 576"/>
              <p:cNvSpPr>
                <a:spLocks/>
              </p:cNvSpPr>
              <p:nvPr/>
            </p:nvSpPr>
            <p:spPr bwMode="auto">
              <a:xfrm>
                <a:off x="978" y="1651"/>
                <a:ext cx="13" cy="29"/>
              </a:xfrm>
              <a:custGeom>
                <a:avLst/>
                <a:gdLst>
                  <a:gd name="T0" fmla="*/ 0 w 13"/>
                  <a:gd name="T1" fmla="*/ 29 h 29"/>
                  <a:gd name="T2" fmla="*/ 13 w 13"/>
                  <a:gd name="T3" fmla="*/ 16 h 29"/>
                  <a:gd name="T4" fmla="*/ 13 w 13"/>
                  <a:gd name="T5" fmla="*/ 0 h 29"/>
                  <a:gd name="T6" fmla="*/ 0 w 13"/>
                  <a:gd name="T7" fmla="*/ 23 h 29"/>
                  <a:gd name="T8" fmla="*/ 0 w 13"/>
                  <a:gd name="T9" fmla="*/ 29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29"/>
                  <a:gd name="T17" fmla="*/ 13 w 13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29">
                    <a:moveTo>
                      <a:pt x="0" y="29"/>
                    </a:moveTo>
                    <a:lnTo>
                      <a:pt x="13" y="16"/>
                    </a:lnTo>
                    <a:lnTo>
                      <a:pt x="13" y="0"/>
                    </a:lnTo>
                    <a:lnTo>
                      <a:pt x="0" y="23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7A7A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7" name="Freeform 577"/>
              <p:cNvSpPr>
                <a:spLocks/>
              </p:cNvSpPr>
              <p:nvPr/>
            </p:nvSpPr>
            <p:spPr bwMode="auto">
              <a:xfrm>
                <a:off x="978" y="1651"/>
                <a:ext cx="13" cy="29"/>
              </a:xfrm>
              <a:custGeom>
                <a:avLst/>
                <a:gdLst>
                  <a:gd name="T0" fmla="*/ 0 w 13"/>
                  <a:gd name="T1" fmla="*/ 29 h 29"/>
                  <a:gd name="T2" fmla="*/ 13 w 13"/>
                  <a:gd name="T3" fmla="*/ 16 h 29"/>
                  <a:gd name="T4" fmla="*/ 13 w 13"/>
                  <a:gd name="T5" fmla="*/ 0 h 29"/>
                  <a:gd name="T6" fmla="*/ 0 w 13"/>
                  <a:gd name="T7" fmla="*/ 23 h 29"/>
                  <a:gd name="T8" fmla="*/ 0 w 13"/>
                  <a:gd name="T9" fmla="*/ 29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29"/>
                  <a:gd name="T17" fmla="*/ 13 w 13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29">
                    <a:moveTo>
                      <a:pt x="0" y="29"/>
                    </a:moveTo>
                    <a:lnTo>
                      <a:pt x="13" y="16"/>
                    </a:lnTo>
                    <a:lnTo>
                      <a:pt x="13" y="0"/>
                    </a:lnTo>
                    <a:lnTo>
                      <a:pt x="0" y="23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7A7A5A"/>
              </a:solidFill>
              <a:ln w="4763">
                <a:solidFill>
                  <a:srgbClr val="494936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68" name="Rectangle 578"/>
              <p:cNvSpPr>
                <a:spLocks noChangeArrowheads="1"/>
              </p:cNvSpPr>
              <p:nvPr/>
            </p:nvSpPr>
            <p:spPr bwMode="auto">
              <a:xfrm>
                <a:off x="950" y="1674"/>
                <a:ext cx="28" cy="6"/>
              </a:xfrm>
              <a:prstGeom prst="rect">
                <a:avLst/>
              </a:prstGeom>
              <a:solidFill>
                <a:srgbClr val="B7B79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71" name="Rectangle 579"/>
              <p:cNvSpPr>
                <a:spLocks noChangeArrowheads="1"/>
              </p:cNvSpPr>
              <p:nvPr/>
            </p:nvSpPr>
            <p:spPr bwMode="auto">
              <a:xfrm>
                <a:off x="951" y="1675"/>
                <a:ext cx="26" cy="4"/>
              </a:xfrm>
              <a:prstGeom prst="rect">
                <a:avLst/>
              </a:prstGeom>
              <a:solidFill>
                <a:srgbClr val="B7B79D"/>
              </a:solidFill>
              <a:ln w="4763">
                <a:solidFill>
                  <a:srgbClr val="494936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72" name="Rectangle 580"/>
            <p:cNvSpPr>
              <a:spLocks noChangeArrowheads="1"/>
            </p:cNvSpPr>
            <p:nvPr/>
          </p:nvSpPr>
          <p:spPr bwMode="auto">
            <a:xfrm>
              <a:off x="4189508" y="2369456"/>
              <a:ext cx="1549123" cy="47544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1200" b="1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确认的加密算法 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的数字证书</a:t>
              </a:r>
              <a:endParaRPr kumimoji="1" lang="en-US" altLang="zh-CN" sz="1200" b="1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3" name="Line 584"/>
            <p:cNvSpPr>
              <a:spLocks noChangeShapeType="1"/>
            </p:cNvSpPr>
            <p:nvPr/>
          </p:nvSpPr>
          <p:spPr bwMode="auto">
            <a:xfrm flipV="1">
              <a:off x="3521712" y="3069954"/>
              <a:ext cx="2905116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 type="none" w="sm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4" name="Rectangle 585"/>
            <p:cNvSpPr>
              <a:spLocks noChangeArrowheads="1"/>
            </p:cNvSpPr>
            <p:nvPr/>
          </p:nvSpPr>
          <p:spPr bwMode="auto">
            <a:xfrm>
              <a:off x="4031740" y="2933085"/>
              <a:ext cx="2083632" cy="285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kumimoji="1" lang="zh-CN" altLang="en-US" sz="1200" b="1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用 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 </a:t>
              </a:r>
              <a:r>
                <a:rPr kumimoji="1" lang="zh-CN" altLang="en-US" sz="1200" b="1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的公钥加密 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PK</a:t>
              </a:r>
              <a:r>
                <a:rPr kumimoji="1" lang="en-US" altLang="zh-CN" sz="1200" b="1" baseline="-25000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  <a:r>
                <a:rPr kumimoji="1" lang="en-US" altLang="zh-CN" sz="1200" b="1" dirty="0">
                  <a:solidFill>
                    <a:srgbClr val="00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(MS)</a:t>
              </a:r>
              <a:endParaRPr kumimoji="1" lang="zh-CN" altLang="en-US" sz="1200" b="1" baseline="-25000" dirty="0">
                <a:solidFill>
                  <a:srgbClr val="00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5" name="AutoShape 588"/>
            <p:cNvSpPr>
              <a:spLocks noChangeArrowheads="1"/>
            </p:cNvSpPr>
            <p:nvPr/>
          </p:nvSpPr>
          <p:spPr bwMode="auto">
            <a:xfrm>
              <a:off x="3539393" y="3595548"/>
              <a:ext cx="2884714" cy="371143"/>
            </a:xfrm>
            <a:prstGeom prst="leftRightArrow">
              <a:avLst>
                <a:gd name="adj1" fmla="val 61667"/>
                <a:gd name="adj2" fmla="val 18328"/>
              </a:avLst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数据传输（保密，完整性）</a:t>
              </a:r>
            </a:p>
          </p:txBody>
        </p:sp>
        <p:sp>
          <p:nvSpPr>
            <p:cNvPr id="76" name="Text Box 589"/>
            <p:cNvSpPr txBox="1">
              <a:spLocks noChangeArrowheads="1"/>
            </p:cNvSpPr>
            <p:nvPr/>
          </p:nvSpPr>
          <p:spPr bwMode="auto">
            <a:xfrm>
              <a:off x="2050113" y="2117891"/>
              <a:ext cx="900368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7" name="Text Box 590"/>
            <p:cNvSpPr txBox="1">
              <a:spLocks noChangeArrowheads="1"/>
            </p:cNvSpPr>
            <p:nvPr/>
          </p:nvSpPr>
          <p:spPr bwMode="auto">
            <a:xfrm>
              <a:off x="2267725" y="2081007"/>
              <a:ext cx="1259428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协商加密算法</a:t>
              </a:r>
            </a:p>
          </p:txBody>
        </p:sp>
        <p:sp>
          <p:nvSpPr>
            <p:cNvPr id="80" name="Text Box 593"/>
            <p:cNvSpPr txBox="1">
              <a:spLocks noChangeArrowheads="1"/>
            </p:cNvSpPr>
            <p:nvPr/>
          </p:nvSpPr>
          <p:spPr bwMode="auto">
            <a:xfrm>
              <a:off x="6535634" y="3254373"/>
              <a:ext cx="1300230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生成会话密钥</a:t>
              </a:r>
            </a:p>
          </p:txBody>
        </p:sp>
        <p:sp>
          <p:nvSpPr>
            <p:cNvPr id="81" name="Text Box 594"/>
            <p:cNvSpPr txBox="1">
              <a:spLocks noChangeArrowheads="1"/>
            </p:cNvSpPr>
            <p:nvPr/>
          </p:nvSpPr>
          <p:spPr bwMode="auto">
            <a:xfrm>
              <a:off x="6403209" y="2276311"/>
              <a:ext cx="1440317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协商加密算法</a:t>
              </a:r>
            </a:p>
          </p:txBody>
        </p:sp>
        <p:grpSp>
          <p:nvGrpSpPr>
            <p:cNvPr id="82" name="组合 66"/>
            <p:cNvGrpSpPr>
              <a:grpSpLocks/>
            </p:cNvGrpSpPr>
            <p:nvPr/>
          </p:nvGrpSpPr>
          <p:grpSpPr bwMode="auto">
            <a:xfrm>
              <a:off x="3523072" y="1682200"/>
              <a:ext cx="2913276" cy="2466605"/>
              <a:chOff x="2687782" y="1551713"/>
              <a:chExt cx="3399487" cy="3942098"/>
            </a:xfrm>
          </p:grpSpPr>
          <p:sp>
            <p:nvSpPr>
              <p:cNvPr id="83" name="Line 512"/>
              <p:cNvSpPr>
                <a:spLocks noChangeShapeType="1"/>
              </p:cNvSpPr>
              <p:nvPr/>
            </p:nvSpPr>
            <p:spPr bwMode="auto">
              <a:xfrm rot="16200000" flipH="1">
                <a:off x="721490" y="3518005"/>
                <a:ext cx="3934822" cy="2237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84" name="Line 513"/>
              <p:cNvSpPr>
                <a:spLocks noChangeShapeType="1"/>
              </p:cNvSpPr>
              <p:nvPr/>
            </p:nvSpPr>
            <p:spPr bwMode="auto">
              <a:xfrm rot="16200000" flipH="1">
                <a:off x="4178775" y="3585316"/>
                <a:ext cx="3814636" cy="2353"/>
              </a:xfrm>
              <a:prstGeom prst="line">
                <a:avLst/>
              </a:prstGeom>
              <a:noFill/>
              <a:ln w="12700">
                <a:solidFill>
                  <a:srgbClr val="000066"/>
                </a:solidFill>
                <a:round/>
                <a:headEnd type="none" w="sm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85" name="Text Box 530"/>
            <p:cNvSpPr txBox="1">
              <a:spLocks noChangeArrowheads="1"/>
            </p:cNvSpPr>
            <p:nvPr/>
          </p:nvSpPr>
          <p:spPr bwMode="auto">
            <a:xfrm>
              <a:off x="3511694" y="3982828"/>
              <a:ext cx="23436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</a:t>
              </a:r>
              <a:endParaRPr lang="en-US" altLang="zh-CN" sz="1200" b="1" i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6" name="Text Box 595"/>
            <p:cNvSpPr txBox="1">
              <a:spLocks noChangeArrowheads="1"/>
            </p:cNvSpPr>
            <p:nvPr/>
          </p:nvSpPr>
          <p:spPr bwMode="auto">
            <a:xfrm>
              <a:off x="6420889" y="3990897"/>
              <a:ext cx="23436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</a:t>
              </a:r>
              <a:endParaRPr lang="en-US" altLang="zh-CN" sz="1200" b="1" i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7" name="Text Box 597"/>
            <p:cNvSpPr txBox="1">
              <a:spLocks noChangeArrowheads="1"/>
            </p:cNvSpPr>
            <p:nvPr/>
          </p:nvSpPr>
          <p:spPr bwMode="auto">
            <a:xfrm>
              <a:off x="3244257" y="1043638"/>
              <a:ext cx="654346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2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客户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</a:t>
              </a:r>
              <a:endParaRPr kumimoji="1" lang="zh-CN" altLang="en-US" sz="12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8" name="Text Box 598"/>
            <p:cNvSpPr txBox="1">
              <a:spLocks noChangeArrowheads="1"/>
            </p:cNvSpPr>
            <p:nvPr/>
          </p:nvSpPr>
          <p:spPr bwMode="auto">
            <a:xfrm>
              <a:off x="6013366" y="1006754"/>
              <a:ext cx="798617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2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服务器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  <a:endParaRPr kumimoji="1" lang="zh-CN" altLang="en-US" sz="12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9" name="TextBox 57"/>
            <p:cNvSpPr txBox="1">
              <a:spLocks noChangeArrowheads="1"/>
            </p:cNvSpPr>
            <p:nvPr/>
          </p:nvSpPr>
          <p:spPr bwMode="auto">
            <a:xfrm>
              <a:off x="3505391" y="1923995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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0" name="TextBox 58"/>
            <p:cNvSpPr txBox="1">
              <a:spLocks noChangeArrowheads="1"/>
            </p:cNvSpPr>
            <p:nvPr/>
          </p:nvSpPr>
          <p:spPr bwMode="auto">
            <a:xfrm>
              <a:off x="6116731" y="2352321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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1" name="TextBox 59"/>
            <p:cNvSpPr txBox="1">
              <a:spLocks noChangeArrowheads="1"/>
            </p:cNvSpPr>
            <p:nvPr/>
          </p:nvSpPr>
          <p:spPr bwMode="auto">
            <a:xfrm>
              <a:off x="2104957" y="291415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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2" name="TextBox 60"/>
            <p:cNvSpPr txBox="1">
              <a:spLocks noChangeArrowheads="1"/>
            </p:cNvSpPr>
            <p:nvPr/>
          </p:nvSpPr>
          <p:spPr bwMode="auto">
            <a:xfrm>
              <a:off x="2112676" y="2407198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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3" name="TextBox 61"/>
            <p:cNvSpPr txBox="1">
              <a:spLocks noChangeArrowheads="1"/>
            </p:cNvSpPr>
            <p:nvPr/>
          </p:nvSpPr>
          <p:spPr bwMode="auto">
            <a:xfrm>
              <a:off x="6421388" y="2816379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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4" name="TextBox 62"/>
            <p:cNvSpPr txBox="1">
              <a:spLocks noChangeArrowheads="1"/>
            </p:cNvSpPr>
            <p:nvPr/>
          </p:nvSpPr>
          <p:spPr bwMode="auto">
            <a:xfrm>
              <a:off x="3565234" y="2827200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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5" name="TextBox 61"/>
            <p:cNvSpPr txBox="1">
              <a:spLocks noChangeArrowheads="1"/>
            </p:cNvSpPr>
            <p:nvPr/>
          </p:nvSpPr>
          <p:spPr bwMode="auto">
            <a:xfrm>
              <a:off x="2103463" y="3249763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</a:t>
              </a: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6" name="Line 515"/>
            <p:cNvSpPr>
              <a:spLocks noChangeShapeType="1"/>
            </p:cNvSpPr>
            <p:nvPr/>
          </p:nvSpPr>
          <p:spPr bwMode="auto">
            <a:xfrm flipV="1">
              <a:off x="3527152" y="1860856"/>
              <a:ext cx="290511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7" name="Text Box 484"/>
            <p:cNvSpPr txBox="1">
              <a:spLocks noChangeArrowheads="1"/>
            </p:cNvSpPr>
            <p:nvPr/>
          </p:nvSpPr>
          <p:spPr bwMode="auto">
            <a:xfrm>
              <a:off x="4035819" y="1613044"/>
              <a:ext cx="1804084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12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双方已建立了 </a:t>
              </a:r>
              <a:r>
                <a:rPr kumimoji="1" lang="en-US" altLang="zh-CN" sz="12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TCP </a:t>
              </a:r>
              <a:r>
                <a:rPr kumimoji="1" lang="zh-CN" altLang="en-US" sz="12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连接</a:t>
              </a:r>
              <a:endParaRPr kumimoji="1" lang="en-US" altLang="zh-CN" sz="12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8" name="Text Box 593"/>
            <p:cNvSpPr txBox="1">
              <a:spLocks noChangeArrowheads="1"/>
            </p:cNvSpPr>
            <p:nvPr/>
          </p:nvSpPr>
          <p:spPr bwMode="auto">
            <a:xfrm>
              <a:off x="6338424" y="2831362"/>
              <a:ext cx="1989786" cy="475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用 </a:t>
              </a: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 </a:t>
              </a: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的私钥解密</a:t>
              </a:r>
              <a:endParaRPr lang="en-US" altLang="zh-CN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 eaLnBrk="1" hangingPunct="1"/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SK</a:t>
              </a:r>
              <a:r>
                <a:rPr lang="en-US" altLang="zh-CN" sz="12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(PK</a:t>
              </a:r>
              <a:r>
                <a:rPr lang="en-US" altLang="zh-CN" sz="1200" b="1" baseline="-25000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</a:t>
              </a: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(MS)) = MS</a:t>
              </a:r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9" name="Text Box 593"/>
            <p:cNvSpPr txBox="1">
              <a:spLocks noChangeArrowheads="1"/>
            </p:cNvSpPr>
            <p:nvPr/>
          </p:nvSpPr>
          <p:spPr bwMode="auto">
            <a:xfrm>
              <a:off x="2279966" y="3254373"/>
              <a:ext cx="1158968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生成会话密钥</a:t>
              </a:r>
            </a:p>
          </p:txBody>
        </p:sp>
        <p:sp>
          <p:nvSpPr>
            <p:cNvPr id="100" name="Text Box 252"/>
            <p:cNvSpPr txBox="1">
              <a:spLocks noChangeArrowheads="1"/>
            </p:cNvSpPr>
            <p:nvPr/>
          </p:nvSpPr>
          <p:spPr bwMode="auto">
            <a:xfrm flipH="1">
              <a:off x="6422690" y="3255398"/>
              <a:ext cx="3449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</a:t>
              </a:r>
            </a:p>
          </p:txBody>
        </p:sp>
        <p:cxnSp>
          <p:nvCxnSpPr>
            <p:cNvPr id="101" name="直接连接符 100"/>
            <p:cNvCxnSpPr/>
            <p:nvPr/>
          </p:nvCxnSpPr>
          <p:spPr>
            <a:xfrm>
              <a:off x="1822981" y="1980729"/>
              <a:ext cx="0" cy="1516847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 Box 590"/>
            <p:cNvSpPr txBox="1">
              <a:spLocks noChangeArrowheads="1"/>
            </p:cNvSpPr>
            <p:nvPr/>
          </p:nvSpPr>
          <p:spPr bwMode="auto">
            <a:xfrm>
              <a:off x="1418217" y="2679216"/>
              <a:ext cx="816749" cy="276999"/>
            </a:xfrm>
            <a:prstGeom prst="rect">
              <a:avLst/>
            </a:prstGeom>
            <a:solidFill>
              <a:srgbClr val="66FFFF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握手协议</a:t>
              </a:r>
            </a:p>
          </p:txBody>
        </p:sp>
        <p:cxnSp>
          <p:nvCxnSpPr>
            <p:cNvPr id="103" name="直接连接符 102"/>
            <p:cNvCxnSpPr/>
            <p:nvPr/>
          </p:nvCxnSpPr>
          <p:spPr>
            <a:xfrm>
              <a:off x="1822981" y="3497575"/>
              <a:ext cx="2720" cy="629330"/>
            </a:xfrm>
            <a:prstGeom prst="line">
              <a:avLst/>
            </a:prstGeom>
            <a:ln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 Box 590"/>
            <p:cNvSpPr txBox="1">
              <a:spLocks noChangeArrowheads="1"/>
            </p:cNvSpPr>
            <p:nvPr/>
          </p:nvSpPr>
          <p:spPr bwMode="auto">
            <a:xfrm>
              <a:off x="1351035" y="3669316"/>
              <a:ext cx="990133" cy="285266"/>
            </a:xfrm>
            <a:prstGeom prst="rect">
              <a:avLst/>
            </a:prstGeom>
            <a:solidFill>
              <a:srgbClr val="C3E3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记录协议</a:t>
              </a:r>
            </a:p>
          </p:txBody>
        </p:sp>
        <p:pic>
          <p:nvPicPr>
            <p:cNvPr id="105" name="Picture 68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9655" y="3135653"/>
              <a:ext cx="190598" cy="167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" name="Text Box 590"/>
            <p:cNvSpPr txBox="1">
              <a:spLocks noChangeArrowheads="1"/>
            </p:cNvSpPr>
            <p:nvPr/>
          </p:nvSpPr>
          <p:spPr bwMode="auto">
            <a:xfrm>
              <a:off x="3547554" y="3094545"/>
              <a:ext cx="497787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Text Box 591"/>
            <p:cNvSpPr txBox="1">
              <a:spLocks noChangeArrowheads="1"/>
            </p:cNvSpPr>
            <p:nvPr/>
          </p:nvSpPr>
          <p:spPr bwMode="auto">
            <a:xfrm>
              <a:off x="2122197" y="2390677"/>
              <a:ext cx="1561364" cy="475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用 </a:t>
              </a: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CA </a:t>
              </a: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的公钥</a:t>
              </a:r>
            </a:p>
            <a:p>
              <a:pPr algn="ctr"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鉴别 </a:t>
              </a: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 </a:t>
              </a:r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的证书</a:t>
              </a:r>
            </a:p>
          </p:txBody>
        </p:sp>
        <p:sp>
          <p:nvSpPr>
            <p:cNvPr id="79" name="Text Box 592"/>
            <p:cNvSpPr txBox="1">
              <a:spLocks noChangeArrowheads="1"/>
            </p:cNvSpPr>
            <p:nvPr/>
          </p:nvSpPr>
          <p:spPr bwMode="auto">
            <a:xfrm>
              <a:off x="2165413" y="2918579"/>
              <a:ext cx="1474319" cy="285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产生主密钥 </a:t>
              </a:r>
              <a:r>
                <a:rPr lang="en-US" altLang="zh-CN" sz="1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MS</a:t>
              </a:r>
              <a:endParaRPr lang="zh-CN" alt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739331" y="1197130"/>
            <a:ext cx="2444128" cy="605294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握手阶段：使用握手协议</a:t>
            </a:r>
            <a:endParaRPr lang="en-US" altLang="zh-CN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会话阶段：使用记录协议</a:t>
            </a:r>
          </a:p>
        </p:txBody>
      </p:sp>
    </p:spTree>
    <p:extLst>
      <p:ext uri="{BB962C8B-B14F-4D97-AF65-F5344CB8AC3E}">
        <p14:creationId xmlns:p14="http://schemas.microsoft.com/office/powerpoint/2010/main" val="171015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的握手阶段：</a:t>
            </a: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验证服务器，生成会话阶段所需的共享密钥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7012"/>
            <a:ext cx="8212952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协商加密算法。</a:t>
            </a:r>
            <a:r>
              <a:rPr lang="en-US" altLang="zh-CN" dirty="0">
                <a:solidFill>
                  <a:srgbClr val="0000FF"/>
                </a:solidFill>
                <a:latin typeface="Montserrat" panose="00000500000000000000" pitchFamily="2" charset="0"/>
                <a:sym typeface="Wingdings"/>
              </a:rPr>
              <a:t> </a:t>
            </a:r>
            <a:r>
              <a:rPr lang="en-US" altLang="zh-CN" dirty="0">
                <a:latin typeface="Montserrat" panose="00000500000000000000" pitchFamily="2" charset="0"/>
                <a:sym typeface="Wingdings"/>
              </a:rPr>
              <a:t>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浏览器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向服务器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发送浏览器的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版本号和一些可选的加密算法。</a:t>
            </a:r>
            <a:r>
              <a:rPr lang="en-US" altLang="zh-CN" dirty="0">
                <a:latin typeface="Montserrat" panose="00000500000000000000" pitchFamily="2" charset="0"/>
                <a:sym typeface="Wingdings"/>
              </a:rPr>
              <a:t> 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从中选定自己所支持的算法（如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RSA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），并告知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，同时把自己的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数字证书发送给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服务器鉴别。</a:t>
            </a:r>
            <a:r>
              <a:rPr lang="en-US" altLang="zh-CN" dirty="0">
                <a:latin typeface="Montserrat" panose="00000500000000000000" pitchFamily="2" charset="0"/>
                <a:sym typeface="Wingdings"/>
              </a:rPr>
              <a:t>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客户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用数字证书中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的公钥对数字证书进行验证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鉴别。</a:t>
            </a:r>
            <a:endParaRPr lang="en-US" altLang="zh-CN" b="1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生成主密钥。</a:t>
            </a:r>
            <a:r>
              <a:rPr lang="en-US" altLang="zh-CN" dirty="0">
                <a:latin typeface="Montserrat" panose="00000500000000000000" pitchFamily="2" charset="0"/>
                <a:sym typeface="Wingdings"/>
              </a:rPr>
              <a:t>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客户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按照双方确定的密钥交换算法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生成主密钥 </a:t>
            </a:r>
            <a:r>
              <a:rPr lang="en-US" altLang="zh-CN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MS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(Master Secret)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r>
              <a:rPr lang="en-US" altLang="zh-CN" dirty="0">
                <a:latin typeface="Montserrat" panose="00000500000000000000" pitchFamily="2" charset="0"/>
                <a:sym typeface="Wingdings"/>
              </a:rPr>
              <a:t> 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客户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PK</a:t>
            </a:r>
            <a:r>
              <a:rPr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对主密钥 </a:t>
            </a:r>
            <a:r>
              <a:rPr lang="en-US" altLang="zh-CN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MS 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加密，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得出加密的主密钥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PK</a:t>
            </a:r>
            <a:r>
              <a:rPr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(MS)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，发送给服务器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81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57012"/>
            <a:ext cx="812901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 startAt="4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用自己的私钥把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主密钥解密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出来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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</a:t>
            </a:r>
            <a:r>
              <a:rPr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(PK</a:t>
            </a:r>
            <a:r>
              <a:rPr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(MS)) = MS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。这样，客户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和服务器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都有了为后面数据传输使用的共同的主密钥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MS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 startAt="4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生成会话密钥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 和 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。为了使双方的通信更加安全，客户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和服务器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最好使用不同的密钥。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主密钥被分割成 </a:t>
            </a:r>
            <a:r>
              <a:rPr lang="en-US" altLang="zh-CN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 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个不同的密钥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。每一方都拥有这样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个密钥（注意：这些都是对称密钥）：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客户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发送数据时使用的会话密钥 </a:t>
            </a:r>
            <a:r>
              <a:rPr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客户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发送数据时使用的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 </a:t>
            </a:r>
            <a:r>
              <a:rPr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  <a:r>
              <a:rPr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发送数据时使用的会话密钥 </a:t>
            </a:r>
            <a:r>
              <a:rPr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 marL="627063" lvl="1" indent="-285750" eaLnBrk="0" hangingPunct="0">
              <a:lnSpc>
                <a:spcPts val="3000"/>
              </a:lnSpc>
              <a:buClr>
                <a:srgbClr val="000066"/>
              </a:buClr>
              <a:buSzPct val="85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发送数据时使用的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 </a:t>
            </a:r>
            <a:r>
              <a:rPr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  <a:r>
              <a:rPr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的握手阶段：</a:t>
            </a: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验证服务器，生成会话阶段所需的共享密钥</a:t>
            </a:r>
          </a:p>
        </p:txBody>
      </p:sp>
    </p:spTree>
    <p:extLst>
      <p:ext uri="{BB962C8B-B14F-4D97-AF65-F5344CB8AC3E}">
        <p14:creationId xmlns:p14="http://schemas.microsoft.com/office/powerpoint/2010/main" val="24632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957012"/>
            <a:ext cx="8129017" cy="2964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把长的数据划分为较小的数据块，叫做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记录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(record)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。对每一个记录进行鉴别运算和加密运算。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记录协议对每一个记录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按发送顺序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赋予序号，第一个记录作为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。发送下一个记录时序号就加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，序号最大值不得超过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en-US" altLang="zh-CN" b="1" baseline="30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64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– 1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，且</a:t>
            </a: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不允许序号绕回。</a:t>
            </a:r>
            <a:endParaRPr lang="en-US" altLang="zh-CN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7EE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序号未写在记录之中，而是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在进行散列运算时，把序号包含进去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。客户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向服务器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发送一个明文记录时，对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密钥 </a:t>
            </a:r>
            <a:r>
              <a:rPr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</a:t>
            </a:r>
            <a:r>
              <a:rPr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、记录的当前序号和明文记录进行散列运算，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鉴别明文记录的完整性（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内容和顺序均无误）。使用会话密钥 </a:t>
            </a:r>
            <a:r>
              <a:rPr lang="en-US" altLang="zh-CN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进行加解密。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的会话阶段：</a:t>
            </a: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保证传送数据的机密性和完整性</a:t>
            </a:r>
          </a:p>
        </p:txBody>
      </p:sp>
      <p:sp>
        <p:nvSpPr>
          <p:cNvPr id="2" name="矩形 1"/>
          <p:cNvSpPr/>
          <p:nvPr/>
        </p:nvSpPr>
        <p:spPr>
          <a:xfrm>
            <a:off x="1510113" y="3903207"/>
            <a:ext cx="6127736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这种对记录加密的方法称为</a:t>
            </a: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带关联数据的鉴别加密 </a:t>
            </a:r>
            <a:r>
              <a:rPr lang="en-US" altLang="zh-CN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AEAD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(Authenticated Encryption with Associated Data)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。</a:t>
            </a:r>
          </a:p>
        </p:txBody>
      </p:sp>
    </p:spTree>
    <p:extLst>
      <p:ext uri="{BB962C8B-B14F-4D97-AF65-F5344CB8AC3E}">
        <p14:creationId xmlns:p14="http://schemas.microsoft.com/office/powerpoint/2010/main" val="190476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传送的记录格式</a:t>
            </a:r>
            <a:endParaRPr lang="zh-CN" altLang="en-US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2070849" y="1596272"/>
            <a:ext cx="4168586" cy="338554"/>
          </a:xfrm>
          <a:prstGeom prst="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类型    版本   长度      明  文  </a:t>
            </a: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rPr>
              <a:t>记  录    </a:t>
            </a: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rPr>
              <a:t>MAC</a:t>
            </a:r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2732920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3308984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大括号 13"/>
          <p:cNvSpPr/>
          <p:nvPr/>
        </p:nvSpPr>
        <p:spPr>
          <a:xfrm rot="5400000">
            <a:off x="4974236" y="340555"/>
            <a:ext cx="185751" cy="2344645"/>
          </a:xfrm>
          <a:prstGeom prst="leftBrace">
            <a:avLst>
              <a:gd name="adj1" fmla="val 8244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4179856" y="1115587"/>
            <a:ext cx="1988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对这部分用 </a:t>
            </a:r>
            <a:r>
              <a:rPr lang="en-US" altLang="zh-CN" sz="1600" b="1" i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rPr>
              <a:t>K</a:t>
            </a:r>
            <a:r>
              <a:rPr lang="en-US" altLang="zh-CN" sz="1600" b="1" baseline="-250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rPr>
              <a:t>A</a:t>
            </a:r>
            <a:r>
              <a:rPr lang="en-US" altLang="zh-CN" sz="16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rPr>
              <a:t> </a:t>
            </a:r>
            <a:r>
              <a:rPr lang="zh-CN" altLang="en-US" sz="16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</a:t>
            </a:r>
          </a:p>
        </p:txBody>
      </p:sp>
      <p:sp>
        <p:nvSpPr>
          <p:cNvPr id="17" name="矩形 16"/>
          <p:cNvSpPr/>
          <p:nvPr/>
        </p:nvSpPr>
        <p:spPr>
          <a:xfrm>
            <a:off x="1398494" y="2111569"/>
            <a:ext cx="666974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zh-CN" b="1" kern="5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类型字段</a:t>
            </a:r>
            <a:r>
              <a:rPr lang="zh-CN" altLang="en-US" b="1" kern="5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指明所传送的记录</a:t>
            </a:r>
            <a:r>
              <a:rPr lang="zh-CN" altLang="en-US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是</a:t>
            </a:r>
            <a:r>
              <a:rPr lang="zh-CN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握手阶段的报文，还是应用程序传送的报文，或最后要关闭</a:t>
            </a:r>
            <a:r>
              <a:rPr lang="en-US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连接的报文。</a:t>
            </a:r>
            <a:endParaRPr lang="en-US" altLang="zh-CN" b="1" kern="500" dirty="0"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l"/>
            </a:pPr>
            <a:r>
              <a:rPr lang="zh-CN" altLang="zh-CN" b="1" kern="5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长度字段</a:t>
            </a:r>
            <a:r>
              <a:rPr lang="zh-CN" altLang="en-US" b="1" kern="5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字节数</a:t>
            </a:r>
            <a:r>
              <a:rPr lang="zh-CN" altLang="en-US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，用于</a:t>
            </a:r>
            <a:r>
              <a:rPr lang="zh-CN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报文中提取</a:t>
            </a:r>
            <a:r>
              <a:rPr lang="en-US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zh-CN" b="1" kern="5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记录。</a:t>
            </a:r>
            <a:endParaRPr lang="en-US" altLang="zh-CN" b="1" kern="500" dirty="0"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87487" y="1598644"/>
            <a:ext cx="2351948" cy="339478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3885048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5471664" y="1596272"/>
            <a:ext cx="2440" cy="343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910257" y="1586385"/>
            <a:ext cx="2359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明  文 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rPr>
              <a:t>记  录   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itchFamily="18" charset="0"/>
              </a:rPr>
              <a:t>MAC</a:t>
            </a:r>
            <a:endParaRPr lang="zh-CN" altLang="en-US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9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必须包含的措施</a:t>
            </a:r>
            <a:endParaRPr lang="zh-CN" altLang="en-US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509474" y="956159"/>
            <a:ext cx="812901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握手阶段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补充的措施：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客户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和服务器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相互发送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不重数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防止重放攻击。</a:t>
            </a: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预主密钥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PMS (Pre-Master Secret)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，为下一步生成主密钥使用。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生成主密钥。客户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和服务器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各自使用同样的（已商定的）算法，使用预主密钥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PMS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、客户的不重数和服务器的不重数，生成主密钥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MS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客户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向服务器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发送的全部握手阶段报文的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717550" lvl="1" indent="-368300" eaLnBrk="0" hangingPunct="0">
              <a:lnSpc>
                <a:spcPts val="3000"/>
              </a:lnSpc>
              <a:buClr>
                <a:srgbClr val="9900CC"/>
              </a:buClr>
              <a:buSzPct val="90000"/>
              <a:buFont typeface="+mj-lt"/>
              <a:buAutoNum type="arabicPeriod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向客户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发送的全部握手阶段报文的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MAC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1550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必须包含的措施</a:t>
            </a:r>
            <a:endParaRPr lang="zh-CN" altLang="en-US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509474" y="956159"/>
            <a:ext cx="8129016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关闭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连接：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关闭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连接之前，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应当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先发送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关闭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的记录，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以防止截断攻击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(truncation attack)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截断攻击：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正在进行会话时，入侵者突然发送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FIN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报文段来关闭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连接。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如果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没有事先发送一个要关闭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的记录，那么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见到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FIN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报文段时，就知道这是入侵者的截断攻击了。因为入侵者无法伪造关闭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的记录。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016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09475" y="60966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9545" y="576456"/>
            <a:ext cx="72379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必须包含的措施</a:t>
            </a:r>
            <a:endParaRPr lang="zh-CN" altLang="en-US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Rectangle 46"/>
          <p:cNvSpPr>
            <a:spLocks noChangeArrowheads="1"/>
          </p:cNvSpPr>
          <p:nvPr/>
        </p:nvSpPr>
        <p:spPr bwMode="auto">
          <a:xfrm>
            <a:off x="509474" y="956159"/>
            <a:ext cx="8129016" cy="293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1.3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中使用了更加安全的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椭圆曲线密码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ECC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Elliptic Curve Cryptography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）与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AES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，运算速度比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版本有很大的提高。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1.3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还添加了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0-RTT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的功能。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如果客户之前连接过某服务器，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1.3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通过储存先前会话的秘密信息，不需要经过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1-RTT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的握手过程，仅需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0-RTT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即可开始会话阶段，更加提高了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的效率。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必须要防止可能发生的重放攻击。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817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9205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2744011" y="583741"/>
            <a:ext cx="33570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7.5.3  </a:t>
            </a: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应用层安全协议 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3" y="1052595"/>
            <a:ext cx="823076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仅讨论应用层中有关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电子邮件的安全协议。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发送电子邮件是个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即时行为，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单向报文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的安全问题。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发送方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和接收方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不会事先建立任何会话。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33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接收方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读取邮件后，可能会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不会回复邮件。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电子邮件安全协议应当为每种加密操作定义相应的算法，以及密钥管理、鉴别、完整性保护等方法。</a:t>
            </a:r>
          </a:p>
        </p:txBody>
      </p:sp>
    </p:spTree>
    <p:extLst>
      <p:ext uri="{BB962C8B-B14F-4D97-AF65-F5344CB8AC3E}">
        <p14:creationId xmlns:p14="http://schemas.microsoft.com/office/powerpoint/2010/main" val="376897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120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985729" y="581909"/>
            <a:ext cx="31765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PGP (Pretty Good Privacy)</a:t>
            </a:r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4" y="981547"/>
            <a:ext cx="8245228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PGP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(Pretty Good Privacy) 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是一个完整的电子邮件安全软件包，包括加密、鉴别、电子签名和压缩等技术。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将现有的一些算法如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RSA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，以及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IDEA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等综合在一起。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提供电子邮件的安全性、发送方鉴别和报文完整性。</a:t>
            </a: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并不是互联网的正式标准。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000" indent="-3420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PGP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很难被攻破。在目前，可以认为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PGP </a:t>
            </a: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是足够安全的。 </a:t>
            </a:r>
          </a:p>
        </p:txBody>
      </p:sp>
    </p:spTree>
    <p:extLst>
      <p:ext uri="{BB962C8B-B14F-4D97-AF65-F5344CB8AC3E}">
        <p14:creationId xmlns:p14="http://schemas.microsoft.com/office/powerpoint/2010/main" val="420503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067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975758" y="577466"/>
            <a:ext cx="31964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发送方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PGP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处理过程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02328" y="1047998"/>
            <a:ext cx="7536998" cy="2288008"/>
            <a:chOff x="625490" y="1379432"/>
            <a:chExt cx="8135937" cy="2207143"/>
          </a:xfrm>
        </p:grpSpPr>
        <p:sp>
          <p:nvSpPr>
            <p:cNvPr id="58" name="AutoShape 98"/>
            <p:cNvSpPr>
              <a:spLocks noChangeArrowheads="1"/>
            </p:cNvSpPr>
            <p:nvPr/>
          </p:nvSpPr>
          <p:spPr bwMode="auto">
            <a:xfrm>
              <a:off x="8040702" y="2469422"/>
              <a:ext cx="720725" cy="142875"/>
            </a:xfrm>
            <a:prstGeom prst="rightArrow">
              <a:avLst>
                <a:gd name="adj1" fmla="val 50000"/>
                <a:gd name="adj2" fmla="val 100912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6169040" y="1805080"/>
              <a:ext cx="1873250" cy="143986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0" name="矩形 55"/>
            <p:cNvSpPr>
              <a:spLocks noChangeArrowheads="1"/>
            </p:cNvSpPr>
            <p:nvPr/>
          </p:nvSpPr>
          <p:spPr bwMode="auto">
            <a:xfrm>
              <a:off x="6477015" y="1866172"/>
              <a:ext cx="1493837" cy="892175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1" name="Line 10"/>
            <p:cNvSpPr>
              <a:spLocks noChangeShapeType="1"/>
            </p:cNvSpPr>
            <p:nvPr/>
          </p:nvSpPr>
          <p:spPr bwMode="auto">
            <a:xfrm>
              <a:off x="1633552" y="2253522"/>
              <a:ext cx="18716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2" name="Rectangle 64"/>
            <p:cNvSpPr>
              <a:spLocks noChangeArrowheads="1"/>
            </p:cNvSpPr>
            <p:nvPr/>
          </p:nvSpPr>
          <p:spPr bwMode="auto">
            <a:xfrm>
              <a:off x="1704990" y="3117122"/>
              <a:ext cx="1295400" cy="288925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4225940" y="3117122"/>
              <a:ext cx="1295400" cy="29051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4" name="Rectangle 69"/>
            <p:cNvSpPr>
              <a:spLocks noChangeArrowheads="1"/>
            </p:cNvSpPr>
            <p:nvPr/>
          </p:nvSpPr>
          <p:spPr bwMode="auto">
            <a:xfrm>
              <a:off x="4267215" y="3112360"/>
              <a:ext cx="12954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5" name="Text Box 76"/>
            <p:cNvSpPr txBox="1">
              <a:spLocks noChangeArrowheads="1"/>
            </p:cNvSpPr>
            <p:nvPr/>
          </p:nvSpPr>
          <p:spPr bwMode="auto">
            <a:xfrm>
              <a:off x="3142557" y="2777397"/>
              <a:ext cx="974554" cy="484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用 </a:t>
              </a: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</a:t>
              </a: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公钥加密</a:t>
              </a:r>
              <a:endParaRPr lang="zh-CN" altLang="en-US" sz="1400" b="1" i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6" name="Line 80"/>
            <p:cNvSpPr>
              <a:spLocks noChangeShapeType="1"/>
            </p:cNvSpPr>
            <p:nvPr/>
          </p:nvSpPr>
          <p:spPr bwMode="auto">
            <a:xfrm>
              <a:off x="3016265" y="3261585"/>
              <a:ext cx="12065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7" name="Text Box 97"/>
            <p:cNvSpPr txBox="1">
              <a:spLocks noChangeArrowheads="1"/>
            </p:cNvSpPr>
            <p:nvPr/>
          </p:nvSpPr>
          <p:spPr bwMode="auto">
            <a:xfrm>
              <a:off x="821502" y="1426435"/>
              <a:ext cx="1362162" cy="484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ts val="1600"/>
                </a:lnSpc>
              </a:pP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用私钥对</a:t>
              </a: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 eaLnBrk="1" hangingPunct="1">
                <a:lnSpc>
                  <a:spcPts val="1600"/>
                </a:lnSpc>
              </a:pP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明文邮件签名</a:t>
              </a:r>
            </a:p>
          </p:txBody>
        </p:sp>
        <p:sp>
          <p:nvSpPr>
            <p:cNvPr id="68" name="Text Box 99"/>
            <p:cNvSpPr txBox="1">
              <a:spLocks noChangeArrowheads="1"/>
            </p:cNvSpPr>
            <p:nvPr/>
          </p:nvSpPr>
          <p:spPr bwMode="auto">
            <a:xfrm>
              <a:off x="8054349" y="2182085"/>
              <a:ext cx="586948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发送</a:t>
              </a:r>
              <a:endParaRPr lang="zh-CN" altLang="en-US" sz="1400" b="1" i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9" name="Text Box 96"/>
            <p:cNvSpPr txBox="1">
              <a:spLocks noChangeArrowheads="1"/>
            </p:cNvSpPr>
            <p:nvPr/>
          </p:nvSpPr>
          <p:spPr bwMode="auto">
            <a:xfrm>
              <a:off x="979502" y="3079022"/>
              <a:ext cx="775560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生成</a:t>
              </a: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0" name="Rectangle 57"/>
            <p:cNvSpPr>
              <a:spLocks noChangeArrowheads="1"/>
            </p:cNvSpPr>
            <p:nvPr/>
          </p:nvSpPr>
          <p:spPr bwMode="auto">
            <a:xfrm>
              <a:off x="6579988" y="2758347"/>
              <a:ext cx="1293813" cy="29051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6611739" y="2758347"/>
              <a:ext cx="126682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2" name="Line 74"/>
            <p:cNvSpPr>
              <a:spLocks noChangeShapeType="1"/>
            </p:cNvSpPr>
            <p:nvPr/>
          </p:nvSpPr>
          <p:spPr bwMode="auto">
            <a:xfrm flipV="1">
              <a:off x="5521340" y="2878997"/>
              <a:ext cx="1039812" cy="382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3" name="Rectangle 73"/>
            <p:cNvSpPr>
              <a:spLocks noChangeArrowheads="1"/>
            </p:cNvSpPr>
            <p:nvPr/>
          </p:nvSpPr>
          <p:spPr bwMode="auto">
            <a:xfrm>
              <a:off x="5594365" y="2772635"/>
              <a:ext cx="6477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拼接</a:t>
              </a: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3317890" y="1575660"/>
              <a:ext cx="201612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用一次性密钥 </a:t>
              </a:r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加密</a:t>
              </a:r>
            </a:p>
          </p:txBody>
        </p:sp>
        <p:sp>
          <p:nvSpPr>
            <p:cNvPr id="75" name="TextBox 57"/>
            <p:cNvSpPr txBox="1">
              <a:spLocks noChangeArrowheads="1"/>
            </p:cNvSpPr>
            <p:nvPr/>
          </p:nvSpPr>
          <p:spPr bwMode="auto">
            <a:xfrm>
              <a:off x="625490" y="1379432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</a:t>
              </a:r>
              <a:endPara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6" name="TextBox 58"/>
            <p:cNvSpPr txBox="1">
              <a:spLocks noChangeArrowheads="1"/>
            </p:cNvSpPr>
            <p:nvPr/>
          </p:nvSpPr>
          <p:spPr bwMode="auto">
            <a:xfrm>
              <a:off x="696927" y="3019975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</a:t>
              </a:r>
              <a:endPara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7" name="TextBox 59"/>
            <p:cNvSpPr txBox="1">
              <a:spLocks noChangeArrowheads="1"/>
            </p:cNvSpPr>
            <p:nvPr/>
          </p:nvSpPr>
          <p:spPr bwMode="auto">
            <a:xfrm>
              <a:off x="2928952" y="2714518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</a:t>
              </a:r>
              <a:endPara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8" name="TextBox 60"/>
            <p:cNvSpPr txBox="1">
              <a:spLocks noChangeArrowheads="1"/>
            </p:cNvSpPr>
            <p:nvPr/>
          </p:nvSpPr>
          <p:spPr bwMode="auto">
            <a:xfrm>
              <a:off x="3062301" y="1523891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</a:t>
              </a:r>
              <a:endPara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9" name="Text Box 590"/>
            <p:cNvSpPr txBox="1">
              <a:spLocks noChangeArrowheads="1"/>
            </p:cNvSpPr>
            <p:nvPr/>
          </p:nvSpPr>
          <p:spPr bwMode="auto">
            <a:xfrm>
              <a:off x="3630414" y="3289676"/>
              <a:ext cx="654050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51"/>
            <p:cNvSpPr>
              <a:spLocks noChangeArrowheads="1"/>
            </p:cNvSpPr>
            <p:nvPr/>
          </p:nvSpPr>
          <p:spPr bwMode="auto">
            <a:xfrm>
              <a:off x="768365" y="1893160"/>
              <a:ext cx="1393825" cy="4333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明文邮件</a:t>
              </a:r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768365" y="2326547"/>
              <a:ext cx="1393825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2" name="Rectangle 51"/>
            <p:cNvSpPr>
              <a:spLocks noChangeArrowheads="1"/>
            </p:cNvSpPr>
            <p:nvPr/>
          </p:nvSpPr>
          <p:spPr bwMode="auto">
            <a:xfrm>
              <a:off x="1273190" y="2326547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3" name="Text Box 590"/>
            <p:cNvSpPr txBox="1">
              <a:spLocks noChangeArrowheads="1"/>
            </p:cNvSpPr>
            <p:nvPr/>
          </p:nvSpPr>
          <p:spPr bwMode="auto">
            <a:xfrm>
              <a:off x="670121" y="2397535"/>
              <a:ext cx="582612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73"/>
            <p:cNvSpPr>
              <a:spLocks noChangeArrowheads="1"/>
            </p:cNvSpPr>
            <p:nvPr/>
          </p:nvSpPr>
          <p:spPr bwMode="auto">
            <a:xfrm>
              <a:off x="1443052" y="2361472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的签名</a:t>
              </a:r>
            </a:p>
          </p:txBody>
        </p:sp>
        <p:pic>
          <p:nvPicPr>
            <p:cNvPr id="8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4515" y="2966796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6" name="肘形连接符 58"/>
            <p:cNvCxnSpPr>
              <a:cxnSpLocks noChangeShapeType="1"/>
              <a:stCxn id="62" idx="0"/>
            </p:cNvCxnSpPr>
            <p:nvPr/>
          </p:nvCxnSpPr>
          <p:spPr bwMode="auto">
            <a:xfrm rot="5400000" flipH="1" flipV="1">
              <a:off x="2543190" y="2412272"/>
              <a:ext cx="514350" cy="895350"/>
            </a:xfrm>
            <a:prstGeom prst="bentConnector2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Line 10"/>
            <p:cNvSpPr>
              <a:spLocks noChangeShapeType="1"/>
            </p:cNvSpPr>
            <p:nvPr/>
          </p:nvSpPr>
          <p:spPr bwMode="auto">
            <a:xfrm>
              <a:off x="5014927" y="2251935"/>
              <a:ext cx="1443038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8" name="TextBox 62"/>
            <p:cNvSpPr txBox="1">
              <a:spLocks noChangeArrowheads="1"/>
            </p:cNvSpPr>
            <p:nvPr/>
          </p:nvSpPr>
          <p:spPr bwMode="auto">
            <a:xfrm>
              <a:off x="5363059" y="2732446"/>
              <a:ext cx="446787" cy="385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</a:t>
              </a:r>
              <a:endPara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9" name="Text Box 590"/>
            <p:cNvSpPr txBox="1">
              <a:spLocks noChangeArrowheads="1"/>
            </p:cNvSpPr>
            <p:nvPr/>
          </p:nvSpPr>
          <p:spPr bwMode="auto">
            <a:xfrm>
              <a:off x="3107606" y="2445174"/>
              <a:ext cx="360363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0" name="矩形 55"/>
            <p:cNvSpPr>
              <a:spLocks noChangeArrowheads="1"/>
            </p:cNvSpPr>
            <p:nvPr/>
          </p:nvSpPr>
          <p:spPr bwMode="auto">
            <a:xfrm>
              <a:off x="3542888" y="1874493"/>
              <a:ext cx="1493837" cy="892175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1" name="Rectangle 51"/>
            <p:cNvSpPr>
              <a:spLocks noChangeArrowheads="1"/>
            </p:cNvSpPr>
            <p:nvPr/>
          </p:nvSpPr>
          <p:spPr bwMode="auto">
            <a:xfrm>
              <a:off x="3589352" y="1920147"/>
              <a:ext cx="1392238" cy="4333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明文邮件</a:t>
              </a:r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3589352" y="2353535"/>
              <a:ext cx="1392238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3" name="Rectangle 51"/>
            <p:cNvSpPr>
              <a:spLocks noChangeArrowheads="1"/>
            </p:cNvSpPr>
            <p:nvPr/>
          </p:nvSpPr>
          <p:spPr bwMode="auto">
            <a:xfrm>
              <a:off x="4092590" y="2353535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4" name="Rectangle 73"/>
            <p:cNvSpPr>
              <a:spLocks noChangeArrowheads="1"/>
            </p:cNvSpPr>
            <p:nvPr/>
          </p:nvSpPr>
          <p:spPr bwMode="auto">
            <a:xfrm>
              <a:off x="4262452" y="2388460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的签名</a:t>
              </a:r>
            </a:p>
          </p:txBody>
        </p:sp>
        <p:sp>
          <p:nvSpPr>
            <p:cNvPr id="95" name="Text Box 590"/>
            <p:cNvSpPr txBox="1">
              <a:spLocks noChangeArrowheads="1"/>
            </p:cNvSpPr>
            <p:nvPr/>
          </p:nvSpPr>
          <p:spPr bwMode="auto">
            <a:xfrm>
              <a:off x="3500632" y="2437998"/>
              <a:ext cx="582613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Text Box 590"/>
            <p:cNvSpPr txBox="1">
              <a:spLocks noChangeArrowheads="1"/>
            </p:cNvSpPr>
            <p:nvPr/>
          </p:nvSpPr>
          <p:spPr bwMode="auto">
            <a:xfrm>
              <a:off x="6078979" y="2453495"/>
              <a:ext cx="360363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CC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CC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51"/>
            <p:cNvSpPr>
              <a:spLocks noChangeArrowheads="1"/>
            </p:cNvSpPr>
            <p:nvPr/>
          </p:nvSpPr>
          <p:spPr bwMode="auto">
            <a:xfrm>
              <a:off x="6540515" y="1920147"/>
              <a:ext cx="1393825" cy="4333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明文邮件</a:t>
              </a:r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</a:p>
          </p:txBody>
        </p:sp>
        <p:sp>
          <p:nvSpPr>
            <p:cNvPr id="98" name="矩形 97"/>
            <p:cNvSpPr/>
            <p:nvPr/>
          </p:nvSpPr>
          <p:spPr bwMode="auto">
            <a:xfrm>
              <a:off x="6542102" y="2353535"/>
              <a:ext cx="1392238" cy="358775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9" name="Rectangle 51"/>
            <p:cNvSpPr>
              <a:spLocks noChangeArrowheads="1"/>
            </p:cNvSpPr>
            <p:nvPr/>
          </p:nvSpPr>
          <p:spPr bwMode="auto">
            <a:xfrm>
              <a:off x="7045340" y="2353535"/>
              <a:ext cx="8890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0" name="Rectangle 73"/>
            <p:cNvSpPr>
              <a:spLocks noChangeArrowheads="1"/>
            </p:cNvSpPr>
            <p:nvPr/>
          </p:nvSpPr>
          <p:spPr bwMode="auto">
            <a:xfrm>
              <a:off x="7215202" y="2388460"/>
              <a:ext cx="60960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的签名</a:t>
              </a:r>
            </a:p>
          </p:txBody>
        </p:sp>
        <p:sp>
          <p:nvSpPr>
            <p:cNvPr id="101" name="Text Box 590"/>
            <p:cNvSpPr txBox="1">
              <a:spLocks noChangeArrowheads="1"/>
            </p:cNvSpPr>
            <p:nvPr/>
          </p:nvSpPr>
          <p:spPr bwMode="auto">
            <a:xfrm>
              <a:off x="6453382" y="2437998"/>
              <a:ext cx="582613" cy="267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Text Box 590"/>
            <p:cNvSpPr txBox="1">
              <a:spLocks noChangeArrowheads="1"/>
            </p:cNvSpPr>
            <p:nvPr/>
          </p:nvSpPr>
          <p:spPr bwMode="auto">
            <a:xfrm>
              <a:off x="6017894" y="2952956"/>
              <a:ext cx="654050" cy="2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3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4731" y="2518635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6240" y="2486780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9114" y="2453443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7006" y="2522193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6090" y="3336197"/>
              <a:ext cx="174874" cy="155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1214" y="2482839"/>
              <a:ext cx="155443" cy="138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9" name="矩形 108"/>
          <p:cNvSpPr/>
          <p:nvPr/>
        </p:nvSpPr>
        <p:spPr>
          <a:xfrm>
            <a:off x="1034685" y="3406809"/>
            <a:ext cx="7074217" cy="1374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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的私钥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</a:t>
            </a:r>
            <a:r>
              <a: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对明文邮件 </a:t>
            </a:r>
            <a:r>
              <a:rPr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签名。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把签名拼接在明文邮件 </a:t>
            </a:r>
            <a:r>
              <a:rPr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后面。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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利用随机数生成一次性密钥 </a:t>
            </a:r>
            <a:r>
              <a:rPr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（共享的对称密钥）。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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生成的一次性密钥 </a:t>
            </a:r>
            <a:r>
              <a:rPr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对已签名的邮件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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PK</a:t>
            </a:r>
            <a:r>
              <a: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生成的一次性密钥 </a:t>
            </a:r>
            <a:r>
              <a:rPr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进行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加密。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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把已加密的一次性密钥和已加密的签名邮件，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拼接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在一起发送给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9367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09475" y="610677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939052" y="577466"/>
            <a:ext cx="32698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接收方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 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PGP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处理过程</a:t>
            </a:r>
          </a:p>
        </p:txBody>
      </p:sp>
      <p:sp>
        <p:nvSpPr>
          <p:cNvPr id="61" name="Line 10"/>
          <p:cNvSpPr>
            <a:spLocks noChangeShapeType="1"/>
          </p:cNvSpPr>
          <p:nvPr/>
        </p:nvSpPr>
        <p:spPr bwMode="auto">
          <a:xfrm>
            <a:off x="4828512" y="1644779"/>
            <a:ext cx="195737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54219" y="1712049"/>
            <a:ext cx="571208" cy="445975"/>
            <a:chOff x="809487" y="1755179"/>
            <a:chExt cx="571208" cy="445975"/>
          </a:xfrm>
        </p:grpSpPr>
        <p:sp>
          <p:nvSpPr>
            <p:cNvPr id="58" name="AutoShape 98"/>
            <p:cNvSpPr>
              <a:spLocks noChangeArrowheads="1"/>
            </p:cNvSpPr>
            <p:nvPr/>
          </p:nvSpPr>
          <p:spPr bwMode="auto">
            <a:xfrm>
              <a:off x="828903" y="2053044"/>
              <a:ext cx="551792" cy="148110"/>
            </a:xfrm>
            <a:prstGeom prst="rightArrow">
              <a:avLst>
                <a:gd name="adj1" fmla="val 50000"/>
                <a:gd name="adj2" fmla="val 100912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8" name="Text Box 99"/>
            <p:cNvSpPr txBox="1">
              <a:spLocks noChangeArrowheads="1"/>
            </p:cNvSpPr>
            <p:nvPr/>
          </p:nvSpPr>
          <p:spPr bwMode="auto">
            <a:xfrm>
              <a:off x="809487" y="1755179"/>
              <a:ext cx="54373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接收</a:t>
              </a:r>
              <a:endParaRPr lang="zh-CN" altLang="en-US" sz="1400" b="1" i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87" name="Line 10"/>
          <p:cNvSpPr>
            <a:spLocks noChangeShapeType="1"/>
          </p:cNvSpPr>
          <p:nvPr/>
        </p:nvSpPr>
        <p:spPr bwMode="auto">
          <a:xfrm>
            <a:off x="4274836" y="2796761"/>
            <a:ext cx="1336807" cy="164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694871" y="1220764"/>
            <a:ext cx="1382230" cy="821185"/>
            <a:chOff x="6466524" y="1263894"/>
            <a:chExt cx="1382230" cy="821185"/>
          </a:xfrm>
        </p:grpSpPr>
        <p:sp>
          <p:nvSpPr>
            <p:cNvPr id="80" name="Rectangle 51"/>
            <p:cNvSpPr>
              <a:spLocks noChangeArrowheads="1"/>
            </p:cNvSpPr>
            <p:nvPr/>
          </p:nvSpPr>
          <p:spPr bwMode="auto">
            <a:xfrm>
              <a:off x="6557536" y="1263894"/>
              <a:ext cx="1291217" cy="4492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明文邮件</a:t>
              </a:r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</a:p>
          </p:txBody>
        </p:sp>
        <p:sp>
          <p:nvSpPr>
            <p:cNvPr id="81" name="矩形 80"/>
            <p:cNvSpPr/>
            <p:nvPr/>
          </p:nvSpPr>
          <p:spPr bwMode="auto">
            <a:xfrm>
              <a:off x="6557536" y="1713159"/>
              <a:ext cx="1291217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2" name="Rectangle 51"/>
            <p:cNvSpPr>
              <a:spLocks noChangeArrowheads="1"/>
            </p:cNvSpPr>
            <p:nvPr/>
          </p:nvSpPr>
          <p:spPr bwMode="auto">
            <a:xfrm>
              <a:off x="7025199" y="1713159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3" name="Text Box 590"/>
            <p:cNvSpPr txBox="1">
              <a:spLocks noChangeArrowheads="1"/>
            </p:cNvSpPr>
            <p:nvPr/>
          </p:nvSpPr>
          <p:spPr bwMode="auto">
            <a:xfrm>
              <a:off x="6466524" y="1786749"/>
              <a:ext cx="53972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73"/>
            <p:cNvSpPr>
              <a:spLocks noChangeArrowheads="1"/>
            </p:cNvSpPr>
            <p:nvPr/>
          </p:nvSpPr>
          <p:spPr bwMode="auto">
            <a:xfrm>
              <a:off x="7182555" y="1749365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的签名</a:t>
              </a:r>
            </a:p>
          </p:txBody>
        </p:sp>
        <p:pic>
          <p:nvPicPr>
            <p:cNvPr id="10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992" y="1844710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9"/>
          <p:cNvGrpSpPr/>
          <p:nvPr/>
        </p:nvGrpSpPr>
        <p:grpSpPr>
          <a:xfrm>
            <a:off x="3405502" y="1182348"/>
            <a:ext cx="1423010" cy="924863"/>
            <a:chOff x="3560770" y="1225478"/>
            <a:chExt cx="1423010" cy="924863"/>
          </a:xfrm>
        </p:grpSpPr>
        <p:sp>
          <p:nvSpPr>
            <p:cNvPr id="90" name="矩形 55"/>
            <p:cNvSpPr>
              <a:spLocks noChangeArrowheads="1"/>
            </p:cNvSpPr>
            <p:nvPr/>
          </p:nvSpPr>
          <p:spPr bwMode="auto">
            <a:xfrm>
              <a:off x="3599914" y="1225478"/>
              <a:ext cx="1383866" cy="924863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1" name="Rectangle 51"/>
            <p:cNvSpPr>
              <a:spLocks noChangeArrowheads="1"/>
            </p:cNvSpPr>
            <p:nvPr/>
          </p:nvSpPr>
          <p:spPr bwMode="auto">
            <a:xfrm>
              <a:off x="3642958" y="1272804"/>
              <a:ext cx="1289746" cy="449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明文邮件</a:t>
              </a:r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3642958" y="1722070"/>
              <a:ext cx="1289746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3" name="Rectangle 51"/>
            <p:cNvSpPr>
              <a:spLocks noChangeArrowheads="1"/>
            </p:cNvSpPr>
            <p:nvPr/>
          </p:nvSpPr>
          <p:spPr bwMode="auto">
            <a:xfrm>
              <a:off x="4109149" y="1722070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4" name="Rectangle 73"/>
            <p:cNvSpPr>
              <a:spLocks noChangeArrowheads="1"/>
            </p:cNvSpPr>
            <p:nvPr/>
          </p:nvSpPr>
          <p:spPr bwMode="auto">
            <a:xfrm>
              <a:off x="4266507" y="1758276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的签名</a:t>
              </a:r>
            </a:p>
          </p:txBody>
        </p:sp>
        <p:sp>
          <p:nvSpPr>
            <p:cNvPr id="95" name="Text Box 590"/>
            <p:cNvSpPr txBox="1">
              <a:spLocks noChangeArrowheads="1"/>
            </p:cNvSpPr>
            <p:nvPr/>
          </p:nvSpPr>
          <p:spPr bwMode="auto">
            <a:xfrm>
              <a:off x="3560770" y="1809629"/>
              <a:ext cx="53972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8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6711" y="1856109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0" name="Line 81"/>
          <p:cNvSpPr>
            <a:spLocks noChangeShapeType="1"/>
          </p:cNvSpPr>
          <p:nvPr/>
        </p:nvSpPr>
        <p:spPr bwMode="auto">
          <a:xfrm flipV="1">
            <a:off x="3015049" y="2378273"/>
            <a:ext cx="108517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1" name="Line 99"/>
          <p:cNvSpPr>
            <a:spLocks noChangeShapeType="1"/>
          </p:cNvSpPr>
          <p:nvPr/>
        </p:nvSpPr>
        <p:spPr bwMode="auto">
          <a:xfrm>
            <a:off x="4100219" y="2112148"/>
            <a:ext cx="0" cy="5415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67392" y="1323245"/>
            <a:ext cx="1875367" cy="1497715"/>
            <a:chOff x="2177946" y="1149695"/>
            <a:chExt cx="1875367" cy="1497715"/>
          </a:xfrm>
        </p:grpSpPr>
        <p:sp>
          <p:nvSpPr>
            <p:cNvPr id="59" name="矩形 58"/>
            <p:cNvSpPr/>
            <p:nvPr/>
          </p:nvSpPr>
          <p:spPr bwMode="auto">
            <a:xfrm>
              <a:off x="2317965" y="1149695"/>
              <a:ext cx="1735348" cy="149261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0" name="矩形 55"/>
            <p:cNvSpPr>
              <a:spLocks noChangeArrowheads="1"/>
            </p:cNvSpPr>
            <p:nvPr/>
          </p:nvSpPr>
          <p:spPr bwMode="auto">
            <a:xfrm>
              <a:off x="2603268" y="1213025"/>
              <a:ext cx="1383866" cy="924862"/>
            </a:xfrm>
            <a:prstGeom prst="rect">
              <a:avLst/>
            </a:prstGeom>
            <a:solidFill>
              <a:srgbClr val="6699FF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0" name="Rectangle 57"/>
            <p:cNvSpPr>
              <a:spLocks noChangeArrowheads="1"/>
            </p:cNvSpPr>
            <p:nvPr/>
          </p:nvSpPr>
          <p:spPr bwMode="auto">
            <a:xfrm>
              <a:off x="2698662" y="2137887"/>
              <a:ext cx="1198567" cy="30115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2728074" y="2137887"/>
              <a:ext cx="1173566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85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7272" y="2353975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" name="Text Box 590"/>
            <p:cNvSpPr txBox="1">
              <a:spLocks noChangeArrowheads="1"/>
            </p:cNvSpPr>
            <p:nvPr/>
          </p:nvSpPr>
          <p:spPr bwMode="auto">
            <a:xfrm>
              <a:off x="2234534" y="1821867"/>
              <a:ext cx="333834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99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99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51"/>
            <p:cNvSpPr>
              <a:spLocks noChangeArrowheads="1"/>
            </p:cNvSpPr>
            <p:nvPr/>
          </p:nvSpPr>
          <p:spPr bwMode="auto">
            <a:xfrm>
              <a:off x="2662095" y="1268980"/>
              <a:ext cx="1291217" cy="449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明文邮件</a:t>
              </a:r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X</a:t>
              </a:r>
            </a:p>
          </p:txBody>
        </p:sp>
        <p:sp>
          <p:nvSpPr>
            <p:cNvPr id="98" name="矩形 97"/>
            <p:cNvSpPr/>
            <p:nvPr/>
          </p:nvSpPr>
          <p:spPr bwMode="auto">
            <a:xfrm>
              <a:off x="2663565" y="1718246"/>
              <a:ext cx="1289746" cy="371920"/>
            </a:xfrm>
            <a:prstGeom prst="rect">
              <a:avLst/>
            </a:prstGeom>
            <a:solidFill>
              <a:srgbClr val="66FF9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9" name="Rectangle 51"/>
            <p:cNvSpPr>
              <a:spLocks noChangeArrowheads="1"/>
            </p:cNvSpPr>
            <p:nvPr/>
          </p:nvSpPr>
          <p:spPr bwMode="auto">
            <a:xfrm>
              <a:off x="3129755" y="1718248"/>
              <a:ext cx="823555" cy="37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0" name="Rectangle 73"/>
            <p:cNvSpPr>
              <a:spLocks noChangeArrowheads="1"/>
            </p:cNvSpPr>
            <p:nvPr/>
          </p:nvSpPr>
          <p:spPr bwMode="auto">
            <a:xfrm>
              <a:off x="3287113" y="1754453"/>
              <a:ext cx="564723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的签名</a:t>
              </a:r>
            </a:p>
          </p:txBody>
        </p:sp>
        <p:sp>
          <p:nvSpPr>
            <p:cNvPr id="101" name="Text Box 590"/>
            <p:cNvSpPr txBox="1">
              <a:spLocks noChangeArrowheads="1"/>
            </p:cNvSpPr>
            <p:nvPr/>
          </p:nvSpPr>
          <p:spPr bwMode="auto">
            <a:xfrm>
              <a:off x="2581375" y="1805807"/>
              <a:ext cx="539723" cy="27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SK</a:t>
              </a:r>
              <a:r>
                <a:rPr lang="en-US" altLang="zh-CN" sz="1200" b="1" baseline="-25000" dirty="0">
                  <a:solidFill>
                    <a:srgbClr val="C0000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1200" b="1" baseline="-250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2" name="Text Box 590"/>
            <p:cNvSpPr txBox="1">
              <a:spLocks noChangeArrowheads="1"/>
            </p:cNvSpPr>
            <p:nvPr/>
          </p:nvSpPr>
          <p:spPr bwMode="auto">
            <a:xfrm>
              <a:off x="2177946" y="2339632"/>
              <a:ext cx="605901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4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0159" y="1856376"/>
              <a:ext cx="144000" cy="1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2096" y="1893086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组合 7"/>
          <p:cNvGrpSpPr/>
          <p:nvPr/>
        </p:nvGrpSpPr>
        <p:grpSpPr>
          <a:xfrm>
            <a:off x="3548072" y="2649089"/>
            <a:ext cx="1238273" cy="306093"/>
            <a:chOff x="3703340" y="2692219"/>
            <a:chExt cx="1238273" cy="306093"/>
          </a:xfrm>
        </p:grpSpPr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3703340" y="2697155"/>
              <a:ext cx="1200037" cy="30115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4" name="Rectangle 69"/>
            <p:cNvSpPr>
              <a:spLocks noChangeArrowheads="1"/>
            </p:cNvSpPr>
            <p:nvPr/>
          </p:nvSpPr>
          <p:spPr bwMode="auto">
            <a:xfrm>
              <a:off x="3741576" y="2692219"/>
              <a:ext cx="1200037" cy="29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一次性密钥 </a:t>
              </a:r>
              <a:r>
                <a:rPr lang="en-US" altLang="zh-CN" sz="1400" b="1" i="1" dirty="0">
                  <a:solidFill>
                    <a:srgbClr val="990099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endParaRPr lang="zh-CN" altLang="en-US" sz="1400" b="1" i="1" dirty="0">
                <a:solidFill>
                  <a:srgbClr val="990099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009794" y="2835347"/>
            <a:ext cx="640349" cy="307778"/>
            <a:chOff x="3165062" y="2878477"/>
            <a:chExt cx="640349" cy="307778"/>
          </a:xfrm>
        </p:grpSpPr>
        <p:sp>
          <p:nvSpPr>
            <p:cNvPr id="79" name="Text Box 590"/>
            <p:cNvSpPr txBox="1">
              <a:spLocks noChangeArrowheads="1"/>
            </p:cNvSpPr>
            <p:nvPr/>
          </p:nvSpPr>
          <p:spPr bwMode="auto">
            <a:xfrm>
              <a:off x="3165062" y="2878477"/>
              <a:ext cx="605901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PK</a:t>
              </a:r>
              <a:r>
                <a:rPr lang="en-US" altLang="zh-CN" sz="1400" b="1" baseline="-25000" dirty="0">
                  <a:solidFill>
                    <a:srgbClr val="0000FF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B</a:t>
              </a:r>
              <a:endParaRPr lang="zh-CN" altLang="en-US" sz="1400" b="1" baseline="-25000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7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3411" y="2900830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" name="组合 10"/>
          <p:cNvGrpSpPr/>
          <p:nvPr/>
        </p:nvGrpSpPr>
        <p:grpSpPr>
          <a:xfrm>
            <a:off x="3071596" y="1846997"/>
            <a:ext cx="427987" cy="307778"/>
            <a:chOff x="3226864" y="1890127"/>
            <a:chExt cx="427987" cy="307778"/>
          </a:xfrm>
        </p:grpSpPr>
        <p:sp>
          <p:nvSpPr>
            <p:cNvPr id="89" name="Text Box 590"/>
            <p:cNvSpPr txBox="1">
              <a:spLocks noChangeArrowheads="1"/>
            </p:cNvSpPr>
            <p:nvPr/>
          </p:nvSpPr>
          <p:spPr bwMode="auto">
            <a:xfrm>
              <a:off x="3226864" y="1890127"/>
              <a:ext cx="333834" cy="3077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i="1" dirty="0">
                  <a:solidFill>
                    <a:srgbClr val="990099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K</a:t>
              </a:r>
              <a:endParaRPr lang="zh-CN" altLang="en-US" sz="1400" b="1" baseline="-25000" dirty="0">
                <a:solidFill>
                  <a:srgbClr val="990099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3" name="Picture 68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851" y="1966283"/>
              <a:ext cx="162000" cy="16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2" name="Line 10"/>
          <p:cNvSpPr>
            <a:spLocks noChangeShapeType="1"/>
          </p:cNvSpPr>
          <p:nvPr/>
        </p:nvSpPr>
        <p:spPr bwMode="auto">
          <a:xfrm flipH="1" flipV="1">
            <a:off x="5903355" y="1658537"/>
            <a:ext cx="0" cy="106568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2" name="Rectangle 64"/>
          <p:cNvSpPr>
            <a:spLocks noChangeArrowheads="1"/>
          </p:cNvSpPr>
          <p:nvPr/>
        </p:nvSpPr>
        <p:spPr bwMode="auto">
          <a:xfrm>
            <a:off x="5606215" y="2648384"/>
            <a:ext cx="1200037" cy="299511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一次性密钥 </a:t>
            </a:r>
            <a:r>
              <a:rPr lang="en-US" altLang="zh-CN" sz="1400" b="1" i="1" dirty="0">
                <a:solidFill>
                  <a:srgbClr val="990099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4568905" y="2253053"/>
            <a:ext cx="1135283" cy="573362"/>
            <a:chOff x="4646539" y="2296183"/>
            <a:chExt cx="1135283" cy="573362"/>
          </a:xfrm>
        </p:grpSpPr>
        <p:sp>
          <p:nvSpPr>
            <p:cNvPr id="76" name="TextBox 58"/>
            <p:cNvSpPr txBox="1">
              <a:spLocks noChangeArrowheads="1"/>
            </p:cNvSpPr>
            <p:nvPr/>
          </p:nvSpPr>
          <p:spPr bwMode="auto">
            <a:xfrm>
              <a:off x="4646539" y="2296183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</a:t>
              </a:r>
              <a:endPara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753822" y="2346325"/>
              <a:ext cx="1028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用 </a:t>
              </a: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</a:t>
              </a: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私钥解密</a:t>
              </a:r>
              <a:endParaRPr lang="zh-CN" altLang="en-US" sz="140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88131" y="1129275"/>
            <a:ext cx="968012" cy="564262"/>
            <a:chOff x="5765765" y="1172405"/>
            <a:chExt cx="968012" cy="564262"/>
          </a:xfrm>
        </p:grpSpPr>
        <p:sp>
          <p:nvSpPr>
            <p:cNvPr id="78" name="TextBox 60"/>
            <p:cNvSpPr txBox="1">
              <a:spLocks noChangeArrowheads="1"/>
            </p:cNvSpPr>
            <p:nvPr/>
          </p:nvSpPr>
          <p:spPr bwMode="auto">
            <a:xfrm>
              <a:off x="5765765" y="1172405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</a:t>
              </a:r>
              <a:endPara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972714" y="1213447"/>
              <a:ext cx="76106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用密钥 </a:t>
              </a:r>
              <a:r>
                <a:rPr lang="en-US" altLang="zh-CN" sz="1400" b="1" i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</a:t>
              </a: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解密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143706" y="2064580"/>
            <a:ext cx="778306" cy="400110"/>
            <a:chOff x="3221340" y="2107710"/>
            <a:chExt cx="778306" cy="400110"/>
          </a:xfrm>
        </p:grpSpPr>
        <p:sp>
          <p:nvSpPr>
            <p:cNvPr id="75" name="TextBox 57"/>
            <p:cNvSpPr txBox="1">
              <a:spLocks noChangeArrowheads="1"/>
            </p:cNvSpPr>
            <p:nvPr/>
          </p:nvSpPr>
          <p:spPr bwMode="auto">
            <a:xfrm>
              <a:off x="3221340" y="2107710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</a:t>
              </a:r>
              <a:endPara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455907" y="2162204"/>
              <a:ext cx="54373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分离</a:t>
              </a:r>
              <a:endParaRPr lang="zh-CN" altLang="en-US" sz="14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113" name="Line 10"/>
          <p:cNvSpPr>
            <a:spLocks noChangeShapeType="1"/>
          </p:cNvSpPr>
          <p:nvPr/>
        </p:nvSpPr>
        <p:spPr bwMode="auto">
          <a:xfrm flipH="1">
            <a:off x="7177992" y="1988494"/>
            <a:ext cx="0" cy="86920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oval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104271" y="2036108"/>
            <a:ext cx="1139957" cy="776888"/>
            <a:chOff x="7181905" y="2234510"/>
            <a:chExt cx="1139957" cy="776888"/>
          </a:xfrm>
        </p:grpSpPr>
        <p:sp>
          <p:nvSpPr>
            <p:cNvPr id="77" name="TextBox 59"/>
            <p:cNvSpPr txBox="1">
              <a:spLocks noChangeArrowheads="1"/>
            </p:cNvSpPr>
            <p:nvPr/>
          </p:nvSpPr>
          <p:spPr bwMode="auto">
            <a:xfrm>
              <a:off x="7181905" y="2234510"/>
              <a:ext cx="4138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微软雅黑 Light" panose="020B0502040204020203" pitchFamily="34" charset="-122"/>
                  <a:ea typeface="微软雅黑 Light" panose="020B0502040204020203" pitchFamily="34" charset="-122"/>
                  <a:sym typeface="Wingdings" panose="05000000000000000000" pitchFamily="2" charset="2"/>
                </a:rPr>
                <a:t></a:t>
              </a:r>
              <a:endPara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7293862" y="2272734"/>
              <a:ext cx="1028000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用 </a:t>
              </a: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</a:t>
              </a:r>
              <a:endPara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algn="ctr"/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公钥解密 </a:t>
              </a:r>
              <a:r>
                <a:rPr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A </a:t>
              </a:r>
              <a:r>
                <a:rPr lang="zh-CN" altLang="en-US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的签名</a:t>
              </a:r>
              <a:endParaRPr lang="zh-CN" altLang="en-US" sz="14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19" name="椭圆 18"/>
          <p:cNvSpPr/>
          <p:nvPr/>
        </p:nvSpPr>
        <p:spPr>
          <a:xfrm>
            <a:off x="6926414" y="2812996"/>
            <a:ext cx="1279496" cy="4223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6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验证邮件的完整性</a:t>
            </a:r>
            <a:endParaRPr lang="zh-CN" altLang="en-US" sz="12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2" name="肘形连接符 21"/>
          <p:cNvCxnSpPr>
            <a:stCxn id="80" idx="3"/>
            <a:endCxn id="19" idx="6"/>
          </p:cNvCxnSpPr>
          <p:nvPr/>
        </p:nvCxnSpPr>
        <p:spPr>
          <a:xfrm>
            <a:off x="8077100" y="1445397"/>
            <a:ext cx="128810" cy="1578787"/>
          </a:xfrm>
          <a:prstGeom prst="bentConnector3">
            <a:avLst>
              <a:gd name="adj1" fmla="val 277471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1034685" y="3406809"/>
            <a:ext cx="7404641" cy="1118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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根据邮件的种类，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分离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出已加密的一次性密钥和已加密的签名报文。</a:t>
            </a:r>
            <a:endParaRPr lang="en-US" altLang="zh-CN" sz="1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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的私钥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</a:t>
            </a:r>
            <a:r>
              <a: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解出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一次性密钥 </a:t>
            </a:r>
            <a:r>
              <a:rPr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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用解出的一次性密钥 </a:t>
            </a:r>
            <a:r>
              <a:rPr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对加密的签名邮件进行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解密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分离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出明文邮件 </a:t>
            </a:r>
            <a:r>
              <a:rPr lang="en-US" altLang="zh-CN" sz="1400" b="1" i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X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的数字签名。</a:t>
            </a:r>
            <a:endParaRPr lang="zh-CN" altLang="en-US" sz="1400" b="1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ts val="2000"/>
              </a:lnSpc>
            </a:pPr>
            <a:r>
              <a: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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手中的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的公钥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PK</a:t>
            </a:r>
            <a:r>
              <a:rPr lang="en-US" altLang="zh-CN" sz="1400" b="1" baseline="-25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 </a:t>
            </a:r>
            <a:r>
              <a:rPr lang="en-US" altLang="zh-CN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 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的数字签名进行</a:t>
            </a:r>
            <a:r>
              <a:rPr lang="zh-CN" altLang="en-US" sz="14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解密</a:t>
            </a:r>
            <a:r>
              <a:rPr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，即可接着验证邮件的完整性。</a:t>
            </a:r>
          </a:p>
        </p:txBody>
      </p:sp>
    </p:spTree>
    <p:extLst>
      <p:ext uri="{BB962C8B-B14F-4D97-AF65-F5344CB8AC3E}">
        <p14:creationId xmlns:p14="http://schemas.microsoft.com/office/powerpoint/2010/main" val="388374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2676639" y="1312856"/>
            <a:ext cx="5775326" cy="330200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2676639" y="1919281"/>
            <a:ext cx="5775326" cy="330200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0" hangingPunct="0"/>
            <a:endParaRPr lang="fr-FR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748077" y="1278312"/>
            <a:ext cx="55943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7.6.1 					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防火墙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7.6.2 				   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入侵检测系统</a:t>
            </a:r>
          </a:p>
        </p:txBody>
      </p:sp>
      <p:sp>
        <p:nvSpPr>
          <p:cNvPr id="5" name="Rectangle 27"/>
          <p:cNvSpPr>
            <a:spLocks noChangeArrowheads="1"/>
          </p:cNvSpPr>
          <p:nvPr/>
        </p:nvSpPr>
        <p:spPr bwMode="auto">
          <a:xfrm>
            <a:off x="687234" y="1312856"/>
            <a:ext cx="1636540" cy="1555639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fr-FR">
              <a:latin typeface="宋体" charset="-122"/>
            </a:endParaRPr>
          </a:p>
        </p:txBody>
      </p:sp>
      <p:sp>
        <p:nvSpPr>
          <p:cNvPr id="6" name="Rectangle 29"/>
          <p:cNvSpPr>
            <a:spLocks noChangeArrowheads="1"/>
          </p:cNvSpPr>
          <p:nvPr/>
        </p:nvSpPr>
        <p:spPr bwMode="auto">
          <a:xfrm>
            <a:off x="696123" y="1407788"/>
            <a:ext cx="162765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fr-FR" altLang="zh-CN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7.6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系统安全：防火墙与入侵检测</a:t>
            </a:r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3684702" y="1186640"/>
            <a:ext cx="0" cy="141910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24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45144" y="1004355"/>
            <a:ext cx="8053712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前述基于密码的安全机制不能有效解决以下安全问题：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用户入侵：</a:t>
            </a:r>
            <a:endParaRPr lang="en-US" altLang="zh-CN" sz="2000" b="1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利用系统漏洞进行未授权登录；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授权用户非法获取更高级别权限等。</a:t>
            </a: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软件入侵：</a:t>
            </a:r>
            <a:endParaRPr lang="en-US" altLang="zh-CN" sz="2000" b="1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通过网络传播病毒、蠕虫和特洛伊木马。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1174750" lvl="2" indent="-342900" eaLnBrk="0" hangingPunct="0">
              <a:lnSpc>
                <a:spcPts val="2800"/>
              </a:lnSpc>
              <a:buClr>
                <a:srgbClr val="993300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拒绝服务攻击等。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lvl="2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解决方法：</a:t>
            </a: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防火墙：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控制进出网络边界的分组。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入侵检测：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深度分析与检测进入的分组，发现疑似入侵行为。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545144" y="611484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154514" y="569213"/>
            <a:ext cx="48349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7.6  </a:t>
            </a: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系统安全：防火墙与入侵检测</a:t>
            </a:r>
          </a:p>
        </p:txBody>
      </p:sp>
    </p:spTree>
    <p:extLst>
      <p:ext uri="{BB962C8B-B14F-4D97-AF65-F5344CB8AC3E}">
        <p14:creationId xmlns:p14="http://schemas.microsoft.com/office/powerpoint/2010/main" val="247801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511896" y="605674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3628869" y="580210"/>
            <a:ext cx="1895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7.6.1  </a:t>
            </a: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防火墙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11896" y="1039539"/>
            <a:ext cx="8129016" cy="30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防火墙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(firewall) 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2000" b="1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防火墙是一种特殊编程的路由器，安装在一个网点和网络的其余部分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之间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，目的是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实施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访问控制策略。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访问控制策略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由使用防火墙的单位自行制定。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28724" y="1545848"/>
            <a:ext cx="6753225" cy="11695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ts val="2800"/>
              </a:lnSpc>
              <a:buClr>
                <a:srgbClr val="0070C0"/>
              </a:buClr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一种访问控制技术，通过严格控制进出网络边界的分组，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禁止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任何不必要的通信，从而减少潜在入侵的发生，尽可能降低这类安全威胁所带来的安全风险。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504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4"/>
          <p:cNvSpPr>
            <a:spLocks noChangeArrowheads="1"/>
          </p:cNvSpPr>
          <p:nvPr/>
        </p:nvSpPr>
        <p:spPr bwMode="auto">
          <a:xfrm>
            <a:off x="2859620" y="1606078"/>
            <a:ext cx="3585187" cy="1845629"/>
          </a:xfrm>
          <a:prstGeom prst="cube">
            <a:avLst>
              <a:gd name="adj" fmla="val 11935"/>
            </a:avLst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Line 35"/>
          <p:cNvSpPr>
            <a:spLocks noChangeShapeType="1"/>
          </p:cNvSpPr>
          <p:nvPr/>
        </p:nvSpPr>
        <p:spPr bwMode="auto">
          <a:xfrm>
            <a:off x="5755347" y="2687998"/>
            <a:ext cx="110313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Line 37"/>
          <p:cNvSpPr>
            <a:spLocks noChangeShapeType="1"/>
          </p:cNvSpPr>
          <p:nvPr/>
        </p:nvSpPr>
        <p:spPr bwMode="auto">
          <a:xfrm>
            <a:off x="3204349" y="3133494"/>
            <a:ext cx="117208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Line 38"/>
          <p:cNvSpPr>
            <a:spLocks noChangeShapeType="1"/>
          </p:cNvSpPr>
          <p:nvPr/>
        </p:nvSpPr>
        <p:spPr bwMode="auto">
          <a:xfrm rot="16200000">
            <a:off x="3283902" y="3006210"/>
            <a:ext cx="25456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Line 39"/>
          <p:cNvSpPr>
            <a:spLocks noChangeShapeType="1"/>
          </p:cNvSpPr>
          <p:nvPr/>
        </p:nvSpPr>
        <p:spPr bwMode="auto">
          <a:xfrm rot="16200000">
            <a:off x="4111253" y="3006210"/>
            <a:ext cx="25456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1" name="Group 40"/>
          <p:cNvGrpSpPr>
            <a:grpSpLocks/>
          </p:cNvGrpSpPr>
          <p:nvPr/>
        </p:nvGrpSpPr>
        <p:grpSpPr bwMode="auto">
          <a:xfrm>
            <a:off x="4514321" y="2751640"/>
            <a:ext cx="1172080" cy="381854"/>
            <a:chOff x="1440" y="1872"/>
            <a:chExt cx="816" cy="192"/>
          </a:xfrm>
        </p:grpSpPr>
        <p:sp>
          <p:nvSpPr>
            <p:cNvPr id="12" name="Line 41"/>
            <p:cNvSpPr>
              <a:spLocks noChangeShapeType="1"/>
            </p:cNvSpPr>
            <p:nvPr/>
          </p:nvSpPr>
          <p:spPr bwMode="auto">
            <a:xfrm>
              <a:off x="1440" y="2064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Line 42"/>
            <p:cNvSpPr>
              <a:spLocks noChangeShapeType="1"/>
            </p:cNvSpPr>
            <p:nvPr/>
          </p:nvSpPr>
          <p:spPr bwMode="auto">
            <a:xfrm rot="-5400000">
              <a:off x="1440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Line 43"/>
            <p:cNvSpPr>
              <a:spLocks noChangeShapeType="1"/>
            </p:cNvSpPr>
            <p:nvPr/>
          </p:nvSpPr>
          <p:spPr bwMode="auto">
            <a:xfrm rot="-5400000">
              <a:off x="2064" y="196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15" name="Line 44"/>
          <p:cNvSpPr>
            <a:spLocks noChangeShapeType="1"/>
          </p:cNvSpPr>
          <p:nvPr/>
        </p:nvSpPr>
        <p:spPr bwMode="auto">
          <a:xfrm>
            <a:off x="2583836" y="2751640"/>
            <a:ext cx="55156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Oval 46"/>
          <p:cNvSpPr>
            <a:spLocks noChangeArrowheads="1"/>
          </p:cNvSpPr>
          <p:nvPr/>
        </p:nvSpPr>
        <p:spPr bwMode="auto">
          <a:xfrm>
            <a:off x="6513752" y="1797005"/>
            <a:ext cx="1723647" cy="15910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000066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8" name="Text Box 47"/>
          <p:cNvSpPr txBox="1">
            <a:spLocks noChangeArrowheads="1"/>
          </p:cNvSpPr>
          <p:nvPr/>
        </p:nvSpPr>
        <p:spPr bwMode="auto">
          <a:xfrm>
            <a:off x="6819700" y="1947635"/>
            <a:ext cx="108234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可信的网络</a:t>
            </a:r>
          </a:p>
        </p:txBody>
      </p:sp>
      <p:sp>
        <p:nvSpPr>
          <p:cNvPr id="19" name="Text Box 48"/>
          <p:cNvSpPr txBox="1">
            <a:spLocks noChangeArrowheads="1"/>
          </p:cNvSpPr>
          <p:nvPr/>
        </p:nvSpPr>
        <p:spPr bwMode="auto">
          <a:xfrm>
            <a:off x="1098626" y="184571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不可信的网络</a:t>
            </a:r>
          </a:p>
        </p:txBody>
      </p:sp>
      <p:sp>
        <p:nvSpPr>
          <p:cNvPr id="20" name="Text Box 49"/>
          <p:cNvSpPr txBox="1">
            <a:spLocks noChangeArrowheads="1"/>
          </p:cNvSpPr>
          <p:nvPr/>
        </p:nvSpPr>
        <p:spPr bwMode="auto">
          <a:xfrm>
            <a:off x="2973775" y="207669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8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分组过滤</a:t>
            </a:r>
          </a:p>
          <a:p>
            <a:pPr algn="ctr"/>
            <a:r>
              <a:rPr kumimoji="1" lang="zh-CN" altLang="en-US" sz="1400" b="1" dirty="0">
                <a:solidFill>
                  <a:srgbClr val="8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路由器</a:t>
            </a:r>
          </a:p>
        </p:txBody>
      </p:sp>
      <p:sp>
        <p:nvSpPr>
          <p:cNvPr id="21" name="Text Box 50"/>
          <p:cNvSpPr txBox="1">
            <a:spLocks noChangeArrowheads="1"/>
          </p:cNvSpPr>
          <p:nvPr/>
        </p:nvSpPr>
        <p:spPr bwMode="auto">
          <a:xfrm>
            <a:off x="5090989" y="207669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8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分组过滤</a:t>
            </a:r>
          </a:p>
          <a:p>
            <a:pPr algn="ctr"/>
            <a:r>
              <a:rPr kumimoji="1" lang="zh-CN" altLang="en-US" sz="1400" b="1" dirty="0">
                <a:solidFill>
                  <a:srgbClr val="8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路由器</a:t>
            </a:r>
          </a:p>
        </p:txBody>
      </p:sp>
      <p:sp>
        <p:nvSpPr>
          <p:cNvPr id="22" name="Text Box 51"/>
          <p:cNvSpPr txBox="1">
            <a:spLocks noChangeArrowheads="1"/>
          </p:cNvSpPr>
          <p:nvPr/>
        </p:nvSpPr>
        <p:spPr bwMode="auto">
          <a:xfrm>
            <a:off x="4031700" y="205157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应用网关</a:t>
            </a:r>
          </a:p>
        </p:txBody>
      </p:sp>
      <p:sp>
        <p:nvSpPr>
          <p:cNvPr id="23" name="Text Box 52"/>
          <p:cNvSpPr txBox="1">
            <a:spLocks noChangeArrowheads="1"/>
          </p:cNvSpPr>
          <p:nvPr/>
        </p:nvSpPr>
        <p:spPr bwMode="auto">
          <a:xfrm>
            <a:off x="3127945" y="313349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外局域网</a:t>
            </a:r>
          </a:p>
        </p:txBody>
      </p:sp>
      <p:sp>
        <p:nvSpPr>
          <p:cNvPr id="24" name="Text Box 53"/>
          <p:cNvSpPr txBox="1">
            <a:spLocks noChangeArrowheads="1"/>
          </p:cNvSpPr>
          <p:nvPr/>
        </p:nvSpPr>
        <p:spPr bwMode="auto">
          <a:xfrm>
            <a:off x="4646468" y="3133494"/>
            <a:ext cx="902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6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内局域网</a:t>
            </a:r>
          </a:p>
        </p:txBody>
      </p:sp>
      <p:sp>
        <p:nvSpPr>
          <p:cNvPr id="25" name="Text Box 54"/>
          <p:cNvSpPr txBox="1">
            <a:spLocks noChangeArrowheads="1"/>
          </p:cNvSpPr>
          <p:nvPr/>
        </p:nvSpPr>
        <p:spPr bwMode="auto">
          <a:xfrm>
            <a:off x="4238537" y="1552870"/>
            <a:ext cx="7232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防火墙</a:t>
            </a:r>
          </a:p>
        </p:txBody>
      </p:sp>
      <p:pic>
        <p:nvPicPr>
          <p:cNvPr id="26" name="Picture 5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930" y="2592534"/>
            <a:ext cx="620513" cy="318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pic>
        <p:nvPicPr>
          <p:cNvPr id="27" name="Picture 5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253" y="2550106"/>
            <a:ext cx="620513" cy="318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grpSp>
        <p:nvGrpSpPr>
          <p:cNvPr id="28" name="Group 57"/>
          <p:cNvGrpSpPr>
            <a:grpSpLocks/>
          </p:cNvGrpSpPr>
          <p:nvPr/>
        </p:nvGrpSpPr>
        <p:grpSpPr bwMode="auto">
          <a:xfrm>
            <a:off x="4169592" y="2369786"/>
            <a:ext cx="551567" cy="509139"/>
            <a:chOff x="2256" y="1488"/>
            <a:chExt cx="384" cy="384"/>
          </a:xfrm>
          <a:solidFill>
            <a:srgbClr val="FF66FF"/>
          </a:solidFill>
        </p:grpSpPr>
        <p:sp>
          <p:nvSpPr>
            <p:cNvPr id="29" name="AutoShape 58"/>
            <p:cNvSpPr>
              <a:spLocks noChangeArrowheads="1"/>
            </p:cNvSpPr>
            <p:nvPr/>
          </p:nvSpPr>
          <p:spPr bwMode="auto">
            <a:xfrm>
              <a:off x="2256" y="1488"/>
              <a:ext cx="384" cy="384"/>
            </a:xfrm>
            <a:prstGeom prst="cube">
              <a:avLst>
                <a:gd name="adj" fmla="val 12963"/>
              </a:avLst>
            </a:prstGeom>
            <a:grp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0" name="Text Box 59"/>
            <p:cNvSpPr txBox="1">
              <a:spLocks noChangeArrowheads="1"/>
            </p:cNvSpPr>
            <p:nvPr/>
          </p:nvSpPr>
          <p:spPr bwMode="auto">
            <a:xfrm>
              <a:off x="2315" y="1606"/>
              <a:ext cx="225" cy="2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kumimoji="1" lang="en-US" altLang="zh-CN" sz="14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G</a:t>
              </a:r>
            </a:p>
          </p:txBody>
        </p:sp>
      </p:grpSp>
      <p:graphicFrame>
        <p:nvGraphicFramePr>
          <p:cNvPr id="3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509213"/>
              </p:ext>
            </p:extLst>
          </p:nvPr>
        </p:nvGraphicFramePr>
        <p:xfrm>
          <a:off x="722297" y="2115217"/>
          <a:ext cx="1999431" cy="114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687068" imgH="964692" progId="">
                  <p:embed/>
                </p:oleObj>
              </mc:Choice>
              <mc:Fallback>
                <p:oleObj name="Visio" r:id="rId3" imgW="1687068" imgH="964692" progId="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297" y="2115217"/>
                        <a:ext cx="1999431" cy="114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61"/>
          <p:cNvSpPr txBox="1">
            <a:spLocks noChangeArrowheads="1"/>
          </p:cNvSpPr>
          <p:nvPr/>
        </p:nvSpPr>
        <p:spPr bwMode="auto">
          <a:xfrm>
            <a:off x="1297291" y="2522959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互联网</a:t>
            </a:r>
          </a:p>
        </p:txBody>
      </p:sp>
      <p:sp>
        <p:nvSpPr>
          <p:cNvPr id="33" name="Line 62"/>
          <p:cNvSpPr>
            <a:spLocks noChangeShapeType="1"/>
          </p:cNvSpPr>
          <p:nvPr/>
        </p:nvSpPr>
        <p:spPr bwMode="auto">
          <a:xfrm flipH="1">
            <a:off x="2861209" y="1449623"/>
            <a:ext cx="11720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4" name="Text Box 63"/>
          <p:cNvSpPr txBox="1">
            <a:spLocks noChangeArrowheads="1"/>
          </p:cNvSpPr>
          <p:nvPr/>
        </p:nvSpPr>
        <p:spPr bwMode="auto">
          <a:xfrm>
            <a:off x="6431556" y="1289192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防火墙的里面</a:t>
            </a:r>
          </a:p>
        </p:txBody>
      </p:sp>
      <p:sp>
        <p:nvSpPr>
          <p:cNvPr id="35" name="Text Box 64"/>
          <p:cNvSpPr txBox="1">
            <a:spLocks noChangeArrowheads="1"/>
          </p:cNvSpPr>
          <p:nvPr/>
        </p:nvSpPr>
        <p:spPr bwMode="auto">
          <a:xfrm>
            <a:off x="1383850" y="1269284"/>
            <a:ext cx="12618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4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防火墙的外面</a:t>
            </a:r>
          </a:p>
        </p:txBody>
      </p:sp>
      <p:sp>
        <p:nvSpPr>
          <p:cNvPr id="36" name="AutoShape 65"/>
          <p:cNvSpPr>
            <a:spLocks noChangeArrowheads="1"/>
          </p:cNvSpPr>
          <p:nvPr/>
        </p:nvSpPr>
        <p:spPr bwMode="auto">
          <a:xfrm>
            <a:off x="4030756" y="1190625"/>
            <a:ext cx="4331609" cy="2447925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00000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38" name="Group 17"/>
          <p:cNvGrpSpPr>
            <a:grpSpLocks/>
          </p:cNvGrpSpPr>
          <p:nvPr/>
        </p:nvGrpSpPr>
        <p:grpSpPr bwMode="auto">
          <a:xfrm>
            <a:off x="6593266" y="2220851"/>
            <a:ext cx="1498578" cy="907037"/>
            <a:chOff x="1680" y="240"/>
            <a:chExt cx="2529" cy="1270"/>
          </a:xfrm>
          <a:solidFill>
            <a:srgbClr val="6699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Oval 18"/>
            <p:cNvSpPr>
              <a:spLocks noChangeArrowheads="1"/>
            </p:cNvSpPr>
            <p:nvPr/>
          </p:nvSpPr>
          <p:spPr bwMode="auto">
            <a:xfrm>
              <a:off x="2554" y="240"/>
              <a:ext cx="1088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dirty="0">
                <a:solidFill>
                  <a:srgbClr val="368AD6"/>
                </a:solidFill>
                <a:latin typeface="Montserrat" panose="00000500000000000000" pitchFamily="2" charset="0"/>
                <a:ea typeface="黑体" pitchFamily="2" charset="-122"/>
              </a:endParaRPr>
            </a:p>
          </p:txBody>
        </p:sp>
        <p:sp>
          <p:nvSpPr>
            <p:cNvPr id="40" name="Oval 19"/>
            <p:cNvSpPr>
              <a:spLocks noChangeArrowheads="1"/>
            </p:cNvSpPr>
            <p:nvPr/>
          </p:nvSpPr>
          <p:spPr bwMode="auto">
            <a:xfrm>
              <a:off x="1941" y="381"/>
              <a:ext cx="827" cy="513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dirty="0">
                <a:solidFill>
                  <a:srgbClr val="368AD6"/>
                </a:solidFill>
                <a:latin typeface="Montserrat" panose="00000500000000000000" pitchFamily="2" charset="0"/>
                <a:ea typeface="黑体" pitchFamily="2" charset="-122"/>
              </a:endParaRPr>
            </a:p>
          </p:txBody>
        </p:sp>
        <p:sp>
          <p:nvSpPr>
            <p:cNvPr id="41" name="Oval 20"/>
            <p:cNvSpPr>
              <a:spLocks noChangeArrowheads="1"/>
            </p:cNvSpPr>
            <p:nvPr/>
          </p:nvSpPr>
          <p:spPr bwMode="auto">
            <a:xfrm>
              <a:off x="1680" y="702"/>
              <a:ext cx="552" cy="411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dirty="0">
                <a:solidFill>
                  <a:srgbClr val="368AD6"/>
                </a:solidFill>
                <a:latin typeface="Montserrat" panose="00000500000000000000" pitchFamily="2" charset="0"/>
                <a:ea typeface="黑体" pitchFamily="2" charset="-122"/>
              </a:endParaRPr>
            </a:p>
          </p:txBody>
        </p:sp>
        <p:sp>
          <p:nvSpPr>
            <p:cNvPr id="42" name="Oval 21"/>
            <p:cNvSpPr>
              <a:spLocks noChangeArrowheads="1"/>
            </p:cNvSpPr>
            <p:nvPr/>
          </p:nvSpPr>
          <p:spPr bwMode="auto">
            <a:xfrm>
              <a:off x="1849" y="894"/>
              <a:ext cx="842" cy="450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dirty="0">
                <a:solidFill>
                  <a:srgbClr val="368AD6"/>
                </a:solidFill>
                <a:latin typeface="Montserrat" panose="00000500000000000000" pitchFamily="2" charset="0"/>
                <a:ea typeface="黑体" pitchFamily="2" charset="-122"/>
              </a:endParaRPr>
            </a:p>
          </p:txBody>
        </p:sp>
        <p:sp>
          <p:nvSpPr>
            <p:cNvPr id="43" name="Oval 22"/>
            <p:cNvSpPr>
              <a:spLocks noChangeArrowheads="1"/>
            </p:cNvSpPr>
            <p:nvPr/>
          </p:nvSpPr>
          <p:spPr bwMode="auto">
            <a:xfrm>
              <a:off x="2462" y="971"/>
              <a:ext cx="1272" cy="539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dirty="0">
                <a:solidFill>
                  <a:srgbClr val="368AD6"/>
                </a:solidFill>
                <a:latin typeface="Montserrat" panose="00000500000000000000" pitchFamily="2" charset="0"/>
                <a:ea typeface="黑体" pitchFamily="2" charset="-122"/>
              </a:endParaRPr>
            </a:p>
          </p:txBody>
        </p:sp>
        <p:sp>
          <p:nvSpPr>
            <p:cNvPr id="44" name="Oval 23"/>
            <p:cNvSpPr>
              <a:spLocks noChangeArrowheads="1"/>
            </p:cNvSpPr>
            <p:nvPr/>
          </p:nvSpPr>
          <p:spPr bwMode="auto">
            <a:xfrm>
              <a:off x="3289" y="394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dirty="0">
                <a:solidFill>
                  <a:srgbClr val="368AD6"/>
                </a:solidFill>
                <a:latin typeface="Montserrat" panose="00000500000000000000" pitchFamily="2" charset="0"/>
                <a:ea typeface="黑体" pitchFamily="2" charset="-122"/>
              </a:endParaRPr>
            </a:p>
          </p:txBody>
        </p:sp>
        <p:sp>
          <p:nvSpPr>
            <p:cNvPr id="45" name="Oval 24"/>
            <p:cNvSpPr>
              <a:spLocks noChangeArrowheads="1"/>
            </p:cNvSpPr>
            <p:nvPr/>
          </p:nvSpPr>
          <p:spPr bwMode="auto">
            <a:xfrm>
              <a:off x="3412" y="663"/>
              <a:ext cx="797" cy="39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dirty="0">
                <a:solidFill>
                  <a:srgbClr val="368AD6"/>
                </a:solidFill>
                <a:latin typeface="Montserrat" panose="00000500000000000000" pitchFamily="2" charset="0"/>
                <a:ea typeface="黑体" pitchFamily="2" charset="-122"/>
              </a:endParaRPr>
            </a:p>
          </p:txBody>
        </p:sp>
        <p:sp>
          <p:nvSpPr>
            <p:cNvPr id="46" name="Oval 25"/>
            <p:cNvSpPr>
              <a:spLocks noChangeArrowheads="1"/>
            </p:cNvSpPr>
            <p:nvPr/>
          </p:nvSpPr>
          <p:spPr bwMode="auto">
            <a:xfrm>
              <a:off x="3335" y="753"/>
              <a:ext cx="797" cy="66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dirty="0">
                <a:solidFill>
                  <a:srgbClr val="368AD6"/>
                </a:solidFill>
                <a:latin typeface="Montserrat" panose="00000500000000000000" pitchFamily="2" charset="0"/>
                <a:ea typeface="黑体" pitchFamily="2" charset="-122"/>
              </a:endParaRPr>
            </a:p>
          </p:txBody>
        </p:sp>
        <p:sp>
          <p:nvSpPr>
            <p:cNvPr id="47" name="Oval 26"/>
            <p:cNvSpPr>
              <a:spLocks noChangeArrowheads="1"/>
            </p:cNvSpPr>
            <p:nvPr/>
          </p:nvSpPr>
          <p:spPr bwMode="auto">
            <a:xfrm>
              <a:off x="2140" y="548"/>
              <a:ext cx="1640" cy="667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dirty="0">
                <a:solidFill>
                  <a:srgbClr val="368AD6"/>
                </a:solidFill>
                <a:latin typeface="Montserrat" panose="00000500000000000000" pitchFamily="2" charset="0"/>
                <a:ea typeface="黑体" pitchFamily="2" charset="-122"/>
              </a:endParaRPr>
            </a:p>
          </p:txBody>
        </p:sp>
      </p:grpSp>
      <p:sp>
        <p:nvSpPr>
          <p:cNvPr id="16" name="Text Box 45"/>
          <p:cNvSpPr txBox="1">
            <a:spLocks noChangeArrowheads="1"/>
          </p:cNvSpPr>
          <p:nvPr/>
        </p:nvSpPr>
        <p:spPr bwMode="auto">
          <a:xfrm>
            <a:off x="6996374" y="2532249"/>
            <a:ext cx="8002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1600" b="1" dirty="0">
                <a:solidFill>
                  <a:srgbClr val="000099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内联网</a:t>
            </a:r>
          </a:p>
        </p:txBody>
      </p:sp>
      <p:sp>
        <p:nvSpPr>
          <p:cNvPr id="50" name="AutoShape 5"/>
          <p:cNvSpPr>
            <a:spLocks noChangeArrowheads="1"/>
          </p:cNvSpPr>
          <p:nvPr/>
        </p:nvSpPr>
        <p:spPr bwMode="auto">
          <a:xfrm>
            <a:off x="509475" y="609669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51" name="Rectangle 6"/>
          <p:cNvSpPr>
            <a:spLocks noChangeArrowheads="1"/>
          </p:cNvSpPr>
          <p:nvPr/>
        </p:nvSpPr>
        <p:spPr bwMode="auto">
          <a:xfrm>
            <a:off x="2942769" y="576458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防火墙在互连网络中的位置</a:t>
            </a:r>
          </a:p>
        </p:txBody>
      </p:sp>
      <p:sp>
        <p:nvSpPr>
          <p:cNvPr id="3" name="矩形 2"/>
          <p:cNvSpPr/>
          <p:nvPr/>
        </p:nvSpPr>
        <p:spPr>
          <a:xfrm>
            <a:off x="973660" y="3852698"/>
            <a:ext cx="7263739" cy="759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一般把防火墙里面的网络称为“可信的网络”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(trusted network)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，把防火墙外面的网络称为“不可信的网络”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(untrusted network)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1576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433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558046" y="581120"/>
            <a:ext cx="40318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两类防火墙技术：</a:t>
            </a: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分组过滤路由器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86"/>
            <a:ext cx="8129016" cy="3648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具有分组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过滤</a:t>
            </a: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功能的路由器。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根据过滤规则对进出内部网络的分组进行过滤（转发或者丢弃）。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过滤规则：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基于分组的网络层或运输层首部信息，例如：源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目的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IP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地址、源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目的端口、协议类型（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TCP 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或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UDP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），等等。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无状态的：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独立地处理每一个分组。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有状态的：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跟踪每个连接或会话的通信状态，根据状态信息决定是否转发分组。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优点：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简单高效，对用户透明。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缺点：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不能对高层数据进行过滤。例如：不能禁止某个用户对某个特定应用进行某个特定的操作，不能支持应用层用户鉴别等。</a:t>
            </a:r>
          </a:p>
        </p:txBody>
      </p:sp>
    </p:spTree>
    <p:extLst>
      <p:ext uri="{BB962C8B-B14F-4D97-AF65-F5344CB8AC3E}">
        <p14:creationId xmlns:p14="http://schemas.microsoft.com/office/powerpoint/2010/main" val="276422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433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942767" y="581120"/>
            <a:ext cx="32624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两类防火墙技术：</a:t>
            </a: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应用网关</a:t>
            </a: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8486"/>
            <a:ext cx="8129016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000" indent="-3420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也称为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代理服务器 </a:t>
            </a:r>
            <a:r>
              <a:rPr lang="en-US" altLang="zh-CN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(proxy server)</a:t>
            </a: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对报文进行中继，实现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基于应用层数据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过滤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和高层用户</a:t>
            </a: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鉴别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所有进出网络的应用程序报文都必须通过应用网关。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应用网关在</a:t>
            </a:r>
            <a:r>
              <a:rPr lang="zh-CN" altLang="en-US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应用层</a:t>
            </a: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打开报文，查看请求是否合法。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如果合法，应用网关以客户进程的身份将请求报文转发给原始服务器。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如果不合法，则丢弃报文。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lvl="1" indent="-342900" eaLnBrk="0" hangingPunct="0">
              <a:lnSpc>
                <a:spcPts val="2800"/>
              </a:lnSpc>
              <a:buClr>
                <a:srgbClr val="0070C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缺点：</a:t>
            </a:r>
            <a:endParaRPr lang="en-US" altLang="zh-CN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每种应用都需要一个不同的应用网关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在应用层转发和处理报文，处理负担较重。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717550" lvl="1" indent="-342900" eaLnBrk="0" hangingPunct="0">
              <a:lnSpc>
                <a:spcPts val="2800"/>
              </a:lnSpc>
              <a:buClr>
                <a:srgbClr val="9900CC"/>
              </a:buClr>
              <a:buSzPct val="85000"/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对应用程序不透明，需要在应用程序客户端配置应用网关地址。</a:t>
            </a:r>
            <a:endParaRPr lang="en-US" altLang="zh-CN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641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511896" y="616461"/>
            <a:ext cx="8129016" cy="42227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051787" y="590997"/>
            <a:ext cx="30492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7.6.2  </a:t>
            </a: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入侵检测系统 </a:t>
            </a:r>
          </a:p>
        </p:txBody>
      </p:sp>
      <p:sp>
        <p:nvSpPr>
          <p:cNvPr id="7" name="Rectangle 46"/>
          <p:cNvSpPr>
            <a:spLocks noChangeArrowheads="1"/>
          </p:cNvSpPr>
          <p:nvPr/>
        </p:nvSpPr>
        <p:spPr bwMode="auto">
          <a:xfrm>
            <a:off x="509473" y="1050326"/>
            <a:ext cx="823076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入侵检测系统 </a:t>
            </a:r>
            <a:r>
              <a:rPr lang="en-US" altLang="zh-CN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IDS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(Intrusion Detection System)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能够在入侵已经开始，但还没有造成危害或在造成更大危害前，及时检测到入侵，以便尽快阻止入侵，把危害降低到最小。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IDS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对进入网络的分组执行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深度分组检查。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当观察到可疑分组时，向网络管理员发出告警或执行阻断操作（由于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IDS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的“误报”率通常较高，多数情况不执行自动阻断）。</a:t>
            </a:r>
          </a:p>
          <a:p>
            <a:pPr marL="342900" indent="-342900" eaLnBrk="0" hangingPunct="0">
              <a:lnSpc>
                <a:spcPts val="30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IDS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能用于检测多种网络攻击，包括：网络映射、端口扫描、</a:t>
            </a:r>
            <a:r>
              <a:rPr lang="en-US" altLang="zh-CN" sz="2000" b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DoS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攻击、蠕虫和病毒、系统漏洞攻击等。 </a:t>
            </a:r>
            <a:endParaRPr lang="zh-CN" altLang="en-US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576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81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425801" y="582600"/>
            <a:ext cx="42963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两种入侵检测方法：</a:t>
            </a: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基于特征的 </a:t>
            </a:r>
            <a:r>
              <a:rPr lang="en-US" altLang="zh-CN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IDS</a:t>
            </a:r>
            <a:endParaRPr lang="zh-CN" altLang="en-US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9966"/>
            <a:ext cx="8129015" cy="2208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维护一个所有已知攻击标志性</a:t>
            </a:r>
            <a:r>
              <a:rPr lang="zh-CN" altLang="en-US" sz="2000" b="1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特征的数据库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特征和规则通常由网络安全专家生成，由机构的网络管理员定制并将其加入到数据库中。</a:t>
            </a: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只能检测已知攻击，对于未知攻击则束手无策。</a:t>
            </a:r>
            <a:endParaRPr lang="en-US" altLang="zh-CN" sz="2000" b="1" dirty="0">
              <a:solidFill>
                <a:srgbClr val="0000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至今为止，大多数部署的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IDS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主要是基于特征的。</a:t>
            </a:r>
          </a:p>
        </p:txBody>
      </p:sp>
    </p:spTree>
    <p:extLst>
      <p:ext uri="{BB962C8B-B14F-4D97-AF65-F5344CB8AC3E}">
        <p14:creationId xmlns:p14="http://schemas.microsoft.com/office/powerpoint/2010/main" val="291576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509475" y="615811"/>
            <a:ext cx="8129015" cy="35393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2387330" y="582600"/>
            <a:ext cx="43733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两种入侵检测方法：</a:t>
            </a: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基于异常的 </a:t>
            </a:r>
            <a:r>
              <a:rPr lang="en-US" altLang="zh-CN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IDS </a:t>
            </a:r>
            <a:endParaRPr lang="zh-CN" altLang="en-US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509475" y="979966"/>
            <a:ext cx="812901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通过观察正常运行的网络流量，学习正常流量的统计特性和规律。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当检测到网络中流量某种统计规律不符合正常情况时，则认为可能发生了入侵行为。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342900" indent="-342900" eaLnBrk="0" hangingPunct="0">
              <a:lnSpc>
                <a:spcPts val="3300"/>
              </a:lnSpc>
              <a:buClr>
                <a:srgbClr val="0070C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但区分正常流和统计异常流是一个非常困难的。</a:t>
            </a:r>
          </a:p>
        </p:txBody>
      </p:sp>
    </p:spTree>
    <p:extLst>
      <p:ext uri="{BB962C8B-B14F-4D97-AF65-F5344CB8AC3E}">
        <p14:creationId xmlns:p14="http://schemas.microsoft.com/office/powerpoint/2010/main" val="326007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5144" y="1012614"/>
            <a:ext cx="8053712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椭圆曲线密码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(Elliptic Curve Cryptography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ECC)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：已在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TLS 1.3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的握手协议中占据非常重要的地位，现已大量用于电子护照、金融系统。</a:t>
            </a: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移动安全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(Mobile Security)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：例如移动支付安全等。</a:t>
            </a: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量子密码 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(Quantum Cryptography)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量子计算机的到来将使得目前许多使用中的密码技术无效，后量子密码学（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Post-Quantum Cryptography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）的研究方兴未艾。</a:t>
            </a:r>
            <a:endParaRPr lang="en-US" altLang="zh-CN" sz="20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marL="457200" indent="-457200" eaLnBrk="0" hangingPunct="0">
              <a:lnSpc>
                <a:spcPts val="3000"/>
              </a:lnSpc>
              <a:buClr>
                <a:srgbClr val="9900CC"/>
              </a:buClr>
              <a:buFont typeface="+mj-lt"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商密九号算法 </a:t>
            </a:r>
            <a:r>
              <a:rPr lang="en-US" altLang="zh-CN" sz="2000" b="1" dirty="0">
                <a:solidFill>
                  <a:srgbClr val="0000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SM9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：一种标识密码</a:t>
            </a:r>
            <a:r>
              <a:rPr lang="en-US" altLang="zh-CN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(Identity-Based Cryptography) </a:t>
            </a:r>
            <a:r>
              <a:rPr lang="zh-CN" altLang="en-US" sz="20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算法。在互联网应用上有前景。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45144" y="620736"/>
            <a:ext cx="8053712" cy="388721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/>
            <a:endParaRPr lang="zh-CN" altLang="en-US">
              <a:latin typeface="宋体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2770068" y="578465"/>
            <a:ext cx="36038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7.7  </a:t>
            </a:r>
            <a:r>
              <a:rPr lang="zh-CN" altLang="en-US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一些未来的发展方向</a:t>
            </a:r>
          </a:p>
        </p:txBody>
      </p:sp>
    </p:spTree>
    <p:extLst>
      <p:ext uri="{BB962C8B-B14F-4D97-AF65-F5344CB8AC3E}">
        <p14:creationId xmlns:p14="http://schemas.microsoft.com/office/powerpoint/2010/main" val="61396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theme/theme1.xml><?xml version="1.0" encoding="utf-8"?>
<a:theme xmlns:a="http://schemas.openxmlformats.org/drawingml/2006/main" name="networ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twork" id="{97F59001-5986-4977-99E6-1DDBF9863EF5}" vid="{8BBFDA41-C6C1-4E32-AE85-B129CAE654A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2387</TotalTime>
  <Words>9253</Words>
  <Application>Microsoft Office PowerPoint</Application>
  <PresentationFormat>全屏显示(16:9)</PresentationFormat>
  <Paragraphs>1357</Paragraphs>
  <Slides>112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112</vt:i4>
      </vt:variant>
    </vt:vector>
  </HeadingPairs>
  <TitlesOfParts>
    <vt:vector size="123" baseType="lpstr">
      <vt:lpstr>宋体</vt:lpstr>
      <vt:lpstr>微软雅黑</vt:lpstr>
      <vt:lpstr>Wingdings</vt:lpstr>
      <vt:lpstr>Arial</vt:lpstr>
      <vt:lpstr>Cambria Math</vt:lpstr>
      <vt:lpstr>Montserrat</vt:lpstr>
      <vt:lpstr>微软雅黑 Light</vt:lpstr>
      <vt:lpstr>network</vt:lpstr>
      <vt:lpstr>公式</vt:lpstr>
      <vt:lpstr>VISIO</vt:lpstr>
      <vt:lpstr>Visio</vt:lpstr>
      <vt:lpstr>PowerPoint 演示文稿</vt:lpstr>
      <vt:lpstr>内容</vt:lpstr>
      <vt:lpstr>PowerPoint 演示文稿</vt:lpstr>
      <vt:lpstr>7.1.1  计算机网络面临的安全性威胁</vt:lpstr>
      <vt:lpstr>被动攻击</vt:lpstr>
      <vt:lpstr>主动攻击</vt:lpstr>
      <vt:lpstr>主动攻击</vt:lpstr>
      <vt:lpstr>计算机网络通信安全的目标</vt:lpstr>
      <vt:lpstr>7.1.2  安全的计算机网络</vt:lpstr>
      <vt:lpstr>7.1.3  数据加密模型</vt:lpstr>
      <vt:lpstr>密钥</vt:lpstr>
      <vt:lpstr>一些重要概念</vt:lpstr>
      <vt:lpstr>PowerPoint 演示文稿</vt:lpstr>
      <vt:lpstr>7.2.1   对称密钥密码体制 </vt:lpstr>
      <vt:lpstr>DES</vt:lpstr>
      <vt:lpstr>三重 DES</vt:lpstr>
      <vt:lpstr>AES</vt:lpstr>
      <vt:lpstr>7.2.2  公钥密码体制</vt:lpstr>
      <vt:lpstr>公钥密码体制</vt:lpstr>
      <vt:lpstr>加密密钥与解密密钥 </vt:lpstr>
      <vt:lpstr>公钥算法的特点</vt:lpstr>
      <vt:lpstr>公钥算法的特点 </vt:lpstr>
      <vt:lpstr>公开密钥 vs 对称密钥</vt:lpstr>
      <vt:lpstr>注意 </vt:lpstr>
      <vt:lpstr>PowerPoint 演示文稿</vt:lpstr>
      <vt:lpstr>7.3.1 报文鉴别 Authentication </vt:lpstr>
      <vt:lpstr>7.3.1 报文鉴别 Authentication </vt:lpstr>
      <vt:lpstr>1. 用数字签名进行鉴别</vt:lpstr>
      <vt:lpstr>1. 用数字签名进行鉴别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PLA</Manager>
  <Company>54414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</dc:title>
  <dc:creator>glplaman.github.io</dc:creator>
  <cp:lastModifiedBy>cn plaman</cp:lastModifiedBy>
  <cp:revision>730</cp:revision>
  <dcterms:created xsi:type="dcterms:W3CDTF">2018-07-18T08:51:00Z</dcterms:created>
  <dcterms:modified xsi:type="dcterms:W3CDTF">2025-11-23T01:31:50Z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2052-11.1.0.7693</vt:lpwstr>
  </property>
</Properties>
</file>